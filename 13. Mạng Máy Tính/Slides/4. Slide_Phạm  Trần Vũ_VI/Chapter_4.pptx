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81"/>
  </p:notesMasterIdLst>
  <p:handoutMasterIdLst>
    <p:handoutMasterId r:id="rId82"/>
  </p:handoutMasterIdLst>
  <p:sldIdLst>
    <p:sldId id="301" r:id="rId3"/>
    <p:sldId id="306" r:id="rId4"/>
    <p:sldId id="308" r:id="rId5"/>
    <p:sldId id="309" r:id="rId6"/>
    <p:sldId id="310" r:id="rId7"/>
    <p:sldId id="311" r:id="rId8"/>
    <p:sldId id="312" r:id="rId9"/>
    <p:sldId id="313" r:id="rId10"/>
    <p:sldId id="314" r:id="rId11"/>
    <p:sldId id="315" r:id="rId12"/>
    <p:sldId id="394" r:id="rId13"/>
    <p:sldId id="317" r:id="rId14"/>
    <p:sldId id="318" r:id="rId15"/>
    <p:sldId id="334" r:id="rId16"/>
    <p:sldId id="319" r:id="rId17"/>
    <p:sldId id="320" r:id="rId18"/>
    <p:sldId id="323" r:id="rId19"/>
    <p:sldId id="324" r:id="rId20"/>
    <p:sldId id="322" r:id="rId21"/>
    <p:sldId id="325" r:id="rId22"/>
    <p:sldId id="326" r:id="rId23"/>
    <p:sldId id="327" r:id="rId24"/>
    <p:sldId id="330" r:id="rId25"/>
    <p:sldId id="329" r:id="rId26"/>
    <p:sldId id="331" r:id="rId27"/>
    <p:sldId id="332" r:id="rId28"/>
    <p:sldId id="335" r:id="rId29"/>
    <p:sldId id="336" r:id="rId30"/>
    <p:sldId id="337" r:id="rId31"/>
    <p:sldId id="395" r:id="rId32"/>
    <p:sldId id="339" r:id="rId33"/>
    <p:sldId id="340" r:id="rId34"/>
    <p:sldId id="341" r:id="rId35"/>
    <p:sldId id="342" r:id="rId36"/>
    <p:sldId id="397" r:id="rId37"/>
    <p:sldId id="343" r:id="rId38"/>
    <p:sldId id="344" r:id="rId39"/>
    <p:sldId id="346" r:id="rId40"/>
    <p:sldId id="347" r:id="rId41"/>
    <p:sldId id="348" r:id="rId42"/>
    <p:sldId id="349" r:id="rId43"/>
    <p:sldId id="350" r:id="rId44"/>
    <p:sldId id="351" r:id="rId45"/>
    <p:sldId id="355" r:id="rId46"/>
    <p:sldId id="356" r:id="rId47"/>
    <p:sldId id="357" r:id="rId48"/>
    <p:sldId id="358" r:id="rId49"/>
    <p:sldId id="359" r:id="rId50"/>
    <p:sldId id="360" r:id="rId51"/>
    <p:sldId id="361" r:id="rId52"/>
    <p:sldId id="362" r:id="rId53"/>
    <p:sldId id="388" r:id="rId54"/>
    <p:sldId id="363" r:id="rId55"/>
    <p:sldId id="364" r:id="rId56"/>
    <p:sldId id="365" r:id="rId57"/>
    <p:sldId id="366" r:id="rId58"/>
    <p:sldId id="367" r:id="rId59"/>
    <p:sldId id="368" r:id="rId60"/>
    <p:sldId id="396" r:id="rId61"/>
    <p:sldId id="370" r:id="rId62"/>
    <p:sldId id="371" r:id="rId63"/>
    <p:sldId id="372" r:id="rId64"/>
    <p:sldId id="374" r:id="rId65"/>
    <p:sldId id="375" r:id="rId66"/>
    <p:sldId id="390" r:id="rId67"/>
    <p:sldId id="376" r:id="rId68"/>
    <p:sldId id="391" r:id="rId69"/>
    <p:sldId id="378" r:id="rId70"/>
    <p:sldId id="379" r:id="rId71"/>
    <p:sldId id="380" r:id="rId72"/>
    <p:sldId id="381" r:id="rId73"/>
    <p:sldId id="382" r:id="rId74"/>
    <p:sldId id="383" r:id="rId75"/>
    <p:sldId id="384" r:id="rId76"/>
    <p:sldId id="392" r:id="rId77"/>
    <p:sldId id="385" r:id="rId78"/>
    <p:sldId id="393" r:id="rId79"/>
    <p:sldId id="305" r:id="rId80"/>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003" userDrawn="1">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19" autoAdjust="0"/>
    <p:restoredTop sz="94343" autoAdjust="0"/>
  </p:normalViewPr>
  <p:slideViewPr>
    <p:cSldViewPr snapToGrid="0" snapToObjects="1">
      <p:cViewPr varScale="1">
        <p:scale>
          <a:sx n="105" d="100"/>
          <a:sy n="105" d="100"/>
        </p:scale>
        <p:origin x="222" y="102"/>
      </p:cViewPr>
      <p:guideLst>
        <p:guide orient="horz" pos="1003"/>
        <p:guide pos="2880"/>
      </p:guideLst>
    </p:cSldViewPr>
  </p:slideViewPr>
  <p:outlineViewPr>
    <p:cViewPr>
      <p:scale>
        <a:sx n="33" d="100"/>
        <a:sy n="33" d="100"/>
      </p:scale>
      <p:origin x="0" y="-56838"/>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presProps" Target="presProp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notesMaster" Target="notesMasters/notesMaster1.xml"/><Relationship Id="rId86"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tableStyles" Target="tableStyles.xml"/><Relationship Id="rId61" Type="http://schemas.openxmlformats.org/officeDocument/2006/relationships/slide" Target="slides/slide59.xml"/><Relationship Id="rId82"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3/23/2018</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xmlns:a="http://schemas.openxmlformats.org/drawingml/2006/main">
              <a:rPr lang="vi" sz="1200" b="0" i="0" u="none" strike="noStrike" kern="1200" cap="none" dirty="0" smtClean="0">
                <a:solidFill>
                  <a:schemeClr val="dk1"/>
                </a:solidFill>
                <a:latin typeface="Arial"/>
                <a:ea typeface="Arial"/>
                <a:cs typeface="Arial"/>
                <a:sym typeface="Arial"/>
              </a:rPr>
              <a:t>Nếu bản trình bày PowerPoint này chứa các phương trình toán học, bạn có thể cần kiểm tra xem máy tính của mình đã được cài đặt phần mềm sau chưa:</a:t>
            </a:r>
          </a:p>
          <a:p>
            <a:r xmlns:a="http://schemas.openxmlformats.org/drawingml/2006/main">
              <a:rPr lang="vi" sz="1200" b="0" i="0" u="none" strike="noStrike" kern="1200" cap="none" dirty="0" smtClean="0">
                <a:solidFill>
                  <a:schemeClr val="dk1"/>
                </a:solidFill>
                <a:latin typeface="Arial"/>
                <a:ea typeface="Arial"/>
                <a:cs typeface="Arial"/>
                <a:sym typeface="Arial"/>
              </a:rPr>
              <a:t>1) Plugin MathType</a:t>
            </a:r>
          </a:p>
          <a:p>
            <a:r xmlns:a="http://schemas.openxmlformats.org/drawingml/2006/main">
              <a:rPr lang="vi" sz="1200" b="0" i="0" u="none" strike="noStrike" kern="1200" cap="none" dirty="0" smtClean="0">
                <a:solidFill>
                  <a:schemeClr val="dk1"/>
                </a:solidFill>
                <a:latin typeface="Arial"/>
                <a:ea typeface="Arial"/>
                <a:cs typeface="Arial"/>
                <a:sym typeface="Arial"/>
              </a:rPr>
              <a:t>2) Math Player (có sẵn phiên bản miễn phí)</a:t>
            </a:r>
          </a:p>
          <a:p>
            <a:r xmlns:a="http://schemas.openxmlformats.org/drawingml/2006/main">
              <a:rPr lang="vi" sz="1200" b="0" i="0" u="none" strike="noStrike" kern="1200" cap="none" dirty="0" smtClean="0">
                <a:solidFill>
                  <a:schemeClr val="dk1"/>
                </a:solidFill>
                <a:latin typeface="Arial"/>
                <a:ea typeface="Arial"/>
                <a:cs typeface="Arial"/>
                <a:sym typeface="Arial"/>
              </a:rPr>
              <a:t>3) Trình đọc NVDA (có sẵn phiên bản miễn phí)</a:t>
            </a:r>
            <a:endParaRPr xmlns:a="http://schemas.openxmlformats.org/drawingml/2006/main" lang="en-US" dirty="0" smtClean="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3099114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rtl="0">
              <a:spcBef>
                <a:spcPts val="0"/>
              </a:spcBef>
              <a:buNone/>
            </a:pPr>
            <a:endParaRPr sz="1800" b="0" i="0" u="none" strike="noStrike" cap="none">
              <a:solidFill>
                <a:schemeClr val="lt1"/>
              </a:solidFill>
              <a:latin typeface="Arial"/>
              <a:ea typeface="Arial"/>
              <a:cs typeface="Arial"/>
              <a:sym typeface="Arial"/>
            </a:endParaRPr>
          </a:p>
        </p:txBody>
      </p:sp>
      <p:sp>
        <p:nvSpPr>
          <p:cNvPr id="19" name="Shape 19"/>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0" name="Shape 20"/>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8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1" name="Shape 2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2457349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igure + Caption">
    <p:spTree>
      <p:nvGrpSpPr>
        <p:cNvPr id="1" name="Shape 53"/>
        <p:cNvGrpSpPr/>
        <p:nvPr/>
      </p:nvGrpSpPr>
      <p:grpSpPr>
        <a:xfrm>
          <a:off x="0" y="0"/>
          <a:ext cx="0" cy="0"/>
          <a:chOff x="0" y="0"/>
          <a:chExt cx="0" cy="0"/>
        </a:xfrm>
      </p:grpSpPr>
      <p:sp>
        <p:nvSpPr>
          <p:cNvPr id="54" name="Shape 54"/>
          <p:cNvSpPr txBox="1">
            <a:spLocks noGrp="1"/>
          </p:cNvSpPr>
          <p:nvPr>
            <p:ph type="title"/>
          </p:nvPr>
        </p:nvSpPr>
        <p:spPr>
          <a:xfrm>
            <a:off x="457200" y="228600"/>
            <a:ext cx="8229600" cy="1066799"/>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55" name="Shape 55"/>
          <p:cNvSpPr txBox="1">
            <a:spLocks noGrp="1"/>
          </p:cNvSpPr>
          <p:nvPr>
            <p:ph type="body" idx="1"/>
          </p:nvPr>
        </p:nvSpPr>
        <p:spPr>
          <a:xfrm>
            <a:off x="457200" y="5368160"/>
            <a:ext cx="8229600" cy="916856"/>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8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56" name="Shape 5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26302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tabLst>
                <a:tab pos="176213" algn="l"/>
              </a:tabLst>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smtClean="0"/>
          </a:p>
          <a:p>
            <a:pPr lvl="1"/>
            <a:endParaRPr lang="en-IN" dirty="0" smtClean="0"/>
          </a:p>
          <a:p>
            <a:pPr lvl="2"/>
            <a:endParaRPr lang="en-IN" dirty="0"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5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smtClean="0"/>
          </a:p>
        </p:txBody>
      </p:sp>
      <p:sp>
        <p:nvSpPr>
          <p:cNvPr id="3" name="Content Placeholder 2"/>
          <p:cNvSpPr>
            <a:spLocks noGrp="1"/>
          </p:cNvSpPr>
          <p:nvPr>
            <p:ph sz="quarter" idx="13"/>
          </p:nvPr>
        </p:nvSpPr>
        <p:spPr>
          <a:xfrm>
            <a:off x="457200" y="2278063"/>
            <a:ext cx="8229600" cy="558800"/>
          </a:xfrm>
        </p:spPr>
        <p:txBody>
          <a:bodyPr/>
          <a:lstStyle>
            <a:lvl1pPr indent="-255600">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9" name="Content Placeholder 8"/>
          <p:cNvSpPr>
            <a:spLocks noGrp="1"/>
          </p:cNvSpPr>
          <p:nvPr>
            <p:ph sz="quarter" idx="16"/>
          </p:nvPr>
        </p:nvSpPr>
        <p:spPr>
          <a:xfrm>
            <a:off x="457200" y="4427538"/>
            <a:ext cx="8229600" cy="652462"/>
          </a:xfrm>
        </p:spPr>
        <p:txBody>
          <a:bodyPr/>
          <a:lstStyle>
            <a:lvl1pPr marL="255588" indent="-255588">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11" name="Content Placeholder 10"/>
          <p:cNvSpPr>
            <a:spLocks noGrp="1"/>
          </p:cNvSpPr>
          <p:nvPr>
            <p:ph sz="quarter" idx="17"/>
          </p:nvPr>
        </p:nvSpPr>
        <p:spPr>
          <a:xfrm>
            <a:off x="457200" y="5181600"/>
            <a:ext cx="8229600" cy="500063"/>
          </a:xfrm>
        </p:spPr>
        <p:txBody>
          <a:bodyPr/>
          <a:lstStyle>
            <a:lvl1pPr marL="255588" indent="-255588">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Tree>
    <p:extLst>
      <p:ext uri="{BB962C8B-B14F-4D97-AF65-F5344CB8AC3E}">
        <p14:creationId xmlns:p14="http://schemas.microsoft.com/office/powerpoint/2010/main" val="3428980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5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smtClean="0"/>
          </a:p>
        </p:txBody>
      </p:sp>
      <p:sp>
        <p:nvSpPr>
          <p:cNvPr id="3" name="Content Placeholder 2"/>
          <p:cNvSpPr>
            <a:spLocks noGrp="1"/>
          </p:cNvSpPr>
          <p:nvPr>
            <p:ph sz="quarter" idx="13"/>
          </p:nvPr>
        </p:nvSpPr>
        <p:spPr>
          <a:xfrm>
            <a:off x="457200" y="2278063"/>
            <a:ext cx="8229600" cy="558800"/>
          </a:xfrm>
        </p:spPr>
        <p:txBody>
          <a:bodyPr/>
          <a:lstStyle>
            <a:lvl1pPr indent="-255600">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9" name="Content Placeholder 8"/>
          <p:cNvSpPr>
            <a:spLocks noGrp="1"/>
          </p:cNvSpPr>
          <p:nvPr>
            <p:ph sz="quarter" idx="16"/>
          </p:nvPr>
        </p:nvSpPr>
        <p:spPr>
          <a:xfrm>
            <a:off x="457200" y="4427538"/>
            <a:ext cx="8229600" cy="652462"/>
          </a:xfrm>
        </p:spPr>
        <p:txBody>
          <a:bodyPr/>
          <a:lstStyle>
            <a:lvl1pPr marL="255588" indent="-255588">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11" name="Content Placeholder 10"/>
          <p:cNvSpPr>
            <a:spLocks noGrp="1"/>
          </p:cNvSpPr>
          <p:nvPr>
            <p:ph sz="quarter" idx="17"/>
          </p:nvPr>
        </p:nvSpPr>
        <p:spPr>
          <a:xfrm>
            <a:off x="457200" y="5181600"/>
            <a:ext cx="8229600" cy="500063"/>
          </a:xfrm>
        </p:spPr>
        <p:txBody>
          <a:bodyPr/>
          <a:lstStyle>
            <a:lvl1pPr marL="255588" indent="-255588">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4" name="Content Placeholder 3"/>
          <p:cNvSpPr>
            <a:spLocks noGrp="1"/>
          </p:cNvSpPr>
          <p:nvPr>
            <p:ph sz="quarter" idx="18"/>
          </p:nvPr>
        </p:nvSpPr>
        <p:spPr>
          <a:xfrm>
            <a:off x="457200" y="5811838"/>
            <a:ext cx="8229600" cy="457200"/>
          </a:xfrm>
        </p:spPr>
        <p:txBody>
          <a:bodyPr/>
          <a:lstStyle>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Content Placeholder 7"/>
          <p:cNvSpPr>
            <a:spLocks noGrp="1"/>
          </p:cNvSpPr>
          <p:nvPr>
            <p:ph sz="quarter" idx="19"/>
          </p:nvPr>
        </p:nvSpPr>
        <p:spPr>
          <a:xfrm>
            <a:off x="3657601" y="6418263"/>
            <a:ext cx="479834" cy="29845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2" name="Content Placeholder 11"/>
          <p:cNvSpPr>
            <a:spLocks noGrp="1"/>
          </p:cNvSpPr>
          <p:nvPr>
            <p:ph sz="quarter" idx="20"/>
          </p:nvPr>
        </p:nvSpPr>
        <p:spPr>
          <a:xfrm>
            <a:off x="5503863" y="6418263"/>
            <a:ext cx="453317" cy="298450"/>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4" name="Content Placeholder 13"/>
          <p:cNvSpPr>
            <a:spLocks noGrp="1"/>
          </p:cNvSpPr>
          <p:nvPr>
            <p:ph sz="quarter" idx="21"/>
          </p:nvPr>
        </p:nvSpPr>
        <p:spPr>
          <a:xfrm>
            <a:off x="7200900" y="6418263"/>
            <a:ext cx="576027" cy="298450"/>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Content Placeholder 5"/>
          <p:cNvSpPr>
            <a:spLocks noGrp="1"/>
          </p:cNvSpPr>
          <p:nvPr>
            <p:ph sz="quarter" idx="22"/>
          </p:nvPr>
        </p:nvSpPr>
        <p:spPr>
          <a:xfrm flipH="1">
            <a:off x="7976101" y="6418263"/>
            <a:ext cx="778599" cy="298450"/>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44794982"/>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Title + Learning Objectives and Content">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63" name="Shape 63"/>
          <p:cNvSpPr txBox="1">
            <a:spLocks noGrp="1"/>
          </p:cNvSpPr>
          <p:nvPr>
            <p:ph type="body" idx="1"/>
          </p:nvPr>
        </p:nvSpPr>
        <p:spPr>
          <a:xfrm>
            <a:off x="457200" y="816429"/>
            <a:ext cx="8229600" cy="402769"/>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64" name="Shape 64"/>
          <p:cNvSpPr txBox="1">
            <a:spLocks noGrp="1"/>
          </p:cNvSpPr>
          <p:nvPr>
            <p:ph type="body" idx="2"/>
          </p:nvPr>
        </p:nvSpPr>
        <p:spPr>
          <a:xfrm>
            <a:off x="457200" y="1600200"/>
            <a:ext cx="8229600" cy="45259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65" name="Shape 65"/>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6" name="Shape 66"/>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7" name="Shape 67"/>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Shape 69"/>
          <p:cNvSpPr txBox="1">
            <a:spLocks noGrp="1"/>
          </p:cNvSpPr>
          <p:nvPr>
            <p:ph type="title"/>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0" name="Shape 70"/>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a:p>
        </p:txBody>
      </p:sp>
      <p:sp>
        <p:nvSpPr>
          <p:cNvPr id="71" name="Shape 7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Title Only">
    <p:spTree>
      <p:nvGrpSpPr>
        <p:cNvPr id="1" name="Shape 74"/>
        <p:cNvGrpSpPr/>
        <p:nvPr/>
      </p:nvGrpSpPr>
      <p:grpSpPr>
        <a:xfrm>
          <a:off x="0" y="0"/>
          <a:ext cx="0" cy="0"/>
          <a:chOff x="0" y="0"/>
          <a:chExt cx="0" cy="0"/>
        </a:xfrm>
      </p:grpSpPr>
      <p:sp>
        <p:nvSpPr>
          <p:cNvPr id="75" name="Shape 75"/>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6" name="Shape 7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7" name="Shape 7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8" name="Shape 7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Two Content">
    <p:spTree>
      <p:nvGrpSpPr>
        <p:cNvPr id="1" name="Shape 30"/>
        <p:cNvGrpSpPr/>
        <p:nvPr/>
      </p:nvGrpSpPr>
      <p:grpSpPr>
        <a:xfrm>
          <a:off x="0" y="0"/>
          <a:ext cx="0" cy="0"/>
          <a:chOff x="0" y="0"/>
          <a:chExt cx="0" cy="0"/>
        </a:xfrm>
      </p:grpSpPr>
      <p:sp>
        <p:nvSpPr>
          <p:cNvPr id="31" name="Shape 3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2" name="Shape 32"/>
          <p:cNvSpPr txBox="1">
            <a:spLocks noGrp="1"/>
          </p:cNvSpPr>
          <p:nvPr>
            <p:ph type="body" idx="1"/>
          </p:nvPr>
        </p:nvSpPr>
        <p:spPr>
          <a:xfrm>
            <a:off x="457200" y="1600200"/>
            <a:ext cx="8229600" cy="21637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smtClean="0"/>
          </a:p>
          <a:p>
            <a:pPr lvl="1"/>
            <a:endParaRPr lang="en-US" dirty="0" smtClean="0"/>
          </a:p>
          <a:p>
            <a:pPr lvl="2"/>
            <a:endParaRPr dirty="0"/>
          </a:p>
        </p:txBody>
      </p:sp>
      <p:sp>
        <p:nvSpPr>
          <p:cNvPr id="33" name="Shape 33"/>
          <p:cNvSpPr txBox="1">
            <a:spLocks noGrp="1"/>
          </p:cNvSpPr>
          <p:nvPr>
            <p:ph type="body" idx="2"/>
          </p:nvPr>
        </p:nvSpPr>
        <p:spPr>
          <a:xfrm>
            <a:off x="457200" y="3962400"/>
            <a:ext cx="8229600" cy="21637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smtClean="0"/>
          </a:p>
          <a:p>
            <a:pPr lvl="1"/>
            <a:endParaRPr lang="en-US" dirty="0" smtClean="0"/>
          </a:p>
          <a:p>
            <a:pPr lvl="2"/>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46176256"/>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Blank">
    <p:spTree>
      <p:nvGrpSpPr>
        <p:cNvPr id="1" name="Shape 79"/>
        <p:cNvGrpSpPr/>
        <p:nvPr/>
      </p:nvGrpSpPr>
      <p:grpSpPr>
        <a:xfrm>
          <a:off x="0" y="0"/>
          <a:ext cx="0" cy="0"/>
          <a:chOff x="0" y="0"/>
          <a:chExt cx="0" cy="0"/>
        </a:xfrm>
      </p:grpSpPr>
      <p:sp>
        <p:nvSpPr>
          <p:cNvPr id="80" name="Shape 80"/>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1" name="Shape 81"/>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2" name="Shape 82"/>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1_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12"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3/23/2018</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14" name="TextBox 13"/>
          <p:cNvSpPr txBox="1"/>
          <p:nvPr userDrawn="1"/>
        </p:nvSpPr>
        <p:spPr>
          <a:xfrm>
            <a:off x="1600200" y="6429345"/>
            <a:ext cx="7162800" cy="276999"/>
          </a:xfrm>
          <a:prstGeom prst="rect">
            <a:avLst/>
          </a:prstGeom>
          <a:noFill/>
        </p:spPr>
        <p:txBody>
          <a:bodyPr wrap="square" rtlCol="0">
            <a:spAutoFit/>
          </a:bodyPr>
          <a:lstStyle/>
          <a:p>
            <a:pPr algn="r">
              <a:buClrTx/>
              <a:defRPr/>
            </a:pPr>
            <a:r>
              <a:rPr lang="en-US" altLang="en-US" sz="1200" dirty="0" smtClean="0">
                <a:latin typeface="Verdana" panose="020B0604030504040204" pitchFamily="34" charset="0"/>
                <a:ea typeface="Verdana" panose="020B0604030504040204" pitchFamily="34" charset="0"/>
                <a:cs typeface="Verdana" panose="020B0604030504040204" pitchFamily="34" charset="0"/>
              </a:rPr>
              <a:t>Copyright © 2016, 2013, 2010 Pearson Education, Inc. All Rights Reserved</a:t>
            </a:r>
            <a:endParaRPr lang="en-US" altLang="en-US" sz="1200" dirty="0">
              <a:latin typeface="Verdana" panose="020B0604030504040204" pitchFamily="34" charset="0"/>
              <a:ea typeface="Verdana" panose="020B0604030504040204" pitchFamily="34" charset="0"/>
              <a:cs typeface="Verdana" panose="020B0604030504040204" pitchFamily="34" charset="0"/>
            </a:endParaRPr>
          </a:p>
        </p:txBody>
      </p:sp>
      <p:pic>
        <p:nvPicPr>
          <p:cNvPr id="15" name="Picture 14"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324315513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_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smtClean="0"/>
              <a:t>Click to edit Master title style</a:t>
            </a:r>
            <a:endParaRPr lang="en-US" dirty="0"/>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smtClean="0"/>
              <a:t>Add edition here</a:t>
            </a:r>
            <a:endParaRPr lang="en-US" dirty="0"/>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smtClean="0"/>
              <a:t>Chapter ##</a:t>
            </a:r>
            <a:endParaRPr lang="en-US" dirty="0"/>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smtClean="0"/>
              <a:t>Chapter title</a:t>
            </a:r>
            <a:endParaRPr lang="en-US" dirty="0"/>
          </a:p>
        </p:txBody>
      </p:sp>
      <p:sp>
        <p:nvSpPr>
          <p:cNvPr id="16" name="Footer Placeholder 2"/>
          <p:cNvSpPr>
            <a:spLocks noGrp="1"/>
          </p:cNvSpPr>
          <p:nvPr>
            <p:ph type="ftr" sz="quarter" idx="10"/>
          </p:nvPr>
        </p:nvSpPr>
        <p:spPr>
          <a:xfrm>
            <a:off x="93969" y="6165337"/>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3/23/2018</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
        <p:nvSpPr>
          <p:cNvPr id="20" name="Text Placeholder 17"/>
          <p:cNvSpPr>
            <a:spLocks noGrp="1"/>
          </p:cNvSpPr>
          <p:nvPr>
            <p:ph type="body" sz="quarter" idx="16" hasCustomPrompt="1"/>
          </p:nvPr>
        </p:nvSpPr>
        <p:spPr>
          <a:xfrm>
            <a:off x="3048000" y="6529254"/>
            <a:ext cx="5867400" cy="187537"/>
          </a:xfrm>
        </p:spPr>
        <p:txBody>
          <a:bodyPr/>
          <a:lstStyle>
            <a:lvl1pPr marL="0" indent="0" algn="r">
              <a:buNone/>
              <a:defRPr sz="800" baseline="0"/>
            </a:lvl1pPr>
          </a:lstStyle>
          <a:p>
            <a:pPr lvl="0"/>
            <a:r>
              <a:rPr lang="en-US" dirty="0" smtClean="0"/>
              <a:t>Click to add copyright line</a:t>
            </a:r>
            <a:endParaRPr lang="en-IN"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23050226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baseline="0">
                <a:solidFill>
                  <a:schemeClr val="accent1"/>
                </a:solidFill>
                <a:latin typeface="+mj-lt"/>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buClr>
                <a:schemeClr val="accent1"/>
              </a:buClr>
              <a:buSzPct val="100000"/>
              <a:defRPr/>
            </a:lvl1pPr>
            <a:lvl2pPr>
              <a:buClr>
                <a:schemeClr val="accent1"/>
              </a:buClr>
              <a:defRPr/>
            </a:lvl2pPr>
            <a:lvl3pPr>
              <a:buClr>
                <a:schemeClr val="accent1"/>
              </a:buClr>
              <a:defRPr/>
            </a:lvl3pPr>
            <a:lvl4pPr>
              <a:buClr>
                <a:schemeClr val="accent1"/>
              </a:buClr>
              <a:defRPr/>
            </a:lvl4pPr>
            <a:lvl5pPr>
              <a:buClr>
                <a:schemeClr val="accent1"/>
              </a:buClr>
              <a:defRPr/>
            </a:lvl5pPr>
            <a:lvl6pPr>
              <a:buClr>
                <a:schemeClr val="accent1"/>
              </a:buClr>
              <a:defRPr/>
            </a:lvl6pPr>
            <a:lvl7pPr>
              <a:buClr>
                <a:schemeClr val="accent1"/>
              </a:buClr>
              <a:defRPr/>
            </a:lvl7pPr>
            <a:lvl8pPr>
              <a:buClr>
                <a:schemeClr val="accent1"/>
              </a:buClr>
              <a:defRPr/>
            </a:lvl8pPr>
            <a:lvl9pPr>
              <a:buClr>
                <a:schemeClr val="accent1"/>
              </a:buClr>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5"/>
            <a:r>
              <a:rPr lang="en-US" dirty="0" smtClean="0"/>
              <a:t>Sixth</a:t>
            </a:r>
          </a:p>
          <a:p>
            <a:pPr lvl="6"/>
            <a:r>
              <a:rPr lang="en-US" dirty="0" smtClean="0"/>
              <a:t>Seventh</a:t>
            </a:r>
          </a:p>
          <a:p>
            <a:pPr lvl="7"/>
            <a:r>
              <a:rPr lang="en-US" dirty="0" smtClean="0"/>
              <a:t>Eighth</a:t>
            </a:r>
          </a:p>
          <a:p>
            <a:pPr lvl="8"/>
            <a:r>
              <a:rPr lang="en-US" dirty="0" smtClean="0"/>
              <a:t>Ninth</a:t>
            </a:r>
            <a:endParaRPr lang="en-US" dirty="0"/>
          </a:p>
        </p:txBody>
      </p:sp>
      <p:sp>
        <p:nvSpPr>
          <p:cNvPr id="9" name="Date Placeholder 3"/>
          <p:cNvSpPr>
            <a:spLocks noGrp="1"/>
          </p:cNvSpPr>
          <p:nvPr>
            <p:ph type="dt" sz="half" idx="10"/>
          </p:nvPr>
        </p:nvSpPr>
        <p:spPr>
          <a:xfrm>
            <a:off x="6335713" y="113072"/>
            <a:ext cx="2133600" cy="182880"/>
          </a:xfrm>
        </p:spPr>
        <p:txBody>
          <a:bodyPr/>
          <a:lstStyle/>
          <a:p>
            <a:fld id="{891838CE-430E-45DE-B6AA-42DD655BB05E}" type="datetime1">
              <a:rPr lang="en-US" smtClean="0"/>
              <a:t>3/23/2018</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8589649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a:solidFill>
                  <a:srgbClr val="3399B5"/>
                </a:solidFill>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3/23/2018</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5241565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smtClean="0"/>
              <a:t>Click to add figure number and title</a:t>
            </a:r>
            <a:endParaRPr lang="en-US" dirty="0"/>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smtClean="0"/>
              <a:t>Click to add caption</a:t>
            </a:r>
            <a:endParaRPr lang="en-US" dirty="0"/>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3/23/2018</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9" name="Picture 8"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14" name="TextBox 13"/>
          <p:cNvSpPr txBox="1"/>
          <p:nvPr userDrawn="1"/>
        </p:nvSpPr>
        <p:spPr>
          <a:xfrm>
            <a:off x="1600200" y="6429345"/>
            <a:ext cx="7162800" cy="276999"/>
          </a:xfrm>
          <a:prstGeom prst="rect">
            <a:avLst/>
          </a:prstGeom>
          <a:noFill/>
        </p:spPr>
        <p:txBody>
          <a:bodyPr wrap="square" rtlCol="0">
            <a:spAutoFit/>
          </a:bodyPr>
          <a:lstStyle/>
          <a:p>
            <a:pPr algn="r">
              <a:buClrTx/>
              <a:defRPr/>
            </a:pPr>
            <a:r>
              <a:rPr lang="en-US" altLang="en-US" sz="1200" dirty="0" smtClean="0">
                <a:latin typeface="Verdana" panose="020B0604030504040204" pitchFamily="34" charset="0"/>
                <a:ea typeface="Verdana" panose="020B0604030504040204" pitchFamily="34" charset="0"/>
                <a:cs typeface="Verdana" panose="020B0604030504040204" pitchFamily="34" charset="0"/>
              </a:rPr>
              <a:t>Copyright © 2016, 2013, 2010 Pearson Education, Inc. All Rights Reserved</a:t>
            </a:r>
            <a:endParaRPr lang="en-US" altLang="en-US" sz="12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7405449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8832AD23-A511-424E-9DD2-B8CE2D237B20}" type="datetime1">
              <a:rPr lang="en-US" smtClean="0"/>
              <a:t>3/23/2018</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23425785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1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3/23/2018</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536058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2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457200" y="1600200"/>
            <a:ext cx="8229600" cy="1752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3/23/2018</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13" name="Content Placeholder 2"/>
          <p:cNvSpPr>
            <a:spLocks noGrp="1"/>
          </p:cNvSpPr>
          <p:nvPr>
            <p:ph idx="13"/>
          </p:nvPr>
        </p:nvSpPr>
        <p:spPr>
          <a:xfrm>
            <a:off x="457200" y="3733800"/>
            <a:ext cx="8229600" cy="1752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5201332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3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457200" y="1600200"/>
            <a:ext cx="8229600" cy="919336"/>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3/23/2018</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13" name="Content Placeholder 2"/>
          <p:cNvSpPr>
            <a:spLocks noGrp="1"/>
          </p:cNvSpPr>
          <p:nvPr>
            <p:ph idx="13"/>
          </p:nvPr>
        </p:nvSpPr>
        <p:spPr>
          <a:xfrm>
            <a:off x="473720" y="2807084"/>
            <a:ext cx="8229600" cy="919336"/>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Content Placeholder 2"/>
          <p:cNvSpPr>
            <a:spLocks noGrp="1"/>
          </p:cNvSpPr>
          <p:nvPr>
            <p:ph idx="14"/>
          </p:nvPr>
        </p:nvSpPr>
        <p:spPr>
          <a:xfrm>
            <a:off x="473720" y="4013968"/>
            <a:ext cx="8229600" cy="919336"/>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2214400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4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457200" y="1600200"/>
            <a:ext cx="8229600" cy="711176"/>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3/23/2018</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13" name="Content Placeholder 2"/>
          <p:cNvSpPr>
            <a:spLocks noGrp="1"/>
          </p:cNvSpPr>
          <p:nvPr>
            <p:ph idx="13"/>
          </p:nvPr>
        </p:nvSpPr>
        <p:spPr>
          <a:xfrm>
            <a:off x="473720" y="2641680"/>
            <a:ext cx="8229600" cy="711176"/>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Content Placeholder 2"/>
          <p:cNvSpPr>
            <a:spLocks noGrp="1"/>
          </p:cNvSpPr>
          <p:nvPr>
            <p:ph idx="14"/>
          </p:nvPr>
        </p:nvSpPr>
        <p:spPr>
          <a:xfrm>
            <a:off x="457200" y="3683160"/>
            <a:ext cx="8229600" cy="711176"/>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Content Placeholder 2"/>
          <p:cNvSpPr>
            <a:spLocks noGrp="1"/>
          </p:cNvSpPr>
          <p:nvPr>
            <p:ph idx="15"/>
          </p:nvPr>
        </p:nvSpPr>
        <p:spPr>
          <a:xfrm>
            <a:off x="457200" y="4724640"/>
            <a:ext cx="8229600" cy="711176"/>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0570403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5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457200" y="14478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Content Placeholder 3"/>
          <p:cNvSpPr>
            <a:spLocks noGrp="1"/>
          </p:cNvSpPr>
          <p:nvPr>
            <p:ph idx="13"/>
          </p:nvPr>
        </p:nvSpPr>
        <p:spPr>
          <a:xfrm>
            <a:off x="457200" y="2286000"/>
            <a:ext cx="8229600" cy="5635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3/23/2018</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5" name="Content Placeholder 4"/>
          <p:cNvSpPr>
            <a:spLocks noGrp="1"/>
          </p:cNvSpPr>
          <p:nvPr>
            <p:ph sz="quarter" idx="14"/>
          </p:nvPr>
        </p:nvSpPr>
        <p:spPr>
          <a:xfrm>
            <a:off x="457200" y="3048000"/>
            <a:ext cx="8229600" cy="57058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9" name="Content Placeholder 8"/>
          <p:cNvSpPr>
            <a:spLocks noGrp="1"/>
          </p:cNvSpPr>
          <p:nvPr>
            <p:ph sz="quarter" idx="15"/>
          </p:nvPr>
        </p:nvSpPr>
        <p:spPr>
          <a:xfrm>
            <a:off x="457200" y="3733800"/>
            <a:ext cx="3505200" cy="914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4" name="Content Placeholder 13"/>
          <p:cNvSpPr>
            <a:spLocks noGrp="1"/>
          </p:cNvSpPr>
          <p:nvPr>
            <p:ph sz="quarter" idx="17"/>
          </p:nvPr>
        </p:nvSpPr>
        <p:spPr>
          <a:xfrm>
            <a:off x="457200" y="4876800"/>
            <a:ext cx="3505200" cy="990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7477839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6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457200" y="14478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Content Placeholder 3"/>
          <p:cNvSpPr>
            <a:spLocks noGrp="1"/>
          </p:cNvSpPr>
          <p:nvPr>
            <p:ph idx="13"/>
          </p:nvPr>
        </p:nvSpPr>
        <p:spPr>
          <a:xfrm>
            <a:off x="457200" y="2286000"/>
            <a:ext cx="8229600" cy="5635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3/23/2018</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5" name="Content Placeholder 4"/>
          <p:cNvSpPr>
            <a:spLocks noGrp="1"/>
          </p:cNvSpPr>
          <p:nvPr>
            <p:ph sz="quarter" idx="14"/>
          </p:nvPr>
        </p:nvSpPr>
        <p:spPr>
          <a:xfrm>
            <a:off x="457200" y="3048000"/>
            <a:ext cx="8229600" cy="57058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9" name="Content Placeholder 8"/>
          <p:cNvSpPr>
            <a:spLocks noGrp="1"/>
          </p:cNvSpPr>
          <p:nvPr>
            <p:ph sz="quarter" idx="15"/>
          </p:nvPr>
        </p:nvSpPr>
        <p:spPr>
          <a:xfrm>
            <a:off x="457200" y="3733800"/>
            <a:ext cx="3505200" cy="914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2" name="Content Placeholder 11"/>
          <p:cNvSpPr>
            <a:spLocks noGrp="1"/>
          </p:cNvSpPr>
          <p:nvPr>
            <p:ph sz="quarter" idx="16"/>
          </p:nvPr>
        </p:nvSpPr>
        <p:spPr>
          <a:xfrm>
            <a:off x="4343400" y="3733800"/>
            <a:ext cx="3886200" cy="990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4" name="Content Placeholder 13"/>
          <p:cNvSpPr>
            <a:spLocks noGrp="1"/>
          </p:cNvSpPr>
          <p:nvPr>
            <p:ph sz="quarter" idx="17"/>
          </p:nvPr>
        </p:nvSpPr>
        <p:spPr>
          <a:xfrm>
            <a:off x="457200" y="4876800"/>
            <a:ext cx="3505200" cy="990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4492797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7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457200" y="14478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Content Placeholder 3"/>
          <p:cNvSpPr>
            <a:spLocks noGrp="1"/>
          </p:cNvSpPr>
          <p:nvPr>
            <p:ph idx="13"/>
          </p:nvPr>
        </p:nvSpPr>
        <p:spPr>
          <a:xfrm>
            <a:off x="457200" y="2286000"/>
            <a:ext cx="8229600" cy="5635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3/23/2018</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5" name="Content Placeholder 4"/>
          <p:cNvSpPr>
            <a:spLocks noGrp="1"/>
          </p:cNvSpPr>
          <p:nvPr>
            <p:ph sz="quarter" idx="14"/>
          </p:nvPr>
        </p:nvSpPr>
        <p:spPr>
          <a:xfrm>
            <a:off x="457200" y="3048000"/>
            <a:ext cx="8229600" cy="57058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9" name="Content Placeholder 8"/>
          <p:cNvSpPr>
            <a:spLocks noGrp="1"/>
          </p:cNvSpPr>
          <p:nvPr>
            <p:ph sz="quarter" idx="15"/>
          </p:nvPr>
        </p:nvSpPr>
        <p:spPr>
          <a:xfrm>
            <a:off x="457200" y="3733800"/>
            <a:ext cx="3505200" cy="914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2" name="Content Placeholder 11"/>
          <p:cNvSpPr>
            <a:spLocks noGrp="1"/>
          </p:cNvSpPr>
          <p:nvPr>
            <p:ph sz="quarter" idx="16"/>
          </p:nvPr>
        </p:nvSpPr>
        <p:spPr>
          <a:xfrm>
            <a:off x="4343400" y="3733800"/>
            <a:ext cx="3886200" cy="990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4" name="Content Placeholder 13"/>
          <p:cNvSpPr>
            <a:spLocks noGrp="1"/>
          </p:cNvSpPr>
          <p:nvPr>
            <p:ph sz="quarter" idx="17"/>
          </p:nvPr>
        </p:nvSpPr>
        <p:spPr>
          <a:xfrm>
            <a:off x="457200" y="4876800"/>
            <a:ext cx="3505200" cy="990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3" name="Content Placeholder 13"/>
          <p:cNvSpPr>
            <a:spLocks noGrp="1"/>
          </p:cNvSpPr>
          <p:nvPr>
            <p:ph sz="quarter" idx="18"/>
          </p:nvPr>
        </p:nvSpPr>
        <p:spPr>
          <a:xfrm>
            <a:off x="4343400" y="4874552"/>
            <a:ext cx="3886200" cy="990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9937505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8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457200" y="1447801"/>
            <a:ext cx="35052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Content Placeholder 3"/>
          <p:cNvSpPr>
            <a:spLocks noGrp="1"/>
          </p:cNvSpPr>
          <p:nvPr>
            <p:ph idx="13"/>
          </p:nvPr>
        </p:nvSpPr>
        <p:spPr>
          <a:xfrm>
            <a:off x="457200" y="2286000"/>
            <a:ext cx="3505200" cy="5635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3/23/2018</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5" name="Content Placeholder 4"/>
          <p:cNvSpPr>
            <a:spLocks noGrp="1"/>
          </p:cNvSpPr>
          <p:nvPr>
            <p:ph sz="quarter" idx="14"/>
          </p:nvPr>
        </p:nvSpPr>
        <p:spPr>
          <a:xfrm>
            <a:off x="457200" y="3048000"/>
            <a:ext cx="3505200" cy="57058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9" name="Content Placeholder 8"/>
          <p:cNvSpPr>
            <a:spLocks noGrp="1"/>
          </p:cNvSpPr>
          <p:nvPr>
            <p:ph sz="quarter" idx="15"/>
          </p:nvPr>
        </p:nvSpPr>
        <p:spPr>
          <a:xfrm>
            <a:off x="457200" y="3733800"/>
            <a:ext cx="3505200" cy="914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2" name="Content Placeholder 11"/>
          <p:cNvSpPr>
            <a:spLocks noGrp="1"/>
          </p:cNvSpPr>
          <p:nvPr>
            <p:ph sz="quarter" idx="16"/>
          </p:nvPr>
        </p:nvSpPr>
        <p:spPr>
          <a:xfrm>
            <a:off x="4343400" y="3733800"/>
            <a:ext cx="3886200" cy="990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4" name="Content Placeholder 13"/>
          <p:cNvSpPr>
            <a:spLocks noGrp="1"/>
          </p:cNvSpPr>
          <p:nvPr>
            <p:ph sz="quarter" idx="17"/>
          </p:nvPr>
        </p:nvSpPr>
        <p:spPr>
          <a:xfrm>
            <a:off x="457200" y="4876800"/>
            <a:ext cx="3505200" cy="990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3" name="Content Placeholder 13"/>
          <p:cNvSpPr>
            <a:spLocks noGrp="1"/>
          </p:cNvSpPr>
          <p:nvPr>
            <p:ph sz="quarter" idx="18"/>
          </p:nvPr>
        </p:nvSpPr>
        <p:spPr>
          <a:xfrm>
            <a:off x="4343400" y="4874552"/>
            <a:ext cx="3886200" cy="9906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5" name="Content Placeholder 2"/>
          <p:cNvSpPr>
            <a:spLocks noGrp="1"/>
          </p:cNvSpPr>
          <p:nvPr>
            <p:ph idx="19"/>
          </p:nvPr>
        </p:nvSpPr>
        <p:spPr>
          <a:xfrm>
            <a:off x="4343400" y="1494526"/>
            <a:ext cx="38862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876860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9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457200" y="1447801"/>
            <a:ext cx="35052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Content Placeholder 3"/>
          <p:cNvSpPr>
            <a:spLocks noGrp="1"/>
          </p:cNvSpPr>
          <p:nvPr>
            <p:ph idx="13"/>
          </p:nvPr>
        </p:nvSpPr>
        <p:spPr>
          <a:xfrm>
            <a:off x="457200" y="2286000"/>
            <a:ext cx="3505200" cy="5635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3/23/2018</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5" name="Content Placeholder 4"/>
          <p:cNvSpPr>
            <a:spLocks noGrp="1"/>
          </p:cNvSpPr>
          <p:nvPr>
            <p:ph sz="quarter" idx="14"/>
          </p:nvPr>
        </p:nvSpPr>
        <p:spPr>
          <a:xfrm>
            <a:off x="457200" y="3048000"/>
            <a:ext cx="3505200" cy="57058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9" name="Content Placeholder 8"/>
          <p:cNvSpPr>
            <a:spLocks noGrp="1"/>
          </p:cNvSpPr>
          <p:nvPr>
            <p:ph sz="quarter" idx="15"/>
          </p:nvPr>
        </p:nvSpPr>
        <p:spPr>
          <a:xfrm>
            <a:off x="457200" y="3733800"/>
            <a:ext cx="3505200" cy="914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2" name="Content Placeholder 11"/>
          <p:cNvSpPr>
            <a:spLocks noGrp="1"/>
          </p:cNvSpPr>
          <p:nvPr>
            <p:ph sz="quarter" idx="16"/>
          </p:nvPr>
        </p:nvSpPr>
        <p:spPr>
          <a:xfrm>
            <a:off x="4343400" y="3733800"/>
            <a:ext cx="3886200" cy="990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4" name="Content Placeholder 13"/>
          <p:cNvSpPr>
            <a:spLocks noGrp="1"/>
          </p:cNvSpPr>
          <p:nvPr>
            <p:ph sz="quarter" idx="17"/>
          </p:nvPr>
        </p:nvSpPr>
        <p:spPr>
          <a:xfrm>
            <a:off x="457200" y="4876800"/>
            <a:ext cx="3505200" cy="990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3" name="Content Placeholder 13"/>
          <p:cNvSpPr>
            <a:spLocks noGrp="1"/>
          </p:cNvSpPr>
          <p:nvPr>
            <p:ph sz="quarter" idx="18"/>
          </p:nvPr>
        </p:nvSpPr>
        <p:spPr>
          <a:xfrm>
            <a:off x="4343400" y="4874552"/>
            <a:ext cx="3886200" cy="9906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5" name="Content Placeholder 2"/>
          <p:cNvSpPr>
            <a:spLocks noGrp="1"/>
          </p:cNvSpPr>
          <p:nvPr>
            <p:ph idx="19"/>
          </p:nvPr>
        </p:nvSpPr>
        <p:spPr>
          <a:xfrm>
            <a:off x="4343400" y="1494526"/>
            <a:ext cx="38862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6" name="Content Placeholder 2"/>
          <p:cNvSpPr>
            <a:spLocks noGrp="1"/>
          </p:cNvSpPr>
          <p:nvPr>
            <p:ph idx="20"/>
          </p:nvPr>
        </p:nvSpPr>
        <p:spPr>
          <a:xfrm>
            <a:off x="4343399" y="2286000"/>
            <a:ext cx="3865157"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0352316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10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457200" y="1447801"/>
            <a:ext cx="35052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Content Placeholder 3"/>
          <p:cNvSpPr>
            <a:spLocks noGrp="1"/>
          </p:cNvSpPr>
          <p:nvPr>
            <p:ph idx="13"/>
          </p:nvPr>
        </p:nvSpPr>
        <p:spPr>
          <a:xfrm>
            <a:off x="457200" y="2286000"/>
            <a:ext cx="3505200" cy="5635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3/23/2018</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5" name="Content Placeholder 4"/>
          <p:cNvSpPr>
            <a:spLocks noGrp="1"/>
          </p:cNvSpPr>
          <p:nvPr>
            <p:ph sz="quarter" idx="14"/>
          </p:nvPr>
        </p:nvSpPr>
        <p:spPr>
          <a:xfrm>
            <a:off x="457200" y="3048000"/>
            <a:ext cx="3505200" cy="57058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9" name="Content Placeholder 8"/>
          <p:cNvSpPr>
            <a:spLocks noGrp="1"/>
          </p:cNvSpPr>
          <p:nvPr>
            <p:ph sz="quarter" idx="15"/>
          </p:nvPr>
        </p:nvSpPr>
        <p:spPr>
          <a:xfrm>
            <a:off x="457200" y="3733800"/>
            <a:ext cx="3505200" cy="914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2" name="Content Placeholder 11"/>
          <p:cNvSpPr>
            <a:spLocks noGrp="1"/>
          </p:cNvSpPr>
          <p:nvPr>
            <p:ph sz="quarter" idx="16"/>
          </p:nvPr>
        </p:nvSpPr>
        <p:spPr>
          <a:xfrm>
            <a:off x="4343400" y="3733800"/>
            <a:ext cx="3886200" cy="990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4" name="Content Placeholder 13"/>
          <p:cNvSpPr>
            <a:spLocks noGrp="1"/>
          </p:cNvSpPr>
          <p:nvPr>
            <p:ph sz="quarter" idx="17"/>
          </p:nvPr>
        </p:nvSpPr>
        <p:spPr>
          <a:xfrm>
            <a:off x="457200" y="4876800"/>
            <a:ext cx="3505200" cy="990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3" name="Content Placeholder 13"/>
          <p:cNvSpPr>
            <a:spLocks noGrp="1"/>
          </p:cNvSpPr>
          <p:nvPr>
            <p:ph sz="quarter" idx="18"/>
          </p:nvPr>
        </p:nvSpPr>
        <p:spPr>
          <a:xfrm>
            <a:off x="4343400" y="4874552"/>
            <a:ext cx="3886200" cy="9906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5" name="Content Placeholder 2"/>
          <p:cNvSpPr>
            <a:spLocks noGrp="1"/>
          </p:cNvSpPr>
          <p:nvPr>
            <p:ph idx="19"/>
          </p:nvPr>
        </p:nvSpPr>
        <p:spPr>
          <a:xfrm>
            <a:off x="4343400" y="1494526"/>
            <a:ext cx="38862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6" name="Content Placeholder 2"/>
          <p:cNvSpPr>
            <a:spLocks noGrp="1"/>
          </p:cNvSpPr>
          <p:nvPr>
            <p:ph idx="20"/>
          </p:nvPr>
        </p:nvSpPr>
        <p:spPr>
          <a:xfrm>
            <a:off x="4343399" y="2286000"/>
            <a:ext cx="3865157"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7" name="Content Placeholder 2"/>
          <p:cNvSpPr>
            <a:spLocks noGrp="1"/>
          </p:cNvSpPr>
          <p:nvPr>
            <p:ph idx="21"/>
          </p:nvPr>
        </p:nvSpPr>
        <p:spPr>
          <a:xfrm>
            <a:off x="4343400" y="3045349"/>
            <a:ext cx="3886200" cy="582777"/>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94605330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11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457200" y="1447801"/>
            <a:ext cx="35052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Content Placeholder 3"/>
          <p:cNvSpPr>
            <a:spLocks noGrp="1"/>
          </p:cNvSpPr>
          <p:nvPr>
            <p:ph idx="13"/>
          </p:nvPr>
        </p:nvSpPr>
        <p:spPr>
          <a:xfrm>
            <a:off x="457200" y="2286000"/>
            <a:ext cx="3505200" cy="5635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3/23/2018</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5" name="Content Placeholder 4"/>
          <p:cNvSpPr>
            <a:spLocks noGrp="1"/>
          </p:cNvSpPr>
          <p:nvPr>
            <p:ph sz="quarter" idx="14"/>
          </p:nvPr>
        </p:nvSpPr>
        <p:spPr>
          <a:xfrm>
            <a:off x="457200" y="3048000"/>
            <a:ext cx="3505200" cy="57058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9" name="Content Placeholder 8"/>
          <p:cNvSpPr>
            <a:spLocks noGrp="1"/>
          </p:cNvSpPr>
          <p:nvPr>
            <p:ph sz="quarter" idx="15"/>
          </p:nvPr>
        </p:nvSpPr>
        <p:spPr>
          <a:xfrm>
            <a:off x="457200" y="3733800"/>
            <a:ext cx="3505200" cy="914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2" name="Content Placeholder 11"/>
          <p:cNvSpPr>
            <a:spLocks noGrp="1"/>
          </p:cNvSpPr>
          <p:nvPr>
            <p:ph sz="quarter" idx="16"/>
          </p:nvPr>
        </p:nvSpPr>
        <p:spPr>
          <a:xfrm>
            <a:off x="4343400" y="3733800"/>
            <a:ext cx="3886200" cy="559296"/>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4" name="Content Placeholder 13"/>
          <p:cNvSpPr>
            <a:spLocks noGrp="1"/>
          </p:cNvSpPr>
          <p:nvPr>
            <p:ph sz="quarter" idx="17"/>
          </p:nvPr>
        </p:nvSpPr>
        <p:spPr>
          <a:xfrm>
            <a:off x="457200" y="4876800"/>
            <a:ext cx="3505200" cy="990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3" name="Content Placeholder 13"/>
          <p:cNvSpPr>
            <a:spLocks noGrp="1"/>
          </p:cNvSpPr>
          <p:nvPr>
            <p:ph sz="quarter" idx="18"/>
          </p:nvPr>
        </p:nvSpPr>
        <p:spPr>
          <a:xfrm>
            <a:off x="4376204" y="4473387"/>
            <a:ext cx="3886200" cy="506174"/>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5" name="Content Placeholder 2"/>
          <p:cNvSpPr>
            <a:spLocks noGrp="1"/>
          </p:cNvSpPr>
          <p:nvPr>
            <p:ph idx="19"/>
          </p:nvPr>
        </p:nvSpPr>
        <p:spPr>
          <a:xfrm>
            <a:off x="4343400" y="1494526"/>
            <a:ext cx="38862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6" name="Content Placeholder 2"/>
          <p:cNvSpPr>
            <a:spLocks noGrp="1"/>
          </p:cNvSpPr>
          <p:nvPr>
            <p:ph idx="20"/>
          </p:nvPr>
        </p:nvSpPr>
        <p:spPr>
          <a:xfrm>
            <a:off x="4343399" y="2286000"/>
            <a:ext cx="3865157"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7" name="Content Placeholder 2"/>
          <p:cNvSpPr>
            <a:spLocks noGrp="1"/>
          </p:cNvSpPr>
          <p:nvPr>
            <p:ph idx="21"/>
          </p:nvPr>
        </p:nvSpPr>
        <p:spPr>
          <a:xfrm>
            <a:off x="4343400" y="3045349"/>
            <a:ext cx="3886200" cy="582777"/>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8" name="Content Placeholder 13"/>
          <p:cNvSpPr>
            <a:spLocks noGrp="1"/>
          </p:cNvSpPr>
          <p:nvPr>
            <p:ph sz="quarter" idx="22"/>
          </p:nvPr>
        </p:nvSpPr>
        <p:spPr>
          <a:xfrm>
            <a:off x="4392613" y="5159852"/>
            <a:ext cx="3886200" cy="506174"/>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1569448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12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457200" y="1447801"/>
            <a:ext cx="35052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Content Placeholder 3"/>
          <p:cNvSpPr>
            <a:spLocks noGrp="1"/>
          </p:cNvSpPr>
          <p:nvPr>
            <p:ph idx="13"/>
          </p:nvPr>
        </p:nvSpPr>
        <p:spPr>
          <a:xfrm>
            <a:off x="457200" y="2286000"/>
            <a:ext cx="3505200" cy="5635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3/23/2018</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5" name="Content Placeholder 4"/>
          <p:cNvSpPr>
            <a:spLocks noGrp="1"/>
          </p:cNvSpPr>
          <p:nvPr>
            <p:ph sz="quarter" idx="14"/>
          </p:nvPr>
        </p:nvSpPr>
        <p:spPr>
          <a:xfrm>
            <a:off x="457200" y="3048000"/>
            <a:ext cx="3505200" cy="57058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2" name="Content Placeholder 11"/>
          <p:cNvSpPr>
            <a:spLocks noGrp="1"/>
          </p:cNvSpPr>
          <p:nvPr>
            <p:ph sz="quarter" idx="16"/>
          </p:nvPr>
        </p:nvSpPr>
        <p:spPr>
          <a:xfrm>
            <a:off x="4343400" y="3733800"/>
            <a:ext cx="3886200" cy="559296"/>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Content Placeholder 13"/>
          <p:cNvSpPr>
            <a:spLocks noGrp="1"/>
          </p:cNvSpPr>
          <p:nvPr>
            <p:ph sz="quarter" idx="18"/>
          </p:nvPr>
        </p:nvSpPr>
        <p:spPr>
          <a:xfrm>
            <a:off x="4376204" y="4473387"/>
            <a:ext cx="3886200" cy="506174"/>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5" name="Content Placeholder 2"/>
          <p:cNvSpPr>
            <a:spLocks noGrp="1"/>
          </p:cNvSpPr>
          <p:nvPr>
            <p:ph idx="19"/>
          </p:nvPr>
        </p:nvSpPr>
        <p:spPr>
          <a:xfrm>
            <a:off x="4343400" y="1494526"/>
            <a:ext cx="38862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6" name="Content Placeholder 2"/>
          <p:cNvSpPr>
            <a:spLocks noGrp="1"/>
          </p:cNvSpPr>
          <p:nvPr>
            <p:ph idx="20"/>
          </p:nvPr>
        </p:nvSpPr>
        <p:spPr>
          <a:xfrm>
            <a:off x="4343399" y="2286000"/>
            <a:ext cx="3865157"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7" name="Content Placeholder 2"/>
          <p:cNvSpPr>
            <a:spLocks noGrp="1"/>
          </p:cNvSpPr>
          <p:nvPr>
            <p:ph idx="21"/>
          </p:nvPr>
        </p:nvSpPr>
        <p:spPr>
          <a:xfrm>
            <a:off x="4343400" y="3045349"/>
            <a:ext cx="3886200" cy="582777"/>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8" name="Content Placeholder 13"/>
          <p:cNvSpPr>
            <a:spLocks noGrp="1"/>
          </p:cNvSpPr>
          <p:nvPr>
            <p:ph sz="quarter" idx="22"/>
          </p:nvPr>
        </p:nvSpPr>
        <p:spPr>
          <a:xfrm>
            <a:off x="4392613" y="5159852"/>
            <a:ext cx="3886200" cy="506174"/>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9" name="Content Placeholder 11"/>
          <p:cNvSpPr>
            <a:spLocks noGrp="1"/>
          </p:cNvSpPr>
          <p:nvPr>
            <p:ph sz="quarter" idx="23"/>
          </p:nvPr>
        </p:nvSpPr>
        <p:spPr>
          <a:xfrm>
            <a:off x="457200" y="3830925"/>
            <a:ext cx="3472396" cy="559296"/>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20" name="Content Placeholder 13"/>
          <p:cNvSpPr>
            <a:spLocks noGrp="1"/>
          </p:cNvSpPr>
          <p:nvPr>
            <p:ph sz="quarter" idx="24"/>
          </p:nvPr>
        </p:nvSpPr>
        <p:spPr>
          <a:xfrm>
            <a:off x="490004" y="4570512"/>
            <a:ext cx="3472396" cy="506174"/>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21" name="Content Placeholder 13"/>
          <p:cNvSpPr>
            <a:spLocks noGrp="1"/>
          </p:cNvSpPr>
          <p:nvPr>
            <p:ph sz="quarter" idx="25"/>
          </p:nvPr>
        </p:nvSpPr>
        <p:spPr>
          <a:xfrm>
            <a:off x="506413" y="5256977"/>
            <a:ext cx="3472396" cy="506174"/>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1655318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and 13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457200" y="1447801"/>
            <a:ext cx="35052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Content Placeholder 3"/>
          <p:cNvSpPr>
            <a:spLocks noGrp="1"/>
          </p:cNvSpPr>
          <p:nvPr>
            <p:ph idx="13"/>
          </p:nvPr>
        </p:nvSpPr>
        <p:spPr>
          <a:xfrm>
            <a:off x="457200" y="2286000"/>
            <a:ext cx="3505200" cy="5635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3/23/2018</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5" name="Content Placeholder 4"/>
          <p:cNvSpPr>
            <a:spLocks noGrp="1"/>
          </p:cNvSpPr>
          <p:nvPr>
            <p:ph sz="quarter" idx="14"/>
          </p:nvPr>
        </p:nvSpPr>
        <p:spPr>
          <a:xfrm>
            <a:off x="457200" y="3048000"/>
            <a:ext cx="3505200" cy="57058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2" name="Content Placeholder 11"/>
          <p:cNvSpPr>
            <a:spLocks noGrp="1"/>
          </p:cNvSpPr>
          <p:nvPr>
            <p:ph sz="quarter" idx="16"/>
          </p:nvPr>
        </p:nvSpPr>
        <p:spPr>
          <a:xfrm>
            <a:off x="4343400" y="3081267"/>
            <a:ext cx="3886200" cy="278178"/>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Content Placeholder 13"/>
          <p:cNvSpPr>
            <a:spLocks noGrp="1"/>
          </p:cNvSpPr>
          <p:nvPr>
            <p:ph sz="quarter" idx="18"/>
          </p:nvPr>
        </p:nvSpPr>
        <p:spPr>
          <a:xfrm>
            <a:off x="4332878" y="3626139"/>
            <a:ext cx="3886200" cy="251757"/>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5" name="Content Placeholder 2"/>
          <p:cNvSpPr>
            <a:spLocks noGrp="1"/>
          </p:cNvSpPr>
          <p:nvPr>
            <p:ph idx="19"/>
          </p:nvPr>
        </p:nvSpPr>
        <p:spPr>
          <a:xfrm>
            <a:off x="4343400" y="1494526"/>
            <a:ext cx="3886200" cy="303198"/>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6" name="Content Placeholder 2"/>
          <p:cNvSpPr>
            <a:spLocks noGrp="1"/>
          </p:cNvSpPr>
          <p:nvPr>
            <p:ph idx="20"/>
          </p:nvPr>
        </p:nvSpPr>
        <p:spPr>
          <a:xfrm>
            <a:off x="4353921" y="1979598"/>
            <a:ext cx="3865157" cy="303198"/>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7" name="Content Placeholder 2"/>
          <p:cNvSpPr>
            <a:spLocks noGrp="1"/>
          </p:cNvSpPr>
          <p:nvPr>
            <p:ph idx="21"/>
          </p:nvPr>
        </p:nvSpPr>
        <p:spPr>
          <a:xfrm>
            <a:off x="4343400" y="2537829"/>
            <a:ext cx="3886200" cy="289857"/>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8" name="Content Placeholder 13"/>
          <p:cNvSpPr>
            <a:spLocks noGrp="1"/>
          </p:cNvSpPr>
          <p:nvPr>
            <p:ph sz="quarter" idx="22"/>
          </p:nvPr>
        </p:nvSpPr>
        <p:spPr>
          <a:xfrm>
            <a:off x="4332878" y="4065083"/>
            <a:ext cx="3886200" cy="26634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9" name="Content Placeholder 11"/>
          <p:cNvSpPr>
            <a:spLocks noGrp="1"/>
          </p:cNvSpPr>
          <p:nvPr>
            <p:ph sz="quarter" idx="23"/>
          </p:nvPr>
        </p:nvSpPr>
        <p:spPr>
          <a:xfrm>
            <a:off x="457200" y="3830925"/>
            <a:ext cx="3472396" cy="559296"/>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20" name="Content Placeholder 13"/>
          <p:cNvSpPr>
            <a:spLocks noGrp="1"/>
          </p:cNvSpPr>
          <p:nvPr>
            <p:ph sz="quarter" idx="24"/>
          </p:nvPr>
        </p:nvSpPr>
        <p:spPr>
          <a:xfrm>
            <a:off x="490004" y="4570512"/>
            <a:ext cx="3472396" cy="506174"/>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21" name="Content Placeholder 13"/>
          <p:cNvSpPr>
            <a:spLocks noGrp="1"/>
          </p:cNvSpPr>
          <p:nvPr>
            <p:ph sz="quarter" idx="25"/>
          </p:nvPr>
        </p:nvSpPr>
        <p:spPr>
          <a:xfrm>
            <a:off x="506413" y="5256977"/>
            <a:ext cx="3472396" cy="506174"/>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22" name="Content Placeholder 11"/>
          <p:cNvSpPr>
            <a:spLocks noGrp="1"/>
          </p:cNvSpPr>
          <p:nvPr>
            <p:ph sz="quarter" idx="26"/>
          </p:nvPr>
        </p:nvSpPr>
        <p:spPr>
          <a:xfrm>
            <a:off x="4336752" y="4520930"/>
            <a:ext cx="3886200" cy="278178"/>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95749095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and 14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457200" y="1447801"/>
            <a:ext cx="35052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Content Placeholder 3"/>
          <p:cNvSpPr>
            <a:spLocks noGrp="1"/>
          </p:cNvSpPr>
          <p:nvPr>
            <p:ph idx="13"/>
          </p:nvPr>
        </p:nvSpPr>
        <p:spPr>
          <a:xfrm>
            <a:off x="457200" y="2286000"/>
            <a:ext cx="3505200" cy="5635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3/23/2018</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5" name="Content Placeholder 4"/>
          <p:cNvSpPr>
            <a:spLocks noGrp="1"/>
          </p:cNvSpPr>
          <p:nvPr>
            <p:ph sz="quarter" idx="14"/>
          </p:nvPr>
        </p:nvSpPr>
        <p:spPr>
          <a:xfrm>
            <a:off x="457200" y="3048000"/>
            <a:ext cx="3505200" cy="57058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2" name="Content Placeholder 11"/>
          <p:cNvSpPr>
            <a:spLocks noGrp="1"/>
          </p:cNvSpPr>
          <p:nvPr>
            <p:ph sz="quarter" idx="16"/>
          </p:nvPr>
        </p:nvSpPr>
        <p:spPr>
          <a:xfrm>
            <a:off x="4343400" y="3081267"/>
            <a:ext cx="3886200" cy="278178"/>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Content Placeholder 13"/>
          <p:cNvSpPr>
            <a:spLocks noGrp="1"/>
          </p:cNvSpPr>
          <p:nvPr>
            <p:ph sz="quarter" idx="18"/>
          </p:nvPr>
        </p:nvSpPr>
        <p:spPr>
          <a:xfrm>
            <a:off x="4332878" y="3626139"/>
            <a:ext cx="3886200" cy="251757"/>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5" name="Content Placeholder 2"/>
          <p:cNvSpPr>
            <a:spLocks noGrp="1"/>
          </p:cNvSpPr>
          <p:nvPr>
            <p:ph idx="19"/>
          </p:nvPr>
        </p:nvSpPr>
        <p:spPr>
          <a:xfrm>
            <a:off x="4343400" y="1494526"/>
            <a:ext cx="3886200" cy="303198"/>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6" name="Content Placeholder 2"/>
          <p:cNvSpPr>
            <a:spLocks noGrp="1"/>
          </p:cNvSpPr>
          <p:nvPr>
            <p:ph idx="20"/>
          </p:nvPr>
        </p:nvSpPr>
        <p:spPr>
          <a:xfrm>
            <a:off x="4353921" y="1979598"/>
            <a:ext cx="3865157" cy="303198"/>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7" name="Content Placeholder 2"/>
          <p:cNvSpPr>
            <a:spLocks noGrp="1"/>
          </p:cNvSpPr>
          <p:nvPr>
            <p:ph idx="21"/>
          </p:nvPr>
        </p:nvSpPr>
        <p:spPr>
          <a:xfrm>
            <a:off x="4343400" y="2537829"/>
            <a:ext cx="3886200" cy="289857"/>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8" name="Content Placeholder 13"/>
          <p:cNvSpPr>
            <a:spLocks noGrp="1"/>
          </p:cNvSpPr>
          <p:nvPr>
            <p:ph sz="quarter" idx="22"/>
          </p:nvPr>
        </p:nvSpPr>
        <p:spPr>
          <a:xfrm>
            <a:off x="4332878" y="4065083"/>
            <a:ext cx="3886200" cy="26634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9" name="Content Placeholder 11"/>
          <p:cNvSpPr>
            <a:spLocks noGrp="1"/>
          </p:cNvSpPr>
          <p:nvPr>
            <p:ph sz="quarter" idx="23"/>
          </p:nvPr>
        </p:nvSpPr>
        <p:spPr>
          <a:xfrm>
            <a:off x="457200" y="3830925"/>
            <a:ext cx="3472396" cy="559296"/>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20" name="Content Placeholder 13"/>
          <p:cNvSpPr>
            <a:spLocks noGrp="1"/>
          </p:cNvSpPr>
          <p:nvPr>
            <p:ph sz="quarter" idx="24"/>
          </p:nvPr>
        </p:nvSpPr>
        <p:spPr>
          <a:xfrm>
            <a:off x="490004" y="4570512"/>
            <a:ext cx="3472396" cy="506174"/>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21" name="Content Placeholder 13"/>
          <p:cNvSpPr>
            <a:spLocks noGrp="1"/>
          </p:cNvSpPr>
          <p:nvPr>
            <p:ph sz="quarter" idx="25"/>
          </p:nvPr>
        </p:nvSpPr>
        <p:spPr>
          <a:xfrm>
            <a:off x="506413" y="5256977"/>
            <a:ext cx="3472396" cy="506174"/>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22" name="Content Placeholder 11"/>
          <p:cNvSpPr>
            <a:spLocks noGrp="1"/>
          </p:cNvSpPr>
          <p:nvPr>
            <p:ph sz="quarter" idx="26"/>
          </p:nvPr>
        </p:nvSpPr>
        <p:spPr>
          <a:xfrm>
            <a:off x="4336752" y="4520930"/>
            <a:ext cx="3886200" cy="278178"/>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23" name="Content Placeholder 13"/>
          <p:cNvSpPr>
            <a:spLocks noGrp="1"/>
          </p:cNvSpPr>
          <p:nvPr>
            <p:ph sz="quarter" idx="27"/>
          </p:nvPr>
        </p:nvSpPr>
        <p:spPr>
          <a:xfrm>
            <a:off x="4326230" y="5065802"/>
            <a:ext cx="3886200" cy="251757"/>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6806600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nd 15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457200" y="1447801"/>
            <a:ext cx="35052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Content Placeholder 3"/>
          <p:cNvSpPr>
            <a:spLocks noGrp="1"/>
          </p:cNvSpPr>
          <p:nvPr>
            <p:ph idx="13"/>
          </p:nvPr>
        </p:nvSpPr>
        <p:spPr>
          <a:xfrm>
            <a:off x="457200" y="2286000"/>
            <a:ext cx="3505200" cy="5635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3/23/2018</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5" name="Content Placeholder 4"/>
          <p:cNvSpPr>
            <a:spLocks noGrp="1"/>
          </p:cNvSpPr>
          <p:nvPr>
            <p:ph sz="quarter" idx="14"/>
          </p:nvPr>
        </p:nvSpPr>
        <p:spPr>
          <a:xfrm>
            <a:off x="457200" y="3048000"/>
            <a:ext cx="3505200" cy="57058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2" name="Content Placeholder 11"/>
          <p:cNvSpPr>
            <a:spLocks noGrp="1"/>
          </p:cNvSpPr>
          <p:nvPr>
            <p:ph sz="quarter" idx="16"/>
          </p:nvPr>
        </p:nvSpPr>
        <p:spPr>
          <a:xfrm>
            <a:off x="4343400" y="3081267"/>
            <a:ext cx="3886200" cy="278178"/>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Content Placeholder 13"/>
          <p:cNvSpPr>
            <a:spLocks noGrp="1"/>
          </p:cNvSpPr>
          <p:nvPr>
            <p:ph sz="quarter" idx="18"/>
          </p:nvPr>
        </p:nvSpPr>
        <p:spPr>
          <a:xfrm>
            <a:off x="4332878" y="3626139"/>
            <a:ext cx="3886200" cy="251757"/>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5" name="Content Placeholder 2"/>
          <p:cNvSpPr>
            <a:spLocks noGrp="1"/>
          </p:cNvSpPr>
          <p:nvPr>
            <p:ph idx="19"/>
          </p:nvPr>
        </p:nvSpPr>
        <p:spPr>
          <a:xfrm>
            <a:off x="4343400" y="1494526"/>
            <a:ext cx="3886200" cy="303198"/>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6" name="Content Placeholder 2"/>
          <p:cNvSpPr>
            <a:spLocks noGrp="1"/>
          </p:cNvSpPr>
          <p:nvPr>
            <p:ph idx="20"/>
          </p:nvPr>
        </p:nvSpPr>
        <p:spPr>
          <a:xfrm>
            <a:off x="4353921" y="1979598"/>
            <a:ext cx="3865157" cy="303198"/>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7" name="Content Placeholder 2"/>
          <p:cNvSpPr>
            <a:spLocks noGrp="1"/>
          </p:cNvSpPr>
          <p:nvPr>
            <p:ph idx="21"/>
          </p:nvPr>
        </p:nvSpPr>
        <p:spPr>
          <a:xfrm>
            <a:off x="4343400" y="2537829"/>
            <a:ext cx="3886200" cy="289857"/>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8" name="Content Placeholder 13"/>
          <p:cNvSpPr>
            <a:spLocks noGrp="1"/>
          </p:cNvSpPr>
          <p:nvPr>
            <p:ph sz="quarter" idx="22"/>
          </p:nvPr>
        </p:nvSpPr>
        <p:spPr>
          <a:xfrm>
            <a:off x="4332878" y="4065083"/>
            <a:ext cx="3886200" cy="26634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9" name="Content Placeholder 11"/>
          <p:cNvSpPr>
            <a:spLocks noGrp="1"/>
          </p:cNvSpPr>
          <p:nvPr>
            <p:ph sz="quarter" idx="23"/>
          </p:nvPr>
        </p:nvSpPr>
        <p:spPr>
          <a:xfrm>
            <a:off x="457200" y="3830925"/>
            <a:ext cx="3472396" cy="559296"/>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20" name="Content Placeholder 13"/>
          <p:cNvSpPr>
            <a:spLocks noGrp="1"/>
          </p:cNvSpPr>
          <p:nvPr>
            <p:ph sz="quarter" idx="24"/>
          </p:nvPr>
        </p:nvSpPr>
        <p:spPr>
          <a:xfrm>
            <a:off x="490004" y="4570512"/>
            <a:ext cx="3472396" cy="506174"/>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21" name="Content Placeholder 13"/>
          <p:cNvSpPr>
            <a:spLocks noGrp="1"/>
          </p:cNvSpPr>
          <p:nvPr>
            <p:ph sz="quarter" idx="25"/>
          </p:nvPr>
        </p:nvSpPr>
        <p:spPr>
          <a:xfrm>
            <a:off x="506413" y="5256977"/>
            <a:ext cx="3472396" cy="506174"/>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22" name="Content Placeholder 11"/>
          <p:cNvSpPr>
            <a:spLocks noGrp="1"/>
          </p:cNvSpPr>
          <p:nvPr>
            <p:ph sz="quarter" idx="26"/>
          </p:nvPr>
        </p:nvSpPr>
        <p:spPr>
          <a:xfrm>
            <a:off x="4336752" y="4520930"/>
            <a:ext cx="3886200" cy="278178"/>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23" name="Content Placeholder 13"/>
          <p:cNvSpPr>
            <a:spLocks noGrp="1"/>
          </p:cNvSpPr>
          <p:nvPr>
            <p:ph sz="quarter" idx="27"/>
          </p:nvPr>
        </p:nvSpPr>
        <p:spPr>
          <a:xfrm>
            <a:off x="4326230" y="5065802"/>
            <a:ext cx="3886200" cy="251757"/>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24" name="Content Placeholder 13"/>
          <p:cNvSpPr>
            <a:spLocks noGrp="1"/>
          </p:cNvSpPr>
          <p:nvPr>
            <p:ph sz="quarter" idx="28"/>
          </p:nvPr>
        </p:nvSpPr>
        <p:spPr>
          <a:xfrm>
            <a:off x="4326230" y="5504746"/>
            <a:ext cx="3886200" cy="26634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2792094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and 20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3/23/2018</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15" name="Content Placeholder 2"/>
          <p:cNvSpPr>
            <a:spLocks noGrp="1"/>
          </p:cNvSpPr>
          <p:nvPr>
            <p:ph idx="19"/>
          </p:nvPr>
        </p:nvSpPr>
        <p:spPr>
          <a:xfrm>
            <a:off x="4790255" y="1494526"/>
            <a:ext cx="3886200" cy="26203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6" name="Content Placeholder 2"/>
          <p:cNvSpPr>
            <a:spLocks noGrp="1"/>
          </p:cNvSpPr>
          <p:nvPr>
            <p:ph idx="20"/>
          </p:nvPr>
        </p:nvSpPr>
        <p:spPr>
          <a:xfrm>
            <a:off x="4790256" y="1861415"/>
            <a:ext cx="3886200" cy="322277"/>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7" name="Content Placeholder 2"/>
          <p:cNvSpPr>
            <a:spLocks noGrp="1"/>
          </p:cNvSpPr>
          <p:nvPr>
            <p:ph idx="21"/>
          </p:nvPr>
        </p:nvSpPr>
        <p:spPr>
          <a:xfrm>
            <a:off x="4790255" y="2283032"/>
            <a:ext cx="3886199" cy="308097"/>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22" name="Content Placeholder 2"/>
          <p:cNvSpPr>
            <a:spLocks noGrp="1"/>
          </p:cNvSpPr>
          <p:nvPr>
            <p:ph idx="26"/>
          </p:nvPr>
        </p:nvSpPr>
        <p:spPr>
          <a:xfrm>
            <a:off x="4790255" y="2705545"/>
            <a:ext cx="3886200" cy="26203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23" name="Content Placeholder 2"/>
          <p:cNvSpPr>
            <a:spLocks noGrp="1"/>
          </p:cNvSpPr>
          <p:nvPr>
            <p:ph idx="27"/>
          </p:nvPr>
        </p:nvSpPr>
        <p:spPr>
          <a:xfrm>
            <a:off x="4790256" y="3072434"/>
            <a:ext cx="3886200" cy="322277"/>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24" name="Content Placeholder 2"/>
          <p:cNvSpPr>
            <a:spLocks noGrp="1"/>
          </p:cNvSpPr>
          <p:nvPr>
            <p:ph idx="28"/>
          </p:nvPr>
        </p:nvSpPr>
        <p:spPr>
          <a:xfrm>
            <a:off x="4790255" y="3494051"/>
            <a:ext cx="3886199" cy="308097"/>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25" name="Content Placeholder 2"/>
          <p:cNvSpPr>
            <a:spLocks noGrp="1"/>
          </p:cNvSpPr>
          <p:nvPr>
            <p:ph idx="29"/>
          </p:nvPr>
        </p:nvSpPr>
        <p:spPr>
          <a:xfrm>
            <a:off x="4790255" y="3908712"/>
            <a:ext cx="3886200" cy="26203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26" name="Content Placeholder 2"/>
          <p:cNvSpPr>
            <a:spLocks noGrp="1"/>
          </p:cNvSpPr>
          <p:nvPr>
            <p:ph idx="30"/>
          </p:nvPr>
        </p:nvSpPr>
        <p:spPr>
          <a:xfrm>
            <a:off x="4790256" y="4275601"/>
            <a:ext cx="3886200" cy="322277"/>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27" name="Content Placeholder 2"/>
          <p:cNvSpPr>
            <a:spLocks noGrp="1"/>
          </p:cNvSpPr>
          <p:nvPr>
            <p:ph idx="31"/>
          </p:nvPr>
        </p:nvSpPr>
        <p:spPr>
          <a:xfrm>
            <a:off x="4790255" y="4697218"/>
            <a:ext cx="3886199" cy="308097"/>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28" name="Content Placeholder 2"/>
          <p:cNvSpPr>
            <a:spLocks noGrp="1"/>
          </p:cNvSpPr>
          <p:nvPr>
            <p:ph idx="32"/>
          </p:nvPr>
        </p:nvSpPr>
        <p:spPr>
          <a:xfrm>
            <a:off x="4790255" y="5105555"/>
            <a:ext cx="3886200" cy="26203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1" name="Content Placeholder 2"/>
          <p:cNvSpPr>
            <a:spLocks noGrp="1"/>
          </p:cNvSpPr>
          <p:nvPr>
            <p:ph idx="33"/>
          </p:nvPr>
        </p:nvSpPr>
        <p:spPr>
          <a:xfrm>
            <a:off x="457200" y="1494526"/>
            <a:ext cx="3886200" cy="26203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2" name="Content Placeholder 2"/>
          <p:cNvSpPr>
            <a:spLocks noGrp="1"/>
          </p:cNvSpPr>
          <p:nvPr>
            <p:ph idx="34"/>
          </p:nvPr>
        </p:nvSpPr>
        <p:spPr>
          <a:xfrm>
            <a:off x="457201" y="1861415"/>
            <a:ext cx="3886200" cy="322277"/>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3" name="Content Placeholder 2"/>
          <p:cNvSpPr>
            <a:spLocks noGrp="1"/>
          </p:cNvSpPr>
          <p:nvPr>
            <p:ph idx="35"/>
          </p:nvPr>
        </p:nvSpPr>
        <p:spPr>
          <a:xfrm>
            <a:off x="457200" y="2283032"/>
            <a:ext cx="3886199" cy="308097"/>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4" name="Content Placeholder 2"/>
          <p:cNvSpPr>
            <a:spLocks noGrp="1"/>
          </p:cNvSpPr>
          <p:nvPr>
            <p:ph idx="36"/>
          </p:nvPr>
        </p:nvSpPr>
        <p:spPr>
          <a:xfrm>
            <a:off x="457200" y="2705545"/>
            <a:ext cx="3886200" cy="26203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5" name="Content Placeholder 2"/>
          <p:cNvSpPr>
            <a:spLocks noGrp="1"/>
          </p:cNvSpPr>
          <p:nvPr>
            <p:ph idx="37"/>
          </p:nvPr>
        </p:nvSpPr>
        <p:spPr>
          <a:xfrm>
            <a:off x="457201" y="3072434"/>
            <a:ext cx="3886200" cy="322277"/>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6" name="Content Placeholder 2"/>
          <p:cNvSpPr>
            <a:spLocks noGrp="1"/>
          </p:cNvSpPr>
          <p:nvPr>
            <p:ph idx="38"/>
          </p:nvPr>
        </p:nvSpPr>
        <p:spPr>
          <a:xfrm>
            <a:off x="457200" y="3494051"/>
            <a:ext cx="3886199" cy="308097"/>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7" name="Content Placeholder 2"/>
          <p:cNvSpPr>
            <a:spLocks noGrp="1"/>
          </p:cNvSpPr>
          <p:nvPr>
            <p:ph idx="39"/>
          </p:nvPr>
        </p:nvSpPr>
        <p:spPr>
          <a:xfrm>
            <a:off x="457200" y="3908712"/>
            <a:ext cx="3886200" cy="26203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8" name="Content Placeholder 2"/>
          <p:cNvSpPr>
            <a:spLocks noGrp="1"/>
          </p:cNvSpPr>
          <p:nvPr>
            <p:ph idx="40"/>
          </p:nvPr>
        </p:nvSpPr>
        <p:spPr>
          <a:xfrm>
            <a:off x="457201" y="4275601"/>
            <a:ext cx="3886200" cy="322277"/>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9" name="Content Placeholder 2"/>
          <p:cNvSpPr>
            <a:spLocks noGrp="1"/>
          </p:cNvSpPr>
          <p:nvPr>
            <p:ph idx="41"/>
          </p:nvPr>
        </p:nvSpPr>
        <p:spPr>
          <a:xfrm>
            <a:off x="457200" y="4697218"/>
            <a:ext cx="3886199" cy="308097"/>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0" name="Content Placeholder 2"/>
          <p:cNvSpPr>
            <a:spLocks noGrp="1"/>
          </p:cNvSpPr>
          <p:nvPr>
            <p:ph idx="42"/>
          </p:nvPr>
        </p:nvSpPr>
        <p:spPr>
          <a:xfrm>
            <a:off x="457200" y="5105555"/>
            <a:ext cx="3886200" cy="26203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6250161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_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3/23/2018</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9" name="Picture 8"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10" name="TextBox 9"/>
          <p:cNvSpPr txBox="1"/>
          <p:nvPr userDrawn="1"/>
        </p:nvSpPr>
        <p:spPr>
          <a:xfrm>
            <a:off x="1600200" y="6429345"/>
            <a:ext cx="7162800" cy="276999"/>
          </a:xfrm>
          <a:prstGeom prst="rect">
            <a:avLst/>
          </a:prstGeom>
          <a:noFill/>
        </p:spPr>
        <p:txBody>
          <a:bodyPr wrap="square" rtlCol="0">
            <a:spAutoFit/>
          </a:bodyPr>
          <a:lstStyle/>
          <a:p>
            <a:pPr algn="r">
              <a:buClrTx/>
              <a:defRPr/>
            </a:pPr>
            <a:r>
              <a:rPr lang="en-US" altLang="en-US" sz="1200" dirty="0" smtClean="0">
                <a:latin typeface="Verdana" panose="020B0604030504040204" pitchFamily="34" charset="0"/>
                <a:ea typeface="Verdana" panose="020B0604030504040204" pitchFamily="34" charset="0"/>
                <a:cs typeface="Verdana" panose="020B0604030504040204" pitchFamily="34" charset="0"/>
              </a:rPr>
              <a:t>Copyright © 2016, 2013, 2010 Pearson Education, Inc. All Rights Reserved</a:t>
            </a:r>
            <a:endParaRPr lang="en-US" altLang="en-US" sz="12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0111596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2_Blank">
    <p:spTree>
      <p:nvGrpSpPr>
        <p:cNvPr id="1" name=""/>
        <p:cNvGrpSpPr/>
        <p:nvPr/>
      </p:nvGrpSpPr>
      <p:grpSpPr>
        <a:xfrm>
          <a:off x="0" y="0"/>
          <a:ext cx="0" cy="0"/>
          <a:chOff x="0" y="0"/>
          <a:chExt cx="0" cy="0"/>
        </a:xfrm>
      </p:grpSpPr>
      <p:sp>
        <p:nvSpPr>
          <p:cNvPr id="2" name="Footer Placeholder 1"/>
          <p:cNvSpPr>
            <a:spLocks noGrp="1"/>
          </p:cNvSpPr>
          <p:nvPr>
            <p:ph type="ftr" idx="10"/>
          </p:nvPr>
        </p:nvSpPr>
        <p:spPr/>
        <p:txBody>
          <a:bodyPr/>
          <a:lstStyle/>
          <a:p>
            <a:endParaRPr lang="en-US"/>
          </a:p>
        </p:txBody>
      </p:sp>
      <p:sp>
        <p:nvSpPr>
          <p:cNvPr id="3" name="Date Placeholder 2"/>
          <p:cNvSpPr>
            <a:spLocks noGrp="1"/>
          </p:cNvSpPr>
          <p:nvPr>
            <p:ph type="dt" idx="1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84448157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9" name="Shape 39"/>
          <p:cNvSpPr txBox="1">
            <a:spLocks noGrp="1"/>
          </p:cNvSpPr>
          <p:nvPr>
            <p:ph type="body" idx="13"/>
          </p:nvPr>
        </p:nvSpPr>
        <p:spPr>
          <a:xfrm>
            <a:off x="474779" y="1500547"/>
            <a:ext cx="8229600" cy="20515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Tree>
    <p:extLst>
      <p:ext uri="{BB962C8B-B14F-4D97-AF65-F5344CB8AC3E}">
        <p14:creationId xmlns:p14="http://schemas.microsoft.com/office/powerpoint/2010/main" val="306885795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idx="10"/>
          </p:nvPr>
        </p:nvSpPr>
        <p:spPr/>
        <p:txBody>
          <a:bodyPr/>
          <a:lstStyle/>
          <a:p>
            <a:endParaRPr lang="en-US"/>
          </a:p>
        </p:txBody>
      </p:sp>
      <p:sp>
        <p:nvSpPr>
          <p:cNvPr id="3" name="Date Placeholder 2"/>
          <p:cNvSpPr>
            <a:spLocks noGrp="1"/>
          </p:cNvSpPr>
          <p:nvPr>
            <p:ph type="dt" idx="1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27709573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7.xml"/><Relationship Id="rId1" Type="http://schemas.openxmlformats.org/officeDocument/2006/relationships/slideLayout" Target="../slideLayouts/slideLayout36.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15" name="Shape 15" descr="Pearson Logo"/>
          <p:cNvPicPr preferRelativeResize="0"/>
          <p:nvPr/>
        </p:nvPicPr>
        <p:blipFill rotWithShape="1">
          <a:blip r:embed="rId37">
            <a:alphaModFix/>
          </a:blip>
          <a:srcRect/>
          <a:stretch/>
        </p:blipFill>
        <p:spPr>
          <a:xfrm>
            <a:off x="443972" y="6429709"/>
            <a:ext cx="917999" cy="279914"/>
          </a:xfrm>
          <a:prstGeom prst="rect">
            <a:avLst/>
          </a:prstGeom>
          <a:noFill/>
          <a:ln>
            <a:noFill/>
          </a:ln>
        </p:spPr>
      </p:pic>
      <p:sp>
        <p:nvSpPr>
          <p:cNvPr id="9" name="Text Placeholder 5"/>
          <p:cNvSpPr txBox="1">
            <a:spLocks/>
          </p:cNvSpPr>
          <p:nvPr userDrawn="1"/>
        </p:nvSpPr>
        <p:spPr>
          <a:xfrm>
            <a:off x="2670048" y="6449931"/>
            <a:ext cx="6089854" cy="231285"/>
          </a:xfrm>
          <a:prstGeom prst="rect">
            <a:avLst/>
          </a:prstGeom>
        </p:spPr>
        <p:txBody>
          <a:bodyPr anchor="ctr"/>
          <a:lst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xmlns:a="http://schemas.openxmlformats.org/drawingml/2006/main" algn="r"/>
            <a:r xmlns:a="http://schemas.openxmlformats.org/drawingml/2006/main">
              <a:rPr lang="vi" altLang="en-US" sz="1200" dirty="0" smtClean="0">
                <a:solidFill>
                  <a:schemeClr val="tx1"/>
                </a:solidFill>
                <a:latin typeface="Verdana"/>
                <a:ea typeface="Verdana" panose="020B0604030504040204" pitchFamily="34" charset="0"/>
                <a:cs typeface="Verdana" panose="020B0604030504040204" pitchFamily="34" charset="0"/>
              </a:rPr>
              <a:t>Bản quyền © 2017, 2013, 2010 Pearson Education, Inc. Bảo lưu mọi quyền</a:t>
            </a:r>
            <a:endParaRPr xmlns:a="http://schemas.openxmlformats.org/drawingml/2006/main" lang="en-US" altLang="en-US" sz="1200" dirty="0">
              <a:solidFill>
                <a:schemeClr val="tx1"/>
              </a:solidFill>
              <a:latin typeface="Verdana"/>
              <a:ea typeface="Verdana" panose="020B0604030504040204" pitchFamily="34" charset="0"/>
              <a:cs typeface="Verdana" panose="020B0604030504040204" pitchFamily="34" charset="0"/>
            </a:endParaRP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49" r:id="rId3"/>
    <p:sldLayoutId id="2147483668" r:id="rId4"/>
    <p:sldLayoutId id="2147483669" r:id="rId5"/>
    <p:sldLayoutId id="2147483651" r:id="rId6"/>
    <p:sldLayoutId id="2147483654" r:id="rId7"/>
    <p:sldLayoutId id="2147483655" r:id="rId8"/>
    <p:sldLayoutId id="2147483656" r:id="rId9"/>
    <p:sldLayoutId id="2147483667" r:id="rId10"/>
    <p:sldLayoutId id="2147483657"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4" r:id="rId3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15" name="Shape 15" descr="Pearson Logo"/>
          <p:cNvPicPr preferRelativeResize="0"/>
          <p:nvPr/>
        </p:nvPicPr>
        <p:blipFill rotWithShape="1">
          <a:blip r:embed="rId4">
            <a:alphaModFix/>
          </a:blip>
          <a:srcRect/>
          <a:stretch/>
        </p:blipFill>
        <p:spPr>
          <a:xfrm>
            <a:off x="443972" y="6429709"/>
            <a:ext cx="917999" cy="279914"/>
          </a:xfrm>
          <a:prstGeom prst="rect">
            <a:avLst/>
          </a:prstGeom>
          <a:noFill/>
          <a:ln>
            <a:noFill/>
          </a:ln>
        </p:spPr>
      </p:pic>
    </p:spTree>
    <p:extLst>
      <p:ext uri="{BB962C8B-B14F-4D97-AF65-F5344CB8AC3E}">
        <p14:creationId xmlns:p14="http://schemas.microsoft.com/office/powerpoint/2010/main" val="200283969"/>
      </p:ext>
    </p:extLst>
  </p:cSld>
  <p:clrMap bg1="lt1" tx1="dk1" bg2="dk2" tx2="lt2" accent1="accent1" accent2="accent2" accent3="accent3" accent4="accent4" accent5="accent5" accent6="accent6" hlink="hlink" folHlink="folHlink"/>
  <p:sldLayoutIdLst>
    <p:sldLayoutId id="2147483664" r:id="rId1"/>
    <p:sldLayoutId id="2147483693"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L="255588" marR="0" lvl="0" indent="-25603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3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3.xml"/><Relationship Id="rId4" Type="http://schemas.openxmlformats.org/officeDocument/2006/relationships/image" Target="../media/image16.jpg"/></Relationships>
</file>

<file path=ppt/slides/_rels/slide19.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3.xml"/><Relationship Id="rId1" Type="http://schemas.openxmlformats.org/officeDocument/2006/relationships/vmlDrawing" Target="../drawings/vmlDrawing1.vml"/><Relationship Id="rId4" Type="http://schemas.openxmlformats.org/officeDocument/2006/relationships/image" Target="../media/image21.wmf"/></Relationships>
</file>

<file path=ppt/slides/_rels/slide26.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23.jp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6.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0.xml"/><Relationship Id="rId1" Type="http://schemas.openxmlformats.org/officeDocument/2006/relationships/vmlDrawing" Target="../drawings/vmlDrawing2.vml"/><Relationship Id="rId5" Type="http://schemas.openxmlformats.org/officeDocument/2006/relationships/image" Target="../media/image37.jpg"/><Relationship Id="rId4" Type="http://schemas.openxmlformats.org/officeDocument/2006/relationships/image" Target="../media/image36.w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43.jp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image" Target="../media/image45.jpg"/><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hyperlink" Target="https://www.icann.org/" TargetMode="Externa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image" Target="../media/image46.jpg"/><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image" Target="../media/image47.jpg"/><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1.xml.rels><?xml version="1.0" encoding="UTF-8" standalone="yes"?>
<Relationships xmlns="http://schemas.openxmlformats.org/package/2006/relationships"><Relationship Id="rId2" Type="http://schemas.openxmlformats.org/officeDocument/2006/relationships/image" Target="../media/image48.jpg"/><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image" Target="../media/image49.jpg"/><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image" Target="../media/image50.jpg"/><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image" Target="../media/image51.jpg"/><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8.xml.rels><?xml version="1.0" encoding="UTF-8" standalone="yes"?>
<Relationships xmlns="http://schemas.openxmlformats.org/package/2006/relationships"><Relationship Id="rId2" Type="http://schemas.openxmlformats.org/officeDocument/2006/relationships/image" Target="../media/image52.jpg"/><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image" Target="../media/image53.jpg"/><Relationship Id="rId1" Type="http://schemas.openxmlformats.org/officeDocument/2006/relationships/slideLayout" Target="../slideLayouts/slideLayout10.xml"/></Relationships>
</file>

<file path=ppt/slides/_rels/slide70.xml.rels><?xml version="1.0" encoding="UTF-8" standalone="yes"?>
<Relationships xmlns="http://schemas.openxmlformats.org/package/2006/relationships"><Relationship Id="rId2" Type="http://schemas.openxmlformats.org/officeDocument/2006/relationships/image" Target="../media/image54.jpg"/><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image" Target="../media/image55.jpg"/><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3" Type="http://schemas.openxmlformats.org/officeDocument/2006/relationships/image" Target="../media/image57.jpg"/><Relationship Id="rId2" Type="http://schemas.openxmlformats.org/officeDocument/2006/relationships/image" Target="../media/image56.jpg"/><Relationship Id="rId1" Type="http://schemas.openxmlformats.org/officeDocument/2006/relationships/slideLayout" Target="../slideLayouts/slideLayout10.xml"/></Relationships>
</file>

<file path=ppt/slides/_rels/slide73.xml.rels><?xml version="1.0" encoding="UTF-8" standalone="yes"?>
<Relationships xmlns="http://schemas.openxmlformats.org/package/2006/relationships"><Relationship Id="rId2" Type="http://schemas.openxmlformats.org/officeDocument/2006/relationships/image" Target="../media/image58.jpg"/><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image" Target="../media/image59.jpg"/><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186396"/>
            <a:ext cx="8363663" cy="1024714"/>
          </a:xfrm>
        </p:spPr>
        <p:txBody>
          <a:bodyPr anchor="ctr"/>
          <a:lstStyle/>
          <a:p>
            <a:pPr xmlns:a="http://schemas.openxmlformats.org/drawingml/2006/main">
              <a:buSzPct val="100000"/>
            </a:pPr>
            <a:r xmlns:a="http://schemas.openxmlformats.org/drawingml/2006/main">
              <a:rPr lang="vi" altLang="en-US" dirty="0">
                <a:solidFill>
                  <a:schemeClr val="tx2"/>
                </a:solidFill>
                <a:latin typeface="Times New Roman" panose="02020603050405020304" pitchFamily="18" charset="0"/>
                <a:ea typeface="Arial"/>
                <a:cs typeface="Times New Roman" panose="02020603050405020304" pitchFamily="18" charset="0"/>
                <a:sym typeface="Arial"/>
              </a:rPr>
              <a:t>Mạng máy tính: Cách tiếp cận từ trên xuống</a:t>
            </a:r>
            <a:endParaRPr xmlns:a="http://schemas.openxmlformats.org/drawingml/2006/main" lang="en-US" dirty="0">
              <a:solidFill>
                <a:schemeClr val="tx2"/>
              </a:solidFill>
              <a:latin typeface="Times New Roman" panose="02020603050405020304" pitchFamily="18" charset="0"/>
              <a:ea typeface="Arial"/>
              <a:cs typeface="Times New Roman" panose="02020603050405020304" pitchFamily="18" charset="0"/>
              <a:sym typeface="Arial"/>
            </a:endParaRPr>
          </a:p>
        </p:txBody>
      </p:sp>
      <p:sp>
        <p:nvSpPr>
          <p:cNvPr id="3" name="Text Placeholder 2"/>
          <p:cNvSpPr>
            <a:spLocks noGrp="1"/>
          </p:cNvSpPr>
          <p:nvPr>
            <p:ph type="body" idx="1"/>
          </p:nvPr>
        </p:nvSpPr>
        <p:spPr>
          <a:xfrm>
            <a:off x="457200" y="1252675"/>
            <a:ext cx="8363662" cy="440017"/>
          </a:xfrm>
        </p:spPr>
        <p:txBody>
          <a:bodyPr/>
          <a:lstStyle/>
          <a:p>
            <a:r xmlns:a="http://schemas.openxmlformats.org/drawingml/2006/main">
              <a:rPr lang="vi" dirty="0" smtClean="0">
                <a:solidFill>
                  <a:schemeClr val="tx2"/>
                </a:solidFill>
                <a:latin typeface="+mn-lt"/>
              </a:rPr>
              <a:t>Phiên bản thứ bảy</a:t>
            </a:r>
            <a:endParaRPr xmlns:a="http://schemas.openxmlformats.org/drawingml/2006/main" lang="en-US" dirty="0">
              <a:solidFill>
                <a:schemeClr val="tx2"/>
              </a:solidFill>
              <a:latin typeface="+mn-lt"/>
            </a:endParaRPr>
          </a:p>
        </p:txBody>
      </p:sp>
      <p:sp>
        <p:nvSpPr>
          <p:cNvPr id="4" name="Text Placeholder 3"/>
          <p:cNvSpPr>
            <a:spLocks noGrp="1"/>
          </p:cNvSpPr>
          <p:nvPr>
            <p:ph type="body" idx="2"/>
          </p:nvPr>
        </p:nvSpPr>
        <p:spPr>
          <a:xfrm>
            <a:off x="4876800" y="2285999"/>
            <a:ext cx="3657600" cy="739083"/>
          </a:xfrm>
        </p:spPr>
        <p:txBody>
          <a:bodyPr/>
          <a:lstStyle/>
          <a:p>
            <a:pPr xmlns:a="http://schemas.openxmlformats.org/drawingml/2006/main" lvl="0" algn="ctr"/>
            <a:r xmlns:a="http://schemas.openxmlformats.org/drawingml/2006/main">
              <a:rPr lang="vi" b="1" dirty="0" smtClean="0">
                <a:latin typeface="+mn-lt"/>
              </a:rPr>
              <a:t>Chương 4</a:t>
            </a:r>
            <a:endParaRPr xmlns:a="http://schemas.openxmlformats.org/drawingml/2006/main" lang="en-US" b="1" dirty="0">
              <a:latin typeface="+mn-lt"/>
            </a:endParaRPr>
          </a:p>
        </p:txBody>
      </p:sp>
      <p:sp>
        <p:nvSpPr>
          <p:cNvPr id="5" name="Text Placeholder 4"/>
          <p:cNvSpPr>
            <a:spLocks noGrp="1"/>
          </p:cNvSpPr>
          <p:nvPr>
            <p:ph type="body" idx="3"/>
          </p:nvPr>
        </p:nvSpPr>
        <p:spPr>
          <a:xfrm>
            <a:off x="4876800" y="3114461"/>
            <a:ext cx="3657600" cy="1235866"/>
          </a:xfrm>
        </p:spPr>
        <p:txBody>
          <a:bodyPr/>
          <a:lstStyle/>
          <a:p>
            <a:pPr xmlns:a="http://schemas.openxmlformats.org/drawingml/2006/main" algn="ctr"/>
            <a:r xmlns:a="http://schemas.openxmlformats.org/drawingml/2006/main">
              <a:rPr lang="vi" dirty="0" smtClean="0">
                <a:solidFill>
                  <a:schemeClr val="tx1"/>
                </a:solidFill>
                <a:latin typeface="+mn-lt"/>
              </a:rPr>
              <a:t>Mạng </a:t>
            </a:r>
            <a:r xmlns:a="http://schemas.openxmlformats.org/drawingml/2006/main">
              <a:rPr lang="vi" dirty="0">
                <a:solidFill>
                  <a:schemeClr val="tx1"/>
                </a:solidFill>
                <a:latin typeface="+mn-lt"/>
              </a:rPr>
              <a:t>_</a:t>
            </a:r>
            <a:r xmlns:a="http://schemas.openxmlformats.org/drawingml/2006/main">
              <a:rPr lang="vi" baseline="0" dirty="0" smtClean="0">
                <a:solidFill>
                  <a:schemeClr val="tx1"/>
                </a:solidFill>
                <a:latin typeface="+mn-lt"/>
              </a:rPr>
              <a:t> </a:t>
            </a:r>
            <a:r xmlns:a="http://schemas.openxmlformats.org/drawingml/2006/main">
              <a:rPr lang="vi" dirty="0" smtClean="0">
                <a:solidFill>
                  <a:schemeClr val="tx1"/>
                </a:solidFill>
                <a:latin typeface="+mn-lt"/>
              </a:rPr>
              <a:t>Lớp </a:t>
            </a:r>
            <a:r xmlns:a="http://schemas.openxmlformats.org/drawingml/2006/main">
              <a:rPr lang="vi" dirty="0">
                <a:solidFill>
                  <a:schemeClr val="tx1"/>
                </a:solidFill>
                <a:latin typeface="+mn-lt"/>
              </a:rPr>
              <a:t>: </a:t>
            </a:r>
            <a:r xmlns:a="http://schemas.openxmlformats.org/drawingml/2006/main">
              <a:rPr lang="vi" dirty="0" smtClean="0">
                <a:solidFill>
                  <a:schemeClr val="tx1"/>
                </a:solidFill>
                <a:latin typeface="+mn-lt"/>
              </a:rPr>
              <a:t>Dữ liệu</a:t>
            </a:r>
            <a:r xmlns:a="http://schemas.openxmlformats.org/drawingml/2006/main">
              <a:rPr lang="vi" baseline="0" dirty="0" smtClean="0">
                <a:solidFill>
                  <a:schemeClr val="tx1"/>
                </a:solidFill>
                <a:latin typeface="+mn-lt"/>
              </a:rPr>
              <a:t> </a:t>
            </a:r>
            <a:r xmlns:a="http://schemas.openxmlformats.org/drawingml/2006/main">
              <a:rPr lang="vi" dirty="0" smtClean="0">
                <a:solidFill>
                  <a:schemeClr val="tx1"/>
                </a:solidFill>
                <a:latin typeface="+mn-lt"/>
              </a:rPr>
              <a:t>Máy bay</a:t>
            </a:r>
            <a:endParaRPr xmlns:a="http://schemas.openxmlformats.org/drawingml/2006/main" lang="en-US" altLang="en-US" dirty="0">
              <a:solidFill>
                <a:schemeClr val="tx1"/>
              </a:solidFill>
              <a:latin typeface="+mn-lt"/>
            </a:endParaRPr>
          </a:p>
        </p:txBody>
      </p:sp>
      <p:pic>
        <p:nvPicPr>
          <p:cNvPr id="9" name="Picture 1" descr="Front Cover: Computer Networking: A Top Down Approach Seventh Edition by Kurose and Ross."/>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02056" y="1806237"/>
            <a:ext cx="3621420" cy="4515437"/>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sp>
        <p:nvSpPr>
          <p:cNvPr id="6" name="Text Placeholder 5"/>
          <p:cNvSpPr>
            <a:spLocks noGrp="1"/>
          </p:cNvSpPr>
          <p:nvPr>
            <p:ph type="body" idx="13"/>
          </p:nvPr>
        </p:nvSpPr>
        <p:spPr>
          <a:xfrm>
            <a:off x="2670048" y="6449931"/>
            <a:ext cx="6089854" cy="231285"/>
          </a:xfrm>
        </p:spPr>
        <p:txBody>
          <a:bodyPr anchor="ctr"/>
          <a:lstStyle/>
          <a:p>
            <a:pPr xmlns:a="http://schemas.openxmlformats.org/drawingml/2006/main" algn="r"/>
            <a:r xmlns:a="http://schemas.openxmlformats.org/drawingml/2006/main">
              <a:rPr lang="vi" altLang="en-US" sz="1200" dirty="0">
                <a:solidFill>
                  <a:schemeClr val="tx1"/>
                </a:solidFill>
                <a:latin typeface="Verdana"/>
                <a:ea typeface="Verdana" panose="020B0604030504040204" pitchFamily="34" charset="0"/>
                <a:cs typeface="Verdana" panose="020B0604030504040204" pitchFamily="34" charset="0"/>
              </a:rPr>
              <a:t>Bản quyền © </a:t>
            </a:r>
            <a:r xmlns:a="http://schemas.openxmlformats.org/drawingml/2006/main">
              <a:rPr lang="vi" altLang="en-US" sz="1200" dirty="0" smtClean="0">
                <a:solidFill>
                  <a:schemeClr val="tx1"/>
                </a:solidFill>
                <a:latin typeface="Verdana"/>
                <a:ea typeface="Verdana" panose="020B0604030504040204" pitchFamily="34" charset="0"/>
                <a:cs typeface="Verdana" panose="020B0604030504040204" pitchFamily="34" charset="0"/>
              </a:rPr>
              <a:t>2017, 2013, 2010 Pearson </a:t>
            </a:r>
            <a:r xmlns:a="http://schemas.openxmlformats.org/drawingml/2006/main">
              <a:rPr lang="vi" altLang="en-US" sz="1200" dirty="0">
                <a:solidFill>
                  <a:schemeClr val="tx1"/>
                </a:solidFill>
                <a:latin typeface="Verdana"/>
                <a:ea typeface="Verdana" panose="020B0604030504040204" pitchFamily="34" charset="0"/>
                <a:cs typeface="Verdana" panose="020B0604030504040204" pitchFamily="34" charset="0"/>
              </a:rPr>
              <a:t>Education, Inc. </a:t>
            </a:r>
            <a:r xmlns:a="http://schemas.openxmlformats.org/drawingml/2006/main">
              <a:rPr lang="vi" altLang="en-US" sz="1200" dirty="0" smtClean="0">
                <a:solidFill>
                  <a:schemeClr val="tx1"/>
                </a:solidFill>
                <a:latin typeface="Verdana"/>
                <a:ea typeface="Verdana" panose="020B0604030504040204" pitchFamily="34" charset="0"/>
                <a:cs typeface="Verdana" panose="020B0604030504040204" pitchFamily="34" charset="0"/>
              </a:rPr>
              <a:t>Bảo lưu mọi quyền</a:t>
            </a:r>
            <a:endParaRPr xmlns:a="http://schemas.openxmlformats.org/drawingml/2006/main" lang="en-US" altLang="en-US" sz="1200" dirty="0">
              <a:solidFill>
                <a:schemeClr val="tx1"/>
              </a:solidFill>
              <a:latin typeface="Verdana"/>
              <a:ea typeface="Verdana" panose="020B0604030504040204" pitchFamily="34" charset="0"/>
              <a:cs typeface="Verdana" panose="020B0604030504040204" pitchFamily="34" charset="0"/>
            </a:endParaRPr>
          </a:p>
        </p:txBody>
      </p:sp>
      <p:sp>
        <p:nvSpPr>
          <p:cNvPr id="8" name="TextBox 7"/>
          <p:cNvSpPr txBox="1"/>
          <p:nvPr/>
        </p:nvSpPr>
        <p:spPr>
          <a:xfrm>
            <a:off x="5181600" y="4572001"/>
            <a:ext cx="3048000" cy="646331"/>
          </a:xfrm>
          <a:prstGeom prst="rect">
            <a:avLst/>
          </a:prstGeom>
          <a:noFill/>
        </p:spPr>
        <p:txBody>
          <a:bodyPr wrap="square" rtlCol="0">
            <a:spAutoFit/>
          </a:bodyPr>
          <a:lstStyle/>
          <a:p>
            <a:r xmlns:a="http://schemas.openxmlformats.org/drawingml/2006/main">
              <a:rPr lang="vi" sz="1200" dirty="0">
                <a:solidFill>
                  <a:schemeClr val="bg1"/>
                </a:solidFill>
                <a:latin typeface="+mn-lt"/>
              </a:rPr>
              <a:t>Các slide trong bản trình bày này chứa các siêu liên kết. Người dùng JAWS sẽ có thể lấy danh sách các liên kết bằng cách sử dụng INSERT+F7</a:t>
            </a:r>
          </a:p>
        </p:txBody>
      </p:sp>
    </p:spTree>
    <p:extLst>
      <p:ext uri="{BB962C8B-B14F-4D97-AF65-F5344CB8AC3E}">
        <p14:creationId xmlns:p14="http://schemas.microsoft.com/office/powerpoint/2010/main" val="414041591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altLang="en-US" dirty="0" smtClean="0">
                <a:ea typeface="ＭＳ Ｐゴシック" charset="-128"/>
              </a:rPr>
              <a:t>Mục tiêu </a:t>
            </a:r>
            <a:r xmlns:a="http://schemas.openxmlformats.org/drawingml/2006/main">
              <a:rPr lang="vi" altLang="en-US" dirty="0">
                <a:ea typeface="ＭＳ Ｐゴシック" charset="-128"/>
              </a:rPr>
              <a:t>học tập </a:t>
            </a:r>
            <a:r xmlns:a="http://schemas.openxmlformats.org/drawingml/2006/main">
              <a:rPr lang="vi" altLang="en-US" sz="2000" b="0" dirty="0">
                <a:ea typeface="ＭＳ Ｐゴシック" charset="-128"/>
              </a:rPr>
              <a:t>(1 trên 7)</a:t>
            </a:r>
            <a:endParaRPr xmlns:a="http://schemas.openxmlformats.org/drawingml/2006/main" lang="en-US" altLang="en-US" sz="2000" b="0" dirty="0">
              <a:solidFill>
                <a:schemeClr val="tx2"/>
              </a:solidFill>
              <a:latin typeface="Times New Roman" panose="02020603050405020304" pitchFamily="18" charset="0"/>
              <a:cs typeface="Times New Roman" panose="02020603050405020304" pitchFamily="18" charset="0"/>
            </a:endParaRPr>
          </a:p>
        </p:txBody>
      </p:sp>
      <p:sp>
        <p:nvSpPr>
          <p:cNvPr id="3" name="Text Placeholder 2"/>
          <p:cNvSpPr>
            <a:spLocks noGrp="1"/>
          </p:cNvSpPr>
          <p:nvPr>
            <p:ph idx="1"/>
          </p:nvPr>
        </p:nvSpPr>
        <p:spPr>
          <a:xfrm>
            <a:off x="457200" y="1614716"/>
            <a:ext cx="4303486" cy="4669972"/>
          </a:xfrm>
        </p:spPr>
        <p:txBody>
          <a:bodyPr/>
          <a:lstStyle/>
          <a:p>
            <a:pPr xmlns:a="http://schemas.openxmlformats.org/drawingml/2006/main" marL="0" indent="0">
              <a:buFont typeface="Wingdings" panose="05000000000000000000" pitchFamily="2" charset="2"/>
              <a:buNone/>
            </a:pPr>
            <a:r xmlns:a="http://schemas.openxmlformats.org/drawingml/2006/main">
              <a:rPr lang="vi" altLang="en-US" sz="2200" b="1" dirty="0">
                <a:solidFill>
                  <a:schemeClr val="tx2"/>
                </a:solidFill>
                <a:latin typeface="+mn-lt"/>
                <a:ea typeface="ＭＳ Ｐゴシック" charset="-128"/>
                <a:cs typeface="ＭＳ Ｐゴシック" charset="-128"/>
              </a:rPr>
              <a:t>4.1</a:t>
            </a:r>
            <a:r xmlns:a="http://schemas.openxmlformats.org/drawingml/2006/main">
              <a:rPr lang="vi" altLang="en-US" sz="2200" b="1" dirty="0">
                <a:solidFill>
                  <a:srgbClr val="CC0000"/>
                </a:solidFill>
                <a:latin typeface="+mn-lt"/>
                <a:ea typeface="ＭＳ Ｐゴシック" charset="-128"/>
                <a:cs typeface="ＭＳ Ｐゴシック" charset="-128"/>
              </a:rPr>
              <a:t> </a:t>
            </a:r>
            <a:r xmlns:a="http://schemas.openxmlformats.org/drawingml/2006/main">
              <a:rPr lang="vi" altLang="en-US" sz="2200" b="1" dirty="0">
                <a:solidFill>
                  <a:schemeClr val="tx1"/>
                </a:solidFill>
                <a:latin typeface="+mn-lt"/>
                <a:ea typeface="ＭＳ Ｐゴシック" charset="-128"/>
                <a:cs typeface="ＭＳ Ｐゴシック" charset="-128"/>
              </a:rPr>
              <a:t>Tổng quan về lớp Mạng</a:t>
            </a:r>
          </a:p>
          <a:p>
            <a:pPr xmlns:a="http://schemas.openxmlformats.org/drawingml/2006/main" lvl="1" indent="-283464"/>
            <a:r xmlns:a="http://schemas.openxmlformats.org/drawingml/2006/main">
              <a:rPr lang="vi" altLang="en-US" sz="2200" b="1" dirty="0">
                <a:solidFill>
                  <a:schemeClr val="tx1"/>
                </a:solidFill>
                <a:latin typeface="+mn-lt"/>
                <a:ea typeface="ＭＳ Ｐゴシック" charset="-128"/>
              </a:rPr>
              <a:t>mặt phẳng dữ liệu</a:t>
            </a:r>
          </a:p>
          <a:p>
            <a:pPr xmlns:a="http://schemas.openxmlformats.org/drawingml/2006/main" lvl="1" indent="-283464"/>
            <a:r xmlns:a="http://schemas.openxmlformats.org/drawingml/2006/main">
              <a:rPr lang="vi" altLang="en-US" sz="2200" b="1" dirty="0">
                <a:solidFill>
                  <a:schemeClr val="tx1"/>
                </a:solidFill>
                <a:latin typeface="+mn-lt"/>
                <a:ea typeface="ＭＳ Ｐゴシック" charset="-128"/>
              </a:rPr>
              <a:t>máy bay điều khiển</a:t>
            </a:r>
          </a:p>
          <a:p>
            <a:pPr xmlns:a="http://schemas.openxmlformats.org/drawingml/2006/main" marL="0" indent="0">
              <a:buFont typeface="Wingdings" panose="05000000000000000000" pitchFamily="2" charset="2"/>
              <a:buNone/>
            </a:pPr>
            <a:r xmlns:a="http://schemas.openxmlformats.org/drawingml/2006/main">
              <a:rPr lang="vi" altLang="en-US" sz="2200" b="1" dirty="0">
                <a:solidFill>
                  <a:schemeClr val="tx2"/>
                </a:solidFill>
                <a:latin typeface="+mn-lt"/>
                <a:ea typeface="ＭＳ Ｐゴシック" charset="-128"/>
                <a:cs typeface="ＭＳ Ｐゴシック" charset="-128"/>
              </a:rPr>
              <a:t>4.2</a:t>
            </a:r>
            <a:r xmlns:a="http://schemas.openxmlformats.org/drawingml/2006/main">
              <a:rPr lang="vi" altLang="en-US" sz="2200" dirty="0">
                <a:latin typeface="+mn-lt"/>
                <a:ea typeface="ＭＳ Ｐゴシック" charset="-128"/>
                <a:cs typeface="ＭＳ Ｐゴシック" charset="-128"/>
              </a:rPr>
              <a:t> </a:t>
            </a:r>
            <a:r xmlns:a="http://schemas.openxmlformats.org/drawingml/2006/main">
              <a:rPr lang="vi" altLang="en-US" sz="2200" dirty="0" smtClean="0">
                <a:latin typeface="+mn-lt"/>
                <a:ea typeface="ＭＳ Ｐゴシック" charset="-128"/>
                <a:cs typeface="ＭＳ Ｐゴシック" charset="-128"/>
              </a:rPr>
              <a:t>Có gì bên </a:t>
            </a:r>
            <a:r xmlns:a="http://schemas.openxmlformats.org/drawingml/2006/main">
              <a:rPr lang="vi" altLang="ja-JP" sz="2200" dirty="0" smtClean="0">
                <a:latin typeface="+mn-lt"/>
                <a:ea typeface="ＭＳ Ｐゴシック" charset="-128"/>
                <a:cs typeface="ＭＳ Ｐゴシック" charset="-128"/>
              </a:rPr>
              <a:t>trong </a:t>
            </a:r>
            <a:r xmlns:a="http://schemas.openxmlformats.org/drawingml/2006/main">
              <a:rPr lang="vi" altLang="ja-JP" sz="2200" dirty="0">
                <a:latin typeface="+mn-lt"/>
                <a:ea typeface="ＭＳ Ｐゴシック" charset="-128"/>
                <a:cs typeface="ＭＳ Ｐゴシック" charset="-128"/>
              </a:rPr>
              <a:t>một bộ định tuyến</a:t>
            </a:r>
          </a:p>
          <a:p>
            <a:pPr xmlns:a="http://schemas.openxmlformats.org/drawingml/2006/main" marL="0" indent="0">
              <a:buFont typeface="Wingdings" panose="05000000000000000000" pitchFamily="2" charset="2"/>
              <a:buNone/>
            </a:pPr>
            <a:r xmlns:a="http://schemas.openxmlformats.org/drawingml/2006/main">
              <a:rPr lang="vi" altLang="en-US" sz="2200" b="1" dirty="0">
                <a:solidFill>
                  <a:schemeClr val="tx2"/>
                </a:solidFill>
                <a:latin typeface="+mn-lt"/>
                <a:ea typeface="ＭＳ Ｐゴシック" charset="-128"/>
                <a:cs typeface="ＭＳ Ｐゴシック" charset="-128"/>
              </a:rPr>
              <a:t>4.3</a:t>
            </a:r>
            <a:r xmlns:a="http://schemas.openxmlformats.org/drawingml/2006/main">
              <a:rPr lang="vi" altLang="en-US" sz="2200" dirty="0">
                <a:latin typeface="+mn-lt"/>
                <a:ea typeface="ＭＳ Ｐゴシック" charset="-128"/>
                <a:cs typeface="ＭＳ Ｐゴシック" charset="-128"/>
              </a:rPr>
              <a:t> </a:t>
            </a:r>
            <a:r xmlns:a="http://schemas.openxmlformats.org/drawingml/2006/main">
              <a:rPr lang="vi" altLang="en-US" sz="2200" dirty="0" smtClean="0">
                <a:latin typeface="+mn-lt"/>
                <a:ea typeface="ＭＳ Ｐゴシック" charset="-128"/>
                <a:cs typeface="ＭＳ Ｐゴシック" charset="-128"/>
              </a:rPr>
              <a:t>Tôi</a:t>
            </a:r>
            <a:r xmlns:a="http://schemas.openxmlformats.org/drawingml/2006/main">
              <a:rPr lang="vi" altLang="en-US" sz="100" dirty="0" smtClean="0">
                <a:latin typeface="+mn-lt"/>
                <a:ea typeface="ＭＳ Ｐゴシック" charset="-128"/>
                <a:cs typeface="ＭＳ Ｐゴシック" charset="-128"/>
              </a:rPr>
              <a:t> </a:t>
            </a:r>
            <a:r xmlns:a="http://schemas.openxmlformats.org/drawingml/2006/main">
              <a:rPr lang="vi" altLang="en-US" sz="2200" dirty="0" smtClean="0">
                <a:latin typeface="+mn-lt"/>
                <a:ea typeface="ＭＳ Ｐゴシック" charset="-128"/>
                <a:cs typeface="ＭＳ Ｐゴシック" charset="-128"/>
              </a:rPr>
              <a:t>P </a:t>
            </a:r>
            <a:r xmlns:a="http://schemas.openxmlformats.org/drawingml/2006/main">
              <a:rPr lang="vi" altLang="en-US" sz="2200" dirty="0">
                <a:latin typeface="+mn-lt"/>
                <a:ea typeface="ＭＳ Ｐゴシック" charset="-128"/>
                <a:cs typeface="ＭＳ Ｐゴシック" charset="-128"/>
              </a:rPr>
              <a:t>: Giao thức Internet</a:t>
            </a:r>
          </a:p>
          <a:p>
            <a:pPr xmlns:a="http://schemas.openxmlformats.org/drawingml/2006/main" lvl="1" indent="-283464"/>
            <a:r xmlns:a="http://schemas.openxmlformats.org/drawingml/2006/main">
              <a:rPr lang="vi" altLang="en-US" sz="2200" dirty="0">
                <a:latin typeface="+mn-lt"/>
                <a:ea typeface="ＭＳ Ｐゴシック" charset="-128"/>
              </a:rPr>
              <a:t>định dạng datagram</a:t>
            </a:r>
          </a:p>
          <a:p>
            <a:pPr xmlns:a="http://schemas.openxmlformats.org/drawingml/2006/main" lvl="1" indent="-283464"/>
            <a:r xmlns:a="http://schemas.openxmlformats.org/drawingml/2006/main">
              <a:rPr lang="vi" altLang="en-US" sz="2200" dirty="0">
                <a:latin typeface="+mn-lt"/>
                <a:ea typeface="ＭＳ Ｐゴシック" charset="-128"/>
              </a:rPr>
              <a:t>sự phân mảnh</a:t>
            </a:r>
          </a:p>
          <a:p>
            <a:pPr xmlns:a="http://schemas.openxmlformats.org/drawingml/2006/main" lvl="1" indent="-283464"/>
            <a:r xmlns:a="http://schemas.openxmlformats.org/drawingml/2006/main">
              <a:rPr lang="vi" altLang="en-US" sz="2200" dirty="0" smtClean="0">
                <a:latin typeface="+mn-lt"/>
                <a:ea typeface="ＭＳ Ｐゴシック" charset="-128"/>
              </a:rPr>
              <a:t>Tôi</a:t>
            </a:r>
            <a:r xmlns:a="http://schemas.openxmlformats.org/drawingml/2006/main">
              <a:rPr lang="vi" altLang="en-US" sz="100" dirty="0" smtClean="0">
                <a:latin typeface="+mn-lt"/>
                <a:ea typeface="ＭＳ Ｐゴシック" charset="-128"/>
              </a:rPr>
              <a:t> </a:t>
            </a:r>
            <a:r xmlns:a="http://schemas.openxmlformats.org/drawingml/2006/main">
              <a:rPr lang="vi" altLang="en-US" sz="2200" dirty="0">
                <a:latin typeface="+mn-lt"/>
                <a:ea typeface="ＭＳ Ｐゴシック" charset="-128"/>
              </a:rPr>
              <a:t>địa chỉ </a:t>
            </a:r>
            <a:r xmlns:a="http://schemas.openxmlformats.org/drawingml/2006/main">
              <a:rPr lang="vi" altLang="en-US" sz="2200" dirty="0" smtClean="0">
                <a:latin typeface="+mn-lt"/>
                <a:ea typeface="ＭＳ Ｐゴシック" charset="-128"/>
              </a:rPr>
              <a:t>pv4</a:t>
            </a:r>
          </a:p>
          <a:p>
            <a:pPr xmlns:a="http://schemas.openxmlformats.org/drawingml/2006/main" lvl="1" indent="-283464"/>
            <a:r xmlns:a="http://schemas.openxmlformats.org/drawingml/2006/main">
              <a:rPr lang="vi" altLang="en-US" sz="2200" dirty="0" smtClean="0">
                <a:latin typeface="+mn-lt"/>
                <a:ea typeface="ＭＳ Ｐゴシック" charset="-128"/>
              </a:rPr>
              <a:t>dịch địa chỉ </a:t>
            </a:r>
            <a:r xmlns:a="http://schemas.openxmlformats.org/drawingml/2006/main">
              <a:rPr lang="vi" altLang="en-US" sz="2200" dirty="0">
                <a:latin typeface="+mn-lt"/>
                <a:ea typeface="ＭＳ Ｐゴシック" charset="-128"/>
              </a:rPr>
              <a:t>mạng</a:t>
            </a:r>
          </a:p>
          <a:p>
            <a:pPr xmlns:a="http://schemas.openxmlformats.org/drawingml/2006/main" lvl="1" indent="-283464"/>
            <a:r xmlns:a="http://schemas.openxmlformats.org/drawingml/2006/main">
              <a:rPr lang="vi" altLang="en-US" sz="2200" dirty="0">
                <a:latin typeface="+mn-lt"/>
                <a:ea typeface="ＭＳ Ｐゴシック" charset="-128"/>
              </a:rPr>
              <a:t>Tôi</a:t>
            </a:r>
            <a:r xmlns:a="http://schemas.openxmlformats.org/drawingml/2006/main">
              <a:rPr lang="vi" altLang="en-US" sz="100" dirty="0">
                <a:latin typeface="+mn-lt"/>
                <a:ea typeface="ＭＳ Ｐゴシック" charset="-128"/>
              </a:rPr>
              <a:t> </a:t>
            </a:r>
            <a:r xmlns:a="http://schemas.openxmlformats.org/drawingml/2006/main">
              <a:rPr lang="vi" altLang="en-US" sz="2200" dirty="0" smtClean="0">
                <a:latin typeface="+mn-lt"/>
                <a:ea typeface="ＭＳ Ｐゴシック" charset="-128"/>
              </a:rPr>
              <a:t>Pv6</a:t>
            </a:r>
            <a:endParaRPr xmlns:a="http://schemas.openxmlformats.org/drawingml/2006/main" lang="en-US" altLang="en-US" sz="2200" dirty="0">
              <a:latin typeface="+mn-lt"/>
              <a:ea typeface="ＭＳ Ｐゴシック" charset="-128"/>
              <a:cs typeface="ＭＳ Ｐゴシック" charset="-128"/>
            </a:endParaRPr>
          </a:p>
        </p:txBody>
      </p:sp>
      <p:sp>
        <p:nvSpPr>
          <p:cNvPr id="4" name="Content Placeholder 3"/>
          <p:cNvSpPr>
            <a:spLocks noGrp="1"/>
          </p:cNvSpPr>
          <p:nvPr>
            <p:ph idx="13"/>
          </p:nvPr>
        </p:nvSpPr>
        <p:spPr>
          <a:xfrm>
            <a:off x="5080000" y="1614714"/>
            <a:ext cx="3454400" cy="4281715"/>
          </a:xfrm>
        </p:spPr>
        <p:txBody>
          <a:bodyPr/>
          <a:lstStyle/>
          <a:p>
            <a:pPr xmlns:a="http://schemas.openxmlformats.org/drawingml/2006/main" marL="0" indent="0">
              <a:buFont typeface="Wingdings" panose="05000000000000000000" pitchFamily="2" charset="2"/>
              <a:buNone/>
            </a:pPr>
            <a:r xmlns:a="http://schemas.openxmlformats.org/drawingml/2006/main">
              <a:rPr lang="vi" altLang="en-US" sz="2200" b="1" dirty="0">
                <a:solidFill>
                  <a:schemeClr val="tx2"/>
                </a:solidFill>
                <a:latin typeface="+mn-lt"/>
                <a:ea typeface="ＭＳ Ｐゴシック" charset="-128"/>
                <a:cs typeface="ＭＳ Ｐゴシック" charset="-128"/>
              </a:rPr>
              <a:t>4.4 </a:t>
            </a:r>
            <a:r xmlns:a="http://schemas.openxmlformats.org/drawingml/2006/main">
              <a:rPr lang="vi" altLang="en-US" sz="2200" dirty="0">
                <a:latin typeface="+mn-lt"/>
                <a:ea typeface="ＭＳ Ｐゴシック" charset="-128"/>
                <a:cs typeface="ＭＳ Ｐゴシック" charset="-128"/>
              </a:rPr>
              <a:t>Generalized </a:t>
            </a:r>
            <a:r xmlns:a="http://schemas.openxmlformats.org/drawingml/2006/main">
              <a:rPr lang="vi" altLang="en-US" sz="2200" dirty="0" smtClean="0">
                <a:latin typeface="+mn-lt"/>
                <a:ea typeface="ＭＳ Ｐゴシック" charset="-128"/>
                <a:cs typeface="ＭＳ Ｐゴシック" charset="-128"/>
              </a:rPr>
              <a:t>Forward và </a:t>
            </a:r>
            <a:r xmlns:a="http://schemas.openxmlformats.org/drawingml/2006/main">
              <a:rPr lang="vi" altLang="en-US" sz="2200" dirty="0">
                <a:latin typeface="+mn-lt"/>
                <a:ea typeface="ＭＳ Ｐゴシック" charset="-128"/>
                <a:cs typeface="ＭＳ Ｐゴシック" charset="-128"/>
              </a:rPr>
              <a:t>S</a:t>
            </a:r>
            <a:r xmlns:a="http://schemas.openxmlformats.org/drawingml/2006/main">
              <a:rPr lang="vi" altLang="en-US" sz="100" dirty="0">
                <a:latin typeface="+mn-lt"/>
                <a:ea typeface="ＭＳ Ｐゴシック" charset="-128"/>
                <a:cs typeface="ＭＳ Ｐゴシック" charset="-128"/>
              </a:rPr>
              <a:t> </a:t>
            </a:r>
            <a:r xmlns:a="http://schemas.openxmlformats.org/drawingml/2006/main">
              <a:rPr lang="vi" altLang="en-US" sz="2200" dirty="0">
                <a:latin typeface="+mn-lt"/>
                <a:ea typeface="ＭＳ Ｐゴシック" charset="-128"/>
                <a:cs typeface="ＭＳ Ｐゴシック" charset="-128"/>
              </a:rPr>
              <a:t>Đ.</a:t>
            </a:r>
            <a:r xmlns:a="http://schemas.openxmlformats.org/drawingml/2006/main">
              <a:rPr lang="vi" altLang="en-US" sz="100" dirty="0">
                <a:latin typeface="+mn-lt"/>
                <a:ea typeface="ＭＳ Ｐゴシック" charset="-128"/>
                <a:cs typeface="ＭＳ Ｐゴシック" charset="-128"/>
              </a:rPr>
              <a:t> </a:t>
            </a:r>
            <a:r xmlns:a="http://schemas.openxmlformats.org/drawingml/2006/main">
              <a:rPr lang="vi" altLang="en-US" sz="2200" dirty="0">
                <a:latin typeface="+mn-lt"/>
                <a:ea typeface="ＭＳ Ｐゴシック" charset="-128"/>
                <a:cs typeface="ＭＳ Ｐゴシック" charset="-128"/>
              </a:rPr>
              <a:t>N</a:t>
            </a:r>
          </a:p>
          <a:p>
            <a:pPr xmlns:a="http://schemas.openxmlformats.org/drawingml/2006/main" lvl="1" indent="-283464"/>
            <a:r xmlns:a="http://schemas.openxmlformats.org/drawingml/2006/main">
              <a:rPr lang="vi" altLang="en-US" sz="2200" dirty="0">
                <a:latin typeface="+mn-lt"/>
                <a:ea typeface="ＭＳ Ｐゴシック" charset="-128"/>
              </a:rPr>
              <a:t>trận đấu</a:t>
            </a:r>
          </a:p>
          <a:p>
            <a:pPr xmlns:a="http://schemas.openxmlformats.org/drawingml/2006/main" lvl="1" indent="-283464"/>
            <a:r xmlns:a="http://schemas.openxmlformats.org/drawingml/2006/main">
              <a:rPr lang="vi" altLang="en-US" sz="2200" dirty="0">
                <a:latin typeface="+mn-lt"/>
                <a:ea typeface="ＭＳ Ｐゴシック" charset="-128"/>
              </a:rPr>
              <a:t>hoạt động</a:t>
            </a:r>
          </a:p>
          <a:p>
            <a:pPr xmlns:a="http://schemas.openxmlformats.org/drawingml/2006/main" lvl="1" indent="-283464"/>
            <a:r xmlns:a="http://schemas.openxmlformats.org/drawingml/2006/main">
              <a:rPr lang="vi" altLang="en-US" sz="2200" dirty="0" smtClean="0">
                <a:latin typeface="+mn-lt"/>
                <a:ea typeface="ＭＳ Ｐゴシック" charset="-128"/>
              </a:rPr>
              <a:t>Dòng chảy mở</a:t>
            </a:r>
            <a:endParaRPr xmlns:a="http://schemas.openxmlformats.org/drawingml/2006/main" lang="en-US" altLang="en-US" sz="2200" dirty="0">
              <a:latin typeface="+mn-lt"/>
              <a:ea typeface="ＭＳ Ｐゴシック" charset="-128"/>
            </a:endParaRPr>
          </a:p>
          <a:p>
            <a:pPr xmlns:a="http://schemas.openxmlformats.org/drawingml/2006/main" lvl="1" indent="-283464"/>
            <a:r xmlns:a="http://schemas.openxmlformats.org/drawingml/2006/main">
              <a:rPr lang="vi" altLang="en-US" sz="2200" dirty="0" smtClean="0">
                <a:latin typeface="+mn-lt"/>
                <a:ea typeface="ＭＳ Ｐゴシック" charset="-128"/>
              </a:rPr>
              <a:t>ví dụ </a:t>
            </a:r>
            <a:r xmlns:a="http://schemas.openxmlformats.org/drawingml/2006/main">
              <a:rPr lang="vi" altLang="en-US" sz="2200" dirty="0">
                <a:latin typeface="+mn-lt"/>
                <a:ea typeface="ＭＳ Ｐゴシック" charset="-128"/>
              </a:rPr>
              <a:t>về trận đấu cộng với hành động trong </a:t>
            </a:r>
            <a:r xmlns:a="http://schemas.openxmlformats.org/drawingml/2006/main">
              <a:rPr lang="vi" altLang="en-US" sz="2200" dirty="0" smtClean="0">
                <a:latin typeface="+mn-lt"/>
                <a:ea typeface="ＭＳ Ｐゴシック" charset="-128"/>
              </a:rPr>
              <a:t>hành động</a:t>
            </a:r>
            <a:endParaRPr xmlns:a="http://schemas.openxmlformats.org/drawingml/2006/main" lang="en-US" altLang="en-US" sz="2200" dirty="0">
              <a:latin typeface="+mn-lt"/>
              <a:ea typeface="ＭＳ Ｐゴシック" charset="-128"/>
            </a:endParaRPr>
          </a:p>
        </p:txBody>
      </p:sp>
    </p:spTree>
    <p:extLst>
      <p:ext uri="{BB962C8B-B14F-4D97-AF65-F5344CB8AC3E}">
        <p14:creationId xmlns:p14="http://schemas.microsoft.com/office/powerpoint/2010/main" val="385496548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dirty="0"/>
              <a:t>Chương 4: </a:t>
            </a:r>
            <a:r xmlns:a="http://schemas.openxmlformats.org/drawingml/2006/main">
              <a:rPr lang="vi" dirty="0" smtClean="0"/>
              <a:t>Tầng mạng</a:t>
            </a:r>
            <a:endParaRPr xmlns:a="http://schemas.openxmlformats.org/drawingml/2006/main" lang="en-US" dirty="0"/>
          </a:p>
        </p:txBody>
      </p:sp>
      <p:sp>
        <p:nvSpPr>
          <p:cNvPr id="3" name="Text Placeholder 2"/>
          <p:cNvSpPr>
            <a:spLocks noGrp="1"/>
          </p:cNvSpPr>
          <p:nvPr>
            <p:ph type="body" idx="1"/>
          </p:nvPr>
        </p:nvSpPr>
        <p:spPr/>
        <p:txBody>
          <a:bodyPr/>
          <a:lstStyle/>
          <a:p>
            <a:pPr xmlns:a="http://schemas.openxmlformats.org/drawingml/2006/main">
              <a:buFont typeface="Wingdings" charset="0"/>
              <a:buNone/>
              <a:defRPr/>
            </a:pPr>
            <a:r xmlns:a="http://schemas.openxmlformats.org/drawingml/2006/main">
              <a:rPr lang="vi" sz="2400" b="1" dirty="0">
                <a:solidFill>
                  <a:schemeClr val="tx1"/>
                </a:solidFill>
                <a:latin typeface="+mn-lt"/>
              </a:rPr>
              <a:t>mục tiêu của chương </a:t>
            </a:r>
            <a:r xmlns:a="http://schemas.openxmlformats.org/drawingml/2006/main">
              <a:rPr lang="vi" sz="2400" b="1" dirty="0" smtClean="0">
                <a:solidFill>
                  <a:schemeClr val="tx1"/>
                </a:solidFill>
                <a:latin typeface="+mn-lt"/>
              </a:rPr>
              <a:t>:</a:t>
            </a:r>
            <a:endParaRPr xmlns:a="http://schemas.openxmlformats.org/drawingml/2006/main" lang="en-US" sz="2400" b="1" dirty="0">
              <a:solidFill>
                <a:schemeClr val="tx1"/>
              </a:solidFill>
              <a:latin typeface="+mn-lt"/>
            </a:endParaRPr>
          </a:p>
          <a:p>
            <a:pPr xmlns:a="http://schemas.openxmlformats.org/drawingml/2006/main">
              <a:defRPr/>
            </a:pPr>
            <a:r xmlns:a="http://schemas.openxmlformats.org/drawingml/2006/main">
              <a:rPr lang="vi" sz="2400" dirty="0">
                <a:latin typeface="+mn-lt"/>
              </a:rPr>
              <a:t>hiểu các nguyên tắc đằng sau các </a:t>
            </a:r>
            <a:r xmlns:a="http://schemas.openxmlformats.org/drawingml/2006/main">
              <a:rPr lang="vi" sz="2400" dirty="0" smtClean="0">
                <a:latin typeface="+mn-lt"/>
              </a:rPr>
              <a:t>dịch vụ lớp mạng, tập trung </a:t>
            </a:r>
            <a:r xmlns:a="http://schemas.openxmlformats.org/drawingml/2006/main">
              <a:rPr lang="vi" sz="2400" dirty="0">
                <a:latin typeface="+mn-lt"/>
              </a:rPr>
              <a:t>vào mặt phẳng dữ liệu:</a:t>
            </a:r>
          </a:p>
          <a:p>
            <a:pPr xmlns:a="http://schemas.openxmlformats.org/drawingml/2006/main" lvl="1">
              <a:buFont typeface="Arial" panose="020B0604020202020204" pitchFamily="34" charset="0"/>
              <a:buChar char="–"/>
              <a:defRPr/>
            </a:pPr>
            <a:r xmlns:a="http://schemas.openxmlformats.org/drawingml/2006/main">
              <a:rPr lang="vi" sz="2400" dirty="0">
                <a:latin typeface="+mn-lt"/>
              </a:rPr>
              <a:t>mô hình dịch vụ tầng mạng</a:t>
            </a:r>
          </a:p>
          <a:p>
            <a:pPr xmlns:a="http://schemas.openxmlformats.org/drawingml/2006/main" lvl="1">
              <a:buFont typeface="Arial" panose="020B0604020202020204" pitchFamily="34" charset="0"/>
              <a:buChar char="–"/>
              <a:defRPr/>
            </a:pPr>
            <a:r xmlns:a="http://schemas.openxmlformats.org/drawingml/2006/main">
              <a:rPr lang="vi" sz="2400" dirty="0">
                <a:latin typeface="+mn-lt"/>
              </a:rPr>
              <a:t>chuyển tiếp so với định tuyến</a:t>
            </a:r>
          </a:p>
          <a:p>
            <a:pPr xmlns:a="http://schemas.openxmlformats.org/drawingml/2006/main" lvl="1">
              <a:buFont typeface="Arial" panose="020B0604020202020204" pitchFamily="34" charset="0"/>
              <a:buChar char="–"/>
              <a:defRPr/>
            </a:pPr>
            <a:r xmlns:a="http://schemas.openxmlformats.org/drawingml/2006/main">
              <a:rPr lang="vi" sz="2400" dirty="0">
                <a:latin typeface="+mn-lt"/>
              </a:rPr>
              <a:t>cách một bộ định tuyến hoạt động</a:t>
            </a:r>
          </a:p>
          <a:p>
            <a:pPr xmlns:a="http://schemas.openxmlformats.org/drawingml/2006/main" lvl="1">
              <a:buFont typeface="Arial" panose="020B0604020202020204" pitchFamily="34" charset="0"/>
              <a:buChar char="–"/>
              <a:defRPr/>
            </a:pPr>
            <a:r xmlns:a="http://schemas.openxmlformats.org/drawingml/2006/main">
              <a:rPr lang="vi" sz="2400" dirty="0">
                <a:latin typeface="+mn-lt"/>
              </a:rPr>
              <a:t>chuyển tiếp tổng quát</a:t>
            </a:r>
          </a:p>
          <a:p>
            <a:pPr xmlns:a="http://schemas.openxmlformats.org/drawingml/2006/main">
              <a:defRPr/>
            </a:pPr>
            <a:r xmlns:a="http://schemas.openxmlformats.org/drawingml/2006/main">
              <a:rPr lang="vi" sz="2400" dirty="0">
                <a:latin typeface="+mn-lt"/>
              </a:rPr>
              <a:t>khởi tạo, triển khai trên </a:t>
            </a:r>
            <a:r xmlns:a="http://schemas.openxmlformats.org/drawingml/2006/main">
              <a:rPr lang="vi" sz="2400" dirty="0" smtClean="0">
                <a:latin typeface="+mn-lt"/>
              </a:rPr>
              <a:t>Internet</a:t>
            </a:r>
            <a:endParaRPr xmlns:a="http://schemas.openxmlformats.org/drawingml/2006/main" lang="en-US" sz="2400" dirty="0">
              <a:latin typeface="+mn-lt"/>
            </a:endParaRPr>
          </a:p>
        </p:txBody>
      </p:sp>
    </p:spTree>
    <p:extLst>
      <p:ext uri="{BB962C8B-B14F-4D97-AF65-F5344CB8AC3E}">
        <p14:creationId xmlns:p14="http://schemas.microsoft.com/office/powerpoint/2010/main" val="276986118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dirty="0" smtClean="0"/>
              <a:t>lớp </a:t>
            </a:r>
            <a:endParaRPr xmlns:a="http://schemas.openxmlformats.org/drawingml/2006/main" lang="en-US" dirty="0"/>
            <a:r xmlns:a="http://schemas.openxmlformats.org/drawingml/2006/main">
              <a:rPr lang="vi" dirty="0"/>
              <a:t>mạng</a:t>
            </a:r>
          </a:p>
        </p:txBody>
      </p:sp>
      <p:sp>
        <p:nvSpPr>
          <p:cNvPr id="3" name="Text Placeholder 2"/>
          <p:cNvSpPr>
            <a:spLocks noGrp="1"/>
          </p:cNvSpPr>
          <p:nvPr>
            <p:ph type="body" idx="1"/>
          </p:nvPr>
        </p:nvSpPr>
        <p:spPr>
          <a:xfrm>
            <a:off x="457201" y="1600200"/>
            <a:ext cx="3566160" cy="4525963"/>
          </a:xfrm>
        </p:spPr>
        <p:txBody>
          <a:bodyPr/>
          <a:lstStyle/>
          <a:p>
            <a:r xmlns:a="http://schemas.openxmlformats.org/drawingml/2006/main">
              <a:rPr lang="vi" altLang="en-US" sz="2000" dirty="0">
                <a:latin typeface="+mn-lt"/>
                <a:ea typeface="ＭＳ Ｐゴシック" charset="-128"/>
                <a:cs typeface="ＭＳ Ｐゴシック" charset="-128"/>
              </a:rPr>
              <a:t>phân đoạn vận chuyển từ gửi đến </a:t>
            </a:r>
            <a:r xmlns:a="http://schemas.openxmlformats.org/drawingml/2006/main">
              <a:rPr lang="vi" altLang="en-US" sz="2000" dirty="0" smtClean="0">
                <a:latin typeface="+mn-lt"/>
                <a:ea typeface="ＭＳ Ｐゴシック" charset="-128"/>
                <a:cs typeface="ＭＳ Ｐゴシック" charset="-128"/>
              </a:rPr>
              <a:t>máy chủ nhận</a:t>
            </a:r>
            <a:endParaRPr xmlns:a="http://schemas.openxmlformats.org/drawingml/2006/main" lang="en-US" altLang="en-US" sz="2000" dirty="0">
              <a:latin typeface="+mn-lt"/>
              <a:ea typeface="ＭＳ Ｐゴシック" charset="-128"/>
              <a:cs typeface="ＭＳ Ｐゴシック" charset="-128"/>
            </a:endParaRPr>
          </a:p>
          <a:p>
            <a:r xmlns:a="http://schemas.openxmlformats.org/drawingml/2006/main">
              <a:rPr lang="vi" altLang="en-US" sz="2000" dirty="0">
                <a:latin typeface="+mn-lt"/>
                <a:ea typeface="ＭＳ Ｐゴシック" charset="-128"/>
                <a:cs typeface="ＭＳ Ｐゴシック" charset="-128"/>
              </a:rPr>
              <a:t>gửi </a:t>
            </a:r>
            <a:r xmlns:a="http://schemas.openxmlformats.org/drawingml/2006/main">
              <a:rPr lang="vi" altLang="en-US" sz="2000" dirty="0" smtClean="0">
                <a:latin typeface="+mn-lt"/>
                <a:ea typeface="ＭＳ Ｐゴシック" charset="-128"/>
                <a:cs typeface="ＭＳ Ｐゴシック" charset="-128"/>
              </a:rPr>
              <a:t>đóng gói các phân đoạn thành </a:t>
            </a:r>
            <a:r xmlns:a="http://schemas.openxmlformats.org/drawingml/2006/main">
              <a:rPr lang="vi" altLang="en-US" sz="2000" dirty="0">
                <a:latin typeface="+mn-lt"/>
                <a:ea typeface="ＭＳ Ｐゴシック" charset="-128"/>
                <a:cs typeface="ＭＳ Ｐゴシック" charset="-128"/>
              </a:rPr>
              <a:t>datagram</a:t>
            </a:r>
          </a:p>
          <a:p>
            <a:r xmlns:a="http://schemas.openxmlformats.org/drawingml/2006/main">
              <a:rPr lang="vi" altLang="en-US" sz="2000" dirty="0">
                <a:latin typeface="+mn-lt"/>
                <a:ea typeface="ＭＳ Ｐゴシック" charset="-128"/>
                <a:cs typeface="ＭＳ Ｐゴシック" charset="-128"/>
              </a:rPr>
              <a:t>ở bên nhận, phân phối các phân đoạn đến lớp vận chuyển</a:t>
            </a:r>
          </a:p>
          <a:p>
            <a:r xmlns:a="http://schemas.openxmlformats.org/drawingml/2006/main">
              <a:rPr lang="vi" altLang="en-US" sz="2000" dirty="0">
                <a:latin typeface="+mn-lt"/>
                <a:ea typeface="ＭＳ Ｐゴシック" charset="-128"/>
                <a:cs typeface="ＭＳ Ｐゴシック" charset="-128"/>
              </a:rPr>
              <a:t>các giao thức tầng mạng trong </a:t>
            </a:r>
            <a:r xmlns:a="http://schemas.openxmlformats.org/drawingml/2006/main">
              <a:rPr lang="vi" altLang="en-US" sz="2000" b="1" dirty="0">
                <a:solidFill>
                  <a:schemeClr val="tx1"/>
                </a:solidFill>
                <a:latin typeface="+mn-lt"/>
                <a:ea typeface="ＭＳ Ｐゴシック" charset="-128"/>
                <a:cs typeface="ＭＳ Ｐゴシック" charset="-128"/>
              </a:rPr>
              <a:t>mọi</a:t>
            </a:r>
            <a:r xmlns:a="http://schemas.openxmlformats.org/drawingml/2006/main">
              <a:rPr lang="vi" altLang="en-US" sz="2000" dirty="0">
                <a:solidFill>
                  <a:srgbClr val="000099"/>
                </a:solidFill>
                <a:latin typeface="+mn-lt"/>
                <a:ea typeface="ＭＳ Ｐゴシック" charset="-128"/>
                <a:cs typeface="ＭＳ Ｐゴシック" charset="-128"/>
              </a:rPr>
              <a:t> </a:t>
            </a:r>
            <a:r xmlns:a="http://schemas.openxmlformats.org/drawingml/2006/main">
              <a:rPr lang="vi" altLang="en-US" sz="2000" dirty="0">
                <a:latin typeface="+mn-lt"/>
                <a:ea typeface="ＭＳ Ｐゴシック" charset="-128"/>
                <a:cs typeface="ＭＳ Ｐゴシック" charset="-128"/>
              </a:rPr>
              <a:t>máy chủ, bộ định tuyến</a:t>
            </a:r>
          </a:p>
          <a:p>
            <a:r xmlns:a="http://schemas.openxmlformats.org/drawingml/2006/main">
              <a:rPr lang="vi" altLang="en-US" sz="2000" dirty="0">
                <a:latin typeface="+mn-lt"/>
                <a:ea typeface="ＭＳ Ｐゴシック" charset="-128"/>
                <a:cs typeface="ＭＳ Ｐゴシック" charset="-128"/>
              </a:rPr>
              <a:t>bộ định tuyến kiểm tra các trường tiêu đề trong tất cả </a:t>
            </a:r>
            <a:r xmlns:a="http://schemas.openxmlformats.org/drawingml/2006/main">
              <a:rPr lang="vi" altLang="en-US" sz="2000" dirty="0" smtClean="0">
                <a:latin typeface="+mn-lt"/>
                <a:ea typeface="ＭＳ Ｐゴシック" charset="-128"/>
                <a:cs typeface="ＭＳ Ｐゴシック" charset="-128"/>
              </a:rPr>
              <a:t>tôi</a:t>
            </a:r>
            <a:r xmlns:a="http://schemas.openxmlformats.org/drawingml/2006/main">
              <a:rPr lang="vi" altLang="en-US" sz="100" dirty="0" smtClean="0">
                <a:latin typeface="+mn-lt"/>
                <a:ea typeface="ＭＳ Ｐゴシック" charset="-128"/>
                <a:cs typeface="ＭＳ Ｐゴシック" charset="-128"/>
              </a:rPr>
              <a:t> </a:t>
            </a:r>
            <a:r xmlns:a="http://schemas.openxmlformats.org/drawingml/2006/main">
              <a:rPr lang="vi" altLang="en-US" sz="2000" dirty="0" smtClean="0">
                <a:latin typeface="+mn-lt"/>
                <a:ea typeface="ＭＳ Ｐゴシック" charset="-128"/>
                <a:cs typeface="ＭＳ Ｐゴシック" charset="-128"/>
              </a:rPr>
              <a:t>P datagram </a:t>
            </a:r>
            <a:r xmlns:a="http://schemas.openxmlformats.org/drawingml/2006/main">
              <a:rPr lang="vi" altLang="en-US" sz="2000" dirty="0">
                <a:latin typeface="+mn-lt"/>
                <a:ea typeface="ＭＳ Ｐゴシック" charset="-128"/>
                <a:cs typeface="ＭＳ Ｐゴシック" charset="-128"/>
              </a:rPr>
              <a:t>đi qua </a:t>
            </a:r>
            <a:r xmlns:a="http://schemas.openxmlformats.org/drawingml/2006/main">
              <a:rPr lang="vi" altLang="en-US" sz="2000" dirty="0" smtClean="0">
                <a:latin typeface="+mn-lt"/>
                <a:ea typeface="ＭＳ Ｐゴシック" charset="-128"/>
                <a:cs typeface="ＭＳ Ｐゴシック" charset="-128"/>
              </a:rPr>
              <a:t>nó</a:t>
            </a:r>
            <a:endParaRPr xmlns:a="http://schemas.openxmlformats.org/drawingml/2006/main" lang="en-US" altLang="en-US" sz="2000" dirty="0">
              <a:latin typeface="+mn-lt"/>
              <a:ea typeface="ＭＳ Ｐゴシック" charset="-128"/>
              <a:cs typeface="ＭＳ Ｐゴシック" charset="-128"/>
            </a:endParaRPr>
          </a:p>
        </p:txBody>
      </p:sp>
      <p:pic>
        <p:nvPicPr>
          <p:cNvPr id="4" name="Picture 3" descr="A diagram of computer networking. There are 5 linked groups and 3 linked tables. Each group has many devices. Some devices have tables beside them. 1, mobile network. There is a smart phone, a wireless laptop, a car, a traffic light, and a tower. Each item emits a signal. The tower is wired to a router. This router is wired to the next group. 2, global I S P. There are 4 routers arranged in a square shape. Each router has a blank table of 3 rows each. The top row of each is highlighted. Each router is wired to the routers next to it. A router is connected to another router in group 3. 3, local or regional I S P. There are 3 routers. All 3 routers have a table of 3 rows, as follows. Network, data link, physical. Each router in this group are wired to each other. One router is wired to a router in group 4. 4, home network. The router is wired to a wifi router, a router, and another wifi router. A wireless laptop, a refrigerator, a P C, and other devices emit a signal. The router in this group has a table, Router R 1, of 3 rows, network, data link, physical. The first row is highlighted. The second wifi router has a table, end system H 1, of 5 rows, application, transport, network, data link, physical. Row 3, network, is highlighted. In group 3, regional I S P, the bottom router is wired a router in the next group. 5, institutional network. There are 3 routers. The top triangle is wired to a router in group 3, regional I S P. The 3 routers are all wired together. The top router has a table of 3 rows, network, data link, physical. Row 1 is highlighted. The left most router is wired to 4 P Cs and a wifi router. This router has a blank table of 3 rows, the first is highlighted. Near the wifi router, there are 2 wireless laptops. All 3 of these emit a signal. The right most router is wired to 2 servers. This router has a table, router R 2, of 3 rows, network, data link, physical. Row 1 is highlighted. The server is connected to another router, which is connected to 2 servers. The second server has a table, end system H 2, of 5 rows. Application, transport, network, data link, physical. Row 3, network, is highlighte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0" y="1568682"/>
            <a:ext cx="3937217" cy="4382639"/>
          </a:xfrm>
          <a:prstGeom prst="rect">
            <a:avLst/>
          </a:prstGeom>
        </p:spPr>
      </p:pic>
    </p:spTree>
    <p:extLst>
      <p:ext uri="{BB962C8B-B14F-4D97-AF65-F5344CB8AC3E}">
        <p14:creationId xmlns:p14="http://schemas.microsoft.com/office/powerpoint/2010/main" val="115527903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dirty="0"/>
              <a:t>Hai chức năng lớp mạng chính</a:t>
            </a:r>
          </a:p>
        </p:txBody>
      </p:sp>
      <p:sp>
        <p:nvSpPr>
          <p:cNvPr id="3" name="Text Placeholder 2"/>
          <p:cNvSpPr>
            <a:spLocks noGrp="1"/>
          </p:cNvSpPr>
          <p:nvPr>
            <p:ph type="body" idx="1"/>
          </p:nvPr>
        </p:nvSpPr>
        <p:spPr>
          <a:xfrm>
            <a:off x="457200" y="1600200"/>
            <a:ext cx="8229600" cy="2647335"/>
          </a:xfrm>
        </p:spPr>
        <p:txBody>
          <a:bodyPr/>
          <a:lstStyle/>
          <a:p>
            <a:pPr xmlns:a="http://schemas.openxmlformats.org/drawingml/2006/main" marL="0" indent="0">
              <a:spcBef>
                <a:spcPts val="600"/>
              </a:spcBef>
              <a:buFont typeface="Wingdings" panose="05000000000000000000" pitchFamily="2" charset="2"/>
              <a:buNone/>
            </a:pPr>
            <a:r xmlns:a="http://schemas.openxmlformats.org/drawingml/2006/main">
              <a:rPr lang="vi" altLang="en-US" sz="2200" b="1" dirty="0">
                <a:solidFill>
                  <a:schemeClr val="tx1"/>
                </a:solidFill>
                <a:latin typeface="+mn-lt"/>
                <a:ea typeface="ＭＳ Ｐゴシック" charset="-128"/>
                <a:cs typeface="ＭＳ Ｐゴシック" charset="-128"/>
              </a:rPr>
              <a:t>Chức năng tầng mạng:</a:t>
            </a:r>
          </a:p>
          <a:p>
            <a:r xmlns:a="http://schemas.openxmlformats.org/drawingml/2006/main">
              <a:rPr lang="vi" altLang="en-US" sz="2200" b="1" dirty="0">
                <a:solidFill>
                  <a:schemeClr val="tx1"/>
                </a:solidFill>
                <a:latin typeface="+mn-lt"/>
                <a:ea typeface="ＭＳ Ｐゴシック" charset="-128"/>
                <a:cs typeface="ＭＳ Ｐゴシック" charset="-128"/>
              </a:rPr>
              <a:t>chuyển tiếp: </a:t>
            </a:r>
            <a:r xmlns:a="http://schemas.openxmlformats.org/drawingml/2006/main">
              <a:rPr lang="vi" altLang="en-US" sz="2200" dirty="0">
                <a:latin typeface="+mn-lt"/>
                <a:ea typeface="ＭＳ Ｐゴシック" charset="-128"/>
                <a:cs typeface="ＭＳ Ｐゴシック" charset="-128"/>
              </a:rPr>
              <a:t>di chuyển các gói từ </a:t>
            </a:r>
            <a:r xmlns:a="http://schemas.openxmlformats.org/drawingml/2006/main">
              <a:rPr lang="vi" altLang="ja-JP" sz="2200" dirty="0">
                <a:latin typeface="+mn-lt"/>
                <a:ea typeface="ＭＳ Ｐゴシック" charset="-128"/>
                <a:cs typeface="ＭＳ Ｐゴシック" charset="-128"/>
              </a:rPr>
              <a:t>đầu vào </a:t>
            </a:r>
            <a:r xmlns:a="http://schemas.openxmlformats.org/drawingml/2006/main">
              <a:rPr lang="vi" altLang="ja-JP" sz="2200" dirty="0" smtClean="0">
                <a:latin typeface="+mn-lt"/>
                <a:ea typeface="ＭＳ Ｐゴシック" charset="-128"/>
                <a:cs typeface="ＭＳ Ｐゴシック" charset="-128"/>
              </a:rPr>
              <a:t>của bộ định </a:t>
            </a:r>
            <a:r xmlns:a="http://schemas.openxmlformats.org/drawingml/2006/main">
              <a:rPr lang="vi" altLang="en-US" sz="2200" dirty="0" smtClean="0">
                <a:latin typeface="+mn-lt"/>
                <a:ea typeface="ＭＳ Ｐゴシック" charset="-128"/>
                <a:cs typeface="ＭＳ Ｐゴシック" charset="-128"/>
              </a:rPr>
              <a:t>tuyến đến </a:t>
            </a:r>
            <a:r xmlns:a="http://schemas.openxmlformats.org/drawingml/2006/main">
              <a:rPr lang="vi" altLang="ja-JP" sz="2200" dirty="0">
                <a:latin typeface="+mn-lt"/>
                <a:ea typeface="ＭＳ Ｐゴシック" charset="-128"/>
                <a:cs typeface="ＭＳ Ｐゴシック" charset="-128"/>
              </a:rPr>
              <a:t>đầu ra </a:t>
            </a:r>
            <a:r xmlns:a="http://schemas.openxmlformats.org/drawingml/2006/main">
              <a:rPr lang="vi" altLang="ja-JP" sz="2200" dirty="0" smtClean="0">
                <a:latin typeface="+mn-lt"/>
                <a:ea typeface="ＭＳ Ｐゴシック" charset="-128"/>
                <a:cs typeface="ＭＳ Ｐゴシック" charset="-128"/>
              </a:rPr>
              <a:t>bộ định tuyến thích hợp</a:t>
            </a:r>
          </a:p>
          <a:p>
            <a:r xmlns:a="http://schemas.openxmlformats.org/drawingml/2006/main">
              <a:rPr lang="vi" altLang="en-US" sz="2200" b="1" dirty="0">
                <a:solidFill>
                  <a:schemeClr val="tx1"/>
                </a:solidFill>
                <a:latin typeface="+mn-lt"/>
                <a:ea typeface="ＭＳ Ｐゴシック" charset="-128"/>
                <a:cs typeface="ＭＳ Ｐゴシック" charset="-128"/>
              </a:rPr>
              <a:t>định tuyến: </a:t>
            </a:r>
            <a:r xmlns:a="http://schemas.openxmlformats.org/drawingml/2006/main">
              <a:rPr lang="vi" altLang="en-US" sz="2200" dirty="0">
                <a:latin typeface="+mn-lt"/>
                <a:ea typeface="ＭＳ Ｐゴシック" charset="-128"/>
                <a:cs typeface="ＭＳ Ｐゴシック" charset="-128"/>
              </a:rPr>
              <a:t>xác định tuyến đường được thực hiện bởi các gói từ nguồn đến đích</a:t>
            </a:r>
          </a:p>
          <a:p>
            <a:pPr xmlns:a="http://schemas.openxmlformats.org/drawingml/2006/main" lvl="1"/>
            <a:r xmlns:a="http://schemas.openxmlformats.org/drawingml/2006/main">
              <a:rPr lang="vi" altLang="en-US" sz="2200" b="1" dirty="0" smtClean="0">
                <a:latin typeface="+mn-lt"/>
                <a:ea typeface="ＭＳ Ｐゴシック" charset="-128"/>
              </a:rPr>
              <a:t>thuật toán định tuyến</a:t>
            </a:r>
          </a:p>
        </p:txBody>
      </p:sp>
      <p:sp>
        <p:nvSpPr>
          <p:cNvPr id="4" name="Text Placeholder 3"/>
          <p:cNvSpPr>
            <a:spLocks noGrp="1"/>
          </p:cNvSpPr>
          <p:nvPr>
            <p:ph type="body" idx="2"/>
          </p:nvPr>
        </p:nvSpPr>
        <p:spPr>
          <a:xfrm>
            <a:off x="457200" y="4375354"/>
            <a:ext cx="8229600" cy="1509251"/>
          </a:xfrm>
        </p:spPr>
        <p:txBody>
          <a:bodyPr/>
          <a:lstStyle/>
          <a:p>
            <a:pPr xmlns:a="http://schemas.openxmlformats.org/drawingml/2006/main" marL="342900" indent="-342900">
              <a:spcBef>
                <a:spcPts val="600"/>
              </a:spcBef>
              <a:buClr>
                <a:srgbClr val="000099"/>
              </a:buClr>
              <a:buSzPct val="65000"/>
              <a:buFont typeface="Wingdings" charset="0"/>
              <a:buNone/>
              <a:defRPr/>
            </a:pPr>
            <a:r xmlns:a="http://schemas.openxmlformats.org/drawingml/2006/main">
              <a:rPr lang="vi" sz="2200" b="1" dirty="0">
                <a:solidFill>
                  <a:schemeClr val="tx1"/>
                </a:solidFill>
                <a:latin typeface="+mn-lt"/>
                <a:ea typeface="ＭＳ Ｐゴシック" charset="0"/>
                <a:cs typeface="ＭＳ Ｐゴシック" charset="0"/>
              </a:rPr>
              <a:t>tương tự: tham gia một chuyến đi</a:t>
            </a:r>
          </a:p>
          <a:p>
            <a:pPr xmlns:a="http://schemas.openxmlformats.org/drawingml/2006/main">
              <a:buClr>
                <a:schemeClr val="tx2"/>
              </a:buClr>
              <a:defRPr/>
            </a:pPr>
            <a:r xmlns:a="http://schemas.openxmlformats.org/drawingml/2006/main">
              <a:rPr lang="vi" sz="2200" b="1" dirty="0">
                <a:solidFill>
                  <a:schemeClr val="tx1"/>
                </a:solidFill>
                <a:latin typeface="+mn-lt"/>
                <a:ea typeface="ＭＳ Ｐゴシック" charset="0"/>
                <a:cs typeface="ＭＳ Ｐゴシック" charset="0"/>
              </a:rPr>
              <a:t>chuyển tiếp: </a:t>
            </a:r>
            <a:r xmlns:a="http://schemas.openxmlformats.org/drawingml/2006/main">
              <a:rPr lang="vi" sz="2200" dirty="0">
                <a:latin typeface="+mn-lt"/>
                <a:ea typeface="ＭＳ Ｐゴシック" charset="0"/>
                <a:cs typeface="ＭＳ Ｐゴシック" charset="0"/>
              </a:rPr>
              <a:t>quá trình đi qua trao đổi duy nhất</a:t>
            </a:r>
          </a:p>
          <a:p>
            <a:pPr xmlns:a="http://schemas.openxmlformats.org/drawingml/2006/main">
              <a:buClr>
                <a:schemeClr val="tx2"/>
              </a:buClr>
              <a:defRPr/>
            </a:pPr>
            <a:r xmlns:a="http://schemas.openxmlformats.org/drawingml/2006/main">
              <a:rPr lang="vi" sz="2200" b="1" dirty="0">
                <a:solidFill>
                  <a:schemeClr val="tx1"/>
                </a:solidFill>
                <a:latin typeface="+mn-lt"/>
                <a:ea typeface="ＭＳ Ｐゴシック" charset="0"/>
                <a:cs typeface="ＭＳ Ｐゴシック" charset="0"/>
              </a:rPr>
              <a:t>định tuyến: </a:t>
            </a:r>
            <a:r xmlns:a="http://schemas.openxmlformats.org/drawingml/2006/main">
              <a:rPr lang="vi" sz="2200" dirty="0">
                <a:latin typeface="+mn-lt"/>
                <a:ea typeface="ＭＳ Ｐゴシック" charset="0"/>
                <a:cs typeface="ＭＳ Ｐゴシック" charset="0"/>
              </a:rPr>
              <a:t>quá trình lập kế hoạch chuyến đi từ nguồn đến </a:t>
            </a:r>
            <a:r xmlns:a="http://schemas.openxmlformats.org/drawingml/2006/main">
              <a:rPr lang="vi" sz="2200" dirty="0" smtClean="0">
                <a:latin typeface="+mn-lt"/>
                <a:ea typeface="ＭＳ Ｐゴシック" charset="0"/>
                <a:cs typeface="ＭＳ Ｐゴシック" charset="0"/>
              </a:rPr>
              <a:t>đích</a:t>
            </a:r>
            <a:endParaRPr xmlns:a="http://schemas.openxmlformats.org/drawingml/2006/main" lang="en-US" sz="2200" dirty="0">
              <a:latin typeface="+mn-lt"/>
              <a:ea typeface="ＭＳ Ｐゴシック" charset="0"/>
              <a:cs typeface="ＭＳ Ｐゴシック" charset="0"/>
            </a:endParaRPr>
          </a:p>
        </p:txBody>
      </p:sp>
    </p:spTree>
    <p:extLst>
      <p:ext uri="{BB962C8B-B14F-4D97-AF65-F5344CB8AC3E}">
        <p14:creationId xmlns:p14="http://schemas.microsoft.com/office/powerpoint/2010/main" val="64568429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1"/>
            <a:ext cx="7639665" cy="1097279"/>
          </a:xfrm>
        </p:spPr>
        <p:txBody>
          <a:bodyPr/>
          <a:lstStyle/>
          <a:p>
            <a:r xmlns:a="http://schemas.openxmlformats.org/drawingml/2006/main">
              <a:rPr lang="vi" dirty="0"/>
              <a:t>Lớp mạng: Mặt phẳng dữ liệu, Mặt phẳng điều </a:t>
            </a:r>
            <a:r xmlns:a="http://schemas.openxmlformats.org/drawingml/2006/main">
              <a:rPr lang="vi" dirty="0" smtClean="0"/>
              <a:t>khiển</a:t>
            </a:r>
            <a:endParaRPr xmlns:a="http://schemas.openxmlformats.org/drawingml/2006/main" lang="en-US" sz="2000" b="0" dirty="0"/>
          </a:p>
        </p:txBody>
      </p:sp>
      <p:sp>
        <p:nvSpPr>
          <p:cNvPr id="3" name="Text Placeholder 2"/>
          <p:cNvSpPr>
            <a:spLocks noGrp="1"/>
          </p:cNvSpPr>
          <p:nvPr>
            <p:ph idx="1"/>
          </p:nvPr>
        </p:nvSpPr>
        <p:spPr>
          <a:xfrm>
            <a:off x="457200" y="1600200"/>
            <a:ext cx="3952568" cy="2352368"/>
          </a:xfrm>
        </p:spPr>
        <p:txBody>
          <a:bodyPr/>
          <a:lstStyle/>
          <a:p>
            <a:pPr xmlns:a="http://schemas.openxmlformats.org/drawingml/2006/main" marL="0" indent="0">
              <a:buFont typeface="Wingdings" charset="2"/>
              <a:buNone/>
              <a:defRPr/>
            </a:pPr>
            <a:r xmlns:a="http://schemas.openxmlformats.org/drawingml/2006/main">
              <a:rPr lang="vi" sz="1800" b="1" dirty="0">
                <a:solidFill>
                  <a:schemeClr val="tx1"/>
                </a:solidFill>
                <a:latin typeface="+mn-lt"/>
              </a:rPr>
              <a:t>Mặt phẳng dữ liệu</a:t>
            </a:r>
          </a:p>
          <a:p>
            <a:pPr xmlns:a="http://schemas.openxmlformats.org/drawingml/2006/main" indent="-255600">
              <a:defRPr/>
            </a:pPr>
            <a:r xmlns:a="http://schemas.openxmlformats.org/drawingml/2006/main">
              <a:rPr lang="vi" sz="1800" dirty="0">
                <a:latin typeface="+mn-lt"/>
              </a:rPr>
              <a:t>chức năng cục bộ, trên mỗi bộ định tuyến</a:t>
            </a:r>
          </a:p>
          <a:p>
            <a:pPr xmlns:a="http://schemas.openxmlformats.org/drawingml/2006/main" indent="-255600">
              <a:defRPr/>
            </a:pPr>
            <a:r xmlns:a="http://schemas.openxmlformats.org/drawingml/2006/main">
              <a:rPr lang="vi" sz="1800" dirty="0">
                <a:latin typeface="+mn-lt"/>
              </a:rPr>
              <a:t>xác định cách datagram đến cổng đầu vào của bộ định tuyến được chuyển tiếp đến cổng đầu ra của bộ định tuyến</a:t>
            </a:r>
          </a:p>
          <a:p>
            <a:pPr xmlns:a="http://schemas.openxmlformats.org/drawingml/2006/main" indent="-255600">
              <a:defRPr/>
            </a:pPr>
            <a:r xmlns:a="http://schemas.openxmlformats.org/drawingml/2006/main">
              <a:rPr lang="vi" sz="1800" dirty="0" smtClean="0">
                <a:latin typeface="+mn-lt"/>
              </a:rPr>
              <a:t>chức năng </a:t>
            </a:r>
            <a:endParaRPr xmlns:a="http://schemas.openxmlformats.org/drawingml/2006/main" lang="en-US" sz="1800" dirty="0">
              <a:latin typeface="+mn-lt"/>
            </a:endParaRPr>
            <a:r xmlns:a="http://schemas.openxmlformats.org/drawingml/2006/main">
              <a:rPr lang="vi" sz="1800" dirty="0">
                <a:latin typeface="+mn-lt"/>
              </a:rPr>
              <a:t>chuyển tiếp</a:t>
            </a:r>
          </a:p>
        </p:txBody>
      </p:sp>
      <p:sp>
        <p:nvSpPr>
          <p:cNvPr id="5" name="Content Placeholder 4"/>
          <p:cNvSpPr>
            <a:spLocks noGrp="1"/>
          </p:cNvSpPr>
          <p:nvPr>
            <p:ph idx="13"/>
          </p:nvPr>
        </p:nvSpPr>
        <p:spPr>
          <a:xfrm>
            <a:off x="4807974" y="1600199"/>
            <a:ext cx="3819832" cy="4638369"/>
          </a:xfrm>
        </p:spPr>
        <p:txBody>
          <a:bodyPr/>
          <a:lstStyle/>
          <a:p>
            <a:pPr xmlns:a="http://schemas.openxmlformats.org/drawingml/2006/main" marL="0" indent="0">
              <a:buFont typeface="Wingdings" charset="2"/>
              <a:buNone/>
              <a:defRPr/>
            </a:pPr>
            <a:r xmlns:a="http://schemas.openxmlformats.org/drawingml/2006/main">
              <a:rPr lang="vi" sz="1800" b="1" dirty="0">
                <a:solidFill>
                  <a:schemeClr val="tx1"/>
                </a:solidFill>
                <a:latin typeface="+mn-lt"/>
              </a:rPr>
              <a:t>máy bay điều khiển</a:t>
            </a:r>
          </a:p>
          <a:p>
            <a:pPr xmlns:a="http://schemas.openxmlformats.org/drawingml/2006/main" indent="-255600">
              <a:defRPr/>
            </a:pPr>
            <a:r xmlns:a="http://schemas.openxmlformats.org/drawingml/2006/main">
              <a:rPr lang="vi" sz="1800" dirty="0">
                <a:latin typeface="+mn-lt"/>
              </a:rPr>
              <a:t>logic toàn mạng</a:t>
            </a:r>
          </a:p>
          <a:p>
            <a:pPr xmlns:a="http://schemas.openxmlformats.org/drawingml/2006/main" indent="-255600">
              <a:defRPr/>
            </a:pPr>
            <a:r xmlns:a="http://schemas.openxmlformats.org/drawingml/2006/main">
              <a:rPr lang="vi" sz="1800" dirty="0">
                <a:latin typeface="+mn-lt"/>
              </a:rPr>
              <a:t>xác định cách datagram được định tuyến giữa các bộ định tuyến dọc theo đường dẫn đầu cuối từ máy chủ nguồn đến máy chủ đích</a:t>
            </a:r>
          </a:p>
          <a:p>
            <a:pPr xmlns:a="http://schemas.openxmlformats.org/drawingml/2006/main" indent="-255600">
              <a:defRPr/>
            </a:pPr>
            <a:r xmlns:a="http://schemas.openxmlformats.org/drawingml/2006/main">
              <a:rPr lang="vi" sz="1800" dirty="0">
                <a:latin typeface="+mn-lt"/>
              </a:rPr>
              <a:t>hai cách tiếp cận mặt phẳng điều khiển:</a:t>
            </a:r>
          </a:p>
          <a:p>
            <a:pPr xmlns:a="http://schemas.openxmlformats.org/drawingml/2006/main" lvl="1" indent="-284400">
              <a:defRPr/>
            </a:pPr>
            <a:r xmlns:a="http://schemas.openxmlformats.org/drawingml/2006/main">
              <a:rPr lang="vi" sz="1800" b="1" dirty="0">
                <a:solidFill>
                  <a:schemeClr val="tx1"/>
                </a:solidFill>
                <a:latin typeface="+mn-lt"/>
              </a:rPr>
              <a:t>thuật toán định tuyến truyền thống: </a:t>
            </a:r>
            <a:r xmlns:a="http://schemas.openxmlformats.org/drawingml/2006/main">
              <a:rPr lang="vi" sz="1800" dirty="0">
                <a:latin typeface="+mn-lt"/>
              </a:rPr>
              <a:t>được thực hiện trong bộ định tuyến</a:t>
            </a:r>
          </a:p>
          <a:p>
            <a:pPr xmlns:a="http://schemas.openxmlformats.org/drawingml/2006/main" lvl="1" indent="-284400">
              <a:defRPr/>
            </a:pPr>
            <a:r xmlns:a="http://schemas.openxmlformats.org/drawingml/2006/main">
              <a:rPr lang="vi" sz="1800" b="1" dirty="0">
                <a:solidFill>
                  <a:schemeClr val="tx1"/>
                </a:solidFill>
                <a:latin typeface="+mn-lt"/>
              </a:rPr>
              <a:t>mạng được xác định bằng phần mềm (S</a:t>
            </a:r>
            <a:r xmlns:a="http://schemas.openxmlformats.org/drawingml/2006/main">
              <a:rPr lang="vi" sz="100" b="1" dirty="0">
                <a:solidFill>
                  <a:schemeClr val="tx1"/>
                </a:solidFill>
                <a:latin typeface="+mn-lt"/>
              </a:rPr>
              <a:t> </a:t>
            </a:r>
            <a:r xmlns:a="http://schemas.openxmlformats.org/drawingml/2006/main">
              <a:rPr lang="vi" sz="1800" b="1" dirty="0">
                <a:solidFill>
                  <a:schemeClr val="tx1"/>
                </a:solidFill>
                <a:latin typeface="+mn-lt"/>
              </a:rPr>
              <a:t>Đ.</a:t>
            </a:r>
            <a:r xmlns:a="http://schemas.openxmlformats.org/drawingml/2006/main">
              <a:rPr lang="vi" sz="100" b="1" dirty="0">
                <a:solidFill>
                  <a:schemeClr val="tx1"/>
                </a:solidFill>
                <a:latin typeface="+mn-lt"/>
              </a:rPr>
              <a:t> </a:t>
            </a:r>
            <a:r xmlns:a="http://schemas.openxmlformats.org/drawingml/2006/main">
              <a:rPr lang="vi" sz="1800" b="1" dirty="0">
                <a:solidFill>
                  <a:schemeClr val="tx1"/>
                </a:solidFill>
                <a:latin typeface="+mn-lt"/>
              </a:rPr>
              <a:t>N): được triển khai trong </a:t>
            </a:r>
            <a:r xmlns:a="http://schemas.openxmlformats.org/drawingml/2006/main">
              <a:rPr lang="vi" sz="1800" dirty="0" smtClean="0">
                <a:latin typeface="+mn-lt"/>
              </a:rPr>
              <a:t>các máy chủ </a:t>
            </a:r>
            <a:endParaRPr xmlns:a="http://schemas.openxmlformats.org/drawingml/2006/main" lang="en-US" sz="1800" dirty="0">
              <a:latin typeface="+mn-lt"/>
            </a:endParaRPr>
            <a:r xmlns:a="http://schemas.openxmlformats.org/drawingml/2006/main">
              <a:rPr lang="vi" sz="1800" dirty="0">
                <a:latin typeface="+mn-lt"/>
              </a:rPr>
              <a:t>(từ xa)</a:t>
            </a:r>
          </a:p>
        </p:txBody>
      </p:sp>
      <p:pic>
        <p:nvPicPr>
          <p:cNvPr id="4" name="Picture 3" descr="A diagram has a packet approaching a router. The packet’s header is, 0111. These are the values in the arriving packet’s header. The router has 1 lines extending right, numbered 1, 2, 3. An arrow from the packet passes through the router to line 2."/>
          <p:cNvPicPr>
            <a:picLocks noChangeAspect="1"/>
          </p:cNvPicPr>
          <p:nvPr/>
        </p:nvPicPr>
        <p:blipFill rotWithShape="1">
          <a:blip r:embed="rId2">
            <a:extLst>
              <a:ext uri="{28A0092B-C50C-407E-A947-70E740481C1C}">
                <a14:useLocalDpi xmlns:a14="http://schemas.microsoft.com/office/drawing/2010/main" val="0"/>
              </a:ext>
            </a:extLst>
          </a:blip>
          <a:srcRect l="8696" r="9384" b="5774"/>
          <a:stretch/>
        </p:blipFill>
        <p:spPr>
          <a:xfrm>
            <a:off x="457200" y="4311327"/>
            <a:ext cx="3746091" cy="1927242"/>
          </a:xfrm>
          <a:prstGeom prst="rect">
            <a:avLst/>
          </a:prstGeom>
        </p:spPr>
      </p:pic>
    </p:spTree>
    <p:extLst>
      <p:ext uri="{BB962C8B-B14F-4D97-AF65-F5344CB8AC3E}">
        <p14:creationId xmlns:p14="http://schemas.microsoft.com/office/powerpoint/2010/main" val="11234212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xmlns:a="http://schemas.openxmlformats.org/drawingml/2006/main">
              <a:rPr lang="vi" dirty="0"/>
              <a:t>Mặt phẳng điều khiển trên mỗi bộ định tuyến</a:t>
            </a:r>
          </a:p>
        </p:txBody>
      </p:sp>
      <p:sp>
        <p:nvSpPr>
          <p:cNvPr id="5" name="Text Placeholder 4"/>
          <p:cNvSpPr>
            <a:spLocks noGrp="1"/>
          </p:cNvSpPr>
          <p:nvPr>
            <p:ph type="body" idx="1"/>
          </p:nvPr>
        </p:nvSpPr>
        <p:spPr>
          <a:xfrm>
            <a:off x="457200" y="1600201"/>
            <a:ext cx="8229600" cy="842554"/>
          </a:xfrm>
        </p:spPr>
        <p:txBody>
          <a:bodyPr/>
          <a:lstStyle/>
          <a:p>
            <a:pPr xmlns:a="http://schemas.openxmlformats.org/drawingml/2006/main" marL="0" indent="0">
              <a:buNone/>
            </a:pPr>
            <a:r xmlns:a="http://schemas.openxmlformats.org/drawingml/2006/main">
              <a:rPr lang="vi" altLang="en-US" sz="2400" dirty="0">
                <a:latin typeface="+mn-lt"/>
              </a:rPr>
              <a:t>Các thành phần thuật toán định tuyến riêng lẻ </a:t>
            </a:r>
            <a:r xmlns:a="http://schemas.openxmlformats.org/drawingml/2006/main">
              <a:rPr lang="vi" altLang="en-US" sz="2400" b="1" dirty="0">
                <a:solidFill>
                  <a:schemeClr val="tx1"/>
                </a:solidFill>
                <a:latin typeface="+mn-lt"/>
              </a:rPr>
              <a:t>trong mỗi và mọi bộ định tuyến</a:t>
            </a:r>
            <a:r xmlns:a="http://schemas.openxmlformats.org/drawingml/2006/main">
              <a:rPr lang="vi" altLang="en-US" sz="2400" i="1" dirty="0">
                <a:solidFill>
                  <a:srgbClr val="000090"/>
                </a:solidFill>
                <a:latin typeface="+mn-lt"/>
              </a:rPr>
              <a:t> </a:t>
            </a:r>
            <a:r xmlns:a="http://schemas.openxmlformats.org/drawingml/2006/main">
              <a:rPr lang="vi" altLang="en-US" sz="2400" dirty="0">
                <a:latin typeface="+mn-lt"/>
              </a:rPr>
              <a:t>tương tác trong </a:t>
            </a:r>
            <a:r xmlns:a="http://schemas.openxmlformats.org/drawingml/2006/main">
              <a:rPr lang="vi" altLang="en-US" sz="2400" dirty="0" smtClean="0">
                <a:latin typeface="+mn-lt"/>
              </a:rPr>
              <a:t>mặt phẳng điều khiển</a:t>
            </a:r>
            <a:endParaRPr xmlns:a="http://schemas.openxmlformats.org/drawingml/2006/main" lang="en-US" altLang="en-US" sz="2400" dirty="0">
              <a:latin typeface="+mn-lt"/>
            </a:endParaRPr>
          </a:p>
        </p:txBody>
      </p:sp>
      <p:pic>
        <p:nvPicPr>
          <p:cNvPr id="3" name="Picture 2" descr="A diagram has 2 parts. Part 1. The top part of the router is the control plane, which has the routing algorithm. The bottom part of the router is the data plane, which has a local forwarding table. The table has 4 rows and 2 columns, header and output. Row 1. Header, 0 1 0 0. Output, 3. Row 2. Header, 0 1 1 0. Output, 2. Row 3. Header, 0 1 1 1. Output, 2. Row 4. Header, 1 0 0 1. Output, 1. Part 2. A packet moves toward a group of routers. The packet is labeled, 0 1 1 0. Notes, values in arriving packet’s header. The packet moves toward a router. The router has 3 wires, 1, 2, and 3, connecting it to 3 other router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9898" y="2929640"/>
            <a:ext cx="6504204" cy="3101839"/>
          </a:xfrm>
          <a:prstGeom prst="rect">
            <a:avLst/>
          </a:prstGeom>
        </p:spPr>
      </p:pic>
    </p:spTree>
    <p:extLst>
      <p:ext uri="{BB962C8B-B14F-4D97-AF65-F5344CB8AC3E}">
        <p14:creationId xmlns:p14="http://schemas.microsoft.com/office/powerpoint/2010/main" val="421643403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dirty="0"/>
              <a:t>Mặt phẳng điều khiển tập trung hợp lý</a:t>
            </a:r>
          </a:p>
        </p:txBody>
      </p:sp>
      <p:sp>
        <p:nvSpPr>
          <p:cNvPr id="3" name="Text Placeholder 2"/>
          <p:cNvSpPr>
            <a:spLocks noGrp="1"/>
          </p:cNvSpPr>
          <p:nvPr>
            <p:ph type="body" idx="1"/>
          </p:nvPr>
        </p:nvSpPr>
        <p:spPr>
          <a:xfrm>
            <a:off x="457200" y="1600200"/>
            <a:ext cx="8229600" cy="855617"/>
          </a:xfrm>
        </p:spPr>
        <p:txBody>
          <a:bodyPr/>
          <a:lstStyle/>
          <a:p>
            <a:pPr xmlns:a="http://schemas.openxmlformats.org/drawingml/2006/main" marL="0" indent="0">
              <a:buNone/>
            </a:pPr>
            <a:r xmlns:a="http://schemas.openxmlformats.org/drawingml/2006/main">
              <a:rPr lang="vi" altLang="en-US" sz="2400" dirty="0">
                <a:latin typeface="+mn-lt"/>
              </a:rPr>
              <a:t>Một bộ điều khiển riêng biệt (thường là từ xa) tương tác với các tác nhân điều khiển cục bộ ( </a:t>
            </a:r>
            <a:r xmlns:a="http://schemas.openxmlformats.org/drawingml/2006/main">
              <a:rPr lang="vi" altLang="en-US" sz="2400" dirty="0" smtClean="0">
                <a:latin typeface="+mn-lt"/>
              </a:rPr>
              <a:t>C</a:t>
            </a:r>
            <a:r xmlns:a="http://schemas.openxmlformats.org/drawingml/2006/main">
              <a:rPr lang="vi" altLang="en-US" sz="100" dirty="0" smtClean="0">
                <a:latin typeface="+mn-lt"/>
              </a:rPr>
              <a:t> </a:t>
            </a:r>
            <a:r xmlns:a="http://schemas.openxmlformats.org/drawingml/2006/main">
              <a:rPr lang="vi" altLang="en-US" sz="2400" dirty="0" smtClean="0">
                <a:latin typeface="+mn-lt"/>
              </a:rPr>
              <a:t>Một</a:t>
            </a:r>
            <a:r xmlns:a="http://schemas.openxmlformats.org/drawingml/2006/main">
              <a:rPr lang="vi" altLang="en-US" sz="100" dirty="0" smtClean="0">
                <a:latin typeface="+mn-lt"/>
              </a:rPr>
              <a:t> </a:t>
            </a:r>
            <a:r xmlns:a="http://schemas.openxmlformats.org/drawingml/2006/main">
              <a:rPr lang="vi" altLang="en-US" sz="2400" dirty="0" smtClean="0">
                <a:latin typeface="+mn-lt"/>
              </a:rPr>
              <a:t>S)</a:t>
            </a:r>
            <a:endParaRPr xmlns:a="http://schemas.openxmlformats.org/drawingml/2006/main" lang="en-US" altLang="en-US" sz="2400" dirty="0">
              <a:latin typeface="+mn-lt"/>
            </a:endParaRPr>
          </a:p>
        </p:txBody>
      </p:sp>
      <p:pic>
        <p:nvPicPr>
          <p:cNvPr id="6" name="Picture 5" descr="A diagram has 2 parts. Part 1. A dotted horizontal line divides the diagram. Above, control plane, has 5 blank tables in a row, and a large oval, remote controller, above the tables. On either end of the tables are 1 server each. Below, data plane. 5 divided routers. Between each router is a table. The first router has the table labeled, local forwarding table. The table has 4 rows and 2 columns, header and output. Row 1. Header, 0 1 0 0. Output, 3. Row 2. Header, 0 1 1 0. Output, 2. Row 3. Header, 0 1 1 1. Output, 2. Row 4. Header, 1 0 0 1. Output, 1. From the top of each table, a double ended arrow points up, through the top of the router, passed the dotted line, to the part, remote controller, in the top half. Part 2. A packet moves toward a group of routers. The packet is labeled, 0 1 1 0. Notes, values in arriving packet’s header. The packet moves toward a router. The router has 3 wires, 1, 2, and 3, connecting it to 3 other routers. The 5 routers are arranged in a pentagon, with each router wired to 3 other router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8339" y="2969985"/>
            <a:ext cx="5543550" cy="3124200"/>
          </a:xfrm>
          <a:prstGeom prst="rect">
            <a:avLst/>
          </a:prstGeom>
        </p:spPr>
      </p:pic>
    </p:spTree>
    <p:extLst>
      <p:ext uri="{BB962C8B-B14F-4D97-AF65-F5344CB8AC3E}">
        <p14:creationId xmlns:p14="http://schemas.microsoft.com/office/powerpoint/2010/main" val="69869113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dirty="0"/>
              <a:t>Mô hình dịch vụ mạng</a:t>
            </a:r>
          </a:p>
        </p:txBody>
      </p:sp>
      <p:sp>
        <p:nvSpPr>
          <p:cNvPr id="3" name="Text Placeholder 2"/>
          <p:cNvSpPr>
            <a:spLocks noGrp="1"/>
          </p:cNvSpPr>
          <p:nvPr>
            <p:ph type="body" idx="1"/>
          </p:nvPr>
        </p:nvSpPr>
        <p:spPr>
          <a:xfrm>
            <a:off x="457200" y="1600200"/>
            <a:ext cx="8229600" cy="2362200"/>
          </a:xfrm>
        </p:spPr>
        <p:txBody>
          <a:bodyPr/>
          <a:lstStyle/>
          <a:p>
            <a:pPr xmlns:a="http://schemas.openxmlformats.org/drawingml/2006/main" marL="0" indent="0">
              <a:buNone/>
            </a:pPr>
            <a:r xmlns:a="http://schemas.openxmlformats.org/drawingml/2006/main">
              <a:rPr lang="vi" altLang="en-US" sz="2200" b="1" dirty="0">
                <a:solidFill>
                  <a:schemeClr val="tx1"/>
                </a:solidFill>
                <a:latin typeface="+mn-lt"/>
              </a:rPr>
              <a:t>H: </a:t>
            </a:r>
            <a:r xmlns:a="http://schemas.openxmlformats.org/drawingml/2006/main">
              <a:rPr lang="vi" altLang="en-US" sz="2200" b="1" dirty="0">
                <a:solidFill>
                  <a:schemeClr val="tx1"/>
                </a:solidFill>
                <a:latin typeface="+mn-lt"/>
              </a:rPr>
              <a:t>Mô hình dịch vụ </a:t>
            </a:r>
            <a:r xmlns:a="http://schemas.openxmlformats.org/drawingml/2006/main">
              <a:rPr lang="vi" altLang="en-US" sz="2200" dirty="0">
                <a:latin typeface="+mn-lt"/>
              </a:rPr>
              <a:t>nào </a:t>
            </a:r>
            <a:r xmlns:a="http://schemas.openxmlformats.org/drawingml/2006/main">
              <a:rPr lang="vi" altLang="en-US" sz="2200" dirty="0">
                <a:latin typeface="+mn-lt"/>
              </a:rPr>
              <a:t>cho </a:t>
            </a:r>
            <a:r xmlns:a="http://schemas.openxmlformats.org/drawingml/2006/main">
              <a:rPr lang="vi" altLang="ja-JP" sz="2200" dirty="0" smtClean="0">
                <a:latin typeface="+mn-lt"/>
              </a:rPr>
              <a:t>“kênh” </a:t>
            </a:r>
            <a:r xmlns:a="http://schemas.openxmlformats.org/drawingml/2006/main">
              <a:rPr lang="vi" altLang="ja-JP" sz="2200" dirty="0">
                <a:latin typeface="+mn-lt"/>
              </a:rPr>
              <a:t>vận chuyển datagram từ người gửi đến người nhận </a:t>
            </a:r>
            <a:r xmlns:a="http://schemas.openxmlformats.org/drawingml/2006/main">
              <a:rPr lang="vi" altLang="ja-JP" sz="2200" dirty="0" smtClean="0">
                <a:latin typeface="+mn-lt"/>
              </a:rPr>
              <a:t>?</a:t>
            </a:r>
          </a:p>
          <a:p>
            <a:pPr xmlns:a="http://schemas.openxmlformats.org/drawingml/2006/main">
              <a:buFont typeface="Wingdings" charset="0"/>
              <a:buNone/>
              <a:defRPr/>
            </a:pPr>
            <a:r xmlns:a="http://schemas.openxmlformats.org/drawingml/2006/main">
              <a:rPr lang="vi" sz="2200" b="1" dirty="0">
                <a:solidFill>
                  <a:schemeClr val="tx1"/>
                </a:solidFill>
                <a:latin typeface="+mn-lt"/>
              </a:rPr>
              <a:t>các dịch vụ ví dụ cho các datagram riêng lẻ:</a:t>
            </a:r>
          </a:p>
          <a:p>
            <a:pPr xmlns:a="http://schemas.openxmlformats.org/drawingml/2006/main">
              <a:defRPr/>
            </a:pPr>
            <a:r xmlns:a="http://schemas.openxmlformats.org/drawingml/2006/main">
              <a:rPr lang="vi" sz="2200" dirty="0">
                <a:latin typeface="+mn-lt"/>
              </a:rPr>
              <a:t>đảm bảo giao hàng</a:t>
            </a:r>
          </a:p>
          <a:p>
            <a:pPr xmlns:a="http://schemas.openxmlformats.org/drawingml/2006/main">
              <a:defRPr/>
            </a:pPr>
            <a:r xmlns:a="http://schemas.openxmlformats.org/drawingml/2006/main">
              <a:rPr lang="vi" sz="2200" dirty="0" smtClean="0">
                <a:latin typeface="+mn-lt"/>
              </a:rPr>
              <a:t>độ trễ </a:t>
            </a:r>
            <a:r xmlns:a="http://schemas.openxmlformats.org/drawingml/2006/main">
              <a:rPr lang="vi" sz="2200" dirty="0">
                <a:latin typeface="+mn-lt"/>
              </a:rPr>
              <a:t>dưới 40 mili giây</a:t>
            </a:r>
          </a:p>
        </p:txBody>
      </p:sp>
      <p:sp>
        <p:nvSpPr>
          <p:cNvPr id="4" name="Text Placeholder 3"/>
          <p:cNvSpPr>
            <a:spLocks noGrp="1"/>
          </p:cNvSpPr>
          <p:nvPr>
            <p:ph type="body" idx="2"/>
          </p:nvPr>
        </p:nvSpPr>
        <p:spPr>
          <a:xfrm>
            <a:off x="457200" y="4021392"/>
            <a:ext cx="8229600" cy="2163763"/>
          </a:xfrm>
        </p:spPr>
        <p:txBody>
          <a:bodyPr/>
          <a:lstStyle/>
          <a:p>
            <a:pPr xmlns:a="http://schemas.openxmlformats.org/drawingml/2006/main">
              <a:buFont typeface="Wingdings" panose="05000000000000000000" pitchFamily="2" charset="2"/>
              <a:buNone/>
            </a:pPr>
            <a:r xmlns:a="http://schemas.openxmlformats.org/drawingml/2006/main">
              <a:rPr lang="vi" altLang="en-US" sz="2200" b="1" dirty="0">
                <a:solidFill>
                  <a:schemeClr val="tx1"/>
                </a:solidFill>
                <a:latin typeface="+mn-lt"/>
                <a:ea typeface="ＭＳ Ｐゴシック" charset="-128"/>
                <a:cs typeface="ＭＳ Ｐゴシック" charset="-128"/>
              </a:rPr>
              <a:t>các dịch vụ ví dụ cho một luồng datagram:</a:t>
            </a:r>
          </a:p>
          <a:p>
            <a:r xmlns:a="http://schemas.openxmlformats.org/drawingml/2006/main">
              <a:rPr lang="vi" altLang="en-US" sz="2200" dirty="0">
                <a:latin typeface="+mn-lt"/>
                <a:ea typeface="ＭＳ Ｐゴシック" charset="-128"/>
                <a:cs typeface="ＭＳ Ｐゴシック" charset="-128"/>
              </a:rPr>
              <a:t>phân phối datagram theo thứ tự</a:t>
            </a:r>
          </a:p>
          <a:p>
            <a:r xmlns:a="http://schemas.openxmlformats.org/drawingml/2006/main">
              <a:rPr lang="vi" altLang="en-US" sz="2200" dirty="0">
                <a:latin typeface="+mn-lt"/>
                <a:ea typeface="ＭＳ Ｐゴシック" charset="-128"/>
                <a:cs typeface="ＭＳ Ｐゴシック" charset="-128"/>
              </a:rPr>
              <a:t>đảm bảo băng thông tối thiểu để lưu thông</a:t>
            </a:r>
          </a:p>
          <a:p>
            <a:r xmlns:a="http://schemas.openxmlformats.org/drawingml/2006/main">
              <a:rPr lang="vi" altLang="en-US" sz="2200" dirty="0" smtClean="0">
                <a:latin typeface="+mn-lt"/>
                <a:ea typeface="ＭＳ Ｐゴシック" charset="-128"/>
                <a:cs typeface="ＭＳ Ｐゴシック" charset="-128"/>
              </a:rPr>
              <a:t>khoảng cách giữa </a:t>
            </a:r>
            <a:endParaRPr xmlns:a="http://schemas.openxmlformats.org/drawingml/2006/main" lang="en-US" altLang="en-US" sz="2200" dirty="0">
              <a:latin typeface="+mn-lt"/>
              <a:ea typeface="ＭＳ Ｐゴシック" charset="-128"/>
              <a:cs typeface="ＭＳ Ｐゴシック" charset="-128"/>
            </a:endParaRPr>
            <a:r xmlns:a="http://schemas.openxmlformats.org/drawingml/2006/main">
              <a:rPr lang="vi" altLang="en-US" sz="2200" dirty="0">
                <a:latin typeface="+mn-lt"/>
                <a:ea typeface="ＭＳ Ｐゴシック" charset="-128"/>
                <a:cs typeface="ＭＳ Ｐゴシック" charset="-128"/>
              </a:rPr>
              <a:t>các gói</a:t>
            </a:r>
          </a:p>
        </p:txBody>
      </p:sp>
    </p:spTree>
    <p:extLst>
      <p:ext uri="{BB962C8B-B14F-4D97-AF65-F5344CB8AC3E}">
        <p14:creationId xmlns:p14="http://schemas.microsoft.com/office/powerpoint/2010/main" val="66981681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dirty="0"/>
              <a:t>Mô hình dịch vụ tầng mạng:</a:t>
            </a:r>
          </a:p>
        </p:txBody>
      </p:sp>
      <p:graphicFrame>
        <p:nvGraphicFramePr>
          <p:cNvPr id="4" name="Table 3"/>
          <p:cNvGraphicFramePr>
            <a:graphicFrameLocks noGrp="1"/>
          </p:cNvGraphicFramePr>
          <p:nvPr>
            <p:extLst>
              <p:ext uri="{D42A27DB-BD31-4B8C-83A1-F6EECF244321}">
                <p14:modId xmlns:p14="http://schemas.microsoft.com/office/powerpoint/2010/main" val="575434361"/>
              </p:ext>
            </p:extLst>
          </p:nvPr>
        </p:nvGraphicFramePr>
        <p:xfrm>
          <a:off x="509453" y="1944914"/>
          <a:ext cx="7846052" cy="2560320"/>
        </p:xfrm>
        <a:graphic>
          <a:graphicData uri="http://schemas.openxmlformats.org/drawingml/2006/table">
            <a:tbl>
              <a:tblPr firstRow="1" bandRow="1">
                <a:tableStyleId>{40F9630F-82C1-40B7-BC3A-925EFCFF5E92}</a:tableStyleId>
              </a:tblPr>
              <a:tblGrid>
                <a:gridCol w="1162594">
                  <a:extLst>
                    <a:ext uri="{9D8B030D-6E8A-4147-A177-3AD203B41FA5}">
                      <a16:colId xmlns:a16="http://schemas.microsoft.com/office/drawing/2014/main" val="3719143166"/>
                    </a:ext>
                  </a:extLst>
                </a:gridCol>
                <a:gridCol w="940526">
                  <a:extLst>
                    <a:ext uri="{9D8B030D-6E8A-4147-A177-3AD203B41FA5}">
                      <a16:colId xmlns:a16="http://schemas.microsoft.com/office/drawing/2014/main" val="1729817937"/>
                    </a:ext>
                  </a:extLst>
                </a:gridCol>
                <a:gridCol w="1240970">
                  <a:extLst>
                    <a:ext uri="{9D8B030D-6E8A-4147-A177-3AD203B41FA5}">
                      <a16:colId xmlns:a16="http://schemas.microsoft.com/office/drawing/2014/main" val="456048394"/>
                    </a:ext>
                  </a:extLst>
                </a:gridCol>
                <a:gridCol w="1160909">
                  <a:extLst>
                    <a:ext uri="{9D8B030D-6E8A-4147-A177-3AD203B41FA5}">
                      <a16:colId xmlns:a16="http://schemas.microsoft.com/office/drawing/2014/main" val="2597438115"/>
                    </a:ext>
                  </a:extLst>
                </a:gridCol>
                <a:gridCol w="1146493">
                  <a:extLst>
                    <a:ext uri="{9D8B030D-6E8A-4147-A177-3AD203B41FA5}">
                      <a16:colId xmlns:a16="http://schemas.microsoft.com/office/drawing/2014/main" val="146557472"/>
                    </a:ext>
                  </a:extLst>
                </a:gridCol>
                <a:gridCol w="1119052">
                  <a:extLst>
                    <a:ext uri="{9D8B030D-6E8A-4147-A177-3AD203B41FA5}">
                      <a16:colId xmlns:a16="http://schemas.microsoft.com/office/drawing/2014/main" val="1237184769"/>
                    </a:ext>
                  </a:extLst>
                </a:gridCol>
                <a:gridCol w="1075508">
                  <a:extLst>
                    <a:ext uri="{9D8B030D-6E8A-4147-A177-3AD203B41FA5}">
                      <a16:colId xmlns:a16="http://schemas.microsoft.com/office/drawing/2014/main" val="3624381822"/>
                    </a:ext>
                  </a:extLst>
                </a:gridCol>
              </a:tblGrid>
              <a:tr h="0">
                <a:tc>
                  <a:txBody>
                    <a:bodyPr/>
                    <a:lstStyle/>
                    <a:p>
                      <a:pPr xmlns:a="http://schemas.openxmlformats.org/drawingml/2006/main" algn="l"/>
                      <a:r xmlns:a="http://schemas.openxmlformats.org/drawingml/2006/main">
                        <a:rPr lang="vi" altLang="en-US" sz="1200" b="0" dirty="0" smtClean="0">
                          <a:latin typeface="+mn-lt"/>
                        </a:rPr>
                        <a:t>Mạng</a:t>
                      </a:r>
                    </a:p>
                    <a:p>
                      <a:pPr xmlns:a="http://schemas.openxmlformats.org/drawingml/2006/main" algn="l"/>
                      <a:r xmlns:a="http://schemas.openxmlformats.org/drawingml/2006/main">
                        <a:rPr lang="vi" altLang="en-US" sz="1200" b="0" dirty="0" smtClean="0">
                          <a:latin typeface="+mn-lt"/>
                        </a:rPr>
                        <a:t>Ngành kiến trúc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xmlns:a="http://schemas.openxmlformats.org/drawingml/2006/main" algn="l"/>
                      <a:r xmlns:a="http://schemas.openxmlformats.org/drawingml/2006/main">
                        <a:rPr lang="vi" altLang="en-US" sz="1200" b="0" dirty="0" smtClean="0">
                          <a:latin typeface="+mn-lt"/>
                        </a:rPr>
                        <a:t>Dịch vụ</a:t>
                      </a:r>
                    </a:p>
                    <a:p>
                      <a:pPr xmlns:a="http://schemas.openxmlformats.org/drawingml/2006/main" algn="l"/>
                      <a:r xmlns:a="http://schemas.openxmlformats.org/drawingml/2006/main">
                        <a:rPr lang="vi" altLang="en-US" sz="1200" b="0" dirty="0" smtClean="0">
                          <a:latin typeface="+mn-lt"/>
                        </a:rPr>
                        <a:t>Kiểu mẫu</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xmlns:a="http://schemas.openxmlformats.org/drawingml/2006/main" marL="0" marR="0" lvl="0" indent="0" algn="l" defTabSz="914400" rtl="0" eaLnBrk="1" fontAlgn="auto" latinLnBrk="0" hangingPunct="1">
                        <a:lnSpc>
                          <a:spcPct val="100000"/>
                        </a:lnSpc>
                        <a:spcBef>
                          <a:spcPts val="0"/>
                        </a:spcBef>
                        <a:spcAft>
                          <a:spcPts val="0"/>
                        </a:spcAft>
                        <a:buClrTx/>
                        <a:buSzTx/>
                        <a:buFontTx/>
                        <a:buNone/>
                        <a:tabLst/>
                        <a:defRPr/>
                      </a:pPr>
                      <a:r xmlns:a="http://schemas.openxmlformats.org/drawingml/2006/main">
                        <a:rPr lang="vi" altLang="en-US" sz="1200" b="0" i="0" u="none" strike="noStrike" cap="none" dirty="0" smtClean="0">
                          <a:solidFill>
                            <a:schemeClr val="dk1"/>
                          </a:solidFill>
                          <a:latin typeface="Arial"/>
                          <a:ea typeface="Arial"/>
                          <a:cs typeface="Arial"/>
                          <a:sym typeface="Arial"/>
                        </a:rPr>
                        <a:t>bảo lãnh ?</a:t>
                      </a:r>
                    </a:p>
                    <a:p>
                      <a:pPr xmlns:a="http://schemas.openxmlformats.org/drawingml/2006/main" marL="0" marR="0" indent="0" algn="l" defTabSz="914400" rtl="0" eaLnBrk="1" fontAlgn="auto" latinLnBrk="0" hangingPunct="1">
                        <a:lnSpc>
                          <a:spcPct val="100000"/>
                        </a:lnSpc>
                        <a:spcBef>
                          <a:spcPts val="0"/>
                        </a:spcBef>
                        <a:spcAft>
                          <a:spcPts val="0"/>
                        </a:spcAft>
                        <a:buClrTx/>
                        <a:buSzTx/>
                        <a:buFontTx/>
                        <a:buNone/>
                        <a:tabLst/>
                        <a:defRPr/>
                      </a:pPr>
                      <a:r xmlns:a="http://schemas.openxmlformats.org/drawingml/2006/main">
                        <a:rPr lang="vi" altLang="en-US" sz="1200" b="0" dirty="0" smtClean="0">
                          <a:latin typeface="+mn-lt"/>
                        </a:rPr>
                        <a:t>Băng thông</a:t>
                      </a:r>
                      <a:endParaRPr xmlns:a="http://schemas.openxmlformats.org/drawingml/2006/main" lang="en-US" altLang="en-US" sz="1200" b="0" dirty="0" smtClean="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xmlns:a="http://schemas.openxmlformats.org/drawingml/2006/main" marL="0" marR="0" lvl="0" indent="0" algn="l" defTabSz="914400" rtl="0" eaLnBrk="1" fontAlgn="auto" latinLnBrk="0" hangingPunct="1">
                        <a:lnSpc>
                          <a:spcPct val="100000"/>
                        </a:lnSpc>
                        <a:spcBef>
                          <a:spcPts val="0"/>
                        </a:spcBef>
                        <a:spcAft>
                          <a:spcPts val="0"/>
                        </a:spcAft>
                        <a:buClrTx/>
                        <a:buSzTx/>
                        <a:buFontTx/>
                        <a:buNone/>
                        <a:tabLst/>
                        <a:defRPr/>
                      </a:pPr>
                      <a:r xmlns:a="http://schemas.openxmlformats.org/drawingml/2006/main">
                        <a:rPr lang="vi" altLang="en-US" sz="1200" b="0" i="0" u="none" strike="noStrike" cap="none" dirty="0" smtClean="0">
                          <a:solidFill>
                            <a:schemeClr val="dk1"/>
                          </a:solidFill>
                          <a:latin typeface="Arial"/>
                          <a:ea typeface="Arial"/>
                          <a:cs typeface="Arial"/>
                          <a:sym typeface="Arial"/>
                        </a:rPr>
                        <a:t>bảo lãnh ?</a:t>
                      </a:r>
                    </a:p>
                    <a:p>
                      <a:pPr xmlns:a="http://schemas.openxmlformats.org/drawingml/2006/main" marL="0" marR="0" indent="0" algn="l" defTabSz="914400" rtl="0" eaLnBrk="1" fontAlgn="auto" latinLnBrk="0" hangingPunct="1">
                        <a:lnSpc>
                          <a:spcPct val="100000"/>
                        </a:lnSpc>
                        <a:spcBef>
                          <a:spcPts val="0"/>
                        </a:spcBef>
                        <a:spcAft>
                          <a:spcPts val="0"/>
                        </a:spcAft>
                        <a:buClrTx/>
                        <a:buSzTx/>
                        <a:buFontTx/>
                        <a:buNone/>
                        <a:tabLst/>
                        <a:defRPr/>
                      </a:pPr>
                      <a:r xmlns:a="http://schemas.openxmlformats.org/drawingml/2006/main">
                        <a:rPr lang="vi" altLang="en-US" sz="1200" b="0" dirty="0" smtClean="0">
                          <a:latin typeface="+mn-lt"/>
                        </a:rPr>
                        <a:t>Thua</a:t>
                      </a:r>
                      <a:endParaRPr xmlns:a="http://schemas.openxmlformats.org/drawingml/2006/main" lang="en-US" altLang="en-US" sz="1200" b="0" dirty="0" smtClean="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xmlns:a="http://schemas.openxmlformats.org/drawingml/2006/main" marL="0" marR="0" lvl="0" indent="0" algn="l" defTabSz="914400" rtl="0" eaLnBrk="1" fontAlgn="auto" latinLnBrk="0" hangingPunct="1">
                        <a:lnSpc>
                          <a:spcPct val="100000"/>
                        </a:lnSpc>
                        <a:spcBef>
                          <a:spcPts val="0"/>
                        </a:spcBef>
                        <a:spcAft>
                          <a:spcPts val="0"/>
                        </a:spcAft>
                        <a:buClrTx/>
                        <a:buSzTx/>
                        <a:buFontTx/>
                        <a:buNone/>
                        <a:tabLst/>
                        <a:defRPr/>
                      </a:pPr>
                      <a:r xmlns:a="http://schemas.openxmlformats.org/drawingml/2006/main">
                        <a:rPr lang="vi" altLang="en-US" sz="1200" b="0" i="0" u="none" strike="noStrike" cap="none" dirty="0" smtClean="0">
                          <a:solidFill>
                            <a:schemeClr val="dk1"/>
                          </a:solidFill>
                          <a:latin typeface="Arial"/>
                          <a:ea typeface="Arial"/>
                          <a:cs typeface="Arial"/>
                          <a:sym typeface="Arial"/>
                        </a:rPr>
                        <a:t>bảo lãnh ?</a:t>
                      </a:r>
                    </a:p>
                    <a:p>
                      <a:pPr xmlns:a="http://schemas.openxmlformats.org/drawingml/2006/main" marL="0" marR="0" indent="0" algn="l" defTabSz="914400" rtl="0" eaLnBrk="1" fontAlgn="auto" latinLnBrk="0" hangingPunct="1">
                        <a:lnSpc>
                          <a:spcPct val="100000"/>
                        </a:lnSpc>
                        <a:spcBef>
                          <a:spcPts val="0"/>
                        </a:spcBef>
                        <a:spcAft>
                          <a:spcPts val="0"/>
                        </a:spcAft>
                        <a:buClrTx/>
                        <a:buSzTx/>
                        <a:buFontTx/>
                        <a:buNone/>
                        <a:tabLst/>
                        <a:defRPr/>
                      </a:pPr>
                      <a:r xmlns:a="http://schemas.openxmlformats.org/drawingml/2006/main">
                        <a:rPr lang="vi" altLang="en-US" sz="1200" b="0" dirty="0" smtClean="0">
                          <a:latin typeface="+mn-lt"/>
                        </a:rPr>
                        <a:t>Trật tự</a:t>
                      </a:r>
                      <a:endParaRPr xmlns:a="http://schemas.openxmlformats.org/drawingml/2006/main" lang="en-US" altLang="en-US" sz="1200" b="0" dirty="0" smtClean="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xmlns:a="http://schemas.openxmlformats.org/drawingml/2006/main" marL="0" marR="0" lvl="0" indent="0" algn="l" defTabSz="914400" rtl="0" eaLnBrk="1" fontAlgn="auto" latinLnBrk="0" hangingPunct="1">
                        <a:lnSpc>
                          <a:spcPct val="100000"/>
                        </a:lnSpc>
                        <a:spcBef>
                          <a:spcPts val="0"/>
                        </a:spcBef>
                        <a:spcAft>
                          <a:spcPts val="0"/>
                        </a:spcAft>
                        <a:buClrTx/>
                        <a:buSzTx/>
                        <a:buFontTx/>
                        <a:buNone/>
                        <a:tabLst/>
                        <a:defRPr/>
                      </a:pPr>
                      <a:r xmlns:a="http://schemas.openxmlformats.org/drawingml/2006/main">
                        <a:rPr lang="vi" altLang="en-US" sz="1200" b="0" i="0" u="none" strike="noStrike" cap="none" dirty="0" smtClean="0">
                          <a:solidFill>
                            <a:schemeClr val="dk1"/>
                          </a:solidFill>
                          <a:latin typeface="Arial"/>
                          <a:ea typeface="Arial"/>
                          <a:cs typeface="Arial"/>
                          <a:sym typeface="Arial"/>
                        </a:rPr>
                        <a:t>bảo lãnh ?</a:t>
                      </a:r>
                    </a:p>
                    <a:p>
                      <a:pPr xmlns:a="http://schemas.openxmlformats.org/drawingml/2006/main" marL="0" marR="0" indent="0" algn="l" defTabSz="914400" rtl="0" eaLnBrk="1" fontAlgn="auto" latinLnBrk="0" hangingPunct="1">
                        <a:lnSpc>
                          <a:spcPct val="100000"/>
                        </a:lnSpc>
                        <a:spcBef>
                          <a:spcPts val="0"/>
                        </a:spcBef>
                        <a:spcAft>
                          <a:spcPts val="0"/>
                        </a:spcAft>
                        <a:buClrTx/>
                        <a:buSzTx/>
                        <a:buFontTx/>
                        <a:buNone/>
                        <a:tabLst/>
                        <a:defRPr/>
                      </a:pPr>
                      <a:r xmlns:a="http://schemas.openxmlformats.org/drawingml/2006/main">
                        <a:rPr lang="vi" altLang="en-US" sz="1200" b="0" dirty="0" smtClean="0">
                          <a:latin typeface="+mn-lt"/>
                        </a:rPr>
                        <a:t>thời gian</a:t>
                      </a:r>
                      <a:endParaRPr xmlns:a="http://schemas.openxmlformats.org/drawingml/2006/main" lang="en-US" altLang="en-US" sz="1200" b="0" dirty="0" smtClean="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xmlns:a="http://schemas.openxmlformats.org/drawingml/2006/main" algn="l"/>
                      <a:r xmlns:a="http://schemas.openxmlformats.org/drawingml/2006/main">
                        <a:rPr lang="vi" altLang="en-US" sz="1200" b="0" dirty="0" smtClean="0">
                          <a:latin typeface="+mn-lt"/>
                        </a:rPr>
                        <a:t>Tắc nghẽn</a:t>
                      </a:r>
                    </a:p>
                    <a:p>
                      <a:pPr xmlns:a="http://schemas.openxmlformats.org/drawingml/2006/main" algn="l"/>
                      <a:r xmlns:a="http://schemas.openxmlformats.org/drawingml/2006/main">
                        <a:rPr lang="vi" altLang="en-US" sz="1200" b="0" dirty="0" smtClean="0">
                          <a:latin typeface="+mn-lt"/>
                        </a:rPr>
                        <a:t>Phản hồi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79832973"/>
                  </a:ext>
                </a:extLst>
              </a:tr>
              <a:tr h="0">
                <a:tc>
                  <a:txBody>
                    <a:bodyPr/>
                    <a:lstStyle/>
                    <a:p>
                      <a:pPr xmlns:a="http://schemas.openxmlformats.org/drawingml/2006/main" marL="0" marR="0" indent="0" algn="r" defTabSz="914400" rtl="0" eaLnBrk="1" fontAlgn="auto" latinLnBrk="0" hangingPunct="1">
                        <a:lnSpc>
                          <a:spcPct val="100000"/>
                        </a:lnSpc>
                        <a:spcBef>
                          <a:spcPts val="0"/>
                        </a:spcBef>
                        <a:spcAft>
                          <a:spcPts val="0"/>
                        </a:spcAft>
                        <a:buClrTx/>
                        <a:buSzTx/>
                        <a:buFontTx/>
                        <a:buNone/>
                        <a:tabLst/>
                        <a:defRPr/>
                      </a:pPr>
                      <a:r xmlns:a="http://schemas.openxmlformats.org/drawingml/2006/main">
                        <a:rPr lang="vi" altLang="en-US" sz="1200" dirty="0" smtClean="0">
                          <a:latin typeface="+mn-lt"/>
                        </a:rPr>
                        <a:t>Internet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xmlns:a="http://schemas.openxmlformats.org/drawingml/2006/main" marL="0" marR="0" indent="0" algn="l" defTabSz="914400" rtl="0" eaLnBrk="1" fontAlgn="auto" latinLnBrk="0" hangingPunct="1">
                        <a:lnSpc>
                          <a:spcPct val="100000"/>
                        </a:lnSpc>
                        <a:spcBef>
                          <a:spcPts val="0"/>
                        </a:spcBef>
                        <a:spcAft>
                          <a:spcPts val="0"/>
                        </a:spcAft>
                        <a:buClrTx/>
                        <a:buSzTx/>
                        <a:buFontTx/>
                        <a:buNone/>
                        <a:tabLst/>
                        <a:defRPr/>
                      </a:pPr>
                      <a:r xmlns:a="http://schemas.openxmlformats.org/drawingml/2006/main">
                        <a:rPr lang="vi" altLang="en-US" sz="1200" dirty="0" smtClean="0">
                          <a:latin typeface="+mn-lt"/>
                        </a:rPr>
                        <a:t>nỗ lực tốt nhất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xmlns:a="http://schemas.openxmlformats.org/drawingml/2006/main" marL="0" marR="0" indent="0" algn="l" defTabSz="914400" rtl="0" eaLnBrk="1" fontAlgn="auto" latinLnBrk="0" hangingPunct="1">
                        <a:lnSpc>
                          <a:spcPct val="100000"/>
                        </a:lnSpc>
                        <a:spcBef>
                          <a:spcPts val="0"/>
                        </a:spcBef>
                        <a:spcAft>
                          <a:spcPts val="0"/>
                        </a:spcAft>
                        <a:buClrTx/>
                        <a:buSzTx/>
                        <a:buFontTx/>
                        <a:buNone/>
                        <a:tabLst/>
                        <a:defRPr/>
                      </a:pPr>
                      <a:r xmlns:a="http://schemas.openxmlformats.org/drawingml/2006/main">
                        <a:rPr lang="vi" altLang="en-US" sz="1200" dirty="0" smtClean="0">
                          <a:latin typeface="+mn-lt"/>
                        </a:rPr>
                        <a:t>không ai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xmlns:a="http://schemas.openxmlformats.org/drawingml/2006/main" marL="0" marR="0" indent="0" algn="l" defTabSz="914400" rtl="0" eaLnBrk="1" fontAlgn="auto" latinLnBrk="0" hangingPunct="1">
                        <a:lnSpc>
                          <a:spcPct val="100000"/>
                        </a:lnSpc>
                        <a:spcBef>
                          <a:spcPts val="0"/>
                        </a:spcBef>
                        <a:spcAft>
                          <a:spcPts val="0"/>
                        </a:spcAft>
                        <a:buClrTx/>
                        <a:buSzTx/>
                        <a:buFontTx/>
                        <a:buNone/>
                        <a:tabLst/>
                        <a:defRPr/>
                      </a:pPr>
                      <a:r xmlns:a="http://schemas.openxmlformats.org/drawingml/2006/main">
                        <a:rPr lang="vi" altLang="en-US" sz="1200" dirty="0" smtClean="0">
                          <a:latin typeface="+mn-lt"/>
                        </a:rPr>
                        <a:t>không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xmlns:a="http://schemas.openxmlformats.org/drawingml/2006/main" marL="0" marR="0" indent="0" algn="l" defTabSz="914400" rtl="0" eaLnBrk="1" fontAlgn="auto" latinLnBrk="0" hangingPunct="1">
                        <a:lnSpc>
                          <a:spcPct val="100000"/>
                        </a:lnSpc>
                        <a:spcBef>
                          <a:spcPts val="0"/>
                        </a:spcBef>
                        <a:spcAft>
                          <a:spcPts val="0"/>
                        </a:spcAft>
                        <a:buClrTx/>
                        <a:buSzTx/>
                        <a:buFontTx/>
                        <a:buNone/>
                        <a:tabLst/>
                        <a:defRPr/>
                      </a:pPr>
                      <a:r xmlns:a="http://schemas.openxmlformats.org/drawingml/2006/main">
                        <a:rPr lang="vi" altLang="en-US" sz="1200" dirty="0" smtClean="0">
                          <a:latin typeface="+mn-lt"/>
                        </a:rPr>
                        <a:t>không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xmlns:a="http://schemas.openxmlformats.org/drawingml/2006/main" marL="0" marR="0" indent="0" algn="l" defTabSz="914400" rtl="0" eaLnBrk="1" fontAlgn="auto" latinLnBrk="0" hangingPunct="1">
                        <a:lnSpc>
                          <a:spcPct val="100000"/>
                        </a:lnSpc>
                        <a:spcBef>
                          <a:spcPts val="0"/>
                        </a:spcBef>
                        <a:spcAft>
                          <a:spcPts val="0"/>
                        </a:spcAft>
                        <a:buClrTx/>
                        <a:buSzTx/>
                        <a:buFontTx/>
                        <a:buNone/>
                        <a:tabLst/>
                        <a:defRPr/>
                      </a:pPr>
                      <a:r xmlns:a="http://schemas.openxmlformats.org/drawingml/2006/main">
                        <a:rPr lang="vi" altLang="en-US" sz="1200" dirty="0" smtClean="0">
                          <a:latin typeface="+mn-lt"/>
                        </a:rPr>
                        <a:t>không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xmlns:a="http://schemas.openxmlformats.org/drawingml/2006/main">
                        <a:rPr lang="vi" altLang="en-US" sz="1200" dirty="0" smtClean="0">
                          <a:latin typeface="+mn-lt"/>
                        </a:rPr>
                        <a:t>không (suy ra</a:t>
                      </a:r>
                    </a:p>
                    <a:p>
                      <a:r xmlns:a="http://schemas.openxmlformats.org/drawingml/2006/main">
                        <a:rPr lang="vi" altLang="en-US" sz="1200" dirty="0" smtClean="0">
                          <a:latin typeface="+mn-lt"/>
                        </a:rPr>
                        <a:t>thông qua mất mát)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94830927"/>
                  </a:ext>
                </a:extLst>
              </a:tr>
              <a:tr h="0">
                <a:tc>
                  <a:txBody>
                    <a:bodyPr/>
                    <a:lstStyle/>
                    <a:p>
                      <a:pPr xmlns:a="http://schemas.openxmlformats.org/drawingml/2006/main" marL="0" marR="0" indent="0" algn="r" defTabSz="914400" rtl="0" eaLnBrk="1" fontAlgn="auto" latinLnBrk="0" hangingPunct="1">
                        <a:lnSpc>
                          <a:spcPct val="100000"/>
                        </a:lnSpc>
                        <a:spcBef>
                          <a:spcPts val="0"/>
                        </a:spcBef>
                        <a:spcAft>
                          <a:spcPts val="0"/>
                        </a:spcAft>
                        <a:buClrTx/>
                        <a:buSzTx/>
                        <a:buFontTx/>
                        <a:buNone/>
                        <a:tabLst/>
                        <a:defRPr/>
                      </a:pPr>
                      <a:r xmlns:a="http://schemas.openxmlformats.org/drawingml/2006/main">
                        <a:rPr lang="vi" altLang="en-US" sz="1200" dirty="0" smtClean="0">
                          <a:latin typeface="+mn-lt"/>
                        </a:rPr>
                        <a:t>Một</a:t>
                      </a:r>
                      <a:r xmlns:a="http://schemas.openxmlformats.org/drawingml/2006/main">
                        <a:rPr lang="vi" altLang="en-US" sz="100" dirty="0" smtClean="0">
                          <a:latin typeface="+mn-lt"/>
                        </a:rPr>
                        <a:t> </a:t>
                      </a:r>
                      <a:r xmlns:a="http://schemas.openxmlformats.org/drawingml/2006/main">
                        <a:rPr lang="vi" altLang="en-US" sz="1200" dirty="0" smtClean="0">
                          <a:latin typeface="+mn-lt"/>
                        </a:rPr>
                        <a:t>t</a:t>
                      </a:r>
                      <a:r xmlns:a="http://schemas.openxmlformats.org/drawingml/2006/main">
                        <a:rPr lang="vi" altLang="en-US" sz="100" dirty="0" smtClean="0">
                          <a:latin typeface="+mn-lt"/>
                        </a:rPr>
                        <a:t> </a:t>
                      </a:r>
                      <a:r xmlns:a="http://schemas.openxmlformats.org/drawingml/2006/main">
                        <a:rPr lang="vi" altLang="en-US" sz="1200" dirty="0" smtClean="0">
                          <a:latin typeface="+mn-lt"/>
                        </a:rPr>
                        <a:t>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xmlns:a="http://schemas.openxmlformats.org/drawingml/2006/main" marL="0" marR="0" indent="0" algn="l" defTabSz="914400" rtl="0" eaLnBrk="1" fontAlgn="auto" latinLnBrk="0" hangingPunct="1">
                        <a:lnSpc>
                          <a:spcPct val="100000"/>
                        </a:lnSpc>
                        <a:spcBef>
                          <a:spcPts val="0"/>
                        </a:spcBef>
                        <a:spcAft>
                          <a:spcPts val="0"/>
                        </a:spcAft>
                        <a:buClrTx/>
                        <a:buSzTx/>
                        <a:buFontTx/>
                        <a:buNone/>
                        <a:tabLst/>
                        <a:defRPr/>
                      </a:pPr>
                      <a:r xmlns:a="http://schemas.openxmlformats.org/drawingml/2006/main">
                        <a:rPr lang="vi" altLang="en-US" sz="1200" dirty="0" smtClean="0">
                          <a:latin typeface="+mn-lt"/>
                        </a:rPr>
                        <a:t>C</a:t>
                      </a:r>
                      <a:r xmlns:a="http://schemas.openxmlformats.org/drawingml/2006/main">
                        <a:rPr lang="vi" altLang="en-US" sz="100" dirty="0" smtClean="0">
                          <a:latin typeface="+mn-lt"/>
                        </a:rPr>
                        <a:t> </a:t>
                      </a:r>
                      <a:r xmlns:a="http://schemas.openxmlformats.org/drawingml/2006/main">
                        <a:rPr lang="vi" altLang="en-US" sz="1200" dirty="0" smtClean="0">
                          <a:latin typeface="+mn-lt"/>
                        </a:rPr>
                        <a:t>b</a:t>
                      </a:r>
                      <a:r xmlns:a="http://schemas.openxmlformats.org/drawingml/2006/main">
                        <a:rPr lang="vi" altLang="en-US" sz="100" dirty="0" smtClean="0">
                          <a:latin typeface="+mn-lt"/>
                        </a:rPr>
                        <a:t> </a:t>
                      </a:r>
                      <a:r xmlns:a="http://schemas.openxmlformats.org/drawingml/2006/main">
                        <a:rPr lang="vi" altLang="en-US" sz="1200" dirty="0" smtClean="0">
                          <a:latin typeface="+mn-lt"/>
                        </a:rPr>
                        <a:t>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xmlns:a="http://schemas.openxmlformats.org/drawingml/2006/main">
                        <a:rPr lang="vi" altLang="en-US" sz="1200" dirty="0" smtClean="0">
                          <a:latin typeface="+mn-lt"/>
                        </a:rPr>
                        <a:t>hằng số</a:t>
                      </a:r>
                    </a:p>
                    <a:p>
                      <a:r xmlns:a="http://schemas.openxmlformats.org/drawingml/2006/main">
                        <a:rPr lang="vi" altLang="en-US" sz="1200" dirty="0" smtClean="0">
                          <a:latin typeface="+mn-lt"/>
                        </a:rPr>
                        <a:t>tỷ lệ</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xmlns:a="http://schemas.openxmlformats.org/drawingml/2006/main" marL="0" marR="0" indent="0" algn="l" defTabSz="914400" rtl="0" eaLnBrk="1" fontAlgn="auto" latinLnBrk="0" hangingPunct="1">
                        <a:lnSpc>
                          <a:spcPct val="100000"/>
                        </a:lnSpc>
                        <a:spcBef>
                          <a:spcPts val="0"/>
                        </a:spcBef>
                        <a:spcAft>
                          <a:spcPts val="0"/>
                        </a:spcAft>
                        <a:buClrTx/>
                        <a:buSzTx/>
                        <a:buFontTx/>
                        <a:buNone/>
                        <a:tabLst/>
                        <a:defRPr/>
                      </a:pPr>
                      <a:r xmlns:a="http://schemas.openxmlformats.org/drawingml/2006/main">
                        <a:rPr lang="vi" altLang="en-US" sz="1200" dirty="0" smtClean="0">
                          <a:latin typeface="+mn-lt"/>
                        </a:rPr>
                        <a:t>Vâng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xmlns:a="http://schemas.openxmlformats.org/drawingml/2006/main" marL="0" marR="0" indent="0" algn="l" defTabSz="914400" rtl="0" eaLnBrk="1" fontAlgn="auto" latinLnBrk="0" hangingPunct="1">
                        <a:lnSpc>
                          <a:spcPct val="100000"/>
                        </a:lnSpc>
                        <a:spcBef>
                          <a:spcPts val="0"/>
                        </a:spcBef>
                        <a:spcAft>
                          <a:spcPts val="0"/>
                        </a:spcAft>
                        <a:buClrTx/>
                        <a:buSzTx/>
                        <a:buFontTx/>
                        <a:buNone/>
                        <a:tabLst/>
                        <a:defRPr/>
                      </a:pPr>
                      <a:r xmlns:a="http://schemas.openxmlformats.org/drawingml/2006/main">
                        <a:rPr lang="vi" altLang="en-US" sz="1200" dirty="0" smtClean="0">
                          <a:latin typeface="+mn-lt"/>
                        </a:rPr>
                        <a:t>Vâng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xmlns:a="http://schemas.openxmlformats.org/drawingml/2006/main" marL="0" marR="0" indent="0" algn="l" defTabSz="914400" rtl="0" eaLnBrk="1" fontAlgn="auto" latinLnBrk="0" hangingPunct="1">
                        <a:lnSpc>
                          <a:spcPct val="100000"/>
                        </a:lnSpc>
                        <a:spcBef>
                          <a:spcPts val="0"/>
                        </a:spcBef>
                        <a:spcAft>
                          <a:spcPts val="0"/>
                        </a:spcAft>
                        <a:buClrTx/>
                        <a:buSzTx/>
                        <a:buFontTx/>
                        <a:buNone/>
                        <a:tabLst/>
                        <a:defRPr/>
                      </a:pPr>
                      <a:r xmlns:a="http://schemas.openxmlformats.org/drawingml/2006/main">
                        <a:rPr lang="vi" altLang="en-US" sz="1200" dirty="0" smtClean="0">
                          <a:latin typeface="+mn-lt"/>
                        </a:rPr>
                        <a:t>Vâng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xmlns:a="http://schemas.openxmlformats.org/drawingml/2006/main">
                        <a:rPr lang="vi" altLang="en-US" sz="1200" dirty="0" smtClean="0">
                          <a:latin typeface="+mn-lt"/>
                        </a:rPr>
                        <a:t>không</a:t>
                      </a:r>
                    </a:p>
                    <a:p>
                      <a:r xmlns:a="http://schemas.openxmlformats.org/drawingml/2006/main">
                        <a:rPr lang="vi" altLang="en-US" sz="1200" dirty="0" smtClean="0">
                          <a:latin typeface="+mn-lt"/>
                        </a:rPr>
                        <a:t>tắc nghẽn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8324622"/>
                  </a:ext>
                </a:extLst>
              </a:tr>
              <a:tr h="0">
                <a:tc>
                  <a:txBody>
                    <a:bodyPr/>
                    <a:lstStyle/>
                    <a:p>
                      <a:pPr xmlns:a="http://schemas.openxmlformats.org/drawingml/2006/main" marL="0" marR="0" indent="0" algn="r" defTabSz="914400" rtl="0" eaLnBrk="1" fontAlgn="auto" latinLnBrk="0" hangingPunct="1">
                        <a:lnSpc>
                          <a:spcPct val="100000"/>
                        </a:lnSpc>
                        <a:spcBef>
                          <a:spcPts val="0"/>
                        </a:spcBef>
                        <a:spcAft>
                          <a:spcPts val="0"/>
                        </a:spcAft>
                        <a:buClrTx/>
                        <a:buSzTx/>
                        <a:buFontTx/>
                        <a:buNone/>
                        <a:tabLst/>
                        <a:defRPr/>
                      </a:pPr>
                      <a:r xmlns:a="http://schemas.openxmlformats.org/drawingml/2006/main">
                        <a:rPr lang="vi" altLang="en-US" sz="1200" b="0" i="0" u="none" strike="noStrike" cap="none" dirty="0" smtClean="0">
                          <a:solidFill>
                            <a:schemeClr val="dk1"/>
                          </a:solidFill>
                          <a:latin typeface="+mn-lt"/>
                          <a:ea typeface="Arial"/>
                          <a:cs typeface="Arial"/>
                          <a:sym typeface="Arial"/>
                        </a:rPr>
                        <a:t>Một</a:t>
                      </a:r>
                      <a:r xmlns:a="http://schemas.openxmlformats.org/drawingml/2006/main">
                        <a:rPr lang="vi" altLang="en-US" sz="100" b="0" i="0" u="none" strike="noStrike" cap="none" dirty="0" smtClean="0">
                          <a:solidFill>
                            <a:schemeClr val="dk1"/>
                          </a:solidFill>
                          <a:latin typeface="+mn-lt"/>
                          <a:ea typeface="Arial"/>
                          <a:cs typeface="Arial"/>
                          <a:sym typeface="Arial"/>
                        </a:rPr>
                        <a:t> </a:t>
                      </a:r>
                      <a:r xmlns:a="http://schemas.openxmlformats.org/drawingml/2006/main">
                        <a:rPr lang="vi" altLang="en-US" sz="1200" b="0" i="0" u="none" strike="noStrike" cap="none" dirty="0" smtClean="0">
                          <a:solidFill>
                            <a:schemeClr val="dk1"/>
                          </a:solidFill>
                          <a:latin typeface="+mn-lt"/>
                          <a:ea typeface="Arial"/>
                          <a:cs typeface="Arial"/>
                          <a:sym typeface="Arial"/>
                        </a:rPr>
                        <a:t>t</a:t>
                      </a:r>
                      <a:r xmlns:a="http://schemas.openxmlformats.org/drawingml/2006/main">
                        <a:rPr lang="vi" altLang="en-US" sz="100" b="0" i="0" u="none" strike="noStrike" cap="none" dirty="0" smtClean="0">
                          <a:solidFill>
                            <a:schemeClr val="dk1"/>
                          </a:solidFill>
                          <a:latin typeface="+mn-lt"/>
                          <a:ea typeface="Arial"/>
                          <a:cs typeface="Arial"/>
                          <a:sym typeface="Arial"/>
                        </a:rPr>
                        <a:t> </a:t>
                      </a:r>
                      <a:r xmlns:a="http://schemas.openxmlformats.org/drawingml/2006/main">
                        <a:rPr lang="vi" altLang="en-US" sz="1200" b="0" i="0" u="none" strike="noStrike" cap="none" dirty="0" smtClean="0">
                          <a:solidFill>
                            <a:schemeClr val="dk1"/>
                          </a:solidFill>
                          <a:latin typeface="+mn-lt"/>
                          <a:ea typeface="Arial"/>
                          <a:cs typeface="Arial"/>
                          <a:sym typeface="Arial"/>
                        </a:rPr>
                        <a:t>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xmlns:a="http://schemas.openxmlformats.org/drawingml/2006/main" marL="0" marR="0" indent="0" algn="l" defTabSz="914400" rtl="0" eaLnBrk="1" fontAlgn="auto" latinLnBrk="0" hangingPunct="1">
                        <a:lnSpc>
                          <a:spcPct val="100000"/>
                        </a:lnSpc>
                        <a:spcBef>
                          <a:spcPts val="0"/>
                        </a:spcBef>
                        <a:spcAft>
                          <a:spcPts val="0"/>
                        </a:spcAft>
                        <a:buClrTx/>
                        <a:buSzTx/>
                        <a:buFontTx/>
                        <a:buNone/>
                        <a:tabLst/>
                        <a:defRPr/>
                      </a:pPr>
                      <a:r xmlns:a="http://schemas.openxmlformats.org/drawingml/2006/main">
                        <a:rPr lang="vi" altLang="en-US" sz="1200" dirty="0" smtClean="0">
                          <a:latin typeface="+mn-lt"/>
                        </a:rPr>
                        <a:t>V</a:t>
                      </a:r>
                      <a:r xmlns:a="http://schemas.openxmlformats.org/drawingml/2006/main">
                        <a:rPr lang="vi" altLang="en-US" sz="100" dirty="0" smtClean="0">
                          <a:latin typeface="+mn-lt"/>
                        </a:rPr>
                        <a:t> </a:t>
                      </a:r>
                      <a:r xmlns:a="http://schemas.openxmlformats.org/drawingml/2006/main">
                        <a:rPr lang="vi" altLang="en-US" sz="1200" dirty="0" smtClean="0">
                          <a:latin typeface="+mn-lt"/>
                        </a:rPr>
                        <a:t>b</a:t>
                      </a:r>
                      <a:r xmlns:a="http://schemas.openxmlformats.org/drawingml/2006/main">
                        <a:rPr lang="vi" altLang="en-US" sz="100" dirty="0" smtClean="0">
                          <a:latin typeface="+mn-lt"/>
                        </a:rPr>
                        <a:t> </a:t>
                      </a:r>
                      <a:r xmlns:a="http://schemas.openxmlformats.org/drawingml/2006/main">
                        <a:rPr lang="vi" altLang="en-US" sz="1200" dirty="0" smtClean="0">
                          <a:latin typeface="+mn-lt"/>
                        </a:rPr>
                        <a:t>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xmlns:a="http://schemas.openxmlformats.org/drawingml/2006/main">
                        <a:rPr lang="vi" altLang="en-US" sz="1200" dirty="0" smtClean="0">
                          <a:latin typeface="+mn-lt"/>
                        </a:rPr>
                        <a:t>đảm bảo</a:t>
                      </a:r>
                    </a:p>
                    <a:p>
                      <a:r xmlns:a="http://schemas.openxmlformats.org/drawingml/2006/main">
                        <a:rPr lang="vi" altLang="en-US" sz="1200" dirty="0" smtClean="0">
                          <a:latin typeface="+mn-lt"/>
                        </a:rPr>
                        <a:t>tỷ lệ</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xmlns:a="http://schemas.openxmlformats.org/drawingml/2006/main" marL="0" marR="0" indent="0" algn="l" defTabSz="914400" rtl="0" eaLnBrk="1" fontAlgn="auto" latinLnBrk="0" hangingPunct="1">
                        <a:lnSpc>
                          <a:spcPct val="100000"/>
                        </a:lnSpc>
                        <a:spcBef>
                          <a:spcPts val="0"/>
                        </a:spcBef>
                        <a:spcAft>
                          <a:spcPts val="0"/>
                        </a:spcAft>
                        <a:buClrTx/>
                        <a:buSzTx/>
                        <a:buFontTx/>
                        <a:buNone/>
                        <a:tabLst/>
                        <a:defRPr/>
                      </a:pPr>
                      <a:r xmlns:a="http://schemas.openxmlformats.org/drawingml/2006/main">
                        <a:rPr lang="vi" altLang="en-US" sz="1200" dirty="0" smtClean="0">
                          <a:latin typeface="+mn-lt"/>
                        </a:rPr>
                        <a:t>Vâng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xmlns:a="http://schemas.openxmlformats.org/drawingml/2006/main" marL="0" marR="0" indent="0" algn="l" defTabSz="914400" rtl="0" eaLnBrk="1" fontAlgn="auto" latinLnBrk="0" hangingPunct="1">
                        <a:lnSpc>
                          <a:spcPct val="100000"/>
                        </a:lnSpc>
                        <a:spcBef>
                          <a:spcPts val="0"/>
                        </a:spcBef>
                        <a:spcAft>
                          <a:spcPts val="0"/>
                        </a:spcAft>
                        <a:buClrTx/>
                        <a:buSzTx/>
                        <a:buFontTx/>
                        <a:buNone/>
                        <a:tabLst/>
                        <a:defRPr/>
                      </a:pPr>
                      <a:r xmlns:a="http://schemas.openxmlformats.org/drawingml/2006/main">
                        <a:rPr lang="vi" altLang="en-US" sz="1200" dirty="0" smtClean="0">
                          <a:latin typeface="+mn-lt"/>
                        </a:rPr>
                        <a:t>Vâng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xmlns:a="http://schemas.openxmlformats.org/drawingml/2006/main" marL="0" marR="0" indent="0" algn="l" defTabSz="914400" rtl="0" eaLnBrk="1" fontAlgn="auto" latinLnBrk="0" hangingPunct="1">
                        <a:lnSpc>
                          <a:spcPct val="100000"/>
                        </a:lnSpc>
                        <a:spcBef>
                          <a:spcPts val="0"/>
                        </a:spcBef>
                        <a:spcAft>
                          <a:spcPts val="0"/>
                        </a:spcAft>
                        <a:buClrTx/>
                        <a:buSzTx/>
                        <a:buFontTx/>
                        <a:buNone/>
                        <a:tabLst/>
                        <a:defRPr/>
                      </a:pPr>
                      <a:r xmlns:a="http://schemas.openxmlformats.org/drawingml/2006/main">
                        <a:rPr lang="vi" altLang="en-US" sz="1200" dirty="0" smtClean="0">
                          <a:latin typeface="+mn-lt"/>
                        </a:rPr>
                        <a:t>Vâng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xmlns:a="http://schemas.openxmlformats.org/drawingml/2006/main">
                        <a:rPr lang="vi" altLang="en-US" sz="1200" dirty="0" smtClean="0">
                          <a:latin typeface="+mn-lt"/>
                        </a:rPr>
                        <a:t>không</a:t>
                      </a:r>
                    </a:p>
                    <a:p>
                      <a:r xmlns:a="http://schemas.openxmlformats.org/drawingml/2006/main">
                        <a:rPr lang="vi" altLang="en-US" sz="1200" dirty="0" smtClean="0">
                          <a:latin typeface="+mn-lt"/>
                        </a:rPr>
                        <a:t>tắc nghẽn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8703868"/>
                  </a:ext>
                </a:extLst>
              </a:tr>
              <a:tr h="0">
                <a:tc>
                  <a:txBody>
                    <a:bodyPr/>
                    <a:lstStyle/>
                    <a:p>
                      <a:pPr xmlns:a="http://schemas.openxmlformats.org/drawingml/2006/main" marL="0" marR="0" indent="0" algn="r" defTabSz="914400" rtl="0" eaLnBrk="1" fontAlgn="auto" latinLnBrk="0" hangingPunct="1">
                        <a:lnSpc>
                          <a:spcPct val="100000"/>
                        </a:lnSpc>
                        <a:spcBef>
                          <a:spcPts val="0"/>
                        </a:spcBef>
                        <a:spcAft>
                          <a:spcPts val="0"/>
                        </a:spcAft>
                        <a:buClrTx/>
                        <a:buSzTx/>
                        <a:buFontTx/>
                        <a:buNone/>
                        <a:tabLst/>
                        <a:defRPr/>
                      </a:pPr>
                      <a:r xmlns:a="http://schemas.openxmlformats.org/drawingml/2006/main">
                        <a:rPr lang="vi" altLang="en-US" sz="1200" b="0" i="0" u="none" strike="noStrike" cap="none" dirty="0" smtClean="0">
                          <a:solidFill>
                            <a:schemeClr val="dk1"/>
                          </a:solidFill>
                          <a:latin typeface="+mn-lt"/>
                          <a:ea typeface="Arial"/>
                          <a:cs typeface="Arial"/>
                          <a:sym typeface="Arial"/>
                        </a:rPr>
                        <a:t>Một</a:t>
                      </a:r>
                      <a:r xmlns:a="http://schemas.openxmlformats.org/drawingml/2006/main">
                        <a:rPr lang="vi" altLang="en-US" sz="100" b="0" i="0" u="none" strike="noStrike" cap="none" dirty="0" smtClean="0">
                          <a:solidFill>
                            <a:schemeClr val="dk1"/>
                          </a:solidFill>
                          <a:latin typeface="+mn-lt"/>
                          <a:ea typeface="Arial"/>
                          <a:cs typeface="Arial"/>
                          <a:sym typeface="Arial"/>
                        </a:rPr>
                        <a:t> </a:t>
                      </a:r>
                      <a:r xmlns:a="http://schemas.openxmlformats.org/drawingml/2006/main">
                        <a:rPr lang="vi" altLang="en-US" sz="1200" b="0" i="0" u="none" strike="noStrike" cap="none" dirty="0" smtClean="0">
                          <a:solidFill>
                            <a:schemeClr val="dk1"/>
                          </a:solidFill>
                          <a:latin typeface="+mn-lt"/>
                          <a:ea typeface="Arial"/>
                          <a:cs typeface="Arial"/>
                          <a:sym typeface="Arial"/>
                        </a:rPr>
                        <a:t>t</a:t>
                      </a:r>
                      <a:r xmlns:a="http://schemas.openxmlformats.org/drawingml/2006/main">
                        <a:rPr lang="vi" altLang="en-US" sz="100" b="0" i="0" u="none" strike="noStrike" cap="none" dirty="0" smtClean="0">
                          <a:solidFill>
                            <a:schemeClr val="dk1"/>
                          </a:solidFill>
                          <a:latin typeface="+mn-lt"/>
                          <a:ea typeface="Arial"/>
                          <a:cs typeface="Arial"/>
                          <a:sym typeface="Arial"/>
                        </a:rPr>
                        <a:t> </a:t>
                      </a:r>
                      <a:r xmlns:a="http://schemas.openxmlformats.org/drawingml/2006/main">
                        <a:rPr lang="vi" altLang="en-US" sz="1200" b="0" i="0" u="none" strike="noStrike" cap="none" dirty="0" smtClean="0">
                          <a:solidFill>
                            <a:schemeClr val="dk1"/>
                          </a:solidFill>
                          <a:latin typeface="+mn-lt"/>
                          <a:ea typeface="Arial"/>
                          <a:cs typeface="Arial"/>
                          <a:sym typeface="Arial"/>
                        </a:rPr>
                        <a:t>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xmlns:a="http://schemas.openxmlformats.org/drawingml/2006/main" marL="0" marR="0" indent="0" algn="l" defTabSz="914400" rtl="0" eaLnBrk="1" fontAlgn="auto" latinLnBrk="0" hangingPunct="1">
                        <a:lnSpc>
                          <a:spcPct val="100000"/>
                        </a:lnSpc>
                        <a:spcBef>
                          <a:spcPts val="0"/>
                        </a:spcBef>
                        <a:spcAft>
                          <a:spcPts val="0"/>
                        </a:spcAft>
                        <a:buClrTx/>
                        <a:buSzTx/>
                        <a:buFontTx/>
                        <a:buNone/>
                        <a:tabLst/>
                        <a:defRPr/>
                      </a:pPr>
                      <a:r xmlns:a="http://schemas.openxmlformats.org/drawingml/2006/main">
                        <a:rPr lang="vi" altLang="en-US" sz="1200" dirty="0" smtClean="0">
                          <a:latin typeface="+mn-lt"/>
                        </a:rPr>
                        <a:t>Một</a:t>
                      </a:r>
                      <a:r xmlns:a="http://schemas.openxmlformats.org/drawingml/2006/main">
                        <a:rPr lang="vi" altLang="en-US" sz="100" dirty="0" smtClean="0">
                          <a:latin typeface="+mn-lt"/>
                        </a:rPr>
                        <a:t> </a:t>
                      </a:r>
                      <a:r xmlns:a="http://schemas.openxmlformats.org/drawingml/2006/main">
                        <a:rPr lang="vi" altLang="en-US" sz="1200" dirty="0" smtClean="0">
                          <a:latin typeface="+mn-lt"/>
                        </a:rPr>
                        <a:t>b</a:t>
                      </a:r>
                      <a:r xmlns:a="http://schemas.openxmlformats.org/drawingml/2006/main">
                        <a:rPr lang="vi" altLang="en-US" sz="100" dirty="0" smtClean="0">
                          <a:latin typeface="+mn-lt"/>
                        </a:rPr>
                        <a:t> </a:t>
                      </a:r>
                      <a:r xmlns:a="http://schemas.openxmlformats.org/drawingml/2006/main">
                        <a:rPr lang="vi" altLang="en-US" sz="1200" dirty="0" smtClean="0">
                          <a:latin typeface="+mn-lt"/>
                        </a:rPr>
                        <a:t>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xmlns:a="http://schemas.openxmlformats.org/drawingml/2006/main">
                        <a:rPr lang="vi" altLang="en-US" sz="1200" dirty="0" smtClean="0">
                          <a:latin typeface="+mn-lt"/>
                        </a:rPr>
                        <a:t>đảm bảo</a:t>
                      </a:r>
                    </a:p>
                    <a:p>
                      <a:r xmlns:a="http://schemas.openxmlformats.org/drawingml/2006/main">
                        <a:rPr lang="vi" altLang="en-US" sz="1200" dirty="0" smtClean="0">
                          <a:latin typeface="+mn-lt"/>
                        </a:rPr>
                        <a:t>tối thiểu</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xmlns:a="http://schemas.openxmlformats.org/drawingml/2006/main" marL="0" marR="0" indent="0" algn="l" defTabSz="914400" rtl="0" eaLnBrk="1" fontAlgn="auto" latinLnBrk="0" hangingPunct="1">
                        <a:lnSpc>
                          <a:spcPct val="100000"/>
                        </a:lnSpc>
                        <a:spcBef>
                          <a:spcPts val="0"/>
                        </a:spcBef>
                        <a:spcAft>
                          <a:spcPts val="0"/>
                        </a:spcAft>
                        <a:buClrTx/>
                        <a:buSzTx/>
                        <a:buFontTx/>
                        <a:buNone/>
                        <a:tabLst/>
                        <a:defRPr/>
                      </a:pPr>
                      <a:r xmlns:a="http://schemas.openxmlformats.org/drawingml/2006/main">
                        <a:rPr lang="vi" altLang="en-US" sz="1200" dirty="0" smtClean="0">
                          <a:latin typeface="+mn-lt"/>
                        </a:rPr>
                        <a:t>không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xmlns:a="http://schemas.openxmlformats.org/drawingml/2006/main" marL="0" marR="0" indent="0" algn="l" defTabSz="914400" rtl="0" eaLnBrk="1" fontAlgn="auto" latinLnBrk="0" hangingPunct="1">
                        <a:lnSpc>
                          <a:spcPct val="100000"/>
                        </a:lnSpc>
                        <a:spcBef>
                          <a:spcPts val="0"/>
                        </a:spcBef>
                        <a:spcAft>
                          <a:spcPts val="0"/>
                        </a:spcAft>
                        <a:buClrTx/>
                        <a:buSzTx/>
                        <a:buFontTx/>
                        <a:buNone/>
                        <a:tabLst/>
                        <a:defRPr/>
                      </a:pPr>
                      <a:r xmlns:a="http://schemas.openxmlformats.org/drawingml/2006/main">
                        <a:rPr lang="vi" altLang="en-US" sz="1200" dirty="0" smtClean="0">
                          <a:latin typeface="+mn-lt"/>
                        </a:rPr>
                        <a:t>Vâng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xmlns:a="http://schemas.openxmlformats.org/drawingml/2006/main" marL="0" marR="0" indent="0" algn="l" defTabSz="914400" rtl="0" eaLnBrk="1" fontAlgn="auto" latinLnBrk="0" hangingPunct="1">
                        <a:lnSpc>
                          <a:spcPct val="100000"/>
                        </a:lnSpc>
                        <a:spcBef>
                          <a:spcPts val="0"/>
                        </a:spcBef>
                        <a:spcAft>
                          <a:spcPts val="0"/>
                        </a:spcAft>
                        <a:buClrTx/>
                        <a:buSzTx/>
                        <a:buFontTx/>
                        <a:buNone/>
                        <a:tabLst/>
                        <a:defRPr/>
                      </a:pPr>
                      <a:r xmlns:a="http://schemas.openxmlformats.org/drawingml/2006/main">
                        <a:rPr lang="vi" altLang="en-US" sz="1200" dirty="0" smtClean="0">
                          <a:latin typeface="+mn-lt"/>
                        </a:rPr>
                        <a:t>không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xmlns:a="http://schemas.openxmlformats.org/drawingml/2006/main" marL="0" marR="0" indent="0" algn="l" defTabSz="914400" rtl="0" eaLnBrk="1" fontAlgn="auto" latinLnBrk="0" hangingPunct="1">
                        <a:lnSpc>
                          <a:spcPct val="100000"/>
                        </a:lnSpc>
                        <a:spcBef>
                          <a:spcPts val="0"/>
                        </a:spcBef>
                        <a:spcAft>
                          <a:spcPts val="0"/>
                        </a:spcAft>
                        <a:buClrTx/>
                        <a:buSzTx/>
                        <a:buFontTx/>
                        <a:buNone/>
                        <a:tabLst/>
                        <a:defRPr/>
                      </a:pPr>
                      <a:r xmlns:a="http://schemas.openxmlformats.org/drawingml/2006/main">
                        <a:rPr lang="vi" altLang="en-US" sz="1200" dirty="0" smtClean="0">
                          <a:latin typeface="+mn-lt"/>
                        </a:rPr>
                        <a:t>Vâng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4178156"/>
                  </a:ext>
                </a:extLst>
              </a:tr>
              <a:tr h="0">
                <a:tc>
                  <a:txBody>
                    <a:bodyPr/>
                    <a:lstStyle/>
                    <a:p>
                      <a:pPr xmlns:a="http://schemas.openxmlformats.org/drawingml/2006/main" marL="0" marR="0" indent="0" algn="r" defTabSz="914400" rtl="0" eaLnBrk="1" fontAlgn="auto" latinLnBrk="0" hangingPunct="1">
                        <a:lnSpc>
                          <a:spcPct val="100000"/>
                        </a:lnSpc>
                        <a:spcBef>
                          <a:spcPts val="0"/>
                        </a:spcBef>
                        <a:spcAft>
                          <a:spcPts val="0"/>
                        </a:spcAft>
                        <a:buClrTx/>
                        <a:buSzTx/>
                        <a:buFontTx/>
                        <a:buNone/>
                        <a:tabLst/>
                        <a:defRPr/>
                      </a:pPr>
                      <a:r xmlns:a="http://schemas.openxmlformats.org/drawingml/2006/main">
                        <a:rPr lang="vi" altLang="en-US" sz="1200" b="0" i="0" u="none" strike="noStrike" cap="none" dirty="0" smtClean="0">
                          <a:solidFill>
                            <a:schemeClr val="dk1"/>
                          </a:solidFill>
                          <a:latin typeface="+mn-lt"/>
                          <a:ea typeface="Arial"/>
                          <a:cs typeface="Arial"/>
                          <a:sym typeface="Arial"/>
                        </a:rPr>
                        <a:t>Một</a:t>
                      </a:r>
                      <a:r xmlns:a="http://schemas.openxmlformats.org/drawingml/2006/main">
                        <a:rPr lang="vi" altLang="en-US" sz="100" b="0" i="0" u="none" strike="noStrike" cap="none" dirty="0" smtClean="0">
                          <a:solidFill>
                            <a:schemeClr val="dk1"/>
                          </a:solidFill>
                          <a:latin typeface="+mn-lt"/>
                          <a:ea typeface="Arial"/>
                          <a:cs typeface="Arial"/>
                          <a:sym typeface="Arial"/>
                        </a:rPr>
                        <a:t> </a:t>
                      </a:r>
                      <a:r xmlns:a="http://schemas.openxmlformats.org/drawingml/2006/main">
                        <a:rPr lang="vi" altLang="en-US" sz="1200" b="0" i="0" u="none" strike="noStrike" cap="none" dirty="0" smtClean="0">
                          <a:solidFill>
                            <a:schemeClr val="dk1"/>
                          </a:solidFill>
                          <a:latin typeface="+mn-lt"/>
                          <a:ea typeface="Arial"/>
                          <a:cs typeface="Arial"/>
                          <a:sym typeface="Arial"/>
                        </a:rPr>
                        <a:t>t</a:t>
                      </a:r>
                      <a:r xmlns:a="http://schemas.openxmlformats.org/drawingml/2006/main">
                        <a:rPr lang="vi" altLang="en-US" sz="100" b="0" i="0" u="none" strike="noStrike" cap="none" dirty="0" smtClean="0">
                          <a:solidFill>
                            <a:schemeClr val="dk1"/>
                          </a:solidFill>
                          <a:latin typeface="+mn-lt"/>
                          <a:ea typeface="Arial"/>
                          <a:cs typeface="Arial"/>
                          <a:sym typeface="Arial"/>
                        </a:rPr>
                        <a:t> </a:t>
                      </a:r>
                      <a:r xmlns:a="http://schemas.openxmlformats.org/drawingml/2006/main">
                        <a:rPr lang="vi" altLang="en-US" sz="1200" b="0" i="0" u="none" strike="noStrike" cap="none" dirty="0" smtClean="0">
                          <a:solidFill>
                            <a:schemeClr val="dk1"/>
                          </a:solidFill>
                          <a:latin typeface="+mn-lt"/>
                          <a:ea typeface="Arial"/>
                          <a:cs typeface="Arial"/>
                          <a:sym typeface="Arial"/>
                        </a:rPr>
                        <a:t>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xmlns:a="http://schemas.openxmlformats.org/drawingml/2006/main" marL="0" marR="0" indent="0" algn="l" defTabSz="914400" rtl="0" eaLnBrk="1" fontAlgn="auto" latinLnBrk="0" hangingPunct="1">
                        <a:lnSpc>
                          <a:spcPct val="100000"/>
                        </a:lnSpc>
                        <a:spcBef>
                          <a:spcPts val="0"/>
                        </a:spcBef>
                        <a:spcAft>
                          <a:spcPts val="0"/>
                        </a:spcAft>
                        <a:buClrTx/>
                        <a:buSzTx/>
                        <a:buFontTx/>
                        <a:buNone/>
                        <a:tabLst/>
                        <a:defRPr/>
                      </a:pPr>
                      <a:r xmlns:a="http://schemas.openxmlformats.org/drawingml/2006/main">
                        <a:rPr lang="vi" altLang="en-US" sz="1200" dirty="0" smtClean="0">
                          <a:latin typeface="+mn-lt"/>
                        </a:rPr>
                        <a:t>bạn</a:t>
                      </a:r>
                      <a:r xmlns:a="http://schemas.openxmlformats.org/drawingml/2006/main">
                        <a:rPr lang="vi" altLang="en-US" sz="100" dirty="0" smtClean="0">
                          <a:latin typeface="+mn-lt"/>
                        </a:rPr>
                        <a:t> </a:t>
                      </a:r>
                      <a:r xmlns:a="http://schemas.openxmlformats.org/drawingml/2006/main">
                        <a:rPr lang="vi" altLang="en-US" sz="1200" dirty="0" smtClean="0">
                          <a:latin typeface="+mn-lt"/>
                        </a:rPr>
                        <a:t>b</a:t>
                      </a:r>
                      <a:r xmlns:a="http://schemas.openxmlformats.org/drawingml/2006/main">
                        <a:rPr lang="vi" altLang="en-US" sz="100" dirty="0" smtClean="0">
                          <a:latin typeface="+mn-lt"/>
                        </a:rPr>
                        <a:t> </a:t>
                      </a:r>
                      <a:r xmlns:a="http://schemas.openxmlformats.org/drawingml/2006/main">
                        <a:rPr lang="vi" altLang="en-US" sz="1200" dirty="0" smtClean="0">
                          <a:latin typeface="+mn-lt"/>
                        </a:rPr>
                        <a:t>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xmlns:a="http://schemas.openxmlformats.org/drawingml/2006/main" marL="0" marR="0" indent="0" algn="l" defTabSz="914400" rtl="0" eaLnBrk="1" fontAlgn="auto" latinLnBrk="0" hangingPunct="1">
                        <a:lnSpc>
                          <a:spcPct val="100000"/>
                        </a:lnSpc>
                        <a:spcBef>
                          <a:spcPts val="0"/>
                        </a:spcBef>
                        <a:spcAft>
                          <a:spcPts val="0"/>
                        </a:spcAft>
                        <a:buClrTx/>
                        <a:buSzTx/>
                        <a:buFontTx/>
                        <a:buNone/>
                        <a:tabLst/>
                        <a:defRPr/>
                      </a:pPr>
                      <a:r xmlns:a="http://schemas.openxmlformats.org/drawingml/2006/main">
                        <a:rPr lang="vi" altLang="en-US" sz="1200" dirty="0" smtClean="0">
                          <a:latin typeface="+mn-lt"/>
                        </a:rPr>
                        <a:t>không ai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xmlns:a="http://schemas.openxmlformats.org/drawingml/2006/main" marL="0" marR="0" indent="0" algn="l" defTabSz="914400" rtl="0" eaLnBrk="1" fontAlgn="auto" latinLnBrk="0" hangingPunct="1">
                        <a:lnSpc>
                          <a:spcPct val="100000"/>
                        </a:lnSpc>
                        <a:spcBef>
                          <a:spcPts val="0"/>
                        </a:spcBef>
                        <a:spcAft>
                          <a:spcPts val="0"/>
                        </a:spcAft>
                        <a:buClrTx/>
                        <a:buSzTx/>
                        <a:buFontTx/>
                        <a:buNone/>
                        <a:tabLst/>
                        <a:defRPr/>
                      </a:pPr>
                      <a:r xmlns:a="http://schemas.openxmlformats.org/drawingml/2006/main">
                        <a:rPr lang="vi" altLang="en-US" sz="1200" dirty="0" smtClean="0">
                          <a:latin typeface="+mn-lt"/>
                        </a:rPr>
                        <a:t>không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xmlns:a="http://schemas.openxmlformats.org/drawingml/2006/main" marL="0" marR="0" indent="0" algn="l" defTabSz="914400" rtl="0" eaLnBrk="1" fontAlgn="auto" latinLnBrk="0" hangingPunct="1">
                        <a:lnSpc>
                          <a:spcPct val="100000"/>
                        </a:lnSpc>
                        <a:spcBef>
                          <a:spcPts val="0"/>
                        </a:spcBef>
                        <a:spcAft>
                          <a:spcPts val="0"/>
                        </a:spcAft>
                        <a:buClrTx/>
                        <a:buSzTx/>
                        <a:buFontTx/>
                        <a:buNone/>
                        <a:tabLst/>
                        <a:defRPr/>
                      </a:pPr>
                      <a:r xmlns:a="http://schemas.openxmlformats.org/drawingml/2006/main">
                        <a:rPr lang="vi" altLang="en-US" sz="1200" dirty="0" smtClean="0">
                          <a:latin typeface="+mn-lt"/>
                        </a:rPr>
                        <a:t>Vâng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xmlns:a="http://schemas.openxmlformats.org/drawingml/2006/main" marL="0" marR="0" indent="0" algn="l" defTabSz="914400" rtl="0" eaLnBrk="1" fontAlgn="auto" latinLnBrk="0" hangingPunct="1">
                        <a:lnSpc>
                          <a:spcPct val="100000"/>
                        </a:lnSpc>
                        <a:spcBef>
                          <a:spcPts val="0"/>
                        </a:spcBef>
                        <a:spcAft>
                          <a:spcPts val="0"/>
                        </a:spcAft>
                        <a:buClrTx/>
                        <a:buSzTx/>
                        <a:buFontTx/>
                        <a:buNone/>
                        <a:tabLst/>
                        <a:defRPr/>
                      </a:pPr>
                      <a:r xmlns:a="http://schemas.openxmlformats.org/drawingml/2006/main">
                        <a:rPr lang="vi" altLang="en-US" sz="1200" dirty="0" smtClean="0">
                          <a:latin typeface="+mn-lt"/>
                        </a:rPr>
                        <a:t>không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xmlns:a="http://schemas.openxmlformats.org/drawingml/2006/main" marL="0" marR="0" indent="0" algn="l" defTabSz="914400" rtl="0" eaLnBrk="1" fontAlgn="auto" latinLnBrk="0" hangingPunct="1">
                        <a:lnSpc>
                          <a:spcPct val="100000"/>
                        </a:lnSpc>
                        <a:spcBef>
                          <a:spcPts val="0"/>
                        </a:spcBef>
                        <a:spcAft>
                          <a:spcPts val="0"/>
                        </a:spcAft>
                        <a:buClrTx/>
                        <a:buSzTx/>
                        <a:buFontTx/>
                        <a:buNone/>
                        <a:tabLst/>
                        <a:defRPr/>
                      </a:pPr>
                      <a:r xmlns:a="http://schemas.openxmlformats.org/drawingml/2006/main">
                        <a:rPr lang="vi" altLang="en-US" sz="1200" dirty="0" smtClean="0">
                          <a:latin typeface="+mn-lt"/>
                        </a:rPr>
                        <a:t>không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79055267"/>
                  </a:ext>
                </a:extLst>
              </a:tr>
            </a:tbl>
          </a:graphicData>
        </a:graphic>
      </p:graphicFrame>
    </p:spTree>
    <p:extLst>
      <p:ext uri="{BB962C8B-B14F-4D97-AF65-F5344CB8AC3E}">
        <p14:creationId xmlns:p14="http://schemas.microsoft.com/office/powerpoint/2010/main" val="124173279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altLang="en-US" dirty="0" smtClean="0">
                <a:ea typeface="ＭＳ Ｐゴシック" charset="-128"/>
              </a:rPr>
              <a:t>Mục tiêu </a:t>
            </a:r>
            <a:r xmlns:a="http://schemas.openxmlformats.org/drawingml/2006/main">
              <a:rPr lang="vi" altLang="en-US" dirty="0">
                <a:ea typeface="ＭＳ Ｐゴシック" charset="-128"/>
              </a:rPr>
              <a:t>học tập </a:t>
            </a:r>
            <a:r xmlns:a="http://schemas.openxmlformats.org/drawingml/2006/main">
              <a:rPr lang="vi" altLang="en-US" sz="2000" b="0" dirty="0" smtClean="0">
                <a:ea typeface="ＭＳ Ｐゴシック" charset="-128"/>
              </a:rPr>
              <a:t>(2 </a:t>
            </a:r>
            <a:r xmlns:a="http://schemas.openxmlformats.org/drawingml/2006/main">
              <a:rPr lang="vi" altLang="en-US" sz="2000" b="0" dirty="0">
                <a:ea typeface="ＭＳ Ｐゴシック" charset="-128"/>
              </a:rPr>
              <a:t>trên 7)</a:t>
            </a:r>
            <a:endParaRPr xmlns:a="http://schemas.openxmlformats.org/drawingml/2006/main" lang="en-US" altLang="en-US" sz="2000" b="0" dirty="0">
              <a:solidFill>
                <a:schemeClr val="tx2"/>
              </a:solidFill>
              <a:latin typeface="Times New Roman" panose="02020603050405020304" pitchFamily="18" charset="0"/>
              <a:cs typeface="Times New Roman" panose="02020603050405020304" pitchFamily="18" charset="0"/>
            </a:endParaRPr>
          </a:p>
        </p:txBody>
      </p:sp>
      <p:sp>
        <p:nvSpPr>
          <p:cNvPr id="3" name="Text Placeholder 2"/>
          <p:cNvSpPr>
            <a:spLocks noGrp="1"/>
          </p:cNvSpPr>
          <p:nvPr>
            <p:ph idx="1"/>
          </p:nvPr>
        </p:nvSpPr>
        <p:spPr>
          <a:xfrm>
            <a:off x="457200" y="1614716"/>
            <a:ext cx="4303486" cy="4669972"/>
          </a:xfrm>
        </p:spPr>
        <p:txBody>
          <a:bodyPr/>
          <a:lstStyle/>
          <a:p>
            <a:pPr xmlns:a="http://schemas.openxmlformats.org/drawingml/2006/main" marL="0" indent="0">
              <a:buFont typeface="Wingdings" panose="05000000000000000000" pitchFamily="2" charset="2"/>
              <a:buNone/>
            </a:pPr>
            <a:r xmlns:a="http://schemas.openxmlformats.org/drawingml/2006/main">
              <a:rPr lang="vi" altLang="en-US" sz="2200" b="1" dirty="0">
                <a:solidFill>
                  <a:schemeClr val="tx2"/>
                </a:solidFill>
                <a:latin typeface="+mn-lt"/>
                <a:ea typeface="ＭＳ Ｐゴシック" charset="-128"/>
                <a:cs typeface="ＭＳ Ｐゴシック" charset="-128"/>
              </a:rPr>
              <a:t>4.1</a:t>
            </a:r>
            <a:r xmlns:a="http://schemas.openxmlformats.org/drawingml/2006/main">
              <a:rPr lang="vi" altLang="en-US" sz="2200" b="1" dirty="0">
                <a:solidFill>
                  <a:srgbClr val="CC0000"/>
                </a:solidFill>
                <a:latin typeface="+mn-lt"/>
                <a:ea typeface="ＭＳ Ｐゴシック" charset="-128"/>
                <a:cs typeface="ＭＳ Ｐゴシック" charset="-128"/>
              </a:rPr>
              <a:t> </a:t>
            </a:r>
            <a:r xmlns:a="http://schemas.openxmlformats.org/drawingml/2006/main">
              <a:rPr lang="vi" altLang="en-US" sz="2200" dirty="0">
                <a:solidFill>
                  <a:schemeClr val="tx1"/>
                </a:solidFill>
                <a:latin typeface="+mn-lt"/>
                <a:ea typeface="ＭＳ Ｐゴシック" charset="-128"/>
                <a:cs typeface="ＭＳ Ｐゴシック" charset="-128"/>
              </a:rPr>
              <a:t>Tổng quan về lớp Mạng</a:t>
            </a:r>
          </a:p>
          <a:p>
            <a:pPr xmlns:a="http://schemas.openxmlformats.org/drawingml/2006/main" lvl="1" indent="-283464"/>
            <a:r xmlns:a="http://schemas.openxmlformats.org/drawingml/2006/main">
              <a:rPr lang="vi" altLang="en-US" sz="2200" dirty="0">
                <a:solidFill>
                  <a:schemeClr val="tx1"/>
                </a:solidFill>
                <a:latin typeface="+mn-lt"/>
                <a:ea typeface="ＭＳ Ｐゴシック" charset="-128"/>
              </a:rPr>
              <a:t>mặt phẳng dữ liệu</a:t>
            </a:r>
          </a:p>
          <a:p>
            <a:pPr xmlns:a="http://schemas.openxmlformats.org/drawingml/2006/main" lvl="1" indent="-283464"/>
            <a:r xmlns:a="http://schemas.openxmlformats.org/drawingml/2006/main">
              <a:rPr lang="vi" altLang="en-US" sz="2200" dirty="0">
                <a:solidFill>
                  <a:schemeClr val="tx1"/>
                </a:solidFill>
                <a:latin typeface="+mn-lt"/>
                <a:ea typeface="ＭＳ Ｐゴシック" charset="-128"/>
              </a:rPr>
              <a:t>máy bay điều khiển</a:t>
            </a:r>
          </a:p>
          <a:p>
            <a:pPr xmlns:a="http://schemas.openxmlformats.org/drawingml/2006/main" marL="0" indent="0">
              <a:buFont typeface="Wingdings" panose="05000000000000000000" pitchFamily="2" charset="2"/>
              <a:buNone/>
            </a:pPr>
            <a:r xmlns:a="http://schemas.openxmlformats.org/drawingml/2006/main">
              <a:rPr lang="vi" altLang="en-US" sz="2200" b="1" dirty="0">
                <a:solidFill>
                  <a:schemeClr val="tx2"/>
                </a:solidFill>
                <a:latin typeface="+mn-lt"/>
                <a:ea typeface="ＭＳ Ｐゴシック" charset="-128"/>
                <a:cs typeface="ＭＳ Ｐゴシック" charset="-128"/>
              </a:rPr>
              <a:t>4.2</a:t>
            </a:r>
            <a:r xmlns:a="http://schemas.openxmlformats.org/drawingml/2006/main">
              <a:rPr lang="vi" altLang="en-US" sz="2200" dirty="0">
                <a:latin typeface="+mn-lt"/>
                <a:ea typeface="ＭＳ Ｐゴシック" charset="-128"/>
                <a:cs typeface="ＭＳ Ｐゴシック" charset="-128"/>
              </a:rPr>
              <a:t> </a:t>
            </a:r>
            <a:r xmlns:a="http://schemas.openxmlformats.org/drawingml/2006/main">
              <a:rPr lang="vi" altLang="en-US" sz="2200" b="1" dirty="0" smtClean="0">
                <a:latin typeface="+mn-lt"/>
                <a:ea typeface="ＭＳ Ｐゴシック" charset="-128"/>
                <a:cs typeface="ＭＳ Ｐゴシック" charset="-128"/>
              </a:rPr>
              <a:t>Có gì bên </a:t>
            </a:r>
            <a:r xmlns:a="http://schemas.openxmlformats.org/drawingml/2006/main">
              <a:rPr lang="vi" altLang="ja-JP" sz="2200" b="1" dirty="0" smtClean="0">
                <a:latin typeface="+mn-lt"/>
                <a:ea typeface="ＭＳ Ｐゴシック" charset="-128"/>
                <a:cs typeface="ＭＳ Ｐゴシック" charset="-128"/>
              </a:rPr>
              <a:t>trong </a:t>
            </a:r>
            <a:r xmlns:a="http://schemas.openxmlformats.org/drawingml/2006/main">
              <a:rPr lang="vi" altLang="ja-JP" sz="2200" b="1" dirty="0">
                <a:latin typeface="+mn-lt"/>
                <a:ea typeface="ＭＳ Ｐゴシック" charset="-128"/>
                <a:cs typeface="ＭＳ Ｐゴシック" charset="-128"/>
              </a:rPr>
              <a:t>một bộ định tuyến</a:t>
            </a:r>
          </a:p>
          <a:p>
            <a:pPr xmlns:a="http://schemas.openxmlformats.org/drawingml/2006/main" marL="0" indent="0">
              <a:buFont typeface="Wingdings" panose="05000000000000000000" pitchFamily="2" charset="2"/>
              <a:buNone/>
            </a:pPr>
            <a:r xmlns:a="http://schemas.openxmlformats.org/drawingml/2006/main">
              <a:rPr lang="vi" altLang="en-US" sz="2200" b="1" dirty="0">
                <a:solidFill>
                  <a:schemeClr val="tx2"/>
                </a:solidFill>
                <a:latin typeface="+mn-lt"/>
                <a:ea typeface="ＭＳ Ｐゴシック" charset="-128"/>
                <a:cs typeface="ＭＳ Ｐゴシック" charset="-128"/>
              </a:rPr>
              <a:t>4.3</a:t>
            </a:r>
            <a:r xmlns:a="http://schemas.openxmlformats.org/drawingml/2006/main">
              <a:rPr lang="vi" altLang="en-US" sz="2200" dirty="0">
                <a:latin typeface="+mn-lt"/>
                <a:ea typeface="ＭＳ Ｐゴシック" charset="-128"/>
                <a:cs typeface="ＭＳ Ｐゴシック" charset="-128"/>
              </a:rPr>
              <a:t> </a:t>
            </a:r>
            <a:r xmlns:a="http://schemas.openxmlformats.org/drawingml/2006/main">
              <a:rPr lang="vi" altLang="en-US" sz="2200" dirty="0" smtClean="0">
                <a:latin typeface="+mn-lt"/>
                <a:ea typeface="ＭＳ Ｐゴシック" charset="-128"/>
                <a:cs typeface="ＭＳ Ｐゴシック" charset="-128"/>
              </a:rPr>
              <a:t>Tôi</a:t>
            </a:r>
            <a:r xmlns:a="http://schemas.openxmlformats.org/drawingml/2006/main">
              <a:rPr lang="vi" altLang="en-US" sz="100" dirty="0" smtClean="0">
                <a:latin typeface="+mn-lt"/>
                <a:ea typeface="ＭＳ Ｐゴシック" charset="-128"/>
                <a:cs typeface="ＭＳ Ｐゴシック" charset="-128"/>
              </a:rPr>
              <a:t> </a:t>
            </a:r>
            <a:r xmlns:a="http://schemas.openxmlformats.org/drawingml/2006/main">
              <a:rPr lang="vi" altLang="en-US" sz="2200" dirty="0" smtClean="0">
                <a:latin typeface="+mn-lt"/>
                <a:ea typeface="ＭＳ Ｐゴシック" charset="-128"/>
                <a:cs typeface="ＭＳ Ｐゴシック" charset="-128"/>
              </a:rPr>
              <a:t>P </a:t>
            </a:r>
            <a:r xmlns:a="http://schemas.openxmlformats.org/drawingml/2006/main">
              <a:rPr lang="vi" altLang="en-US" sz="2200" dirty="0">
                <a:latin typeface="+mn-lt"/>
                <a:ea typeface="ＭＳ Ｐゴシック" charset="-128"/>
                <a:cs typeface="ＭＳ Ｐゴシック" charset="-128"/>
              </a:rPr>
              <a:t>: Giao thức Internet</a:t>
            </a:r>
          </a:p>
          <a:p>
            <a:pPr xmlns:a="http://schemas.openxmlformats.org/drawingml/2006/main" lvl="1" indent="-283464"/>
            <a:r xmlns:a="http://schemas.openxmlformats.org/drawingml/2006/main">
              <a:rPr lang="vi" altLang="en-US" sz="2200" dirty="0">
                <a:latin typeface="+mn-lt"/>
                <a:ea typeface="ＭＳ Ｐゴシック" charset="-128"/>
              </a:rPr>
              <a:t>định dạng datagram</a:t>
            </a:r>
          </a:p>
          <a:p>
            <a:pPr xmlns:a="http://schemas.openxmlformats.org/drawingml/2006/main" lvl="1" indent="-283464"/>
            <a:r xmlns:a="http://schemas.openxmlformats.org/drawingml/2006/main">
              <a:rPr lang="vi" altLang="en-US" sz="2200" dirty="0">
                <a:latin typeface="+mn-lt"/>
                <a:ea typeface="ＭＳ Ｐゴシック" charset="-128"/>
              </a:rPr>
              <a:t>sự phân mảnh</a:t>
            </a:r>
          </a:p>
          <a:p>
            <a:pPr xmlns:a="http://schemas.openxmlformats.org/drawingml/2006/main" lvl="1" indent="-283464"/>
            <a:r xmlns:a="http://schemas.openxmlformats.org/drawingml/2006/main">
              <a:rPr lang="vi" altLang="en-US" sz="2200" dirty="0" smtClean="0">
                <a:latin typeface="+mn-lt"/>
                <a:ea typeface="ＭＳ Ｐゴシック" charset="-128"/>
              </a:rPr>
              <a:t>Tôi</a:t>
            </a:r>
            <a:r xmlns:a="http://schemas.openxmlformats.org/drawingml/2006/main">
              <a:rPr lang="vi" altLang="en-US" sz="100" dirty="0" smtClean="0">
                <a:latin typeface="+mn-lt"/>
                <a:ea typeface="ＭＳ Ｐゴシック" charset="-128"/>
              </a:rPr>
              <a:t> </a:t>
            </a:r>
            <a:r xmlns:a="http://schemas.openxmlformats.org/drawingml/2006/main">
              <a:rPr lang="vi" altLang="en-US" sz="2200" dirty="0">
                <a:latin typeface="+mn-lt"/>
                <a:ea typeface="ＭＳ Ｐゴシック" charset="-128"/>
              </a:rPr>
              <a:t>địa chỉ </a:t>
            </a:r>
            <a:r xmlns:a="http://schemas.openxmlformats.org/drawingml/2006/main">
              <a:rPr lang="vi" altLang="en-US" sz="2200" dirty="0" smtClean="0">
                <a:latin typeface="+mn-lt"/>
                <a:ea typeface="ＭＳ Ｐゴシック" charset="-128"/>
              </a:rPr>
              <a:t>pv4</a:t>
            </a:r>
          </a:p>
          <a:p>
            <a:pPr xmlns:a="http://schemas.openxmlformats.org/drawingml/2006/main" lvl="1" indent="-283464"/>
            <a:r xmlns:a="http://schemas.openxmlformats.org/drawingml/2006/main">
              <a:rPr lang="vi" altLang="en-US" sz="2200" dirty="0" smtClean="0">
                <a:latin typeface="+mn-lt"/>
                <a:ea typeface="ＭＳ Ｐゴシック" charset="-128"/>
              </a:rPr>
              <a:t>dịch </a:t>
            </a:r>
            <a:r xmlns:a="http://schemas.openxmlformats.org/drawingml/2006/main">
              <a:rPr lang="vi" altLang="en-US" sz="2200" dirty="0">
                <a:latin typeface="+mn-lt"/>
                <a:ea typeface="ＭＳ Ｐゴシック" charset="-128"/>
              </a:rPr>
              <a:t>địa chỉ mạng</a:t>
            </a:r>
          </a:p>
          <a:p>
            <a:pPr xmlns:a="http://schemas.openxmlformats.org/drawingml/2006/main" lvl="1" indent="-283464"/>
            <a:r xmlns:a="http://schemas.openxmlformats.org/drawingml/2006/main">
              <a:rPr lang="vi" altLang="en-US" sz="2200" dirty="0">
                <a:latin typeface="+mn-lt"/>
                <a:ea typeface="ＭＳ Ｐゴシック" charset="-128"/>
              </a:rPr>
              <a:t>Tôi</a:t>
            </a:r>
            <a:r xmlns:a="http://schemas.openxmlformats.org/drawingml/2006/main">
              <a:rPr lang="vi" altLang="en-US" sz="100" dirty="0">
                <a:latin typeface="+mn-lt"/>
                <a:ea typeface="ＭＳ Ｐゴシック" charset="-128"/>
              </a:rPr>
              <a:t> </a:t>
            </a:r>
            <a:r xmlns:a="http://schemas.openxmlformats.org/drawingml/2006/main">
              <a:rPr lang="vi" altLang="en-US" sz="2200" dirty="0" smtClean="0">
                <a:latin typeface="+mn-lt"/>
                <a:ea typeface="ＭＳ Ｐゴシック" charset="-128"/>
              </a:rPr>
              <a:t>Pv6</a:t>
            </a:r>
            <a:endParaRPr xmlns:a="http://schemas.openxmlformats.org/drawingml/2006/main" lang="en-US" altLang="en-US" sz="2200" dirty="0">
              <a:latin typeface="+mn-lt"/>
              <a:ea typeface="ＭＳ Ｐゴシック" charset="-128"/>
              <a:cs typeface="ＭＳ Ｐゴシック" charset="-128"/>
            </a:endParaRPr>
          </a:p>
        </p:txBody>
      </p:sp>
      <p:sp>
        <p:nvSpPr>
          <p:cNvPr id="4" name="Content Placeholder 3"/>
          <p:cNvSpPr>
            <a:spLocks noGrp="1"/>
          </p:cNvSpPr>
          <p:nvPr>
            <p:ph idx="13"/>
          </p:nvPr>
        </p:nvSpPr>
        <p:spPr>
          <a:xfrm>
            <a:off x="5080000" y="1614714"/>
            <a:ext cx="3454400" cy="4281715"/>
          </a:xfrm>
        </p:spPr>
        <p:txBody>
          <a:bodyPr/>
          <a:lstStyle/>
          <a:p>
            <a:pPr xmlns:a="http://schemas.openxmlformats.org/drawingml/2006/main" marL="0" indent="0">
              <a:buFont typeface="Wingdings" panose="05000000000000000000" pitchFamily="2" charset="2"/>
              <a:buNone/>
            </a:pPr>
            <a:r xmlns:a="http://schemas.openxmlformats.org/drawingml/2006/main">
              <a:rPr lang="vi" altLang="en-US" sz="2200" b="1" dirty="0">
                <a:solidFill>
                  <a:schemeClr val="tx2"/>
                </a:solidFill>
                <a:latin typeface="+mn-lt"/>
                <a:ea typeface="ＭＳ Ｐゴシック" charset="-128"/>
                <a:cs typeface="ＭＳ Ｐゴシック" charset="-128"/>
              </a:rPr>
              <a:t>4.4 </a:t>
            </a:r>
            <a:r xmlns:a="http://schemas.openxmlformats.org/drawingml/2006/main">
              <a:rPr lang="vi" altLang="en-US" sz="2200" dirty="0">
                <a:latin typeface="+mn-lt"/>
                <a:ea typeface="ＭＳ Ｐゴシック" charset="-128"/>
                <a:cs typeface="ＭＳ Ｐゴシック" charset="-128"/>
              </a:rPr>
              <a:t>Generalized Forward và S</a:t>
            </a:r>
            <a:r xmlns:a="http://schemas.openxmlformats.org/drawingml/2006/main">
              <a:rPr lang="vi" altLang="en-US" sz="100" dirty="0">
                <a:latin typeface="+mn-lt"/>
                <a:ea typeface="ＭＳ Ｐゴシック" charset="-128"/>
                <a:cs typeface="ＭＳ Ｐゴシック" charset="-128"/>
              </a:rPr>
              <a:t> </a:t>
            </a:r>
            <a:r xmlns:a="http://schemas.openxmlformats.org/drawingml/2006/main">
              <a:rPr lang="vi" altLang="en-US" sz="2200" dirty="0">
                <a:latin typeface="+mn-lt"/>
                <a:ea typeface="ＭＳ Ｐゴシック" charset="-128"/>
                <a:cs typeface="ＭＳ Ｐゴシック" charset="-128"/>
              </a:rPr>
              <a:t>Đ.</a:t>
            </a:r>
            <a:r xmlns:a="http://schemas.openxmlformats.org/drawingml/2006/main">
              <a:rPr lang="vi" altLang="en-US" sz="100" dirty="0">
                <a:latin typeface="+mn-lt"/>
                <a:ea typeface="ＭＳ Ｐゴシック" charset="-128"/>
                <a:cs typeface="ＭＳ Ｐゴシック" charset="-128"/>
              </a:rPr>
              <a:t> </a:t>
            </a:r>
            <a:r xmlns:a="http://schemas.openxmlformats.org/drawingml/2006/main">
              <a:rPr lang="vi" altLang="en-US" sz="2200" dirty="0">
                <a:latin typeface="+mn-lt"/>
                <a:ea typeface="ＭＳ Ｐゴシック" charset="-128"/>
                <a:cs typeface="ＭＳ Ｐゴシック" charset="-128"/>
              </a:rPr>
              <a:t>N</a:t>
            </a:r>
          </a:p>
          <a:p>
            <a:pPr xmlns:a="http://schemas.openxmlformats.org/drawingml/2006/main" lvl="1" indent="-283464"/>
            <a:r xmlns:a="http://schemas.openxmlformats.org/drawingml/2006/main">
              <a:rPr lang="vi" altLang="en-US" sz="2200" dirty="0">
                <a:latin typeface="+mn-lt"/>
                <a:ea typeface="ＭＳ Ｐゴシック" charset="-128"/>
              </a:rPr>
              <a:t>trận đấu</a:t>
            </a:r>
          </a:p>
          <a:p>
            <a:pPr xmlns:a="http://schemas.openxmlformats.org/drawingml/2006/main" lvl="1" indent="-283464"/>
            <a:r xmlns:a="http://schemas.openxmlformats.org/drawingml/2006/main">
              <a:rPr lang="vi" altLang="en-US" sz="2200" dirty="0">
                <a:latin typeface="+mn-lt"/>
                <a:ea typeface="ＭＳ Ｐゴシック" charset="-128"/>
              </a:rPr>
              <a:t>hoạt động</a:t>
            </a:r>
          </a:p>
          <a:p>
            <a:pPr xmlns:a="http://schemas.openxmlformats.org/drawingml/2006/main" lvl="1" indent="-283464"/>
            <a:r xmlns:a="http://schemas.openxmlformats.org/drawingml/2006/main">
              <a:rPr lang="vi" altLang="en-US" sz="2200" dirty="0" smtClean="0">
                <a:latin typeface="+mn-lt"/>
                <a:ea typeface="ＭＳ Ｐゴシック" charset="-128"/>
              </a:rPr>
              <a:t>Các ví dụ OpenFlow về </a:t>
            </a:r>
            <a:r xmlns:a="http://schemas.openxmlformats.org/drawingml/2006/main">
              <a:rPr lang="vi" altLang="en-US" sz="2200" dirty="0">
                <a:latin typeface="+mn-lt"/>
                <a:ea typeface="ＭＳ Ｐゴシック" charset="-128"/>
              </a:rPr>
              <a:t>hành động đối sánh cộng với hành </a:t>
            </a:r>
            <a:r xmlns:a="http://schemas.openxmlformats.org/drawingml/2006/main">
              <a:rPr lang="vi" altLang="en-US" sz="2200" dirty="0" smtClean="0">
                <a:latin typeface="+mn-lt"/>
                <a:ea typeface="ＭＳ Ｐゴシック" charset="-128"/>
              </a:rPr>
              <a:t>động</a:t>
            </a:r>
            <a:endParaRPr xmlns:a="http://schemas.openxmlformats.org/drawingml/2006/main" lang="en-US" altLang="en-US" sz="2200" dirty="0">
              <a:latin typeface="+mn-lt"/>
              <a:ea typeface="ＭＳ Ｐゴシック" charset="-128"/>
            </a:endParaRPr>
          </a:p>
        </p:txBody>
      </p:sp>
    </p:spTree>
    <p:extLst>
      <p:ext uri="{BB962C8B-B14F-4D97-AF65-F5344CB8AC3E}">
        <p14:creationId xmlns:p14="http://schemas.microsoft.com/office/powerpoint/2010/main" val="218006986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dirty="0"/>
              <a:t>Tổng quan về kiến trúc bộ định tuyến</a:t>
            </a:r>
          </a:p>
        </p:txBody>
      </p:sp>
      <p:sp>
        <p:nvSpPr>
          <p:cNvPr id="3" name="Text Placeholder 2"/>
          <p:cNvSpPr>
            <a:spLocks noGrp="1"/>
          </p:cNvSpPr>
          <p:nvPr>
            <p:ph type="body" idx="1"/>
          </p:nvPr>
        </p:nvSpPr>
        <p:spPr>
          <a:xfrm>
            <a:off x="457200" y="1600200"/>
            <a:ext cx="8229600" cy="542109"/>
          </a:xfrm>
        </p:spPr>
        <p:txBody>
          <a:bodyPr/>
          <a:lstStyle/>
          <a:p>
            <a:r xmlns:a="http://schemas.openxmlformats.org/drawingml/2006/main">
              <a:rPr lang="vi" altLang="en-US" sz="2400" dirty="0">
                <a:latin typeface="+mn-lt"/>
                <a:ea typeface="ＭＳ Ｐゴシック" charset="-128"/>
                <a:cs typeface="ＭＳ Ｐゴシック" charset="-128"/>
              </a:rPr>
              <a:t>chế độ xem cấp cao của kiến trúc bộ định tuyến chung </a:t>
            </a:r>
            <a:r xmlns:a="http://schemas.openxmlformats.org/drawingml/2006/main">
              <a:rPr lang="vi" altLang="en-US" sz="2400" dirty="0" smtClean="0">
                <a:latin typeface="+mn-lt"/>
                <a:ea typeface="ＭＳ Ｐゴシック" charset="-128"/>
                <a:cs typeface="ＭＳ Ｐゴシック" charset="-128"/>
              </a:rPr>
              <a:t>:</a:t>
            </a:r>
            <a:endParaRPr xmlns:a="http://schemas.openxmlformats.org/drawingml/2006/main" lang="en-US" altLang="en-US" sz="2400" dirty="0">
              <a:latin typeface="+mn-lt"/>
              <a:ea typeface="ＭＳ Ｐゴシック" charset="-128"/>
              <a:cs typeface="ＭＳ Ｐゴシック" charset="-128"/>
            </a:endParaRPr>
          </a:p>
        </p:txBody>
      </p:sp>
      <p:pic>
        <p:nvPicPr>
          <p:cNvPr id="4" name="Picture 3" descr="A diagram has a large box at the center, connected to another box, and 4 groups of boxes. A dotted horizontal line divides the diagram into 2 parts. Above. Routing, management control plane, software, operates in millisecond time frame. The smaller box reads, routing processor. From the box, a double ended arrow points to the larger box, below the line. Below. Forwarding data plane, hardware, operates in nanosecond timeframe. A large box is at the center, high seed switching fabric. From near each corner, the box is connected to a group of 3 boxes, by arrows. Top right, an arrow points right, away from the large box, and passes through group 1. Group 1 has 3 boxes, red, blue, small green. Bottom right, an arrow points right, away from the large box, and passes through group 1. Group 1 has 3 boxes, red, blue, small green. 4 dots align vertically between groups 1 and 2. Top left, an arrow points right, toward the large box, and passes through group 3. Group 3 has 3 boxes, small green, blue, red. Bottom left, an arrow points right, toward the large box, and passes through group 4. Group 4 has 3 boxes, small green blue, red. 4 dots align vertically between groups 3 and 4. From the top box, above, an arrow points down, below, to the red box in group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00" y="2311218"/>
            <a:ext cx="7340600" cy="3594100"/>
          </a:xfrm>
          <a:prstGeom prst="rect">
            <a:avLst/>
          </a:prstGeom>
        </p:spPr>
      </p:pic>
    </p:spTree>
    <p:extLst>
      <p:ext uri="{BB962C8B-B14F-4D97-AF65-F5344CB8AC3E}">
        <p14:creationId xmlns:p14="http://schemas.microsoft.com/office/powerpoint/2010/main" val="314487942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xmlns:a="http://schemas.openxmlformats.org/drawingml/2006/main">
              <a:rPr lang="vi" altLang="en-US" dirty="0">
                <a:ea typeface="ＭＳ Ｐゴシック" charset="-128"/>
              </a:rPr>
              <a:t>Chức năng cổng đầu vào </a:t>
            </a:r>
            <a:r xmlns:a="http://schemas.openxmlformats.org/drawingml/2006/main">
              <a:rPr lang="vi" altLang="en-US" sz="2000" b="0" dirty="0" smtClean="0">
                <a:ea typeface="ＭＳ Ｐゴシック" charset="-128"/>
              </a:rPr>
              <a:t>(1 </a:t>
            </a:r>
            <a:r xmlns:a="http://schemas.openxmlformats.org/drawingml/2006/main">
              <a:rPr lang="vi" altLang="en-US" sz="2000" b="0" dirty="0">
                <a:ea typeface="ＭＳ Ｐゴシック" charset="-128"/>
              </a:rPr>
              <a:t>trên 2)</a:t>
            </a:r>
            <a:endParaRPr xmlns:a="http://schemas.openxmlformats.org/drawingml/2006/main" lang="en-US" dirty="0"/>
          </a:p>
        </p:txBody>
      </p:sp>
      <p:pic>
        <p:nvPicPr>
          <p:cNvPr id="3" name="Picture 2" descr="A diagram has a group of 3 boxes. Each box is labeled and has an arrow pointing right toward the next box. The last box points to a vertical line, switch fabric. Each box has notes. An arrow points toward the first box. Box 1, small green, line termination. Notes, physical layer, bit level reception. Box 2, blue, link layer protocol, receive. Notes, data link layer, for example Ethernet, see chapter 5. Box 3, red, lookup forwarding. A row of 10 vertical lines, queueing. Notes, decentralized switching. Using header field values, lookup output port using forwarding table in input port memory, match plus action. Goal, complete input port processing at line speed. Queueing, if datagrams arrive faster than forwarding rate into switch fabric."/>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3710" y="1616722"/>
            <a:ext cx="6136579" cy="4509458"/>
          </a:xfrm>
          <a:prstGeom prst="rect">
            <a:avLst/>
          </a:prstGeom>
        </p:spPr>
      </p:pic>
    </p:spTree>
    <p:extLst>
      <p:ext uri="{BB962C8B-B14F-4D97-AF65-F5344CB8AC3E}">
        <p14:creationId xmlns:p14="http://schemas.microsoft.com/office/powerpoint/2010/main" val="111541815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xmlns:a="http://schemas.openxmlformats.org/drawingml/2006/main">
              <a:rPr lang="vi" altLang="en-US" dirty="0" smtClean="0">
                <a:ea typeface="ＭＳ Ｐゴシック" charset="-128"/>
              </a:rPr>
              <a:t>Chức năng cổng đầu vào </a:t>
            </a:r>
            <a:r xmlns:a="http://schemas.openxmlformats.org/drawingml/2006/main">
              <a:rPr lang="vi" altLang="en-US" sz="2000" b="0" dirty="0" smtClean="0">
                <a:ea typeface="ＭＳ Ｐゴシック" charset="-128"/>
              </a:rPr>
              <a:t>(2 trên 2)</a:t>
            </a:r>
            <a:endParaRPr xmlns:a="http://schemas.openxmlformats.org/drawingml/2006/main" lang="en-US" sz="2000" b="0" dirty="0"/>
          </a:p>
        </p:txBody>
      </p:sp>
      <p:pic>
        <p:nvPicPr>
          <p:cNvPr id="5" name="Picture 4" descr="A diagram has a group of 3 boxes. Each box is labeled and has an arrow pointing right toward the next box. The last box points to a vertical line, switch fabric. Each box has notes. An arrow points toward the first box. Box 1, small green, line termination. Notes, physical layer, bit level reception. Box 2, blue, link layer protocol, receive. Notes, data link layer, for example Ethernet, see chapter 5. Box 3, red, lookup forwarding. A row of 10 vertical lines, queueing. Notes, decentralized switching. Using header field values, lookup output port using forwarding table in input port memory, match plus action. Destination based forwarding, forward based only on destination I P address, traditional. Generalized forwarding, forward based on any set of header field value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8524" y="1791376"/>
            <a:ext cx="6094151" cy="4146107"/>
          </a:xfrm>
          <a:prstGeom prst="rect">
            <a:avLst/>
          </a:prstGeom>
        </p:spPr>
      </p:pic>
    </p:spTree>
    <p:extLst>
      <p:ext uri="{BB962C8B-B14F-4D97-AF65-F5344CB8AC3E}">
        <p14:creationId xmlns:p14="http://schemas.microsoft.com/office/powerpoint/2010/main" val="379336968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dirty="0"/>
              <a:t>Chuyển tiếp dựa trên điểm đến</a:t>
            </a:r>
          </a:p>
        </p:txBody>
      </p:sp>
      <p:pic>
        <p:nvPicPr>
          <p:cNvPr id="4" name="Picture 3" descr="A forwarding table has 4 rows and 2 columns. The columns from left to right are destination address range, and link interface. Rows 1 through 3, column 1, have 2 lines of 4 groups of numbers. Between each line, through, is written. Row 1. Destination address range. Line 1. Group 1. 1 1 0 0 1 0 0 0. Group 2. 0 0 1 0 1 1 1. Group 3. 0 0 1 0 0 0 0. Group 4. 8 zeros. Through. Line 2. Group 1. 1 1 0 0 1 0 0 0. Group 2. 0 0 0 1 0 1 1 1. Group 3. 0 0 0 1 0 1 1 1. Group 4. 7 ones. Link interface. 0. Row 2. Destination address range. Line 1. Group 1. 1 1 0 0 1 0 0 0. Group 2. 0 0 0 1 0 1 1 1. Group 3. 0 0 0 1 1 0 0 0. Group 4. 7 zeroes. Through. Line 2. Group 1. 1 1 0 0 1 0 0 0. Group 2. 0 0 0 1 0 1 1 1. Group 3. 0 0 0 1 1 0 0 0. Group 4. 7 ones. Link interface. 1. Row 3. Destination address range. Line 1. Group 1. 1 1 0 0 1 0 0 0. Group 2. 0 0 0 1 0 1 1 1. Group 3. 0 0 0 1 1 0 0 1. Group 4. 7 zeros. Through. Line 2. Group 1. 1 1 0 0 1 0 0 0. Group 2. 0 0 0 1 0 1 1 1. Group 3. 0 0 0 1 1 1 1 1. Group 4. 7 ones. Link interface. 2. Row 3. Destination address range. Otherwise. Link interfac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4600" y="1570742"/>
            <a:ext cx="6062549" cy="3907210"/>
          </a:xfrm>
          <a:prstGeom prst="rect">
            <a:avLst/>
          </a:prstGeom>
        </p:spPr>
      </p:pic>
      <p:sp>
        <p:nvSpPr>
          <p:cNvPr id="5" name="Text Placeholder 4"/>
          <p:cNvSpPr>
            <a:spLocks noGrp="1"/>
          </p:cNvSpPr>
          <p:nvPr>
            <p:ph type="body" idx="1"/>
          </p:nvPr>
        </p:nvSpPr>
        <p:spPr>
          <a:xfrm>
            <a:off x="457200" y="5682343"/>
            <a:ext cx="8229600" cy="443820"/>
          </a:xfrm>
        </p:spPr>
        <p:txBody>
          <a:bodyPr/>
          <a:lstStyle/>
          <a:p>
            <a:pPr xmlns:a="http://schemas.openxmlformats.org/drawingml/2006/main" marL="0" indent="0">
              <a:buNone/>
            </a:pPr>
            <a:r xmlns:a="http://schemas.openxmlformats.org/drawingml/2006/main">
              <a:rPr lang="vi" altLang="en-US" sz="2400" b="1" dirty="0">
                <a:solidFill>
                  <a:schemeClr val="tx1"/>
                </a:solidFill>
                <a:latin typeface="+mn-lt"/>
              </a:rPr>
              <a:t>H: </a:t>
            </a:r>
            <a:r xmlns:a="http://schemas.openxmlformats.org/drawingml/2006/main">
              <a:rPr lang="vi" altLang="en-US" sz="2400" dirty="0">
                <a:latin typeface="+mn-lt"/>
              </a:rPr>
              <a:t>nhưng điều gì sẽ xảy ra nếu các phạm vi </a:t>
            </a:r>
            <a:r xmlns:a="http://schemas.openxmlformats.org/drawingml/2006/main">
              <a:rPr lang="vi" altLang="en-US" sz="2400" dirty="0" smtClean="0">
                <a:latin typeface="+mn-lt"/>
              </a:rPr>
              <a:t>không </a:t>
            </a:r>
            <a:r xmlns:a="http://schemas.openxmlformats.org/drawingml/2006/main">
              <a:rPr lang="vi" altLang="ja-JP" sz="2400" dirty="0" smtClean="0">
                <a:latin typeface="+mn-lt"/>
              </a:rPr>
              <a:t>được </a:t>
            </a:r>
            <a:r xmlns:a="http://schemas.openxmlformats.org/drawingml/2006/main">
              <a:rPr lang="vi" altLang="ja-JP" sz="2400" dirty="0">
                <a:latin typeface="+mn-lt"/>
              </a:rPr>
              <a:t>phân chia độc đáo như vậy </a:t>
            </a:r>
            <a:r xmlns:a="http://schemas.openxmlformats.org/drawingml/2006/main">
              <a:rPr lang="vi" altLang="ja-JP" sz="2400" dirty="0" smtClean="0">
                <a:latin typeface="+mn-lt"/>
              </a:rPr>
              <a:t>?</a:t>
            </a:r>
            <a:endParaRPr xmlns:a="http://schemas.openxmlformats.org/drawingml/2006/main" lang="en-US" altLang="en-US" sz="2400" dirty="0">
              <a:latin typeface="+mn-lt"/>
            </a:endParaRPr>
          </a:p>
        </p:txBody>
      </p:sp>
    </p:spTree>
    <p:extLst>
      <p:ext uri="{BB962C8B-B14F-4D97-AF65-F5344CB8AC3E}">
        <p14:creationId xmlns:p14="http://schemas.microsoft.com/office/powerpoint/2010/main" val="84164242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dirty="0" smtClean="0"/>
              <a:t>Kết hợp </a:t>
            </a:r>
            <a:r xmlns:a="http://schemas.openxmlformats.org/drawingml/2006/main">
              <a:rPr lang="vi" dirty="0"/>
              <a:t>tiền tố dài nhất </a:t>
            </a:r>
            <a:r xmlns:a="http://schemas.openxmlformats.org/drawingml/2006/main">
              <a:rPr lang="vi" sz="2000" b="0" dirty="0" smtClean="0"/>
              <a:t>(1 trên 2)</a:t>
            </a:r>
            <a:endParaRPr xmlns:a="http://schemas.openxmlformats.org/drawingml/2006/main" lang="en-US" sz="2000" b="0" dirty="0"/>
          </a:p>
        </p:txBody>
      </p:sp>
      <p:sp>
        <p:nvSpPr>
          <p:cNvPr id="3" name="Text Placeholder 2"/>
          <p:cNvSpPr>
            <a:spLocks noGrp="1"/>
          </p:cNvSpPr>
          <p:nvPr>
            <p:ph type="body" idx="1"/>
          </p:nvPr>
        </p:nvSpPr>
        <p:spPr>
          <a:xfrm>
            <a:off x="457200" y="1600201"/>
            <a:ext cx="8229600" cy="1600200"/>
          </a:xfrm>
        </p:spPr>
        <p:txBody>
          <a:bodyPr/>
          <a:lstStyle/>
          <a:p>
            <a:pPr xmlns:a="http://schemas.openxmlformats.org/drawingml/2006/main" marL="0" indent="0">
              <a:buNone/>
            </a:pPr>
            <a:r xmlns:a="http://schemas.openxmlformats.org/drawingml/2006/main">
              <a:rPr lang="vi" altLang="en-US" sz="2200" b="1" dirty="0">
                <a:solidFill>
                  <a:schemeClr val="tx1"/>
                </a:solidFill>
                <a:latin typeface="+mn-lt"/>
              </a:rPr>
              <a:t>khớp tiền tố dài nhất</a:t>
            </a:r>
          </a:p>
          <a:p>
            <a:pPr xmlns:a="http://schemas.openxmlformats.org/drawingml/2006/main" marL="0" indent="0">
              <a:buNone/>
            </a:pPr>
            <a:r xmlns:a="http://schemas.openxmlformats.org/drawingml/2006/main">
              <a:rPr lang="vi" altLang="en-US" sz="2200" dirty="0">
                <a:latin typeface="+mn-lt"/>
              </a:rPr>
              <a:t>khi tìm kiếm mục nhập bảng chuyển tiếp cho địa chỉ đích nhất định, hãy sử dụng </a:t>
            </a:r>
            <a:r xmlns:a="http://schemas.openxmlformats.org/drawingml/2006/main">
              <a:rPr lang="vi" altLang="en-US" sz="2200" dirty="0">
                <a:latin typeface="+mn-lt"/>
              </a:rPr>
              <a:t>tiền tố địa chỉ </a:t>
            </a:r>
            <a:r xmlns:a="http://schemas.openxmlformats.org/drawingml/2006/main">
              <a:rPr lang="vi" altLang="en-US" sz="2200" b="1" dirty="0">
                <a:solidFill>
                  <a:schemeClr val="tx1"/>
                </a:solidFill>
                <a:latin typeface="+mn-lt"/>
              </a:rPr>
              <a:t>dài nhất khớp với địa chỉ đích </a:t>
            </a:r>
            <a:r xmlns:a="http://schemas.openxmlformats.org/drawingml/2006/main">
              <a:rPr lang="vi" altLang="en-US" sz="2200" dirty="0" smtClean="0">
                <a:latin typeface="+mn-lt"/>
              </a:rPr>
              <a:t>.</a:t>
            </a:r>
            <a:endParaRPr xmlns:a="http://schemas.openxmlformats.org/drawingml/2006/main" lang="en-US" altLang="en-US" sz="2200" dirty="0">
              <a:latin typeface="+mn-lt"/>
            </a:endParaRPr>
          </a:p>
        </p:txBody>
      </p:sp>
      <p:pic>
        <p:nvPicPr>
          <p:cNvPr id="7" name="Picture 6" descr="A table has 4 rows and 2 columns. From left to right the columns are, destination address range, and link interface. Rows 1 to 3 in column 1 have 4 groups of numbers. Some of the numbers are blocked out with asterisks. Row 1. Destination address range. Group 1. 1 1 0 0 1 0 0 0. Group 2. 0 0 0 1 0 1 1 1. Group 3. 0 0 0 1 0, 3 asterisks. Group 4. 7 asterisks. Link interface. 0. Row 2. Group 1. 1 1 0 0 1 0 0 0. Group 2. 0 0 0 1 0 1 1 1. Group 3. 0 0 0 1 1 0 0 0. Group 4. 7 asterisks. Link interface. 1. Row 3. Group 1. 1 1 0 0 1 0 0 0. Group 2. 0 0 0 1 0 1 1 1. Group 3. 0 0 0 1, 3 asterisks. Group 4. 7 asterisks. Link interface. 2. Row 4. Destination address range. Otherwise. Link interface. 3."/>
          <p:cNvPicPr>
            <a:picLocks noChangeAspect="1"/>
          </p:cNvPicPr>
          <p:nvPr/>
        </p:nvPicPr>
        <p:blipFill rotWithShape="1">
          <a:blip r:embed="rId2">
            <a:extLst>
              <a:ext uri="{28A0092B-C50C-407E-A947-70E740481C1C}">
                <a14:useLocalDpi xmlns:a14="http://schemas.microsoft.com/office/drawing/2010/main" val="0"/>
              </a:ext>
            </a:extLst>
          </a:blip>
          <a:srcRect l="2866" t="3754" r="2123"/>
          <a:stretch/>
        </p:blipFill>
        <p:spPr>
          <a:xfrm>
            <a:off x="1719441" y="3228535"/>
            <a:ext cx="5705118" cy="1734836"/>
          </a:xfrm>
          <a:prstGeom prst="rect">
            <a:avLst/>
          </a:prstGeom>
        </p:spPr>
      </p:pic>
      <p:sp>
        <p:nvSpPr>
          <p:cNvPr id="4" name="Text Placeholder 3"/>
          <p:cNvSpPr>
            <a:spLocks noGrp="1"/>
          </p:cNvSpPr>
          <p:nvPr>
            <p:ph type="body" idx="2"/>
          </p:nvPr>
        </p:nvSpPr>
        <p:spPr>
          <a:xfrm>
            <a:off x="457200" y="5116286"/>
            <a:ext cx="1672046" cy="492034"/>
          </a:xfrm>
        </p:spPr>
        <p:txBody>
          <a:bodyPr/>
          <a:lstStyle/>
          <a:p>
            <a:pPr xmlns:a="http://schemas.openxmlformats.org/drawingml/2006/main" marL="0" indent="0">
              <a:buNone/>
            </a:pPr>
            <a:r xmlns:a="http://schemas.openxmlformats.org/drawingml/2006/main">
              <a:rPr lang="vi" altLang="en-US" sz="2200" b="1" dirty="0">
                <a:solidFill>
                  <a:schemeClr val="tx1"/>
                </a:solidFill>
                <a:latin typeface="+mn-lt"/>
              </a:rPr>
              <a:t>ví dụ </a:t>
            </a:r>
            <a:r xmlns:a="http://schemas.openxmlformats.org/drawingml/2006/main">
              <a:rPr lang="vi" altLang="en-US" sz="2200" b="1" dirty="0" smtClean="0">
                <a:solidFill>
                  <a:schemeClr val="tx1"/>
                </a:solidFill>
                <a:latin typeface="+mn-lt"/>
              </a:rPr>
              <a:t>:</a:t>
            </a:r>
            <a:endParaRPr xmlns:a="http://schemas.openxmlformats.org/drawingml/2006/main" lang="en-US" altLang="en-US" sz="2200" b="1" dirty="0">
              <a:solidFill>
                <a:schemeClr val="tx1"/>
              </a:solidFill>
              <a:latin typeface="+mn-lt"/>
            </a:endParaRPr>
          </a:p>
        </p:txBody>
      </p:sp>
      <p:pic>
        <p:nvPicPr>
          <p:cNvPr id="6" name="Picture 5" descr="D A, 1 1 0 0 1 0 0 0 0, 0 0 0 1 0 1 1 1, 0 0 0 1 0 1 1 0, 1 0 1 0 0 0 0 1, which interface? The last 12 digits are highlighted. D A, 1 1 0 0 1 0 0 0 0, 0 0 0 1 0 1 1 1, 0 0 0 1 1 0 0 0, 1 0 1 0 1 0 1 0, which interface? The last 12 digits are highlighted.&#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9787" y="5686866"/>
            <a:ext cx="6718300" cy="609600"/>
          </a:xfrm>
          <a:prstGeom prst="rect">
            <a:avLst/>
          </a:prstGeom>
        </p:spPr>
      </p:pic>
    </p:spTree>
    <p:extLst>
      <p:ext uri="{BB962C8B-B14F-4D97-AF65-F5344CB8AC3E}">
        <p14:creationId xmlns:p14="http://schemas.microsoft.com/office/powerpoint/2010/main" val="388138272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dirty="0"/>
              <a:t>Kết hợp tiền tố dài nhất </a:t>
            </a:r>
            <a:r xmlns:a="http://schemas.openxmlformats.org/drawingml/2006/main">
              <a:rPr lang="vi" sz="2000" b="0" dirty="0" smtClean="0"/>
              <a:t>(2 </a:t>
            </a:r>
            <a:r xmlns:a="http://schemas.openxmlformats.org/drawingml/2006/main">
              <a:rPr lang="vi" sz="2000" b="0" dirty="0"/>
              <a:t>trên 2)</a:t>
            </a:r>
            <a:endParaRPr xmlns:a="http://schemas.openxmlformats.org/drawingml/2006/main" lang="en-US" dirty="0"/>
          </a:p>
        </p:txBody>
      </p:sp>
      <p:sp>
        <p:nvSpPr>
          <p:cNvPr id="3" name="Text Placeholder 2"/>
          <p:cNvSpPr>
            <a:spLocks noGrp="1"/>
          </p:cNvSpPr>
          <p:nvPr>
            <p:ph type="body" idx="1"/>
          </p:nvPr>
        </p:nvSpPr>
        <p:spPr>
          <a:xfrm>
            <a:off x="457200" y="1600200"/>
            <a:ext cx="7955280" cy="4525963"/>
          </a:xfrm>
        </p:spPr>
        <p:txBody>
          <a:bodyPr/>
          <a:lstStyle/>
          <a:p>
            <a:r xmlns:a="http://schemas.openxmlformats.org/drawingml/2006/main">
              <a:rPr lang="vi" altLang="en-US" sz="2400" dirty="0">
                <a:latin typeface="+mn-lt"/>
                <a:ea typeface="ＭＳ Ｐゴシック" charset="-128"/>
                <a:cs typeface="ＭＳ Ｐゴシック" charset="-128"/>
              </a:rPr>
              <a:t>chúng ta sẽ thấy</a:t>
            </a:r>
            <a:r xmlns:a="http://schemas.openxmlformats.org/drawingml/2006/main">
              <a:rPr lang="vi" altLang="en-US" sz="2400" i="1" dirty="0">
                <a:solidFill>
                  <a:srgbClr val="000090"/>
                </a:solidFill>
                <a:latin typeface="+mn-lt"/>
                <a:ea typeface="ＭＳ Ｐゴシック" charset="-128"/>
                <a:cs typeface="ＭＳ Ｐゴシック" charset="-128"/>
              </a:rPr>
              <a:t> </a:t>
            </a:r>
            <a:r xmlns:a="http://schemas.openxmlformats.org/drawingml/2006/main">
              <a:rPr lang="vi" altLang="en-US" sz="2400" b="1" dirty="0">
                <a:solidFill>
                  <a:schemeClr val="tx1"/>
                </a:solidFill>
                <a:latin typeface="+mn-lt"/>
                <a:ea typeface="ＭＳ Ｐゴシック" charset="-128"/>
                <a:cs typeface="ＭＳ Ｐゴシック" charset="-128"/>
              </a:rPr>
              <a:t>tại sao</a:t>
            </a:r>
            <a:r xmlns:a="http://schemas.openxmlformats.org/drawingml/2006/main">
              <a:rPr lang="vi" altLang="en-US" sz="2400" i="1" dirty="0">
                <a:solidFill>
                  <a:srgbClr val="000090"/>
                </a:solidFill>
                <a:latin typeface="+mn-lt"/>
                <a:ea typeface="ＭＳ Ｐゴシック" charset="-128"/>
                <a:cs typeface="ＭＳ Ｐゴシック" charset="-128"/>
              </a:rPr>
              <a:t> </a:t>
            </a:r>
            <a:r xmlns:a="http://schemas.openxmlformats.org/drawingml/2006/main">
              <a:rPr lang="vi" altLang="en-US" sz="2400" dirty="0">
                <a:latin typeface="+mn-lt"/>
                <a:ea typeface="ＭＳ Ｐゴシック" charset="-128"/>
                <a:cs typeface="ＭＳ Ｐゴシック" charset="-128"/>
              </a:rPr>
              <a:t>kết hợp tiền tố dài nhất được sử dụng trong thời gian ngắn, khi chúng tôi nghiên cứu địa chỉ</a:t>
            </a:r>
          </a:p>
          <a:p>
            <a:r xmlns:a="http://schemas.openxmlformats.org/drawingml/2006/main">
              <a:rPr lang="vi" altLang="en-US" sz="2400" dirty="0">
                <a:latin typeface="+mn-lt"/>
                <a:ea typeface="ＭＳ Ｐゴシック" charset="-128"/>
                <a:cs typeface="ＭＳ Ｐゴシック" charset="-128"/>
              </a:rPr>
              <a:t>kết hợp tiền tố dài nhất: thường được thực hiện bằng cách sử dụng các bộ nhớ có thể định địa chỉ nội dung ternary ( </a:t>
            </a:r>
            <a:r xmlns:a="http://schemas.openxmlformats.org/drawingml/2006/main">
              <a:rPr lang="vi" altLang="en-US" sz="2400" dirty="0" smtClean="0">
                <a:latin typeface="+mn-lt"/>
                <a:ea typeface="ＭＳ Ｐゴシック" charset="-128"/>
                <a:cs typeface="ＭＳ Ｐゴシック" charset="-128"/>
              </a:rPr>
              <a:t>T</a:t>
            </a:r>
            <a:r xmlns:a="http://schemas.openxmlformats.org/drawingml/2006/main">
              <a:rPr lang="vi" altLang="en-US" sz="100" dirty="0" smtClean="0">
                <a:latin typeface="+mn-lt"/>
                <a:ea typeface="ＭＳ Ｐゴシック" charset="-128"/>
                <a:cs typeface="ＭＳ Ｐゴシック" charset="-128"/>
              </a:rPr>
              <a:t> </a:t>
            </a:r>
            <a:r xmlns:a="http://schemas.openxmlformats.org/drawingml/2006/main">
              <a:rPr lang="vi" altLang="en-US" sz="2400" dirty="0" smtClean="0">
                <a:latin typeface="+mn-lt"/>
                <a:ea typeface="ＭＳ Ｐゴシック" charset="-128"/>
                <a:cs typeface="ＭＳ Ｐゴシック" charset="-128"/>
              </a:rPr>
              <a:t>C</a:t>
            </a:r>
            <a:r xmlns:a="http://schemas.openxmlformats.org/drawingml/2006/main">
              <a:rPr lang="vi" altLang="en-US" sz="100" dirty="0" smtClean="0">
                <a:latin typeface="+mn-lt"/>
                <a:ea typeface="ＭＳ Ｐゴシック" charset="-128"/>
                <a:cs typeface="ＭＳ Ｐゴシック" charset="-128"/>
              </a:rPr>
              <a:t> </a:t>
            </a:r>
            <a:r xmlns:a="http://schemas.openxmlformats.org/drawingml/2006/main">
              <a:rPr lang="vi" altLang="en-US" sz="2400" dirty="0" smtClean="0">
                <a:latin typeface="+mn-lt"/>
                <a:ea typeface="ＭＳ Ｐゴシック" charset="-128"/>
                <a:cs typeface="ＭＳ Ｐゴシック" charset="-128"/>
              </a:rPr>
              <a:t>Một</a:t>
            </a:r>
            <a:r xmlns:a="http://schemas.openxmlformats.org/drawingml/2006/main">
              <a:rPr lang="vi" altLang="en-US" sz="100" dirty="0" smtClean="0">
                <a:latin typeface="+mn-lt"/>
                <a:ea typeface="ＭＳ Ｐゴシック" charset="-128"/>
                <a:cs typeface="ＭＳ Ｐゴシック" charset="-128"/>
              </a:rPr>
              <a:t> </a:t>
            </a:r>
            <a:r xmlns:a="http://schemas.openxmlformats.org/drawingml/2006/main">
              <a:rPr lang="vi" altLang="en-US" sz="2400" dirty="0" smtClean="0">
                <a:latin typeface="+mn-lt"/>
                <a:ea typeface="ＭＳ Ｐゴシック" charset="-128"/>
                <a:cs typeface="ＭＳ Ｐゴシック" charset="-128"/>
              </a:rPr>
              <a:t>m</a:t>
            </a:r>
            <a:r xmlns:a="http://schemas.openxmlformats.org/drawingml/2006/main">
              <a:rPr lang="vi" altLang="en-US" sz="100" dirty="0" smtClean="0">
                <a:latin typeface="+mn-lt"/>
                <a:ea typeface="ＭＳ Ｐゴシック" charset="-128"/>
                <a:cs typeface="ＭＳ Ｐゴシック" charset="-128"/>
              </a:rPr>
              <a:t> </a:t>
            </a:r>
            <a:r xmlns:a="http://schemas.openxmlformats.org/drawingml/2006/main">
              <a:rPr lang="vi" altLang="en-US" sz="2400" dirty="0" smtClean="0">
                <a:latin typeface="+mn-lt"/>
                <a:ea typeface="ＭＳ Ｐゴシック" charset="-128"/>
                <a:cs typeface="ＭＳ Ｐゴシック" charset="-128"/>
              </a:rPr>
              <a:t>s </a:t>
            </a:r>
            <a:r xmlns:a="http://schemas.openxmlformats.org/drawingml/2006/main">
              <a:rPr lang="vi" altLang="en-US" sz="2400" dirty="0">
                <a:latin typeface="+mn-lt"/>
                <a:ea typeface="ＭＳ Ｐゴシック" charset="-128"/>
                <a:cs typeface="ＭＳ Ｐゴシック" charset="-128"/>
              </a:rPr>
              <a:t>)</a:t>
            </a:r>
          </a:p>
          <a:p>
            <a:pPr xmlns:a="http://schemas.openxmlformats.org/drawingml/2006/main" lvl="1"/>
            <a:r xmlns:a="http://schemas.openxmlformats.org/drawingml/2006/main">
              <a:rPr lang="vi" altLang="en-US" sz="2400" b="1" dirty="0">
                <a:solidFill>
                  <a:schemeClr val="tx1"/>
                </a:solidFill>
                <a:latin typeface="+mn-lt"/>
                <a:ea typeface="ＭＳ Ｐゴシック" charset="-128"/>
              </a:rPr>
              <a:t>nội dung có thể định địa chỉ: địa </a:t>
            </a:r>
            <a:r xmlns:a="http://schemas.openxmlformats.org/drawingml/2006/main">
              <a:rPr lang="vi" altLang="en-US" sz="2400" dirty="0">
                <a:latin typeface="+mn-lt"/>
                <a:ea typeface="ＭＳ Ｐゴシック" charset="-128"/>
              </a:rPr>
              <a:t>chỉ hiện tại tới </a:t>
            </a:r>
            <a:r xmlns:a="http://schemas.openxmlformats.org/drawingml/2006/main">
              <a:rPr lang="vi" altLang="en-US" sz="2400" dirty="0" smtClean="0">
                <a:latin typeface="+mn-lt"/>
                <a:ea typeface="ＭＳ Ｐゴシック" charset="-128"/>
              </a:rPr>
              <a:t>T</a:t>
            </a:r>
            <a:r xmlns:a="http://schemas.openxmlformats.org/drawingml/2006/main">
              <a:rPr lang="vi" altLang="en-US" sz="100" dirty="0" smtClean="0">
                <a:latin typeface="+mn-lt"/>
                <a:ea typeface="ＭＳ Ｐゴシック" charset="-128"/>
              </a:rPr>
              <a:t> </a:t>
            </a:r>
            <a:r xmlns:a="http://schemas.openxmlformats.org/drawingml/2006/main">
              <a:rPr lang="vi" altLang="en-US" sz="2400" dirty="0" smtClean="0">
                <a:latin typeface="+mn-lt"/>
                <a:ea typeface="ＭＳ Ｐゴシック" charset="-128"/>
              </a:rPr>
              <a:t>C</a:t>
            </a:r>
            <a:r xmlns:a="http://schemas.openxmlformats.org/drawingml/2006/main">
              <a:rPr lang="vi" altLang="en-US" sz="100" dirty="0" smtClean="0">
                <a:latin typeface="+mn-lt"/>
                <a:ea typeface="ＭＳ Ｐゴシック" charset="-128"/>
              </a:rPr>
              <a:t> </a:t>
            </a:r>
            <a:r xmlns:a="http://schemas.openxmlformats.org/drawingml/2006/main">
              <a:rPr lang="vi" altLang="en-US" sz="2400" dirty="0" smtClean="0">
                <a:latin typeface="+mn-lt"/>
                <a:ea typeface="ＭＳ Ｐゴシック" charset="-128"/>
              </a:rPr>
              <a:t>Một</a:t>
            </a:r>
            <a:r xmlns:a="http://schemas.openxmlformats.org/drawingml/2006/main">
              <a:rPr lang="vi" altLang="en-US" sz="100" dirty="0" smtClean="0">
                <a:latin typeface="+mn-lt"/>
                <a:ea typeface="ＭＳ Ｐゴシック" charset="-128"/>
              </a:rPr>
              <a:t> </a:t>
            </a:r>
            <a:r xmlns:a="http://schemas.openxmlformats.org/drawingml/2006/main">
              <a:rPr lang="vi" altLang="en-US" sz="2400" dirty="0" smtClean="0">
                <a:latin typeface="+mn-lt"/>
                <a:ea typeface="ＭＳ Ｐゴシック" charset="-128"/>
              </a:rPr>
              <a:t>M : </a:t>
            </a:r>
            <a:r xmlns:a="http://schemas.openxmlformats.org/drawingml/2006/main">
              <a:rPr lang="vi" altLang="en-US" sz="2400" dirty="0">
                <a:latin typeface="+mn-lt"/>
                <a:ea typeface="ＭＳ Ｐゴシック" charset="-128"/>
              </a:rPr>
              <a:t>truy xuất địa chỉ trong một chu kỳ đồng hồ, bất kể kích thước bảng</a:t>
            </a:r>
          </a:p>
          <a:p>
            <a:pPr xmlns:a="http://schemas.openxmlformats.org/drawingml/2006/main" lvl="1"/>
            <a:r xmlns:a="http://schemas.openxmlformats.org/drawingml/2006/main">
              <a:rPr lang="vi" altLang="en-US" sz="2400" dirty="0">
                <a:latin typeface="+mn-lt"/>
                <a:ea typeface="ＭＳ Ｐゴシック" charset="-128"/>
              </a:rPr>
              <a:t>Cisco Catalyst: có thể lên tới </a:t>
            </a:r>
            <a:r xmlns:a="http://schemas.openxmlformats.org/drawingml/2006/main">
              <a:rPr lang="vi" altLang="en-US" sz="2400" dirty="0" smtClean="0">
                <a:latin typeface="+mn-lt"/>
                <a:ea typeface="ＭＳ Ｐゴシック" charset="-128"/>
              </a:rPr>
              <a:t>~1 triệu </a:t>
            </a:r>
            <a:r xmlns:a="http://schemas.openxmlformats.org/drawingml/2006/main">
              <a:rPr lang="vi" altLang="en-US" sz="2400" dirty="0">
                <a:latin typeface="+mn-lt"/>
                <a:ea typeface="ＭＳ Ｐゴシック" charset="-128"/>
              </a:rPr>
              <a:t>mục trong bảng định tuyến trong </a:t>
            </a:r>
            <a:r xmlns:a="http://schemas.openxmlformats.org/drawingml/2006/main">
              <a:rPr lang="vi" altLang="en-US" sz="2400" dirty="0" smtClean="0">
                <a:latin typeface="+mn-lt"/>
                <a:ea typeface="ＭＳ Ｐゴシック" charset="-128"/>
              </a:rPr>
              <a:t>T</a:t>
            </a:r>
            <a:r xmlns:a="http://schemas.openxmlformats.org/drawingml/2006/main">
              <a:rPr lang="vi" altLang="en-US" sz="100" dirty="0" smtClean="0">
                <a:latin typeface="+mn-lt"/>
                <a:ea typeface="ＭＳ Ｐゴシック" charset="-128"/>
              </a:rPr>
              <a:t> </a:t>
            </a:r>
            <a:r xmlns:a="http://schemas.openxmlformats.org/drawingml/2006/main">
              <a:rPr lang="vi" altLang="en-US" sz="2400" dirty="0" smtClean="0">
                <a:latin typeface="+mn-lt"/>
                <a:ea typeface="ＭＳ Ｐゴシック" charset="-128"/>
              </a:rPr>
              <a:t>C</a:t>
            </a:r>
            <a:r xmlns:a="http://schemas.openxmlformats.org/drawingml/2006/main">
              <a:rPr lang="vi" altLang="en-US" sz="100" dirty="0" smtClean="0">
                <a:latin typeface="+mn-lt"/>
                <a:ea typeface="ＭＳ Ｐゴシック" charset="-128"/>
              </a:rPr>
              <a:t> </a:t>
            </a:r>
            <a:r xmlns:a="http://schemas.openxmlformats.org/drawingml/2006/main">
              <a:rPr lang="vi" altLang="en-US" sz="2400" dirty="0" smtClean="0">
                <a:latin typeface="+mn-lt"/>
                <a:ea typeface="ＭＳ Ｐゴシック" charset="-128"/>
              </a:rPr>
              <a:t>Một</a:t>
            </a:r>
            <a:r xmlns:a="http://schemas.openxmlformats.org/drawingml/2006/main">
              <a:rPr lang="vi" altLang="en-US" sz="100" dirty="0" smtClean="0">
                <a:latin typeface="+mn-lt"/>
                <a:ea typeface="ＭＳ Ｐゴシック" charset="-128"/>
              </a:rPr>
              <a:t> </a:t>
            </a:r>
            <a:r xmlns:a="http://schemas.openxmlformats.org/drawingml/2006/main">
              <a:rPr lang="vi" altLang="en-US" sz="2400" dirty="0" smtClean="0">
                <a:latin typeface="+mn-lt"/>
                <a:ea typeface="ＭＳ Ｐゴシック" charset="-128"/>
              </a:rPr>
              <a:t>m</a:t>
            </a:r>
            <a:endParaRPr xmlns:a="http://schemas.openxmlformats.org/drawingml/2006/main" lang="en-US" altLang="en-US" sz="2400" dirty="0">
              <a:latin typeface="+mn-lt"/>
              <a:ea typeface="ＭＳ Ｐゴシック" charset="-128"/>
            </a:endParaRPr>
          </a:p>
        </p:txBody>
      </p:sp>
    </p:spTree>
    <p:extLst>
      <p:ext uri="{BB962C8B-B14F-4D97-AF65-F5344CB8AC3E}">
        <p14:creationId xmlns:p14="http://schemas.microsoft.com/office/powerpoint/2010/main" val="169250519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altLang="en-US" dirty="0">
                <a:ea typeface="ＭＳ Ｐゴシック" charset="-128"/>
              </a:rPr>
              <a:t>chuyển đổi </a:t>
            </a:r>
            <a:r xmlns:a="http://schemas.openxmlformats.org/drawingml/2006/main">
              <a:rPr lang="vi" altLang="en-US" dirty="0" smtClean="0">
                <a:ea typeface="ＭＳ Ｐゴシック" charset="-128"/>
              </a:rPr>
              <a:t>vải</a:t>
            </a:r>
            <a:endParaRPr xmlns:a="http://schemas.openxmlformats.org/drawingml/2006/main" lang="en-US" dirty="0"/>
          </a:p>
        </p:txBody>
      </p:sp>
      <p:sp>
        <p:nvSpPr>
          <p:cNvPr id="3" name="Text Placeholder 2"/>
          <p:cNvSpPr>
            <a:spLocks noGrp="1"/>
          </p:cNvSpPr>
          <p:nvPr>
            <p:ph type="body" idx="1"/>
          </p:nvPr>
        </p:nvSpPr>
        <p:spPr>
          <a:xfrm>
            <a:off x="457200" y="1600201"/>
            <a:ext cx="8229600" cy="1979022"/>
          </a:xfrm>
        </p:spPr>
        <p:txBody>
          <a:bodyPr/>
          <a:lstStyle/>
          <a:p>
            <a:pPr xmlns:a="http://schemas.openxmlformats.org/drawingml/2006/main">
              <a:defRPr/>
            </a:pPr>
            <a:r xmlns:a="http://schemas.openxmlformats.org/drawingml/2006/main">
              <a:rPr lang="vi" sz="1800" dirty="0">
                <a:latin typeface="+mn-lt"/>
              </a:rPr>
              <a:t>chuyển gói từ bộ đệm đầu vào sang bộ đệm đầu ra thích hợp</a:t>
            </a:r>
          </a:p>
          <a:p>
            <a:pPr xmlns:a="http://schemas.openxmlformats.org/drawingml/2006/main">
              <a:defRPr/>
            </a:pPr>
            <a:r xmlns:a="http://schemas.openxmlformats.org/drawingml/2006/main">
              <a:rPr lang="vi" sz="1800" dirty="0">
                <a:latin typeface="+mn-lt"/>
              </a:rPr>
              <a:t>tốc độ chuyển đổi: tốc độ mà các gói có thể được chuyển từ đầu vào sang đầu ra</a:t>
            </a:r>
          </a:p>
          <a:p>
            <a:pPr xmlns:a="http://schemas.openxmlformats.org/drawingml/2006/main" lvl="1">
              <a:defRPr/>
            </a:pPr>
            <a:r xmlns:a="http://schemas.openxmlformats.org/drawingml/2006/main">
              <a:rPr lang="vi" sz="1800" dirty="0">
                <a:latin typeface="+mn-lt"/>
              </a:rPr>
              <a:t>thường được đo bằng bội số của tốc độ dòng đầu vào/đầu ra</a:t>
            </a:r>
          </a:p>
          <a:p>
            <a:pPr xmlns:a="http://schemas.openxmlformats.org/drawingml/2006/main" lvl="1">
              <a:defRPr/>
            </a:pPr>
            <a:r xmlns:a="http://schemas.openxmlformats.org/drawingml/2006/main">
              <a:rPr lang="vi" sz="1800" dirty="0">
                <a:latin typeface="+mn-lt"/>
              </a:rPr>
              <a:t>N đầu vào: tốc độ chuyển mạch N lần tốc độ dòng mong muốn</a:t>
            </a:r>
          </a:p>
          <a:p>
            <a:pPr xmlns:a="http://schemas.openxmlformats.org/drawingml/2006/main">
              <a:defRPr/>
            </a:pPr>
            <a:r xmlns:a="http://schemas.openxmlformats.org/drawingml/2006/main">
              <a:rPr lang="vi" sz="1800" dirty="0">
                <a:latin typeface="+mn-lt"/>
              </a:rPr>
              <a:t>ba loại </a:t>
            </a:r>
            <a:r xmlns:a="http://schemas.openxmlformats.org/drawingml/2006/main">
              <a:rPr lang="vi" sz="1800" dirty="0" smtClean="0">
                <a:latin typeface="+mn-lt"/>
              </a:rPr>
              <a:t>vải chuyển đổi</a:t>
            </a:r>
            <a:endParaRPr xmlns:a="http://schemas.openxmlformats.org/drawingml/2006/main" lang="en-US" sz="1800" dirty="0">
              <a:latin typeface="+mn-lt"/>
            </a:endParaRPr>
          </a:p>
        </p:txBody>
      </p:sp>
      <p:pic>
        <p:nvPicPr>
          <p:cNvPr id="5" name="Picture 4" descr="A diagram of memory has a large box, memory, at the center. Each side of the box has 3 groups of 3 boxes. An arrow from the left points right, at each group, to the memory box, to the groups on the right side, and right of the groups. Left of memory box. Groups A, B, and C have 3 boxes in a row. Small box, 2 other boxes. The last boxes have a row of 5 vertical lines. Right of memory box. Groups X, Y, and X have 3 boxes in a row. 2 boxes, 1 small box. The first box has a row of 5 vertical lines. An arrow starts before group A, and through group Y, by going right through all 3 group A boxes, right and down through the memory box, and right through group Y boxe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0585" y="3886708"/>
            <a:ext cx="2863638" cy="1153796"/>
          </a:xfrm>
          <a:prstGeom prst="rect">
            <a:avLst/>
          </a:prstGeom>
        </p:spPr>
      </p:pic>
      <p:pic>
        <p:nvPicPr>
          <p:cNvPr id="6" name="Picture 5" descr="A diagram of bus has a vertical line at the center. Each side of the line has 3 groups of 3 boxes. An arrow from the left points right, at each group, to the central line, to the groups on the right side, and right of the groups. Left of line. Groups A, B, and C have 3 boxes in a row. Small box, 2 other boxes. The last boxes have a row of 5 vertical lines. Right of line. Groups X, Y, and X have 3 boxes in a row. 2 boxes, 1 small box. The first box has a row of 5 vertical lines. An arrow starts before group A, and through group Y, by going right through all 3 group A boxes, right and down through the vertical line, and right through group Y boxe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24525" y="3836997"/>
            <a:ext cx="2721961" cy="1294687"/>
          </a:xfrm>
          <a:prstGeom prst="rect">
            <a:avLst/>
          </a:prstGeom>
        </p:spPr>
      </p:pic>
      <p:pic>
        <p:nvPicPr>
          <p:cNvPr id="7" name="Picture 6" descr="A diagram of crossbar has a 2 by 2 grid square, at the center. The left side of the grid square has 3 groups of 3 boxes. Below the grid square is 3 groups of 3 boxes. An arrow from the left points right, at each left side group, to the grid square, to the groups on the bottom side, and below of the groups. Left of grid square. Groups A, B, and C have 3 boxes in a row. Small box, 2 other boxes. The last boxes have a row of 5 vertical lines. Below grid square. Groups X, Y, and X have 3 boxes in a row. 2 boxes, 1 small box. The first box has a row of 5 vertical lines. An arrow starts before group A, and through group Y, by going right through all 3 group A boxes, right and down through the center of the grid square, and down through group Y boxes."/>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06788" y="3657489"/>
            <a:ext cx="2195850" cy="2520642"/>
          </a:xfrm>
          <a:prstGeom prst="rect">
            <a:avLst/>
          </a:prstGeom>
        </p:spPr>
      </p:pic>
    </p:spTree>
    <p:extLst>
      <p:ext uri="{BB962C8B-B14F-4D97-AF65-F5344CB8AC3E}">
        <p14:creationId xmlns:p14="http://schemas.microsoft.com/office/powerpoint/2010/main" val="55526240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dirty="0"/>
              <a:t>Chuyển qua bộ nhớ</a:t>
            </a:r>
          </a:p>
        </p:txBody>
      </p:sp>
      <p:sp>
        <p:nvSpPr>
          <p:cNvPr id="5" name="Text Placeholder 4"/>
          <p:cNvSpPr>
            <a:spLocks noGrp="1"/>
          </p:cNvSpPr>
          <p:nvPr>
            <p:ph type="body" idx="1"/>
          </p:nvPr>
        </p:nvSpPr>
        <p:spPr>
          <a:xfrm>
            <a:off x="457200" y="1600200"/>
            <a:ext cx="8321040" cy="3058886"/>
          </a:xfrm>
        </p:spPr>
        <p:txBody>
          <a:bodyPr/>
          <a:lstStyle/>
          <a:p>
            <a:pPr xmlns:a="http://schemas.openxmlformats.org/drawingml/2006/main" marL="234950" indent="-234950">
              <a:buFont typeface="Wingdings" panose="05000000000000000000" pitchFamily="2" charset="2"/>
              <a:buNone/>
            </a:pPr>
            <a:r xmlns:a="http://schemas.openxmlformats.org/drawingml/2006/main">
              <a:rPr lang="vi" altLang="en-US" sz="2400" b="1" dirty="0" smtClean="0">
                <a:solidFill>
                  <a:schemeClr val="tx1"/>
                </a:solidFill>
                <a:latin typeface="+mn-lt"/>
                <a:ea typeface="ＭＳ Ｐゴシック" charset="-128"/>
                <a:cs typeface="ＭＳ Ｐゴシック" charset="-128"/>
              </a:rPr>
              <a:t>bộ định tuyến thế hệ đầu tiên:</a:t>
            </a:r>
          </a:p>
          <a:p>
            <a:pPr xmlns:a="http://schemas.openxmlformats.org/drawingml/2006/main" marL="256032" indent="-256032"/>
            <a:r xmlns:a="http://schemas.openxmlformats.org/drawingml/2006/main">
              <a:rPr lang="vi" altLang="en-US" sz="2400" dirty="0" smtClean="0">
                <a:latin typeface="+mn-lt"/>
                <a:ea typeface="ＭＳ Ｐゴシック" charset="-128"/>
                <a:cs typeface="ＭＳ Ｐゴシック" charset="-128"/>
              </a:rPr>
              <a:t>máy tính truyền thống với chuyển đổi dưới sự kiểm soát trực tiếp của C</a:t>
            </a:r>
            <a:r xmlns:a="http://schemas.openxmlformats.org/drawingml/2006/main">
              <a:rPr lang="vi" altLang="en-US" sz="100" dirty="0" smtClean="0">
                <a:latin typeface="+mn-lt"/>
                <a:ea typeface="ＭＳ Ｐゴシック" charset="-128"/>
                <a:cs typeface="ＭＳ Ｐゴシック" charset="-128"/>
              </a:rPr>
              <a:t> </a:t>
            </a:r>
            <a:r xmlns:a="http://schemas.openxmlformats.org/drawingml/2006/main">
              <a:rPr lang="vi" altLang="en-US" sz="2400" dirty="0" smtClean="0">
                <a:latin typeface="+mn-lt"/>
                <a:ea typeface="ＭＳ Ｐゴシック" charset="-128"/>
                <a:cs typeface="ＭＳ Ｐゴシック" charset="-128"/>
              </a:rPr>
              <a:t>P</a:t>
            </a:r>
            <a:r xmlns:a="http://schemas.openxmlformats.org/drawingml/2006/main">
              <a:rPr lang="vi" altLang="en-US" sz="100" dirty="0" smtClean="0">
                <a:latin typeface="+mn-lt"/>
                <a:ea typeface="ＭＳ Ｐゴシック" charset="-128"/>
                <a:cs typeface="ＭＳ Ｐゴシック" charset="-128"/>
              </a:rPr>
              <a:t> </a:t>
            </a:r>
            <a:r xmlns:a="http://schemas.openxmlformats.org/drawingml/2006/main">
              <a:rPr lang="vi" altLang="en-US" sz="2400" dirty="0" smtClean="0">
                <a:latin typeface="+mn-lt"/>
                <a:ea typeface="ＭＳ Ｐゴシック" charset="-128"/>
                <a:cs typeface="ＭＳ Ｐゴシック" charset="-128"/>
              </a:rPr>
              <a:t>bạn</a:t>
            </a:r>
            <a:endParaRPr xmlns:a="http://schemas.openxmlformats.org/drawingml/2006/main" lang="en-US" altLang="en-US" sz="2400" dirty="0" smtClean="0">
              <a:latin typeface="+mn-lt"/>
              <a:ea typeface="ＭＳ Ｐゴシック" charset="-128"/>
            </a:endParaRPr>
          </a:p>
          <a:p>
            <a:pPr xmlns:a="http://schemas.openxmlformats.org/drawingml/2006/main" marL="256032" indent="-256032"/>
            <a:r xmlns:a="http://schemas.openxmlformats.org/drawingml/2006/main">
              <a:rPr lang="vi" altLang="en-US" sz="2400" dirty="0" smtClean="0">
                <a:latin typeface="+mn-lt"/>
                <a:ea typeface="ＭＳ Ｐゴシック" charset="-128"/>
                <a:cs typeface="ＭＳ Ｐゴシック" charset="-128"/>
              </a:rPr>
              <a:t>gói được sao chép vào </a:t>
            </a:r>
            <a:r xmlns:a="http://schemas.openxmlformats.org/drawingml/2006/main">
              <a:rPr lang="vi" altLang="ja-JP" sz="2400" dirty="0" smtClean="0">
                <a:latin typeface="+mn-lt"/>
                <a:ea typeface="ＭＳ Ｐゴシック" charset="-128"/>
                <a:cs typeface="ＭＳ Ｐゴシック" charset="-128"/>
              </a:rPr>
              <a:t>bộ nhớ của hệ thống</a:t>
            </a:r>
          </a:p>
          <a:p>
            <a:pPr xmlns:a="http://schemas.openxmlformats.org/drawingml/2006/main" marL="256032" indent="-256032"/>
            <a:r xmlns:a="http://schemas.openxmlformats.org/drawingml/2006/main">
              <a:rPr lang="vi" altLang="en-US" sz="2400" dirty="0" smtClean="0">
                <a:latin typeface="+mn-lt"/>
                <a:ea typeface="ＭＳ Ｐゴシック" charset="-128"/>
                <a:cs typeface="ＭＳ Ｐゴシック" charset="-128"/>
              </a:rPr>
              <a:t>tốc độ bị giới hạn bởi băng thông bộ nhớ (2 giao cắt bus trên mỗi datagram)</a:t>
            </a:r>
            <a:endParaRPr xmlns:a="http://schemas.openxmlformats.org/drawingml/2006/main" lang="en-US" altLang="en-US" sz="2400" dirty="0">
              <a:latin typeface="+mn-lt"/>
              <a:ea typeface="ＭＳ Ｐゴシック" charset="-128"/>
              <a:cs typeface="ＭＳ Ｐゴシック" charset="-128"/>
            </a:endParaRPr>
          </a:p>
        </p:txBody>
      </p:sp>
      <p:pic>
        <p:nvPicPr>
          <p:cNvPr id="6" name="Picture 5" descr="A diagram has a horizontal line, system bus, connected to 3 boxes above. To the left of box 1, there is a block, and a block with prongs. Box 1, input port, for example Ethernet. Box 2, memory. Box 3, output port, for example Ethernet. Beside box 3, there is a bar with prong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3800" y="4821057"/>
            <a:ext cx="6416399" cy="1450034"/>
          </a:xfrm>
          <a:prstGeom prst="rect">
            <a:avLst/>
          </a:prstGeom>
        </p:spPr>
      </p:pic>
    </p:spTree>
    <p:extLst>
      <p:ext uri="{BB962C8B-B14F-4D97-AF65-F5344CB8AC3E}">
        <p14:creationId xmlns:p14="http://schemas.microsoft.com/office/powerpoint/2010/main" val="360046759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dirty="0"/>
              <a:t>Chuyển qua Bus</a:t>
            </a:r>
          </a:p>
        </p:txBody>
      </p:sp>
      <p:sp>
        <p:nvSpPr>
          <p:cNvPr id="3" name="Text Placeholder 2"/>
          <p:cNvSpPr>
            <a:spLocks noGrp="1"/>
          </p:cNvSpPr>
          <p:nvPr>
            <p:ph type="body" idx="1"/>
          </p:nvPr>
        </p:nvSpPr>
        <p:spPr>
          <a:xfrm>
            <a:off x="457200" y="1600200"/>
            <a:ext cx="4820194" cy="4525963"/>
          </a:xfrm>
        </p:spPr>
        <p:txBody>
          <a:bodyPr/>
          <a:lstStyle/>
          <a:p>
            <a:pPr xmlns:a="http://schemas.openxmlformats.org/drawingml/2006/main">
              <a:defRPr/>
            </a:pPr>
            <a:r xmlns:a="http://schemas.openxmlformats.org/drawingml/2006/main">
              <a:rPr lang="vi" sz="2400" dirty="0">
                <a:latin typeface="+mn-lt"/>
              </a:rPr>
              <a:t>datagram từ bộ nhớ cổng đầu vào </a:t>
            </a:r>
            <a:r xmlns:a="http://schemas.openxmlformats.org/drawingml/2006/main">
              <a:rPr lang="vi" sz="2400" dirty="0" smtClean="0">
                <a:latin typeface="+mn-lt"/>
              </a:rPr>
              <a:t>đến bộ nhớ </a:t>
            </a:r>
            <a:r xmlns:a="http://schemas.openxmlformats.org/drawingml/2006/main">
              <a:rPr lang="vi" sz="2400" dirty="0">
                <a:latin typeface="+mn-lt"/>
              </a:rPr>
              <a:t>cổng đầu ra thông qua một bus chia sẻ</a:t>
            </a:r>
          </a:p>
          <a:p>
            <a:pPr xmlns:a="http://schemas.openxmlformats.org/drawingml/2006/main">
              <a:defRPr/>
            </a:pPr>
            <a:r xmlns:a="http://schemas.openxmlformats.org/drawingml/2006/main">
              <a:rPr lang="vi" sz="2400" b="1" dirty="0">
                <a:solidFill>
                  <a:schemeClr val="tx1"/>
                </a:solidFill>
                <a:latin typeface="+mn-lt"/>
              </a:rPr>
              <a:t>tranh chấp xe buýt </a:t>
            </a:r>
            <a:r xmlns:a="http://schemas.openxmlformats.org/drawingml/2006/main">
              <a:rPr lang="vi" sz="2400" b="1" dirty="0" smtClean="0">
                <a:solidFill>
                  <a:schemeClr val="tx1"/>
                </a:solidFill>
                <a:latin typeface="+mn-lt"/>
              </a:rPr>
              <a:t>: tốc độ </a:t>
            </a:r>
            <a:r xmlns:a="http://schemas.openxmlformats.org/drawingml/2006/main">
              <a:rPr lang="vi" sz="2400" dirty="0" smtClean="0">
                <a:latin typeface="+mn-lt"/>
              </a:rPr>
              <a:t>chuyển mạch </a:t>
            </a:r>
            <a:r xmlns:a="http://schemas.openxmlformats.org/drawingml/2006/main">
              <a:rPr lang="vi" sz="2400" dirty="0">
                <a:latin typeface="+mn-lt"/>
              </a:rPr>
              <a:t>bị giới hạn bởi băng thông xe buýt</a:t>
            </a:r>
          </a:p>
          <a:p>
            <a:pPr xmlns:a="http://schemas.openxmlformats.org/drawingml/2006/main">
              <a:defRPr/>
            </a:pPr>
            <a:r xmlns:a="http://schemas.openxmlformats.org/drawingml/2006/main">
              <a:rPr lang="vi" sz="2400" dirty="0">
                <a:latin typeface="+mn-lt"/>
              </a:rPr>
              <a:t>32 </a:t>
            </a:r>
            <a:r xmlns:a="http://schemas.openxmlformats.org/drawingml/2006/main">
              <a:rPr lang="vi" sz="2400" dirty="0" smtClean="0">
                <a:latin typeface="+mn-lt"/>
              </a:rPr>
              <a:t>gam</a:t>
            </a:r>
            <a:r xmlns:a="http://schemas.openxmlformats.org/drawingml/2006/main">
              <a:rPr lang="vi" sz="100" dirty="0" smtClean="0">
                <a:latin typeface="+mn-lt"/>
              </a:rPr>
              <a:t> </a:t>
            </a:r>
            <a:r xmlns:a="http://schemas.openxmlformats.org/drawingml/2006/main">
              <a:rPr lang="vi" sz="2400" dirty="0" smtClean="0">
                <a:latin typeface="+mn-lt"/>
              </a:rPr>
              <a:t>b</a:t>
            </a:r>
            <a:r xmlns:a="http://schemas.openxmlformats.org/drawingml/2006/main">
              <a:rPr lang="vi" sz="100" dirty="0" smtClean="0">
                <a:latin typeface="+mn-lt"/>
              </a:rPr>
              <a:t> </a:t>
            </a:r>
            <a:r xmlns:a="http://schemas.openxmlformats.org/drawingml/2006/main">
              <a:rPr lang="vi" sz="2400" dirty="0" smtClean="0">
                <a:latin typeface="+mn-lt"/>
              </a:rPr>
              <a:t>P</a:t>
            </a:r>
            <a:r xmlns:a="http://schemas.openxmlformats.org/drawingml/2006/main">
              <a:rPr lang="vi" sz="100" dirty="0" smtClean="0">
                <a:latin typeface="+mn-lt"/>
              </a:rPr>
              <a:t> </a:t>
            </a:r>
            <a:r xmlns:a="http://schemas.openxmlformats.org/drawingml/2006/main">
              <a:rPr lang="vi" sz="2400" dirty="0" smtClean="0">
                <a:latin typeface="+mn-lt"/>
              </a:rPr>
              <a:t>s </a:t>
            </a:r>
            <a:r xmlns:a="http://schemas.openxmlformats.org/drawingml/2006/main">
              <a:rPr lang="vi" sz="2400" dirty="0">
                <a:latin typeface="+mn-lt"/>
              </a:rPr>
              <a:t>bus, Cisco 5600: đủ tốc độ cho các </a:t>
            </a:r>
            <a:r xmlns:a="http://schemas.openxmlformats.org/drawingml/2006/main">
              <a:rPr lang="vi" sz="2400" dirty="0" smtClean="0">
                <a:latin typeface="+mn-lt"/>
              </a:rPr>
              <a:t>bộ định tuyến doanh nghiệp và truy cập</a:t>
            </a:r>
            <a:endParaRPr xmlns:a="http://schemas.openxmlformats.org/drawingml/2006/main" lang="en-US" sz="2400" dirty="0">
              <a:latin typeface="+mn-lt"/>
            </a:endParaRPr>
          </a:p>
        </p:txBody>
      </p:sp>
      <p:pic>
        <p:nvPicPr>
          <p:cNvPr id="4" name="Picture 3" descr="A diagram of bus has a vertical line at the center. Each side of the line has 3 groups of 3 boxes. An arrow from the left points right, at each group, to the central line, to the groups on the right side, and right of the groups. Left of line. Groups A, B, and C have 3 boxes in a row. Small box, 2 other boxes. The last boxes have a row of 5 vertical lines. Right of line. Groups X, Y, and X have 3 boxes in a row. 2 boxes, 1 small box. The first box has a row of 5 vertical lines. An arrow starts before group A, and through group Y, by going right through all 3 group A boxes, right and down through the vertical line, and right through group Y boxe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89723" y="2095915"/>
            <a:ext cx="3067174" cy="1458885"/>
          </a:xfrm>
          <a:prstGeom prst="rect">
            <a:avLst/>
          </a:prstGeom>
        </p:spPr>
      </p:pic>
    </p:spTree>
    <p:extLst>
      <p:ext uri="{BB962C8B-B14F-4D97-AF65-F5344CB8AC3E}">
        <p14:creationId xmlns:p14="http://schemas.microsoft.com/office/powerpoint/2010/main" val="204065369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dirty="0"/>
              <a:t>Chuyển mạch qua mạng kết nối</a:t>
            </a:r>
          </a:p>
        </p:txBody>
      </p:sp>
      <p:sp>
        <p:nvSpPr>
          <p:cNvPr id="3" name="Text Placeholder 2"/>
          <p:cNvSpPr>
            <a:spLocks noGrp="1"/>
          </p:cNvSpPr>
          <p:nvPr>
            <p:ph type="body" idx="1"/>
          </p:nvPr>
        </p:nvSpPr>
        <p:spPr>
          <a:xfrm>
            <a:off x="457200" y="1600200"/>
            <a:ext cx="4950823" cy="4212771"/>
          </a:xfrm>
        </p:spPr>
        <p:txBody>
          <a:bodyPr/>
          <a:lstStyle/>
          <a:p>
            <a:pPr xmlns:a="http://schemas.openxmlformats.org/drawingml/2006/main">
              <a:defRPr/>
            </a:pPr>
            <a:r xmlns:a="http://schemas.openxmlformats.org/drawingml/2006/main">
              <a:rPr lang="vi" sz="2200" dirty="0" smtClean="0">
                <a:latin typeface="+mn-lt"/>
              </a:rPr>
              <a:t>khắc phục </a:t>
            </a:r>
            <a:r xmlns:a="http://schemas.openxmlformats.org/drawingml/2006/main">
              <a:rPr lang="vi" sz="2200" dirty="0">
                <a:latin typeface="+mn-lt"/>
              </a:rPr>
              <a:t>giới hạn băng thông xe buýt</a:t>
            </a:r>
          </a:p>
          <a:p>
            <a:pPr xmlns:a="http://schemas.openxmlformats.org/drawingml/2006/main">
              <a:defRPr/>
            </a:pPr>
            <a:r xmlns:a="http://schemas.openxmlformats.org/drawingml/2006/main">
              <a:rPr lang="vi" sz="2200" dirty="0">
                <a:latin typeface="+mn-lt"/>
              </a:rPr>
              <a:t>mạng banyan, crossbar, </a:t>
            </a:r>
            <a:r xmlns:a="http://schemas.openxmlformats.org/drawingml/2006/main">
              <a:rPr lang="vi" sz="2200" dirty="0" smtClean="0">
                <a:latin typeface="+mn-lt"/>
              </a:rPr>
              <a:t>các mạng kết nối khác </a:t>
            </a:r>
            <a:r xmlns:a="http://schemas.openxmlformats.org/drawingml/2006/main">
              <a:rPr lang="vi" sz="2200" dirty="0">
                <a:latin typeface="+mn-lt"/>
              </a:rPr>
              <a:t>ban đầu được phát triển để kết nối các bộ xử lý trong bộ đa xử lý</a:t>
            </a:r>
          </a:p>
          <a:p>
            <a:pPr xmlns:a="http://schemas.openxmlformats.org/drawingml/2006/main">
              <a:defRPr/>
            </a:pPr>
            <a:r xmlns:a="http://schemas.openxmlformats.org/drawingml/2006/main">
              <a:rPr lang="vi" sz="2200" dirty="0">
                <a:latin typeface="+mn-lt"/>
              </a:rPr>
              <a:t>thiết kế nâng cao: </a:t>
            </a:r>
            <a:r xmlns:a="http://schemas.openxmlformats.org/drawingml/2006/main">
              <a:rPr lang="vi" sz="2200" dirty="0" smtClean="0">
                <a:latin typeface="+mn-lt"/>
              </a:rPr>
              <a:t>phân mảnh datagram </a:t>
            </a:r>
            <a:r xmlns:a="http://schemas.openxmlformats.org/drawingml/2006/main">
              <a:rPr lang="vi" sz="2200" dirty="0">
                <a:latin typeface="+mn-lt"/>
              </a:rPr>
              <a:t>thành các ô có độ dài cố định </a:t>
            </a:r>
            <a:r xmlns:a="http://schemas.openxmlformats.org/drawingml/2006/main">
              <a:rPr lang="vi" sz="2200" dirty="0" smtClean="0">
                <a:latin typeface="+mn-lt"/>
              </a:rPr>
              <a:t>, chuyển </a:t>
            </a:r>
            <a:r xmlns:a="http://schemas.openxmlformats.org/drawingml/2006/main">
              <a:rPr lang="vi" sz="2200" dirty="0">
                <a:latin typeface="+mn-lt"/>
              </a:rPr>
              <a:t>các ô qua vải </a:t>
            </a:r>
            <a:r xmlns:a="http://schemas.openxmlformats.org/drawingml/2006/main">
              <a:rPr lang="vi" sz="2200" dirty="0" smtClean="0">
                <a:latin typeface="+mn-lt"/>
              </a:rPr>
              <a:t>.</a:t>
            </a:r>
            <a:endParaRPr xmlns:a="http://schemas.openxmlformats.org/drawingml/2006/main" lang="en-US" sz="2200" dirty="0">
              <a:latin typeface="+mn-lt"/>
            </a:endParaRPr>
          </a:p>
          <a:p>
            <a:pPr xmlns:a="http://schemas.openxmlformats.org/drawingml/2006/main">
              <a:defRPr/>
            </a:pPr>
            <a:r xmlns:a="http://schemas.openxmlformats.org/drawingml/2006/main">
              <a:rPr lang="vi" sz="2200" dirty="0">
                <a:latin typeface="+mn-lt"/>
              </a:rPr>
              <a:t>Cisco 12000: chuyển 60 Gbps thông qua </a:t>
            </a:r>
            <a:r xmlns:a="http://schemas.openxmlformats.org/drawingml/2006/main">
              <a:rPr lang="vi" sz="2200" dirty="0" smtClean="0">
                <a:latin typeface="+mn-lt"/>
              </a:rPr>
              <a:t>mạng kết nối</a:t>
            </a:r>
            <a:endParaRPr xmlns:a="http://schemas.openxmlformats.org/drawingml/2006/main" lang="en-US" sz="2200" dirty="0">
              <a:latin typeface="+mn-lt"/>
            </a:endParaRPr>
          </a:p>
        </p:txBody>
      </p:sp>
      <p:pic>
        <p:nvPicPr>
          <p:cNvPr id="4" name="Picture 3" descr="A diagram of crossbar has a 2 by 2 grid square, at the center. The left side of the grid square has 3 groups of 3 boxes. Below the grid square is 3 groups of 3 boxes. An arrow from the left points right, at each left side group, to the grid square, to the groups on the bottom side, and below of the groups. Left of grid square. Groups A, B, and C have 3 boxes in a row. Small box, 2 other boxes. The last boxes have a row of 5 vertical lines. Below grid square. Groups X, Y, and X have 3 boxes in a row. 2 boxes, 1 small box. The first box has a row of 5 vertical lines. An arrow starts before group A, and through group Y, by going right through all 3 group A boxes, right and down through the center of the grid square, and down through group Y boxe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36021" y="1841770"/>
            <a:ext cx="2901356" cy="3330502"/>
          </a:xfrm>
          <a:prstGeom prst="rect">
            <a:avLst/>
          </a:prstGeom>
        </p:spPr>
      </p:pic>
    </p:spTree>
    <p:extLst>
      <p:ext uri="{BB962C8B-B14F-4D97-AF65-F5344CB8AC3E}">
        <p14:creationId xmlns:p14="http://schemas.microsoft.com/office/powerpoint/2010/main" val="223772777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altLang="en-US" dirty="0" smtClean="0">
                <a:ea typeface="ＭＳ Ｐゴシック" charset="-128"/>
              </a:rPr>
              <a:t>Hàng đợi cổng </a:t>
            </a:r>
            <a:endParaRPr xmlns:a="http://schemas.openxmlformats.org/drawingml/2006/main" lang="en-US" dirty="0"/>
            <a:r xmlns:a="http://schemas.openxmlformats.org/drawingml/2006/main">
              <a:rPr lang="vi" altLang="en-US" dirty="0">
                <a:ea typeface="ＭＳ Ｐゴシック" charset="-128"/>
              </a:rPr>
              <a:t>đầu vào</a:t>
            </a:r>
          </a:p>
        </p:txBody>
      </p:sp>
      <p:sp>
        <p:nvSpPr>
          <p:cNvPr id="3" name="Text Placeholder 2"/>
          <p:cNvSpPr>
            <a:spLocks noGrp="1"/>
          </p:cNvSpPr>
          <p:nvPr>
            <p:ph type="body" idx="1"/>
          </p:nvPr>
        </p:nvSpPr>
        <p:spPr>
          <a:xfrm>
            <a:off x="457200" y="1600200"/>
            <a:ext cx="8229600" cy="2135777"/>
          </a:xfrm>
        </p:spPr>
        <p:txBody>
          <a:bodyPr/>
          <a:lstStyle/>
          <a:p>
            <a:r xmlns:a="http://schemas.openxmlformats.org/drawingml/2006/main">
              <a:rPr lang="vi" altLang="en-US" sz="2200" dirty="0">
                <a:latin typeface="+mn-lt"/>
                <a:ea typeface="ＭＳ Ｐゴシック" charset="-128"/>
                <a:cs typeface="ＭＳ Ｐゴシック" charset="-128"/>
              </a:rPr>
              <a:t>vải chậm hơn so với cổng đầu vào kết hợp -&gt; hàng đợi có thể xảy ra ở </a:t>
            </a:r>
            <a:r xmlns:a="http://schemas.openxmlformats.org/drawingml/2006/main">
              <a:rPr lang="vi" altLang="en-US" sz="2200" dirty="0" smtClean="0">
                <a:latin typeface="+mn-lt"/>
                <a:ea typeface="ＭＳ Ｐゴシック" charset="-128"/>
                <a:cs typeface="ＭＳ Ｐゴシック" charset="-128"/>
              </a:rPr>
              <a:t>hàng đợi đầu vào</a:t>
            </a:r>
            <a:endParaRPr xmlns:a="http://schemas.openxmlformats.org/drawingml/2006/main" lang="en-US" altLang="en-US" sz="2200" dirty="0">
              <a:latin typeface="+mn-lt"/>
              <a:ea typeface="ＭＳ Ｐゴシック" charset="-128"/>
              <a:cs typeface="ＭＳ Ｐゴシック" charset="-128"/>
            </a:endParaRPr>
          </a:p>
          <a:p>
            <a:pPr xmlns:a="http://schemas.openxmlformats.org/drawingml/2006/main" lvl="1"/>
            <a:r xmlns:a="http://schemas.openxmlformats.org/drawingml/2006/main">
              <a:rPr lang="vi" altLang="en-US" sz="2200" b="1" dirty="0">
                <a:solidFill>
                  <a:schemeClr val="tx1"/>
                </a:solidFill>
                <a:latin typeface="+mn-lt"/>
                <a:ea typeface="ＭＳ Ｐゴシック" charset="-128"/>
              </a:rPr>
              <a:t>chậm trễ và mất hàng đợi do tràn bộ đệm đầu vào!</a:t>
            </a:r>
          </a:p>
          <a:p>
            <a:r xmlns:a="http://schemas.openxmlformats.org/drawingml/2006/main">
              <a:rPr lang="vi" altLang="en-US" sz="2200" b="1" dirty="0">
                <a:solidFill>
                  <a:schemeClr val="tx1"/>
                </a:solidFill>
                <a:latin typeface="+mn-lt"/>
                <a:ea typeface="ＭＳ Ｐゴシック" charset="-128"/>
                <a:cs typeface="ＭＳ Ｐゴシック" charset="-128"/>
              </a:rPr>
              <a:t>Trưởng phòng ( </a:t>
            </a:r>
            <a:r xmlns:a="http://schemas.openxmlformats.org/drawingml/2006/main">
              <a:rPr lang="vi" altLang="en-US" sz="2200" b="1" dirty="0" smtClean="0">
                <a:solidFill>
                  <a:schemeClr val="tx1"/>
                </a:solidFill>
                <a:latin typeface="+mn-lt"/>
                <a:ea typeface="ＭＳ Ｐゴシック" charset="-128"/>
                <a:cs typeface="ＭＳ Ｐゴシック" charset="-128"/>
              </a:rPr>
              <a:t>H</a:t>
            </a:r>
            <a:r xmlns:a="http://schemas.openxmlformats.org/drawingml/2006/main">
              <a:rPr lang="vi" altLang="en-US" sz="100" b="1" dirty="0" smtClean="0">
                <a:solidFill>
                  <a:schemeClr val="tx1"/>
                </a:solidFill>
                <a:latin typeface="+mn-lt"/>
                <a:ea typeface="ＭＳ Ｐゴシック" charset="-128"/>
                <a:cs typeface="ＭＳ Ｐゴシック" charset="-128"/>
              </a:rPr>
              <a:t> </a:t>
            </a:r>
            <a:r xmlns:a="http://schemas.openxmlformats.org/drawingml/2006/main">
              <a:rPr lang="vi" altLang="en-US" sz="2200" b="1" dirty="0" smtClean="0">
                <a:solidFill>
                  <a:schemeClr val="tx1"/>
                </a:solidFill>
                <a:latin typeface="+mn-lt"/>
                <a:ea typeface="ＭＳ Ｐゴシック" charset="-128"/>
                <a:cs typeface="ＭＳ Ｐゴシック" charset="-128"/>
              </a:rPr>
              <a:t>Ô</a:t>
            </a:r>
            <a:r xmlns:a="http://schemas.openxmlformats.org/drawingml/2006/main">
              <a:rPr lang="vi" altLang="en-US" sz="100" b="1" dirty="0" smtClean="0">
                <a:solidFill>
                  <a:schemeClr val="tx1"/>
                </a:solidFill>
                <a:latin typeface="+mn-lt"/>
                <a:ea typeface="ＭＳ Ｐゴシック" charset="-128"/>
                <a:cs typeface="ＭＳ Ｐゴシック" charset="-128"/>
              </a:rPr>
              <a:t> </a:t>
            </a:r>
            <a:r xmlns:a="http://schemas.openxmlformats.org/drawingml/2006/main">
              <a:rPr lang="vi" altLang="en-US" sz="2200" b="1" dirty="0" smtClean="0">
                <a:solidFill>
                  <a:schemeClr val="tx1"/>
                </a:solidFill>
                <a:latin typeface="+mn-lt"/>
                <a:ea typeface="ＭＳ Ｐゴシック" charset="-128"/>
                <a:cs typeface="ＭＳ Ｐゴシック" charset="-128"/>
              </a:rPr>
              <a:t>L </a:t>
            </a:r>
            <a:r xmlns:a="http://schemas.openxmlformats.org/drawingml/2006/main">
              <a:rPr lang="vi" altLang="en-US" sz="2200" b="1" dirty="0">
                <a:solidFill>
                  <a:schemeClr val="tx1"/>
                </a:solidFill>
                <a:latin typeface="+mn-lt"/>
                <a:ea typeface="ＭＳ Ｐゴシック" charset="-128"/>
                <a:cs typeface="ＭＳ Ｐゴシック" charset="-128"/>
              </a:rPr>
              <a:t>) chặn: </a:t>
            </a:r>
            <a:r xmlns:a="http://schemas.openxmlformats.org/drawingml/2006/main">
              <a:rPr lang="vi" altLang="en-US" sz="2200" dirty="0">
                <a:latin typeface="+mn-lt"/>
                <a:ea typeface="ＭＳ Ｐゴシック" charset="-128"/>
                <a:cs typeface="ＭＳ Ｐゴシック" charset="-128"/>
              </a:rPr>
              <a:t>datagram xếp hàng đợi ở </a:t>
            </a:r>
            <a:r xmlns:a="http://schemas.openxmlformats.org/drawingml/2006/main">
              <a:rPr lang="vi" altLang="en-US" sz="2200" dirty="0" smtClean="0">
                <a:latin typeface="+mn-lt"/>
                <a:ea typeface="ＭＳ Ｐゴシック" charset="-128"/>
                <a:cs typeface="ＭＳ Ｐゴシック" charset="-128"/>
              </a:rPr>
              <a:t>phía trước </a:t>
            </a:r>
            <a:r xmlns:a="http://schemas.openxmlformats.org/drawingml/2006/main">
              <a:rPr lang="vi" altLang="en-US" sz="2200" dirty="0">
                <a:latin typeface="+mn-lt"/>
                <a:ea typeface="ＭＳ Ｐゴシック" charset="-128"/>
                <a:cs typeface="ＭＳ Ｐゴシック" charset="-128"/>
              </a:rPr>
              <a:t>hàng đợi ngăn những người khác trong hàng đợi di chuyển </a:t>
            </a:r>
            <a:r xmlns:a="http://schemas.openxmlformats.org/drawingml/2006/main">
              <a:rPr lang="vi" altLang="en-US" sz="2200" dirty="0" smtClean="0">
                <a:latin typeface="+mn-lt"/>
                <a:ea typeface="ＭＳ Ｐゴシック" charset="-128"/>
                <a:cs typeface="ＭＳ Ｐゴシック" charset="-128"/>
              </a:rPr>
              <a:t>về phía trước</a:t>
            </a:r>
            <a:endParaRPr xmlns:a="http://schemas.openxmlformats.org/drawingml/2006/main" lang="en-US" altLang="en-US" sz="2200" dirty="0">
              <a:latin typeface="+mn-lt"/>
              <a:ea typeface="ＭＳ Ｐゴシック" charset="-128"/>
              <a:cs typeface="ＭＳ Ｐゴシック" charset="-128"/>
            </a:endParaRPr>
          </a:p>
        </p:txBody>
      </p:sp>
      <p:pic>
        <p:nvPicPr>
          <p:cNvPr id="4" name="Picture 3" descr="There are 2 similar diagrams. At the center of both diagrams, is a large box, switch fabric. There are 3 boxes on each side of the switch fabric boxes. Some side boxes have colored bars on and beside them. Each diagram has arrows pointing from some left side boxes to the right side boxes. Each diagram has notes. Diagram 1. Left side. Box 1, red bar. A blue bar is to the left of the box. Box 2, blue bar. Box 3, red bar. A green bar is to the left of the box. Right side. Boxes 4, 5, and 6 have no bars. There are 3 arrows. Arrow 1 starts from box 1 and points right to box 4, through the switch fabric. Arrow 2 starts at box 2 and points right to box 5. Arrow 3 starts at box 3 and points right, up through switch fabric, to box 4. Notes. Output port contention, only 1 red datagram can be transferred. Lower red packet is blocked. Diagram 2. Some boxes are colored. Left side. Box 1, blue bar. Box 2, no bar. Box 3, red bar. A green bar is to the left of the box. Right side. Red box 4, red bar. Blue box 5, blue bar. Green box 6, no bar. There are 2 arrows. Arrow 1 starts from box 1 and points right and down, through switch fabric to box 5. Arrow 2 starts at box 3 and points right up, though switch fabric to box 4. Notes. One packet time later, green packet experiences H O L block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26914" y="3886657"/>
            <a:ext cx="5090173" cy="2386637"/>
          </a:xfrm>
          <a:prstGeom prst="rect">
            <a:avLst/>
          </a:prstGeom>
        </p:spPr>
      </p:pic>
    </p:spTree>
    <p:extLst>
      <p:ext uri="{BB962C8B-B14F-4D97-AF65-F5344CB8AC3E}">
        <p14:creationId xmlns:p14="http://schemas.microsoft.com/office/powerpoint/2010/main" val="425847367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dirty="0" smtClean="0"/>
              <a:t>Cổng </a:t>
            </a:r>
            <a:endParaRPr xmlns:a="http://schemas.openxmlformats.org/drawingml/2006/main" lang="en-US" dirty="0"/>
            <a:r xmlns:a="http://schemas.openxmlformats.org/drawingml/2006/main">
              <a:rPr lang="vi" dirty="0"/>
              <a:t>đầu ra</a:t>
            </a:r>
          </a:p>
        </p:txBody>
      </p:sp>
      <p:pic>
        <p:nvPicPr>
          <p:cNvPr id="4" name="Picture 3" descr="A diagram has a group of 3 boxes side by side. Each box is labeled and colored. To the left the boxes, a vertical line states, switch fabric. From the middle of this line, an arrow points to the first box. An arrow points from each box to the box to the right. The last box has an arrow pointing right. Box 1, red, datagram buffer. A row of 10 vertical lines, queueing. Box 2, blue, link layer protocol, receive. Box 3, small green, line termination. "/>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2006" y="1478126"/>
            <a:ext cx="4730055" cy="1630078"/>
          </a:xfrm>
          <a:prstGeom prst="rect">
            <a:avLst/>
          </a:prstGeom>
        </p:spPr>
      </p:pic>
      <p:sp>
        <p:nvSpPr>
          <p:cNvPr id="3" name="Text Placeholder 2"/>
          <p:cNvSpPr>
            <a:spLocks noGrp="1"/>
          </p:cNvSpPr>
          <p:nvPr>
            <p:ph idx="1"/>
          </p:nvPr>
        </p:nvSpPr>
        <p:spPr>
          <a:xfrm>
            <a:off x="457200" y="3254913"/>
            <a:ext cx="8229600" cy="1341281"/>
          </a:xfrm>
        </p:spPr>
        <p:txBody>
          <a:bodyPr/>
          <a:lstStyle/>
          <a:p>
            <a:pPr xmlns:a="http://schemas.openxmlformats.org/drawingml/2006/main" indent="-256032">
              <a:defRPr/>
            </a:pPr>
            <a:r xmlns:a="http://schemas.openxmlformats.org/drawingml/2006/main">
              <a:rPr lang="vi" sz="2000" b="1" dirty="0">
                <a:solidFill>
                  <a:schemeClr val="tx1"/>
                </a:solidFill>
                <a:latin typeface="+mn-lt"/>
              </a:rPr>
              <a:t>đệm </a:t>
            </a:r>
            <a:r xmlns:a="http://schemas.openxmlformats.org/drawingml/2006/main">
              <a:rPr lang="vi" sz="2000" dirty="0">
                <a:latin typeface="+mn-lt"/>
              </a:rPr>
              <a:t>khi các gói dữ liệu đến từ vải nhanh hơn </a:t>
            </a:r>
            <a:r xmlns:a="http://schemas.openxmlformats.org/drawingml/2006/main">
              <a:rPr lang="vi" sz="2000" dirty="0" smtClean="0">
                <a:latin typeface="+mn-lt"/>
              </a:rPr>
              <a:t>tốc độ truyền</a:t>
            </a:r>
          </a:p>
          <a:p>
            <a:pPr xmlns:a="http://schemas.openxmlformats.org/drawingml/2006/main" marL="236538" indent="0">
              <a:buNone/>
              <a:defRPr/>
            </a:pPr>
            <a:r xmlns:a="http://schemas.openxmlformats.org/drawingml/2006/main">
              <a:rPr lang="vi" altLang="en-US" sz="2000" dirty="0" smtClean="0">
                <a:solidFill>
                  <a:srgbClr val="000000"/>
                </a:solidFill>
                <a:latin typeface="+mn-lt"/>
              </a:rPr>
              <a:t>Datagram (gói) có thể bị mất do tắc nghẽn, thiếu bộ đệm</a:t>
            </a:r>
            <a:endParaRPr xmlns:a="http://schemas.openxmlformats.org/drawingml/2006/main" lang="en-US" sz="2000" dirty="0" smtClean="0">
              <a:latin typeface="+mn-lt"/>
            </a:endParaRPr>
          </a:p>
        </p:txBody>
      </p:sp>
      <p:sp>
        <p:nvSpPr>
          <p:cNvPr id="7" name="Content Placeholder 6"/>
          <p:cNvSpPr>
            <a:spLocks noGrp="1"/>
          </p:cNvSpPr>
          <p:nvPr>
            <p:ph idx="13"/>
          </p:nvPr>
        </p:nvSpPr>
        <p:spPr>
          <a:xfrm>
            <a:off x="457200" y="4649201"/>
            <a:ext cx="8229600" cy="1589368"/>
          </a:xfrm>
        </p:spPr>
        <p:txBody>
          <a:bodyPr/>
          <a:lstStyle/>
          <a:p>
            <a:pPr xmlns:a="http://schemas.openxmlformats.org/drawingml/2006/main" indent="-256032">
              <a:defRPr/>
            </a:pPr>
            <a:r xmlns:a="http://schemas.openxmlformats.org/drawingml/2006/main">
              <a:rPr lang="vi" sz="2000" b="1" dirty="0">
                <a:solidFill>
                  <a:schemeClr val="tx1"/>
                </a:solidFill>
                <a:latin typeface="+mn-lt"/>
              </a:rPr>
              <a:t>kỷ luật lập kế hoạch</a:t>
            </a:r>
            <a:r xmlns:a="http://schemas.openxmlformats.org/drawingml/2006/main">
              <a:rPr lang="vi" sz="2000" b="1" dirty="0">
                <a:latin typeface="+mn-lt"/>
              </a:rPr>
              <a:t> </a:t>
            </a:r>
            <a:r xmlns:a="http://schemas.openxmlformats.org/drawingml/2006/main">
              <a:rPr lang="vi" sz="2000" dirty="0">
                <a:latin typeface="+mn-lt"/>
              </a:rPr>
              <a:t>chọn trong số các datagram được xếp hàng đợi để </a:t>
            </a:r>
            <a:r xmlns:a="http://schemas.openxmlformats.org/drawingml/2006/main">
              <a:rPr lang="vi" sz="2000" dirty="0" smtClean="0">
                <a:latin typeface="+mn-lt"/>
              </a:rPr>
              <a:t>truyền</a:t>
            </a:r>
          </a:p>
          <a:p>
            <a:pPr xmlns:a="http://schemas.openxmlformats.org/drawingml/2006/main" marL="515938" indent="0">
              <a:buNone/>
              <a:defRPr/>
            </a:pPr>
            <a:r xmlns:a="http://schemas.openxmlformats.org/drawingml/2006/main">
              <a:rPr lang="vi" altLang="en-US" sz="2000" dirty="0">
                <a:solidFill>
                  <a:srgbClr val="000000"/>
                </a:solidFill>
                <a:latin typeface="+mn-lt"/>
              </a:rPr>
              <a:t>Lập kế hoạch ưu tiên – ai có hiệu suất tốt nhất, </a:t>
            </a:r>
            <a:r xmlns:a="http://schemas.openxmlformats.org/drawingml/2006/main">
              <a:rPr lang="vi" altLang="en-US" sz="2000" dirty="0" smtClean="0">
                <a:solidFill>
                  <a:srgbClr val="000000"/>
                </a:solidFill>
                <a:latin typeface="+mn-lt"/>
              </a:rPr>
              <a:t>tính trung lập của mạng</a:t>
            </a:r>
            <a:endParaRPr xmlns:a="http://schemas.openxmlformats.org/drawingml/2006/main" lang="en-US" sz="2000" dirty="0">
              <a:latin typeface="+mn-lt"/>
            </a:endParaRPr>
          </a:p>
        </p:txBody>
      </p:sp>
    </p:spTree>
    <p:extLst>
      <p:ext uri="{BB962C8B-B14F-4D97-AF65-F5344CB8AC3E}">
        <p14:creationId xmlns:p14="http://schemas.microsoft.com/office/powerpoint/2010/main" val="144180739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dirty="0"/>
              <a:t>Xếp hàng cổng đầu ra</a:t>
            </a:r>
          </a:p>
        </p:txBody>
      </p:sp>
      <p:pic>
        <p:nvPicPr>
          <p:cNvPr id="4" name="Picture 3" descr="There are 2 similar diagrams. At the center of both diagrams, is a large box, switch fabric. There are 3 boxes on each side of the switch fabric boxes. Some side boxes are colored, and have colored bars on and beside them. Each diagram has arrows pointing from some left side boxes to the right side boxes. Diagram 1. At t, packets more from input to output. Left side. Box 1, red bar. A blue and green bar is to the left of the box. Box 2, blue bar. Box 3, red bar. A red bar is to the left of the box. Right side. Red box 4, no bar. Blue box 5, no bar. Green box 6, no bar. There are 3 arrows. Arrow 1 starts from box 1 and points right to box 4, through the switch fabric. Arrow 2 starts at box 2 and points right to box 5, through the switch fabric. Arrow 3 starts at box 3 and points right, up through switch fabric, to box 4. Diagram 2. One packet time later. Some boxes are colored. Left side. Box 1, green bar. A green bar is to the left of the box. Box 2, no bar. Box 3, red bar. Right side. Box 4, 2 red bars. Blue box 5, blue bar. Green box 6, no bar. There are 2 arrows. Arrow 1 starts from box 1 and points right and down, through switch fabric to box 6. Arrow 2 starts at box 3 and points right up, though switch fabric to box 4. "/>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1417" y="1690082"/>
            <a:ext cx="7041167" cy="2667942"/>
          </a:xfrm>
          <a:prstGeom prst="rect">
            <a:avLst/>
          </a:prstGeom>
        </p:spPr>
      </p:pic>
      <p:sp>
        <p:nvSpPr>
          <p:cNvPr id="3" name="Text Placeholder 2"/>
          <p:cNvSpPr>
            <a:spLocks noGrp="1"/>
          </p:cNvSpPr>
          <p:nvPr>
            <p:ph type="body" idx="1"/>
          </p:nvPr>
        </p:nvSpPr>
        <p:spPr>
          <a:xfrm>
            <a:off x="457200" y="4558937"/>
            <a:ext cx="8229600" cy="1567226"/>
          </a:xfrm>
        </p:spPr>
        <p:txBody>
          <a:bodyPr/>
          <a:lstStyle/>
          <a:p>
            <a:r xmlns:a="http://schemas.openxmlformats.org/drawingml/2006/main">
              <a:rPr lang="vi" altLang="en-US" sz="2200" dirty="0">
                <a:latin typeface="+mn-lt"/>
                <a:ea typeface="ＭＳ Ｐゴシック" charset="-128"/>
                <a:cs typeface="ＭＳ Ｐゴシック" charset="-128"/>
              </a:rPr>
              <a:t>đệm khi tốc độ đến qua chuyển đổi vượt quá tốc độ dòng đầu ra</a:t>
            </a:r>
          </a:p>
          <a:p>
            <a:r xmlns:a="http://schemas.openxmlformats.org/drawingml/2006/main">
              <a:rPr lang="vi" altLang="en-US" sz="2200" b="1" dirty="0">
                <a:solidFill>
                  <a:schemeClr val="tx1"/>
                </a:solidFill>
                <a:latin typeface="+mn-lt"/>
                <a:ea typeface="ＭＳ Ｐゴシック" charset="-128"/>
                <a:cs typeface="ＭＳ Ｐゴシック" charset="-128"/>
              </a:rPr>
              <a:t>xếp hàng (chậm trễ) và mất dữ liệu do tràn bộ đệm cổng đầu ra </a:t>
            </a:r>
            <a:r xmlns:a="http://schemas.openxmlformats.org/drawingml/2006/main">
              <a:rPr lang="vi" altLang="en-US" sz="2200" b="1" dirty="0" smtClean="0">
                <a:solidFill>
                  <a:schemeClr val="tx1"/>
                </a:solidFill>
                <a:latin typeface="+mn-lt"/>
                <a:ea typeface="ＭＳ Ｐゴシック" charset="-128"/>
                <a:cs typeface="ＭＳ Ｐゴシック" charset="-128"/>
              </a:rPr>
              <a:t>!</a:t>
            </a:r>
            <a:endParaRPr xmlns:a="http://schemas.openxmlformats.org/drawingml/2006/main" lang="en-US" altLang="en-US" sz="2200" b="1" dirty="0">
              <a:solidFill>
                <a:schemeClr val="tx1"/>
              </a:solidFill>
              <a:latin typeface="+mn-lt"/>
              <a:ea typeface="ＭＳ Ｐゴシック" charset="-128"/>
              <a:cs typeface="ＭＳ Ｐゴシック" charset="-128"/>
            </a:endParaRPr>
          </a:p>
        </p:txBody>
      </p:sp>
    </p:spTree>
    <p:extLst>
      <p:ext uri="{BB962C8B-B14F-4D97-AF65-F5344CB8AC3E}">
        <p14:creationId xmlns:p14="http://schemas.microsoft.com/office/powerpoint/2010/main" val="12087077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dirty="0"/>
              <a:t>Bao nhiêu bộ đệm?</a:t>
            </a:r>
          </a:p>
        </p:txBody>
      </p:sp>
      <p:sp>
        <p:nvSpPr>
          <p:cNvPr id="3" name="Text Placeholder 2"/>
          <p:cNvSpPr>
            <a:spLocks noGrp="1"/>
          </p:cNvSpPr>
          <p:nvPr>
            <p:ph type="body" idx="1"/>
          </p:nvPr>
        </p:nvSpPr>
        <p:spPr>
          <a:xfrm>
            <a:off x="457200" y="1600201"/>
            <a:ext cx="8229600" cy="1809206"/>
          </a:xfrm>
        </p:spPr>
        <p:txBody>
          <a:bodyPr/>
          <a:lstStyle/>
          <a:p>
            <a:r xmlns:a="http://schemas.openxmlformats.org/drawingml/2006/main">
              <a:rPr lang="vi" altLang="en-US" sz="2400" dirty="0" smtClean="0">
                <a:latin typeface="+mn-lt"/>
                <a:ea typeface="ＭＳ Ｐゴシック" charset="-128"/>
                <a:cs typeface="ＭＳ Ｐゴシック" charset="-128"/>
              </a:rPr>
              <a:t>r</a:t>
            </a:r>
            <a:r xmlns:a="http://schemas.openxmlformats.org/drawingml/2006/main">
              <a:rPr lang="vi" altLang="en-US" sz="100" dirty="0" smtClean="0">
                <a:latin typeface="+mn-lt"/>
                <a:ea typeface="ＭＳ Ｐゴシック" charset="-128"/>
                <a:cs typeface="ＭＳ Ｐゴシック" charset="-128"/>
              </a:rPr>
              <a:t> </a:t>
            </a:r>
            <a:r xmlns:a="http://schemas.openxmlformats.org/drawingml/2006/main">
              <a:rPr lang="vi" altLang="en-US" sz="2400" dirty="0" smtClean="0">
                <a:latin typeface="+mn-lt"/>
                <a:ea typeface="ＭＳ Ｐゴシック" charset="-128"/>
                <a:cs typeface="ＭＳ Ｐゴシック" charset="-128"/>
              </a:rPr>
              <a:t>F</a:t>
            </a:r>
            <a:r xmlns:a="http://schemas.openxmlformats.org/drawingml/2006/main">
              <a:rPr lang="vi" altLang="en-US" sz="100" dirty="0" smtClean="0">
                <a:latin typeface="+mn-lt"/>
                <a:ea typeface="ＭＳ Ｐゴシック" charset="-128"/>
                <a:cs typeface="ＭＳ Ｐゴシック" charset="-128"/>
              </a:rPr>
              <a:t> </a:t>
            </a:r>
            <a:r xmlns:a="http://schemas.openxmlformats.org/drawingml/2006/main">
              <a:rPr lang="vi" altLang="en-US" sz="2400" dirty="0">
                <a:latin typeface="+mn-lt"/>
                <a:ea typeface="ＭＳ Ｐゴシック" charset="-128"/>
                <a:cs typeface="ＭＳ Ｐゴシック" charset="-128"/>
              </a:rPr>
              <a:t>Quy tắc ngón tay cái </a:t>
            </a:r>
            <a:r xmlns:a="http://schemas.openxmlformats.org/drawingml/2006/main">
              <a:rPr lang="vi" altLang="en-US" sz="2400" dirty="0" smtClean="0">
                <a:latin typeface="+mn-lt"/>
                <a:ea typeface="ＭＳ Ｐゴシック" charset="-128"/>
                <a:cs typeface="ＭＳ Ｐゴシック" charset="-128"/>
              </a:rPr>
              <a:t>C 3439: đệm trung bình bằng </a:t>
            </a:r>
            <a:r xmlns:a="http://schemas.openxmlformats.org/drawingml/2006/main">
              <a:rPr lang="vi" altLang="en-US" sz="2400" dirty="0">
                <a:latin typeface="+mn-lt"/>
                <a:ea typeface="ＭＳ Ｐゴシック" charset="-128"/>
                <a:cs typeface="ＭＳ Ｐゴシック" charset="-128"/>
              </a:rPr>
              <a:t>“ </a:t>
            </a:r>
            <a:r xmlns:a="http://schemas.openxmlformats.org/drawingml/2006/main">
              <a:rPr lang="vi" altLang="ja-JP" sz="2400" dirty="0">
                <a:latin typeface="+mn-lt"/>
                <a:ea typeface="ＭＳ Ｐゴシック" charset="-128"/>
                <a:cs typeface="ＭＳ Ｐゴシック" charset="-128"/>
              </a:rPr>
              <a:t>điển hình </a:t>
            </a:r>
            <a:r xmlns:a="http://schemas.openxmlformats.org/drawingml/2006/main">
              <a:rPr lang="vi" altLang="en-US" sz="2400" dirty="0">
                <a:latin typeface="+mn-lt"/>
                <a:ea typeface="ＭＳ Ｐゴシック" charset="-128"/>
                <a:cs typeface="ＭＳ Ｐゴシック" charset="-128"/>
              </a:rPr>
              <a:t>”</a:t>
            </a:r>
            <a:r xmlns:a="http://schemas.openxmlformats.org/drawingml/2006/main">
              <a:rPr lang="vi" altLang="ja-JP" sz="2400" dirty="0">
                <a:latin typeface="+mn-lt"/>
                <a:ea typeface="ＭＳ Ｐゴシック" charset="-128"/>
                <a:cs typeface="ＭＳ Ｐゴシック" charset="-128"/>
              </a:rPr>
              <a:t> </a:t>
            </a:r>
            <a:r xmlns:a="http://schemas.openxmlformats.org/drawingml/2006/main">
              <a:rPr lang="vi" altLang="ja-JP" sz="2400" dirty="0" smtClean="0">
                <a:latin typeface="+mn-lt"/>
                <a:ea typeface="ＭＳ Ｐゴシック" charset="-128"/>
                <a:cs typeface="ＭＳ Ｐゴシック" charset="-128"/>
              </a:rPr>
              <a:t>r</a:t>
            </a:r>
            <a:r xmlns:a="http://schemas.openxmlformats.org/drawingml/2006/main">
              <a:rPr lang="vi" altLang="ja-JP" sz="100" dirty="0" smtClean="0">
                <a:latin typeface="+mn-lt"/>
                <a:ea typeface="ＭＳ Ｐゴシック" charset="-128"/>
                <a:cs typeface="ＭＳ Ｐゴシック" charset="-128"/>
              </a:rPr>
              <a:t> </a:t>
            </a:r>
            <a:r xmlns:a="http://schemas.openxmlformats.org/drawingml/2006/main">
              <a:rPr lang="vi" altLang="ja-JP" sz="2400" dirty="0" smtClean="0">
                <a:latin typeface="+mn-lt"/>
                <a:ea typeface="ＭＳ Ｐゴシック" charset="-128"/>
                <a:cs typeface="ＭＳ Ｐゴシック" charset="-128"/>
              </a:rPr>
              <a:t>t</a:t>
            </a:r>
            <a:r xmlns:a="http://schemas.openxmlformats.org/drawingml/2006/main">
              <a:rPr lang="vi" altLang="ja-JP" sz="100" dirty="0" smtClean="0">
                <a:latin typeface="+mn-lt"/>
                <a:ea typeface="ＭＳ Ｐゴシック" charset="-128"/>
                <a:cs typeface="ＭＳ Ｐゴシック" charset="-128"/>
              </a:rPr>
              <a:t> </a:t>
            </a:r>
            <a:r xmlns:a="http://schemas.openxmlformats.org/drawingml/2006/main">
              <a:rPr lang="vi" altLang="ja-JP" sz="2400" dirty="0" smtClean="0">
                <a:latin typeface="+mn-lt"/>
                <a:ea typeface="ＭＳ Ｐゴシック" charset="-128"/>
                <a:cs typeface="ＭＳ Ｐゴシック" charset="-128"/>
              </a:rPr>
              <a:t>T </a:t>
            </a:r>
            <a:r xmlns:a="http://schemas.openxmlformats.org/drawingml/2006/main">
              <a:rPr lang="vi" altLang="ja-JP" sz="2400" dirty="0">
                <a:latin typeface="+mn-lt"/>
                <a:ea typeface="ＭＳ Ｐゴシック" charset="-128"/>
                <a:cs typeface="ＭＳ Ｐゴシック" charset="-128"/>
              </a:rPr>
              <a:t>(giả sử 250 mili giây) lần dung lượng liên kết C</a:t>
            </a:r>
          </a:p>
          <a:p>
            <a:pPr xmlns:a="http://schemas.openxmlformats.org/drawingml/2006/main" lvl="1"/>
            <a:r xmlns:a="http://schemas.openxmlformats.org/drawingml/2006/main">
              <a:rPr lang="vi" altLang="en-US" sz="2400" dirty="0">
                <a:latin typeface="+mn-lt"/>
                <a:ea typeface="ＭＳ Ｐゴシック" charset="-128"/>
              </a:rPr>
              <a:t>ví dụ: C = 10 </a:t>
            </a:r>
            <a:r xmlns:a="http://schemas.openxmlformats.org/drawingml/2006/main">
              <a:rPr lang="vi" altLang="en-US" sz="2400" dirty="0" smtClean="0">
                <a:latin typeface="+mn-lt"/>
                <a:ea typeface="ＭＳ Ｐゴシック" charset="-128"/>
              </a:rPr>
              <a:t>G</a:t>
            </a:r>
            <a:r xmlns:a="http://schemas.openxmlformats.org/drawingml/2006/main">
              <a:rPr lang="vi" altLang="en-US" sz="100" dirty="0" smtClean="0">
                <a:latin typeface="+mn-lt"/>
                <a:ea typeface="ＭＳ Ｐゴシック" charset="-128"/>
              </a:rPr>
              <a:t> </a:t>
            </a:r>
            <a:r xmlns:a="http://schemas.openxmlformats.org/drawingml/2006/main">
              <a:rPr lang="vi" altLang="en-US" sz="2400" dirty="0" smtClean="0">
                <a:latin typeface="+mn-lt"/>
                <a:ea typeface="ＭＳ Ｐゴシック" charset="-128"/>
              </a:rPr>
              <a:t>P</a:t>
            </a:r>
            <a:r xmlns:a="http://schemas.openxmlformats.org/drawingml/2006/main">
              <a:rPr lang="vi" altLang="en-US" sz="100" dirty="0" smtClean="0">
                <a:latin typeface="+mn-lt"/>
                <a:ea typeface="ＭＳ Ｐゴシック" charset="-128"/>
              </a:rPr>
              <a:t> </a:t>
            </a:r>
            <a:r xmlns:a="http://schemas.openxmlformats.org/drawingml/2006/main">
              <a:rPr lang="vi" altLang="en-US" sz="2400" dirty="0" smtClean="0">
                <a:latin typeface="+mn-lt"/>
                <a:ea typeface="ＭＳ Ｐゴシック" charset="-128"/>
              </a:rPr>
              <a:t>b</a:t>
            </a:r>
            <a:r xmlns:a="http://schemas.openxmlformats.org/drawingml/2006/main">
              <a:rPr lang="vi" altLang="en-US" sz="100" dirty="0" smtClean="0">
                <a:latin typeface="+mn-lt"/>
                <a:ea typeface="ＭＳ Ｐゴシック" charset="-128"/>
              </a:rPr>
              <a:t> liên kết </a:t>
            </a:r>
            <a:r xmlns:a="http://schemas.openxmlformats.org/drawingml/2006/main">
              <a:rPr lang="vi" altLang="en-US" sz="2400" dirty="0" smtClean="0">
                <a:latin typeface="+mn-lt"/>
                <a:ea typeface="ＭＳ Ｐゴシック" charset="-128"/>
              </a:rPr>
              <a:t>s </a:t>
            </a:r>
            <a:r xmlns:a="http://schemas.openxmlformats.org/drawingml/2006/main">
              <a:rPr lang="vi" altLang="en-US" sz="2400" dirty="0">
                <a:latin typeface="+mn-lt"/>
                <a:ea typeface="ＭＳ Ｐゴシック" charset="-128"/>
              </a:rPr>
              <a:t>: bộ đệm 2,5 Gbit</a:t>
            </a:r>
          </a:p>
          <a:p>
            <a:r xmlns:a="http://schemas.openxmlformats.org/drawingml/2006/main">
              <a:rPr lang="vi" altLang="en-US" sz="2400" dirty="0" smtClean="0">
                <a:latin typeface="+mn-lt"/>
                <a:ea typeface="ＭＳ Ｐゴシック" charset="-128"/>
                <a:cs typeface="ＭＳ Ｐゴシック" charset="-128"/>
              </a:rPr>
              <a:t>đề xuất </a:t>
            </a:r>
            <a:r xmlns:a="http://schemas.openxmlformats.org/drawingml/2006/main">
              <a:rPr lang="vi" altLang="en-US" sz="2400" dirty="0">
                <a:latin typeface="+mn-lt"/>
                <a:ea typeface="ＭＳ Ｐゴシック" charset="-128"/>
                <a:cs typeface="ＭＳ Ｐゴシック" charset="-128"/>
              </a:rPr>
              <a:t>gần đây </a:t>
            </a:r>
            <a:r xmlns:a="http://schemas.openxmlformats.org/drawingml/2006/main">
              <a:rPr lang="vi" altLang="en-US" sz="2400" dirty="0">
                <a:latin typeface="+mn-lt"/>
                <a:ea typeface="ＭＳ Ｐゴシック" charset="-128"/>
                <a:cs typeface="ＭＳ Ｐゴシック" charset="-128"/>
              </a:rPr>
              <a:t>: với </a:t>
            </a:r>
            <a:r xmlns:a="http://schemas.openxmlformats.org/drawingml/2006/main">
              <a:rPr lang="vi" altLang="en-US" sz="2400" b="1" dirty="0">
                <a:latin typeface="+mn-lt"/>
                <a:ea typeface="ＭＳ Ｐゴシック" charset="-128"/>
                <a:cs typeface="ＭＳ Ｐゴシック" charset="-128"/>
              </a:rPr>
              <a:t>N </a:t>
            </a:r>
            <a:r xmlns:a="http://schemas.openxmlformats.org/drawingml/2006/main">
              <a:rPr lang="vi" altLang="en-US" sz="2400" dirty="0">
                <a:latin typeface="+mn-lt"/>
                <a:ea typeface="ＭＳ Ｐゴシック" charset="-128"/>
                <a:cs typeface="ＭＳ Ｐゴシック" charset="-128"/>
              </a:rPr>
              <a:t>luồng, bộ đệm </a:t>
            </a:r>
            <a:r xmlns:a="http://schemas.openxmlformats.org/drawingml/2006/main">
              <a:rPr lang="vi" altLang="en-US" sz="2400" dirty="0" smtClean="0">
                <a:latin typeface="+mn-lt"/>
                <a:ea typeface="ＭＳ Ｐゴシック" charset="-128"/>
                <a:cs typeface="ＭＳ Ｐゴシック" charset="-128"/>
              </a:rPr>
              <a:t>bằng</a:t>
            </a:r>
            <a:endParaRPr xmlns:a="http://schemas.openxmlformats.org/drawingml/2006/main" lang="en-US" altLang="en-US" sz="2400" dirty="0">
              <a:latin typeface="+mn-lt"/>
              <a:ea typeface="ＭＳ Ｐゴシック" charset="-128"/>
              <a:cs typeface="ＭＳ Ｐゴシック" charset="-128"/>
            </a:endParaRPr>
          </a:p>
        </p:txBody>
      </p:sp>
      <p:graphicFrame>
        <p:nvGraphicFramePr>
          <p:cNvPr id="4" name="Object 3" descr="Start fraction R T T times C over radical N end fraction."/>
          <p:cNvGraphicFramePr>
            <a:graphicFrameLocks noChangeAspect="1"/>
          </p:cNvGraphicFramePr>
          <p:nvPr>
            <p:extLst>
              <p:ext uri="{D42A27DB-BD31-4B8C-83A1-F6EECF244321}">
                <p14:modId xmlns:p14="http://schemas.microsoft.com/office/powerpoint/2010/main" val="3909978634"/>
              </p:ext>
            </p:extLst>
          </p:nvPr>
        </p:nvGraphicFramePr>
        <p:xfrm>
          <a:off x="3739585" y="3796663"/>
          <a:ext cx="959432" cy="753840"/>
        </p:xfrm>
        <a:graphic>
          <a:graphicData uri="http://schemas.openxmlformats.org/presentationml/2006/ole">
            <mc:AlternateContent xmlns:mc="http://schemas.openxmlformats.org/markup-compatibility/2006">
              <mc:Choice xmlns:v="urn:schemas-microsoft-com:vml" Requires="v">
                <p:oleObj spid="_x0000_s1269" name="Equation" r:id="rId3" imgW="533160" imgH="419040" progId="Equation.DSMT4">
                  <p:embed/>
                </p:oleObj>
              </mc:Choice>
              <mc:Fallback>
                <p:oleObj name="Equation" r:id="rId3" imgW="533160" imgH="419040" progId="Equation.DSMT4">
                  <p:embed/>
                  <p:pic>
                    <p:nvPicPr>
                      <p:cNvPr id="0" name=""/>
                      <p:cNvPicPr/>
                      <p:nvPr/>
                    </p:nvPicPr>
                    <p:blipFill>
                      <a:blip r:embed="rId4"/>
                      <a:stretch>
                        <a:fillRect/>
                      </a:stretch>
                    </p:blipFill>
                    <p:spPr>
                      <a:xfrm>
                        <a:off x="3739585" y="3796663"/>
                        <a:ext cx="959432" cy="753840"/>
                      </a:xfrm>
                      <a:prstGeom prst="rect">
                        <a:avLst/>
                      </a:prstGeom>
                    </p:spPr>
                  </p:pic>
                </p:oleObj>
              </mc:Fallback>
            </mc:AlternateContent>
          </a:graphicData>
        </a:graphic>
      </p:graphicFrame>
    </p:spTree>
    <p:extLst>
      <p:ext uri="{BB962C8B-B14F-4D97-AF65-F5344CB8AC3E}">
        <p14:creationId xmlns:p14="http://schemas.microsoft.com/office/powerpoint/2010/main" val="227579562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altLang="en-US" dirty="0" smtClean="0">
                <a:ea typeface="ＭＳ Ｐゴシック" charset="-128"/>
              </a:rPr>
              <a:t>Cơ chế </a:t>
            </a:r>
            <a:endParaRPr xmlns:a="http://schemas.openxmlformats.org/drawingml/2006/main" lang="en-US" dirty="0"/>
            <a:r xmlns:a="http://schemas.openxmlformats.org/drawingml/2006/main">
              <a:rPr lang="vi" altLang="en-US" dirty="0">
                <a:ea typeface="ＭＳ Ｐゴシック" charset="-128"/>
              </a:rPr>
              <a:t>lập lịch trình</a:t>
            </a:r>
          </a:p>
        </p:txBody>
      </p:sp>
      <p:sp>
        <p:nvSpPr>
          <p:cNvPr id="3" name="Text Placeholder 2"/>
          <p:cNvSpPr>
            <a:spLocks noGrp="1"/>
          </p:cNvSpPr>
          <p:nvPr>
            <p:ph type="body" idx="1"/>
          </p:nvPr>
        </p:nvSpPr>
        <p:spPr>
          <a:xfrm>
            <a:off x="457200" y="1600201"/>
            <a:ext cx="8229600" cy="2801982"/>
          </a:xfrm>
        </p:spPr>
        <p:txBody>
          <a:bodyPr/>
          <a:lstStyle/>
          <a:p>
            <a:r xmlns:a="http://schemas.openxmlformats.org/drawingml/2006/main">
              <a:rPr lang="vi" altLang="en-US" sz="2000" b="1" dirty="0">
                <a:solidFill>
                  <a:schemeClr val="tx1"/>
                </a:solidFill>
                <a:latin typeface="+mn-lt"/>
                <a:ea typeface="ＭＳ Ｐゴシック" charset="-128"/>
                <a:cs typeface="ＭＳ Ｐゴシック" charset="-128"/>
              </a:rPr>
              <a:t>lập lịch: </a:t>
            </a:r>
            <a:r xmlns:a="http://schemas.openxmlformats.org/drawingml/2006/main">
              <a:rPr lang="vi" altLang="en-US" sz="2000" dirty="0">
                <a:latin typeface="+mn-lt"/>
                <a:ea typeface="ＭＳ Ｐゴシック" charset="-128"/>
                <a:cs typeface="ＭＳ Ｐゴシック" charset="-128"/>
              </a:rPr>
              <a:t>chọn gói tiếp theo để gửi trên liên kết</a:t>
            </a:r>
          </a:p>
          <a:p>
            <a:r xmlns:a="http://schemas.openxmlformats.org/drawingml/2006/main">
              <a:rPr lang="vi" altLang="en-US" sz="2000" b="1" dirty="0" smtClean="0">
                <a:solidFill>
                  <a:schemeClr val="tx1"/>
                </a:solidFill>
                <a:latin typeface="+mn-lt"/>
                <a:ea typeface="ＭＳ Ｐゴシック" charset="-128"/>
                <a:cs typeface="ＭＳ Ｐゴシック" charset="-128"/>
              </a:rPr>
              <a:t>F</a:t>
            </a:r>
            <a:r xmlns:a="http://schemas.openxmlformats.org/drawingml/2006/main">
              <a:rPr lang="vi" altLang="en-US" sz="100" b="1" dirty="0" smtClean="0">
                <a:solidFill>
                  <a:schemeClr val="tx1"/>
                </a:solidFill>
                <a:latin typeface="+mn-lt"/>
                <a:ea typeface="ＭＳ Ｐゴシック" charset="-128"/>
                <a:cs typeface="ＭＳ Ｐゴシック" charset="-128"/>
              </a:rPr>
              <a:t> </a:t>
            </a:r>
            <a:r xmlns:a="http://schemas.openxmlformats.org/drawingml/2006/main">
              <a:rPr lang="vi" altLang="en-US" sz="2000" b="1" dirty="0" smtClean="0">
                <a:solidFill>
                  <a:schemeClr val="tx1"/>
                </a:solidFill>
                <a:latin typeface="+mn-lt"/>
                <a:ea typeface="ＭＳ Ｐゴシック" charset="-128"/>
                <a:cs typeface="ＭＳ Ｐゴシック" charset="-128"/>
              </a:rPr>
              <a:t>Tôi</a:t>
            </a:r>
            <a:r xmlns:a="http://schemas.openxmlformats.org/drawingml/2006/main">
              <a:rPr lang="vi" altLang="en-US" sz="100" b="1" dirty="0" smtClean="0">
                <a:solidFill>
                  <a:schemeClr val="tx1"/>
                </a:solidFill>
                <a:latin typeface="+mn-lt"/>
                <a:ea typeface="ＭＳ Ｐゴシック" charset="-128"/>
                <a:cs typeface="ＭＳ Ｐゴシック" charset="-128"/>
              </a:rPr>
              <a:t> </a:t>
            </a:r>
            <a:r xmlns:a="http://schemas.openxmlformats.org/drawingml/2006/main">
              <a:rPr lang="vi" altLang="en-US" sz="2000" b="1" dirty="0" smtClean="0">
                <a:solidFill>
                  <a:schemeClr val="tx1"/>
                </a:solidFill>
                <a:latin typeface="+mn-lt"/>
                <a:ea typeface="ＭＳ Ｐゴシック" charset="-128"/>
                <a:cs typeface="ＭＳ Ｐゴシック" charset="-128"/>
              </a:rPr>
              <a:t>F</a:t>
            </a:r>
            <a:r xmlns:a="http://schemas.openxmlformats.org/drawingml/2006/main">
              <a:rPr lang="vi" altLang="en-US" sz="100" b="1" dirty="0" smtClean="0">
                <a:solidFill>
                  <a:schemeClr val="tx1"/>
                </a:solidFill>
                <a:latin typeface="+mn-lt"/>
                <a:ea typeface="ＭＳ Ｐゴシック" charset="-128"/>
                <a:cs typeface="ＭＳ Ｐゴシック" charset="-128"/>
              </a:rPr>
              <a:t> Lập kế hoạch </a:t>
            </a:r>
            <a:r xmlns:a="http://schemas.openxmlformats.org/drawingml/2006/main">
              <a:rPr lang="vi" altLang="en-US" sz="2000" b="1" dirty="0" smtClean="0">
                <a:solidFill>
                  <a:schemeClr val="tx1"/>
                </a:solidFill>
                <a:latin typeface="+mn-lt"/>
                <a:ea typeface="ＭＳ Ｐゴシック" charset="-128"/>
                <a:cs typeface="ＭＳ Ｐゴシック" charset="-128"/>
              </a:rPr>
              <a:t>O </a:t>
            </a:r>
            <a:r xmlns:a="http://schemas.openxmlformats.org/drawingml/2006/main">
              <a:rPr lang="vi" altLang="en-US" sz="2000" b="1" dirty="0">
                <a:solidFill>
                  <a:schemeClr val="tx1"/>
                </a:solidFill>
                <a:latin typeface="+mn-lt"/>
                <a:ea typeface="ＭＳ Ｐゴシック" charset="-128"/>
                <a:cs typeface="ＭＳ Ｐゴシック" charset="-128"/>
              </a:rPr>
              <a:t>(vào trước ra trước): </a:t>
            </a:r>
            <a:r xmlns:a="http://schemas.openxmlformats.org/drawingml/2006/main">
              <a:rPr lang="vi" altLang="en-US" sz="2000" dirty="0">
                <a:latin typeface="+mn-lt"/>
                <a:ea typeface="ＭＳ Ｐゴシック" charset="-128"/>
                <a:cs typeface="ＭＳ Ｐゴシック" charset="-128"/>
              </a:rPr>
              <a:t>gửi theo thứ tự đến hàng đợi</a:t>
            </a:r>
          </a:p>
          <a:p>
            <a:pPr xmlns:a="http://schemas.openxmlformats.org/drawingml/2006/main" lvl="1"/>
            <a:r xmlns:a="http://schemas.openxmlformats.org/drawingml/2006/main">
              <a:rPr lang="vi" altLang="en-US" sz="2000" dirty="0">
                <a:latin typeface="+mn-lt"/>
                <a:ea typeface="ＭＳ Ｐゴシック" charset="-128"/>
              </a:rPr>
              <a:t>ví dụ thực tế?</a:t>
            </a:r>
          </a:p>
          <a:p>
            <a:pPr xmlns:a="http://schemas.openxmlformats.org/drawingml/2006/main" lvl="1"/>
            <a:r xmlns:a="http://schemas.openxmlformats.org/drawingml/2006/main">
              <a:rPr lang="vi" altLang="en-US" sz="2000" b="1" dirty="0">
                <a:solidFill>
                  <a:schemeClr val="tx1"/>
                </a:solidFill>
                <a:latin typeface="+mn-lt"/>
                <a:ea typeface="ＭＳ Ｐゴシック" charset="-128"/>
              </a:rPr>
              <a:t>chính sách loại bỏ: </a:t>
            </a:r>
            <a:r xmlns:a="http://schemas.openxmlformats.org/drawingml/2006/main">
              <a:rPr lang="vi" altLang="en-US" sz="2000" dirty="0">
                <a:latin typeface="+mn-lt"/>
                <a:ea typeface="ＭＳ Ｐゴシック" charset="-128"/>
              </a:rPr>
              <a:t>nếu gói đến hàng đợi đầy: loại bỏ ai?</a:t>
            </a:r>
          </a:p>
          <a:p>
            <a:pPr xmlns:a="http://schemas.openxmlformats.org/drawingml/2006/main" lvl="2"/>
            <a:r xmlns:a="http://schemas.openxmlformats.org/drawingml/2006/main">
              <a:rPr lang="vi" altLang="en-US" sz="2000" b="1" dirty="0">
                <a:solidFill>
                  <a:schemeClr val="tx1"/>
                </a:solidFill>
                <a:latin typeface="+mn-lt"/>
                <a:cs typeface="Gill Sans MT" charset="0"/>
              </a:rPr>
              <a:t>thả đuôi: </a:t>
            </a:r>
            <a:r xmlns:a="http://schemas.openxmlformats.org/drawingml/2006/main">
              <a:rPr lang="vi" altLang="en-US" sz="2000" dirty="0">
                <a:latin typeface="+mn-lt"/>
                <a:cs typeface="Gill Sans MT" charset="0"/>
              </a:rPr>
              <a:t>thả gói đến</a:t>
            </a:r>
          </a:p>
          <a:p>
            <a:pPr xmlns:a="http://schemas.openxmlformats.org/drawingml/2006/main" lvl="2"/>
            <a:r xmlns:a="http://schemas.openxmlformats.org/drawingml/2006/main">
              <a:rPr lang="vi" altLang="en-US" sz="2000" b="1" dirty="0">
                <a:solidFill>
                  <a:schemeClr val="tx1"/>
                </a:solidFill>
                <a:latin typeface="+mn-lt"/>
                <a:cs typeface="Gill Sans MT" charset="0"/>
              </a:rPr>
              <a:t>ưu tiên: </a:t>
            </a:r>
            <a:r xmlns:a="http://schemas.openxmlformats.org/drawingml/2006/main">
              <a:rPr lang="vi" altLang="en-US" sz="2000" dirty="0">
                <a:latin typeface="+mn-lt"/>
                <a:cs typeface="Gill Sans MT" charset="0"/>
              </a:rPr>
              <a:t>thả/xóa trên cơ sở ưu tiên</a:t>
            </a:r>
          </a:p>
          <a:p>
            <a:pPr xmlns:a="http://schemas.openxmlformats.org/drawingml/2006/main" lvl="2"/>
            <a:r xmlns:a="http://schemas.openxmlformats.org/drawingml/2006/main">
              <a:rPr lang="vi" altLang="en-US" sz="2000" b="1" dirty="0">
                <a:solidFill>
                  <a:schemeClr val="tx1"/>
                </a:solidFill>
                <a:latin typeface="+mn-lt"/>
                <a:cs typeface="Gill Sans MT" charset="0"/>
              </a:rPr>
              <a:t>ngẫu nhiên: </a:t>
            </a:r>
            <a:r xmlns:a="http://schemas.openxmlformats.org/drawingml/2006/main">
              <a:rPr lang="vi" altLang="en-US" sz="2000" dirty="0">
                <a:latin typeface="+mn-lt"/>
                <a:cs typeface="Gill Sans MT" charset="0"/>
              </a:rPr>
              <a:t>thả/xóa </a:t>
            </a:r>
            <a:r xmlns:a="http://schemas.openxmlformats.org/drawingml/2006/main">
              <a:rPr lang="vi" altLang="en-US" sz="2000" dirty="0" smtClean="0">
                <a:latin typeface="+mn-lt"/>
                <a:cs typeface="Gill Sans MT" charset="0"/>
              </a:rPr>
              <a:t>ngẫu nhiên</a:t>
            </a:r>
            <a:endParaRPr xmlns:a="http://schemas.openxmlformats.org/drawingml/2006/main" lang="en-US" altLang="en-US" sz="2000" dirty="0">
              <a:latin typeface="+mn-lt"/>
              <a:cs typeface="Gill Sans MT" charset="0"/>
            </a:endParaRPr>
          </a:p>
        </p:txBody>
      </p:sp>
      <p:pic>
        <p:nvPicPr>
          <p:cNvPr id="23" name="Picture 22" descr="A diagram has 2 connected parts aligned horizontally. Part 1. A rectangle of 8 vertical bars. The last 4 bars are highlighted. This is the queue, waiting area. On the left, there are packet arrivals. Part 2. Link, server. On the right, there are packet departure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19753" y="4689734"/>
            <a:ext cx="5104494" cy="1543953"/>
          </a:xfrm>
          <a:prstGeom prst="rect">
            <a:avLst/>
          </a:prstGeom>
        </p:spPr>
      </p:pic>
    </p:spTree>
    <p:extLst>
      <p:ext uri="{BB962C8B-B14F-4D97-AF65-F5344CB8AC3E}">
        <p14:creationId xmlns:p14="http://schemas.microsoft.com/office/powerpoint/2010/main" val="198710564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altLang="en-US" dirty="0">
                <a:ea typeface="ＭＳ Ｐゴシック" charset="-128"/>
              </a:rPr>
              <a:t>Chính sách lập lịch trình: Ưu tiên</a:t>
            </a:r>
            <a:endParaRPr xmlns:a="http://schemas.openxmlformats.org/drawingml/2006/main" lang="en-US" dirty="0"/>
          </a:p>
        </p:txBody>
      </p:sp>
      <p:sp>
        <p:nvSpPr>
          <p:cNvPr id="3" name="Text Placeholder 2"/>
          <p:cNvSpPr>
            <a:spLocks noGrp="1"/>
          </p:cNvSpPr>
          <p:nvPr>
            <p:ph type="body" idx="1"/>
          </p:nvPr>
        </p:nvSpPr>
        <p:spPr>
          <a:xfrm>
            <a:off x="457201" y="1600200"/>
            <a:ext cx="3409405" cy="4525963"/>
          </a:xfrm>
        </p:spPr>
        <p:txBody>
          <a:bodyPr/>
          <a:lstStyle/>
          <a:p>
            <a:pPr xmlns:a="http://schemas.openxmlformats.org/drawingml/2006/main">
              <a:buFont typeface="Wingdings" panose="05000000000000000000" pitchFamily="2" charset="2"/>
              <a:buNone/>
            </a:pPr>
            <a:r xmlns:a="http://schemas.openxmlformats.org/drawingml/2006/main">
              <a:rPr lang="vi" altLang="en-US" sz="2200" b="1" dirty="0">
                <a:solidFill>
                  <a:schemeClr val="tx1"/>
                </a:solidFill>
                <a:latin typeface="+mn-lt"/>
                <a:ea typeface="ＭＳ Ｐゴシック" charset="-128"/>
                <a:cs typeface="ＭＳ Ｐゴシック" charset="-128"/>
              </a:rPr>
              <a:t>lập lịch ưu tiên: gửi </a:t>
            </a:r>
            <a:r xmlns:a="http://schemas.openxmlformats.org/drawingml/2006/main">
              <a:rPr lang="vi" altLang="en-US" sz="2200" dirty="0" smtClean="0">
                <a:latin typeface="+mn-lt"/>
                <a:ea typeface="ＭＳ Ｐゴシック" charset="-128"/>
                <a:cs typeface="ＭＳ Ｐゴシック" charset="-128"/>
              </a:rPr>
              <a:t>gói </a:t>
            </a:r>
            <a:endParaRPr xmlns:a="http://schemas.openxmlformats.org/drawingml/2006/main" lang="en-US" altLang="en-US" sz="2200" dirty="0">
              <a:latin typeface="+mn-lt"/>
              <a:ea typeface="ＭＳ Ｐゴシック" charset="-128"/>
              <a:cs typeface="ＭＳ Ｐゴシック" charset="-128"/>
            </a:endParaRPr>
            <a:r xmlns:a="http://schemas.openxmlformats.org/drawingml/2006/main">
              <a:rPr lang="vi" altLang="en-US" sz="2200" dirty="0">
                <a:latin typeface="+mn-lt"/>
                <a:ea typeface="ＭＳ Ｐゴシック" charset="-128"/>
                <a:cs typeface="ＭＳ Ｐゴシック" charset="-128"/>
              </a:rPr>
              <a:t>xếp hàng ưu tiên cao nhất</a:t>
            </a:r>
          </a:p>
          <a:p>
            <a:r xmlns:a="http://schemas.openxmlformats.org/drawingml/2006/main">
              <a:rPr lang="vi" altLang="en-US" sz="2200" dirty="0">
                <a:latin typeface="+mn-lt"/>
                <a:ea typeface="ＭＳ Ｐゴシック" charset="-128"/>
                <a:cs typeface="ＭＳ Ｐゴシック" charset="-128"/>
              </a:rPr>
              <a:t>nhiều </a:t>
            </a:r>
            <a:r xmlns:a="http://schemas.openxmlformats.org/drawingml/2006/main">
              <a:rPr lang="vi" altLang="en-US" sz="2200" b="1" dirty="0">
                <a:latin typeface="+mn-lt"/>
                <a:ea typeface="ＭＳ Ｐゴシック" charset="-128"/>
                <a:cs typeface="ＭＳ Ｐゴシック" charset="-128"/>
              </a:rPr>
              <a:t>lớp </a:t>
            </a:r>
            <a:r xmlns:a="http://schemas.openxmlformats.org/drawingml/2006/main">
              <a:rPr lang="vi" altLang="en-US" sz="2200" dirty="0">
                <a:latin typeface="+mn-lt"/>
                <a:ea typeface="ＭＳ Ｐゴシック" charset="-128"/>
                <a:cs typeface="ＭＳ Ｐゴシック" charset="-128"/>
              </a:rPr>
              <a:t>, với các ưu tiên khác nhau</a:t>
            </a:r>
          </a:p>
          <a:p>
            <a:pPr xmlns:a="http://schemas.openxmlformats.org/drawingml/2006/main" lvl="1"/>
            <a:r xmlns:a="http://schemas.openxmlformats.org/drawingml/2006/main">
              <a:rPr lang="vi" altLang="en-US" sz="2200" dirty="0">
                <a:latin typeface="+mn-lt"/>
                <a:ea typeface="ＭＳ Ｐゴシック" charset="-128"/>
              </a:rPr>
              <a:t>lớp có thể phụ thuộc vào việc đánh dấu hoặc thông tin tiêu đề khác, ví dụ: </a:t>
            </a:r>
            <a:r xmlns:a="http://schemas.openxmlformats.org/drawingml/2006/main">
              <a:rPr lang="vi" altLang="en-US" sz="2200" dirty="0" smtClean="0">
                <a:latin typeface="+mn-lt"/>
                <a:ea typeface="ＭＳ Ｐゴシック" charset="-128"/>
              </a:rPr>
              <a:t>tôi</a:t>
            </a:r>
            <a:r xmlns:a="http://schemas.openxmlformats.org/drawingml/2006/main">
              <a:rPr lang="vi" altLang="en-US" sz="100" dirty="0" smtClean="0">
                <a:latin typeface="+mn-lt"/>
                <a:ea typeface="ＭＳ Ｐゴシック" charset="-128"/>
              </a:rPr>
              <a:t> Nguồn/đích </a:t>
            </a:r>
            <a:r xmlns:a="http://schemas.openxmlformats.org/drawingml/2006/main">
              <a:rPr lang="vi" altLang="en-US" sz="2200" dirty="0" smtClean="0">
                <a:latin typeface="+mn-lt"/>
                <a:ea typeface="ＭＳ Ｐゴシック" charset="-128"/>
              </a:rPr>
              <a:t>P </a:t>
            </a:r>
            <a:r xmlns:a="http://schemas.openxmlformats.org/drawingml/2006/main">
              <a:rPr lang="vi" altLang="en-US" sz="2200" dirty="0">
                <a:latin typeface="+mn-lt"/>
                <a:ea typeface="ＭＳ Ｐゴシック" charset="-128"/>
              </a:rPr>
              <a:t>, số cổng, v.v.</a:t>
            </a:r>
          </a:p>
          <a:p>
            <a:pPr xmlns:a="http://schemas.openxmlformats.org/drawingml/2006/main" lvl="1"/>
            <a:r xmlns:a="http://schemas.openxmlformats.org/drawingml/2006/main">
              <a:rPr lang="vi" altLang="en-US" sz="2200" dirty="0">
                <a:latin typeface="+mn-lt"/>
                <a:ea typeface="ＭＳ Ｐゴシック" charset="-128"/>
              </a:rPr>
              <a:t>ví dụ thế giới thực </a:t>
            </a:r>
            <a:r xmlns:a="http://schemas.openxmlformats.org/drawingml/2006/main">
              <a:rPr lang="vi" altLang="en-US" sz="2200" dirty="0" smtClean="0">
                <a:latin typeface="+mn-lt"/>
                <a:ea typeface="ＭＳ Ｐゴシック" charset="-128"/>
              </a:rPr>
              <a:t>?</a:t>
            </a:r>
            <a:endParaRPr xmlns:a="http://schemas.openxmlformats.org/drawingml/2006/main" lang="en-US" altLang="en-US" sz="2200" dirty="0">
              <a:latin typeface="+mn-lt"/>
              <a:ea typeface="ＭＳ Ｐゴシック" charset="-128"/>
            </a:endParaRPr>
          </a:p>
        </p:txBody>
      </p:sp>
      <p:pic>
        <p:nvPicPr>
          <p:cNvPr id="4" name="Picture 3" descr="A diagram has 4 linked parts. Parts 2 and 3 are stacked atop each other. From the left, 2 arrows, 1 black and 1 blue, arrivals, points right to part 1. 1, a funnel, classify, opens to the right. 2 arrows come from the funnel and points right, 1 black from the top and 1 blue from the bottom. Top, part 2. A rectangle of 8 bars, high priority queue, waiting area. The last 4 bars are highlighted. Bottom, part 3. A rectangle of 8 bars, low priority queue, waiting area. The last 2 bars are highlighted. Both parts connect to part 4. 4, link, server. On the right, 2 arrows, black and blue, point right, departure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54989" y="1848313"/>
            <a:ext cx="4431046" cy="1855080"/>
          </a:xfrm>
          <a:prstGeom prst="rect">
            <a:avLst/>
          </a:prstGeom>
        </p:spPr>
      </p:pic>
      <p:pic>
        <p:nvPicPr>
          <p:cNvPr id="6" name="Picture 5" descr="A diagram of 2 timelines, 1 atop the other. Each line has tick marks spanning from t = 0 to t = 16, in increments of t = 1. Each line has 5 numbered blocks pointing to the line. Between the lines is a group, packet in service, of 5 numbered long packets. All packets and boxes labeled 2 and 5 are light blue. Above, arrivals. Block 1, t = 0. Block 2, about t = 1 and 1 half. Block 3, about t = 2 and 1 half. Block 4, about t = 5 and 1 third. Block 5, about t = 13. Below, departures. Arrows point from the timeline to the numbered blocks. Block 1, t = 3. Block 3, t = 6. Block 2, t = 9. Block 4, t = 12. Block 5, t = 16. Packet in service. Each packet spans from 1 mark on timeline to another. Packet 1, from t = 0 to t =3. Packet 3, from t = 3 to t = 6. Packet 2, from t = 6 to t = 9. Packet 4, from t = 9 to t = 12. Packet 5, from t = 13 to t = 1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54041" y="4007703"/>
            <a:ext cx="4789021" cy="1559670"/>
          </a:xfrm>
          <a:prstGeom prst="rect">
            <a:avLst/>
          </a:prstGeom>
        </p:spPr>
      </p:pic>
    </p:spTree>
    <p:extLst>
      <p:ext uri="{BB962C8B-B14F-4D97-AF65-F5344CB8AC3E}">
        <p14:creationId xmlns:p14="http://schemas.microsoft.com/office/powerpoint/2010/main" val="57613186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altLang="en-US" dirty="0">
                <a:ea typeface="ＭＳ Ｐゴシック" charset="-128"/>
              </a:rPr>
              <a:t>Chính sách lập lịch trình </a:t>
            </a:r>
            <a:r xmlns:a="http://schemas.openxmlformats.org/drawingml/2006/main">
              <a:rPr lang="vi" altLang="en-US" dirty="0" smtClean="0">
                <a:ea typeface="ＭＳ Ｐゴシック" charset="-128"/>
              </a:rPr>
              <a:t>: </a:t>
            </a:r>
            <a:r xmlns:a="http://schemas.openxmlformats.org/drawingml/2006/main">
              <a:rPr lang="vi" altLang="en-US" dirty="0">
                <a:solidFill>
                  <a:schemeClr val="tx2"/>
                </a:solidFill>
                <a:ea typeface="ＭＳ Ｐゴシック" charset="-128"/>
                <a:cs typeface="ＭＳ Ｐゴシック" charset="-128"/>
              </a:rPr>
              <a:t>Round </a:t>
            </a:r>
            <a:r xmlns:a="http://schemas.openxmlformats.org/drawingml/2006/main">
              <a:rPr lang="vi" altLang="en-US" dirty="0" smtClean="0">
                <a:solidFill>
                  <a:schemeClr val="tx2"/>
                </a:solidFill>
                <a:ea typeface="ＭＳ Ｐゴシック" charset="-128"/>
                <a:cs typeface="ＭＳ Ｐゴシック" charset="-128"/>
              </a:rPr>
              <a:t>Robin</a:t>
            </a:r>
            <a:endParaRPr xmlns:a="http://schemas.openxmlformats.org/drawingml/2006/main" lang="en-US" dirty="0"/>
          </a:p>
        </p:txBody>
      </p:sp>
      <p:sp>
        <p:nvSpPr>
          <p:cNvPr id="3" name="Text Placeholder 2"/>
          <p:cNvSpPr>
            <a:spLocks noGrp="1"/>
          </p:cNvSpPr>
          <p:nvPr>
            <p:ph type="body" idx="1"/>
          </p:nvPr>
        </p:nvSpPr>
        <p:spPr>
          <a:xfrm>
            <a:off x="457200" y="1600200"/>
            <a:ext cx="8229600" cy="2462349"/>
          </a:xfrm>
        </p:spPr>
        <p:txBody>
          <a:bodyPr/>
          <a:lstStyle/>
          <a:p>
            <a:pPr xmlns:a="http://schemas.openxmlformats.org/drawingml/2006/main">
              <a:buFont typeface="Wingdings" panose="05000000000000000000" pitchFamily="2" charset="2"/>
              <a:buNone/>
            </a:pPr>
            <a:r xmlns:a="http://schemas.openxmlformats.org/drawingml/2006/main">
              <a:rPr lang="vi" altLang="en-US" sz="2200" b="1" dirty="0">
                <a:solidFill>
                  <a:schemeClr val="tx1"/>
                </a:solidFill>
                <a:latin typeface="+mn-lt"/>
                <a:ea typeface="ＭＳ Ｐゴシック" charset="-128"/>
                <a:cs typeface="ＭＳ Ｐゴシック" charset="-128"/>
              </a:rPr>
              <a:t>Vòng tròn ( </a:t>
            </a:r>
            <a:r xmlns:a="http://schemas.openxmlformats.org/drawingml/2006/main">
              <a:rPr lang="vi" altLang="en-US" sz="2200" b="1" dirty="0" smtClean="0">
                <a:solidFill>
                  <a:schemeClr val="tx1"/>
                </a:solidFill>
                <a:latin typeface="+mn-lt"/>
                <a:ea typeface="ＭＳ Ｐゴシック" charset="-128"/>
                <a:cs typeface="ＭＳ Ｐゴシック" charset="-128"/>
              </a:rPr>
              <a:t>R</a:t>
            </a:r>
            <a:r xmlns:a="http://schemas.openxmlformats.org/drawingml/2006/main">
              <a:rPr lang="vi" altLang="en-US" sz="100" b="1" dirty="0" smtClean="0">
                <a:solidFill>
                  <a:schemeClr val="tx1"/>
                </a:solidFill>
                <a:latin typeface="+mn-lt"/>
                <a:ea typeface="ＭＳ Ｐゴシック" charset="-128"/>
                <a:cs typeface="ＭＳ Ｐゴシック" charset="-128"/>
              </a:rPr>
              <a:t> </a:t>
            </a:r>
            <a:r xmlns:a="http://schemas.openxmlformats.org/drawingml/2006/main">
              <a:rPr lang="vi" altLang="en-US" sz="2200" b="1" dirty="0" smtClean="0">
                <a:solidFill>
                  <a:schemeClr val="tx1"/>
                </a:solidFill>
                <a:latin typeface="+mn-lt"/>
                <a:ea typeface="ＭＳ Ｐゴシック" charset="-128"/>
                <a:cs typeface="ＭＳ Ｐゴシック" charset="-128"/>
              </a:rPr>
              <a:t>R </a:t>
            </a:r>
            <a:r xmlns:a="http://schemas.openxmlformats.org/drawingml/2006/main">
              <a:rPr lang="vi" altLang="en-US" sz="2200" b="1" dirty="0">
                <a:solidFill>
                  <a:schemeClr val="tx1"/>
                </a:solidFill>
                <a:latin typeface="+mn-lt"/>
                <a:ea typeface="ＭＳ Ｐゴシック" charset="-128"/>
                <a:cs typeface="ＭＳ Ｐゴシック" charset="-128"/>
              </a:rPr>
              <a:t>) </a:t>
            </a:r>
            <a:r xmlns:a="http://schemas.openxmlformats.org/drawingml/2006/main">
              <a:rPr lang="vi" altLang="en-US" sz="2200" b="1" dirty="0" smtClean="0">
                <a:solidFill>
                  <a:schemeClr val="tx1"/>
                </a:solidFill>
                <a:latin typeface="+mn-lt"/>
                <a:ea typeface="ＭＳ Ｐゴシック" charset="-128"/>
                <a:cs typeface="ＭＳ Ｐゴシック" charset="-128"/>
              </a:rPr>
              <a:t>lập lịch trình:</a:t>
            </a:r>
            <a:endParaRPr xmlns:a="http://schemas.openxmlformats.org/drawingml/2006/main" lang="en-US" altLang="en-US" sz="2200" b="1" dirty="0">
              <a:solidFill>
                <a:schemeClr val="tx1"/>
              </a:solidFill>
              <a:latin typeface="+mn-lt"/>
              <a:ea typeface="ＭＳ Ｐゴシック" charset="-128"/>
              <a:cs typeface="ＭＳ Ｐゴシック" charset="-128"/>
            </a:endParaRPr>
          </a:p>
          <a:p>
            <a:r xmlns:a="http://schemas.openxmlformats.org/drawingml/2006/main">
              <a:rPr lang="vi" altLang="en-US" sz="2200" dirty="0">
                <a:latin typeface="+mn-lt"/>
                <a:ea typeface="ＭＳ Ｐゴシック" charset="-128"/>
                <a:cs typeface="ＭＳ Ｐゴシック" charset="-128"/>
              </a:rPr>
              <a:t>nhiều lớp</a:t>
            </a:r>
          </a:p>
          <a:p>
            <a:r xmlns:a="http://schemas.openxmlformats.org/drawingml/2006/main">
              <a:rPr lang="vi" altLang="en-US" sz="2200" dirty="0">
                <a:latin typeface="+mn-lt"/>
                <a:ea typeface="ＭＳ Ｐゴシック" charset="-128"/>
                <a:cs typeface="ＭＳ Ｐゴシック" charset="-128"/>
              </a:rPr>
              <a:t>quét hàng đợi lớp theo chu kỳ, gửi một </a:t>
            </a:r>
            <a:r xmlns:a="http://schemas.openxmlformats.org/drawingml/2006/main">
              <a:rPr lang="vi" altLang="en-US" sz="2200" dirty="0" smtClean="0">
                <a:latin typeface="+mn-lt"/>
                <a:ea typeface="ＭＳ Ｐゴシック" charset="-128"/>
                <a:cs typeface="ＭＳ Ｐゴシック" charset="-128"/>
              </a:rPr>
              <a:t>gói hoàn chỉnh từ </a:t>
            </a:r>
            <a:r xmlns:a="http://schemas.openxmlformats.org/drawingml/2006/main">
              <a:rPr lang="vi" altLang="en-US" sz="2200" dirty="0">
                <a:latin typeface="+mn-lt"/>
                <a:ea typeface="ＭＳ Ｐゴシック" charset="-128"/>
                <a:cs typeface="ＭＳ Ｐゴシック" charset="-128"/>
              </a:rPr>
              <a:t>mỗi lớp (nếu có)</a:t>
            </a:r>
          </a:p>
          <a:p>
            <a:r xmlns:a="http://schemas.openxmlformats.org/drawingml/2006/main">
              <a:rPr lang="vi" altLang="en-US" sz="2200" dirty="0">
                <a:latin typeface="+mn-lt"/>
                <a:ea typeface="ＭＳ Ｐゴシック" charset="-128"/>
                <a:cs typeface="ＭＳ Ｐゴシック" charset="-128"/>
              </a:rPr>
              <a:t>ví dụ thế giới thực </a:t>
            </a:r>
            <a:r xmlns:a="http://schemas.openxmlformats.org/drawingml/2006/main">
              <a:rPr lang="vi" altLang="en-US" sz="2200" dirty="0" smtClean="0">
                <a:latin typeface="+mn-lt"/>
                <a:ea typeface="ＭＳ Ｐゴシック" charset="-128"/>
                <a:cs typeface="ＭＳ Ｐゴシック" charset="-128"/>
              </a:rPr>
              <a:t>?</a:t>
            </a:r>
            <a:endParaRPr xmlns:a="http://schemas.openxmlformats.org/drawingml/2006/main" lang="en-US" altLang="en-US" sz="2200" dirty="0">
              <a:latin typeface="+mn-lt"/>
              <a:ea typeface="ＭＳ Ｐゴシック" charset="-128"/>
              <a:cs typeface="ＭＳ Ｐゴシック" charset="-128"/>
            </a:endParaRPr>
          </a:p>
        </p:txBody>
      </p:sp>
      <p:pic>
        <p:nvPicPr>
          <p:cNvPr id="5" name="Picture 4" descr="A diagram of 2 timelines, 1 atop the other. Each line has tick marks spanning from t = 0 to t = 16, in increments of t = 1. Each line has 5 numbered blocks pointing to the line. Between the lines is a group, packet in service, of 5 numbered long packets. All packets and boxes labeled 3 and 5 are light blue. Above, arrivals. Block 1, t = 0. Block 2, about t = 1 and 1 half. Block 3, about t = 2 and 1 half. Block 4, about t = 5 and 1 third. Block 5, about t = 13. Below, departures. Arrows point from the timeline to the numbered blocks. Block 1, t = 3. Block 3, t = 6. Block 2, t = 9. Block 4, t = 12. Block 5, t = 16. Packet in service. Each packet spans from 1 mark on timeline to another. Packet 1, from t = 0 to t =3. Packet 3, from t = 3 to t = 6. Packet 2, from t = 6 to t = 9. Packet 4, from t = 9 to t = 12. Packet 5, from t = 13 to t = 1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6519" y="4177066"/>
            <a:ext cx="6110962" cy="1978590"/>
          </a:xfrm>
          <a:prstGeom prst="rect">
            <a:avLst/>
          </a:prstGeom>
        </p:spPr>
      </p:pic>
    </p:spTree>
    <p:extLst>
      <p:ext uri="{BB962C8B-B14F-4D97-AF65-F5344CB8AC3E}">
        <p14:creationId xmlns:p14="http://schemas.microsoft.com/office/powerpoint/2010/main" val="65259425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altLang="en-US" dirty="0">
                <a:ea typeface="ＭＳ Ｐゴシック" charset="-128"/>
              </a:rPr>
              <a:t>Chính sách lập lịch trình </a:t>
            </a:r>
            <a:r xmlns:a="http://schemas.openxmlformats.org/drawingml/2006/main">
              <a:rPr lang="vi" altLang="en-US" dirty="0" smtClean="0">
                <a:ea typeface="ＭＳ Ｐゴシック" charset="-128"/>
              </a:rPr>
              <a:t>: </a:t>
            </a:r>
            <a:r xmlns:a="http://schemas.openxmlformats.org/drawingml/2006/main">
              <a:rPr lang="vi" altLang="en-US" dirty="0" smtClean="0">
                <a:solidFill>
                  <a:schemeClr val="tx2"/>
                </a:solidFill>
                <a:ea typeface="ＭＳ Ｐゴシック" charset="-128"/>
                <a:cs typeface="ＭＳ Ｐゴシック" charset="-128"/>
              </a:rPr>
              <a:t>Hàng đợi </a:t>
            </a:r>
            <a:endParaRPr xmlns:a="http://schemas.openxmlformats.org/drawingml/2006/main" lang="en-US" dirty="0">
              <a:solidFill>
                <a:schemeClr val="tx2"/>
              </a:solidFill>
            </a:endParaRPr>
            <a:r xmlns:a="http://schemas.openxmlformats.org/drawingml/2006/main">
              <a:rPr lang="vi" altLang="en-US" dirty="0">
                <a:solidFill>
                  <a:schemeClr val="tx2"/>
                </a:solidFill>
                <a:ea typeface="ＭＳ Ｐゴシック" charset="-128"/>
                <a:cs typeface="ＭＳ Ｐゴシック" charset="-128"/>
              </a:rPr>
              <a:t>công bằng có trọng số</a:t>
            </a:r>
          </a:p>
        </p:txBody>
      </p:sp>
      <p:sp>
        <p:nvSpPr>
          <p:cNvPr id="3" name="Text Placeholder 2"/>
          <p:cNvSpPr>
            <a:spLocks noGrp="1"/>
          </p:cNvSpPr>
          <p:nvPr>
            <p:ph type="body" idx="1"/>
          </p:nvPr>
        </p:nvSpPr>
        <p:spPr>
          <a:xfrm>
            <a:off x="457200" y="1600200"/>
            <a:ext cx="8229600" cy="2188029"/>
          </a:xfrm>
        </p:spPr>
        <p:txBody>
          <a:bodyPr/>
          <a:lstStyle/>
          <a:p>
            <a:pPr xmlns:a="http://schemas.openxmlformats.org/drawingml/2006/main">
              <a:buFont typeface="Wingdings" panose="05000000000000000000" pitchFamily="2" charset="2"/>
              <a:buNone/>
            </a:pPr>
            <a:r xmlns:a="http://schemas.openxmlformats.org/drawingml/2006/main">
              <a:rPr lang="vi" altLang="en-US" sz="2400" b="1" dirty="0">
                <a:solidFill>
                  <a:schemeClr val="tx1"/>
                </a:solidFill>
                <a:latin typeface="+mn-lt"/>
                <a:ea typeface="ＭＳ Ｐゴシック" charset="-128"/>
                <a:cs typeface="ＭＳ Ｐゴシック" charset="-128"/>
              </a:rPr>
              <a:t>Xếp hàng công bằng có trọng số ( </a:t>
            </a:r>
            <a:r xmlns:a="http://schemas.openxmlformats.org/drawingml/2006/main">
              <a:rPr lang="vi" altLang="en-US" sz="2400" b="1" dirty="0" smtClean="0">
                <a:solidFill>
                  <a:schemeClr val="tx1"/>
                </a:solidFill>
                <a:latin typeface="+mn-lt"/>
                <a:ea typeface="ＭＳ Ｐゴシック" charset="-128"/>
                <a:cs typeface="ＭＳ Ｐゴシック" charset="-128"/>
              </a:rPr>
              <a:t>W</a:t>
            </a:r>
            <a:r xmlns:a="http://schemas.openxmlformats.org/drawingml/2006/main">
              <a:rPr lang="vi" altLang="en-US" sz="100" b="1" dirty="0" smtClean="0">
                <a:solidFill>
                  <a:schemeClr val="tx1"/>
                </a:solidFill>
                <a:latin typeface="+mn-lt"/>
                <a:ea typeface="ＭＳ Ｐゴシック" charset="-128"/>
                <a:cs typeface="ＭＳ Ｐゴシック" charset="-128"/>
              </a:rPr>
              <a:t> </a:t>
            </a:r>
            <a:r xmlns:a="http://schemas.openxmlformats.org/drawingml/2006/main">
              <a:rPr lang="vi" altLang="en-US" sz="2400" b="1" dirty="0" smtClean="0">
                <a:solidFill>
                  <a:schemeClr val="tx1"/>
                </a:solidFill>
                <a:latin typeface="+mn-lt"/>
                <a:ea typeface="ＭＳ Ｐゴシック" charset="-128"/>
                <a:cs typeface="ＭＳ Ｐゴシック" charset="-128"/>
              </a:rPr>
              <a:t>F</a:t>
            </a:r>
            <a:r xmlns:a="http://schemas.openxmlformats.org/drawingml/2006/main">
              <a:rPr lang="vi" altLang="en-US" sz="100" b="1" dirty="0" smtClean="0">
                <a:solidFill>
                  <a:schemeClr val="tx1"/>
                </a:solidFill>
                <a:latin typeface="+mn-lt"/>
                <a:ea typeface="ＭＳ Ｐゴシック" charset="-128"/>
                <a:cs typeface="ＭＳ Ｐゴシック" charset="-128"/>
              </a:rPr>
              <a:t> </a:t>
            </a:r>
            <a:r xmlns:a="http://schemas.openxmlformats.org/drawingml/2006/main">
              <a:rPr lang="vi" altLang="en-US" sz="2400" b="1" dirty="0" smtClean="0">
                <a:solidFill>
                  <a:schemeClr val="tx1"/>
                </a:solidFill>
                <a:latin typeface="+mn-lt"/>
                <a:ea typeface="ＭＳ Ｐゴシック" charset="-128"/>
                <a:cs typeface="ＭＳ Ｐゴシック" charset="-128"/>
              </a:rPr>
              <a:t>Hỏi):</a:t>
            </a:r>
            <a:endParaRPr xmlns:a="http://schemas.openxmlformats.org/drawingml/2006/main" lang="en-US" altLang="en-US" sz="2400" b="1" dirty="0">
              <a:solidFill>
                <a:schemeClr val="tx1"/>
              </a:solidFill>
              <a:latin typeface="+mn-lt"/>
              <a:ea typeface="ＭＳ Ｐゴシック" charset="-128"/>
              <a:cs typeface="ＭＳ Ｐゴシック" charset="-128"/>
            </a:endParaRPr>
          </a:p>
          <a:p>
            <a:r xmlns:a="http://schemas.openxmlformats.org/drawingml/2006/main">
              <a:rPr lang="vi" altLang="en-US" sz="2400" dirty="0">
                <a:latin typeface="+mn-lt"/>
                <a:ea typeface="ＭＳ Ｐゴシック" charset="-128"/>
                <a:cs typeface="ＭＳ Ｐゴシック" charset="-128"/>
              </a:rPr>
              <a:t>Round Robin tổng quát</a:t>
            </a:r>
          </a:p>
          <a:p>
            <a:r xmlns:a="http://schemas.openxmlformats.org/drawingml/2006/main">
              <a:rPr lang="vi" altLang="en-US" sz="2400" dirty="0">
                <a:latin typeface="+mn-lt"/>
                <a:ea typeface="ＭＳ Ｐゴシック" charset="-128"/>
                <a:cs typeface="ＭＳ Ｐゴシック" charset="-128"/>
              </a:rPr>
              <a:t>mỗi lớp nhận được số lượng dịch vụ có trọng số trong mỗi chu kỳ</a:t>
            </a:r>
          </a:p>
          <a:p>
            <a:r xmlns:a="http://schemas.openxmlformats.org/drawingml/2006/main">
              <a:rPr lang="vi" altLang="en-US" sz="2400" dirty="0">
                <a:latin typeface="+mn-lt"/>
                <a:ea typeface="ＭＳ Ｐゴシック" charset="-128"/>
                <a:cs typeface="ＭＳ Ｐゴシック" charset="-128"/>
              </a:rPr>
              <a:t>ví dụ thực tế </a:t>
            </a:r>
            <a:r xmlns:a="http://schemas.openxmlformats.org/drawingml/2006/main">
              <a:rPr lang="vi" altLang="en-US" sz="2400" dirty="0" smtClean="0">
                <a:latin typeface="+mn-lt"/>
                <a:ea typeface="ＭＳ Ｐゴシック" charset="-128"/>
                <a:cs typeface="ＭＳ Ｐゴシック" charset="-128"/>
              </a:rPr>
              <a:t>?</a:t>
            </a:r>
            <a:endParaRPr xmlns:a="http://schemas.openxmlformats.org/drawingml/2006/main" lang="en-US" altLang="en-US" sz="2400" dirty="0">
              <a:latin typeface="+mn-lt"/>
              <a:ea typeface="ＭＳ Ｐゴシック" charset="-128"/>
              <a:cs typeface="ＭＳ Ｐゴシック" charset="-128"/>
            </a:endParaRPr>
          </a:p>
        </p:txBody>
      </p:sp>
      <p:pic>
        <p:nvPicPr>
          <p:cNvPr id="4" name="Picture 3" descr="A diagram connects 5 parts. Parts 2, 3, and 4 are stacked atop each other. From the left, 3 arrows, classify arrivals, point right to part 1. 1, a funnel opens to the right. 3 arrows come from the funnel and points right. Top, middle, bottom. Top, part 2. A rectangle of 8 bars, the last 4 bars are highlighted. Middle, part 3. A rectangle of 8 bars, the last 2 bars are highlighted. Bottom, part 4. 4, A rectangle of 8 bars, the last 4 are highlighted. All 3 parts link to part 5. There is a point on each of the 3 links, about halfway to part 5. Point 1, W sub 1. Point 2, W sub 2. Point 3, W sub 3. Part 5, link. On the right, 3 arrows point right, departure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51090" y="3919575"/>
            <a:ext cx="5441820" cy="2232314"/>
          </a:xfrm>
          <a:prstGeom prst="rect">
            <a:avLst/>
          </a:prstGeom>
        </p:spPr>
      </p:pic>
    </p:spTree>
    <p:extLst>
      <p:ext uri="{BB962C8B-B14F-4D97-AF65-F5344CB8AC3E}">
        <p14:creationId xmlns:p14="http://schemas.microsoft.com/office/powerpoint/2010/main" val="57578594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altLang="en-US" dirty="0" smtClean="0">
                <a:ea typeface="ＭＳ Ｐゴシック" charset="-128"/>
              </a:rPr>
              <a:t>Mục tiêu </a:t>
            </a:r>
            <a:r xmlns:a="http://schemas.openxmlformats.org/drawingml/2006/main">
              <a:rPr lang="vi" altLang="en-US" dirty="0">
                <a:ea typeface="ＭＳ Ｐゴシック" charset="-128"/>
              </a:rPr>
              <a:t>học tập </a:t>
            </a:r>
            <a:r xmlns:a="http://schemas.openxmlformats.org/drawingml/2006/main">
              <a:rPr lang="vi" altLang="en-US" sz="2000" b="0" dirty="0" smtClean="0">
                <a:ea typeface="ＭＳ Ｐゴシック" charset="-128"/>
              </a:rPr>
              <a:t>(3 </a:t>
            </a:r>
            <a:r xmlns:a="http://schemas.openxmlformats.org/drawingml/2006/main">
              <a:rPr lang="vi" altLang="en-US" sz="2000" b="0" dirty="0">
                <a:ea typeface="ＭＳ Ｐゴシック" charset="-128"/>
              </a:rPr>
              <a:t>trên 7)</a:t>
            </a:r>
            <a:endParaRPr xmlns:a="http://schemas.openxmlformats.org/drawingml/2006/main" lang="en-US" altLang="en-US" sz="2000" b="0" dirty="0">
              <a:solidFill>
                <a:schemeClr val="tx2"/>
              </a:solidFill>
              <a:latin typeface="Times New Roman" panose="02020603050405020304" pitchFamily="18" charset="0"/>
              <a:cs typeface="Times New Roman" panose="02020603050405020304" pitchFamily="18" charset="0"/>
            </a:endParaRPr>
          </a:p>
        </p:txBody>
      </p:sp>
      <p:sp>
        <p:nvSpPr>
          <p:cNvPr id="3" name="Text Placeholder 2"/>
          <p:cNvSpPr>
            <a:spLocks noGrp="1"/>
          </p:cNvSpPr>
          <p:nvPr>
            <p:ph idx="1"/>
          </p:nvPr>
        </p:nvSpPr>
        <p:spPr>
          <a:xfrm>
            <a:off x="457200" y="1614716"/>
            <a:ext cx="4303486" cy="4669972"/>
          </a:xfrm>
        </p:spPr>
        <p:txBody>
          <a:bodyPr/>
          <a:lstStyle/>
          <a:p>
            <a:pPr xmlns:a="http://schemas.openxmlformats.org/drawingml/2006/main" marL="0" indent="0">
              <a:buFont typeface="Wingdings" panose="05000000000000000000" pitchFamily="2" charset="2"/>
              <a:buNone/>
            </a:pPr>
            <a:r xmlns:a="http://schemas.openxmlformats.org/drawingml/2006/main">
              <a:rPr lang="vi" altLang="en-US" sz="2200" b="1" dirty="0">
                <a:solidFill>
                  <a:schemeClr val="tx2"/>
                </a:solidFill>
                <a:latin typeface="+mn-lt"/>
                <a:ea typeface="ＭＳ Ｐゴシック" charset="-128"/>
                <a:cs typeface="ＭＳ Ｐゴシック" charset="-128"/>
              </a:rPr>
              <a:t>4.1</a:t>
            </a:r>
            <a:r xmlns:a="http://schemas.openxmlformats.org/drawingml/2006/main">
              <a:rPr lang="vi" altLang="en-US" sz="2200" b="1" dirty="0">
                <a:solidFill>
                  <a:srgbClr val="CC0000"/>
                </a:solidFill>
                <a:latin typeface="+mn-lt"/>
                <a:ea typeface="ＭＳ Ｐゴシック" charset="-128"/>
                <a:cs typeface="ＭＳ Ｐゴシック" charset="-128"/>
              </a:rPr>
              <a:t> </a:t>
            </a:r>
            <a:r xmlns:a="http://schemas.openxmlformats.org/drawingml/2006/main">
              <a:rPr lang="vi" altLang="en-US" sz="2200" dirty="0">
                <a:solidFill>
                  <a:schemeClr val="tx1"/>
                </a:solidFill>
                <a:latin typeface="+mn-lt"/>
                <a:ea typeface="ＭＳ Ｐゴシック" charset="-128"/>
                <a:cs typeface="ＭＳ Ｐゴシック" charset="-128"/>
              </a:rPr>
              <a:t>Tổng quan về lớp Mạng</a:t>
            </a:r>
          </a:p>
          <a:p>
            <a:pPr xmlns:a="http://schemas.openxmlformats.org/drawingml/2006/main" lvl="1" indent="-283464"/>
            <a:r xmlns:a="http://schemas.openxmlformats.org/drawingml/2006/main">
              <a:rPr lang="vi" altLang="en-US" sz="2200" dirty="0">
                <a:solidFill>
                  <a:schemeClr val="tx1"/>
                </a:solidFill>
                <a:latin typeface="+mn-lt"/>
                <a:ea typeface="ＭＳ Ｐゴシック" charset="-128"/>
              </a:rPr>
              <a:t>mặt phẳng dữ liệu</a:t>
            </a:r>
          </a:p>
          <a:p>
            <a:pPr xmlns:a="http://schemas.openxmlformats.org/drawingml/2006/main" lvl="1" indent="-283464"/>
            <a:r xmlns:a="http://schemas.openxmlformats.org/drawingml/2006/main">
              <a:rPr lang="vi" altLang="en-US" sz="2200" dirty="0">
                <a:solidFill>
                  <a:schemeClr val="tx1"/>
                </a:solidFill>
                <a:latin typeface="+mn-lt"/>
                <a:ea typeface="ＭＳ Ｐゴシック" charset="-128"/>
              </a:rPr>
              <a:t>máy bay điều khiển</a:t>
            </a:r>
          </a:p>
          <a:p>
            <a:pPr xmlns:a="http://schemas.openxmlformats.org/drawingml/2006/main" marL="0" indent="0">
              <a:buFont typeface="Wingdings" panose="05000000000000000000" pitchFamily="2" charset="2"/>
              <a:buNone/>
            </a:pPr>
            <a:r xmlns:a="http://schemas.openxmlformats.org/drawingml/2006/main">
              <a:rPr lang="vi" altLang="en-US" sz="2200" b="1" dirty="0">
                <a:solidFill>
                  <a:schemeClr val="tx2"/>
                </a:solidFill>
                <a:latin typeface="+mn-lt"/>
                <a:ea typeface="ＭＳ Ｐゴシック" charset="-128"/>
                <a:cs typeface="ＭＳ Ｐゴシック" charset="-128"/>
              </a:rPr>
              <a:t>4.2</a:t>
            </a:r>
            <a:r xmlns:a="http://schemas.openxmlformats.org/drawingml/2006/main">
              <a:rPr lang="vi" altLang="en-US" sz="2200" dirty="0">
                <a:latin typeface="+mn-lt"/>
                <a:ea typeface="ＭＳ Ｐゴシック" charset="-128"/>
                <a:cs typeface="ＭＳ Ｐゴシック" charset="-128"/>
              </a:rPr>
              <a:t> </a:t>
            </a:r>
            <a:r xmlns:a="http://schemas.openxmlformats.org/drawingml/2006/main">
              <a:rPr lang="vi" altLang="en-US" sz="2200" dirty="0" smtClean="0">
                <a:latin typeface="+mn-lt"/>
                <a:ea typeface="ＭＳ Ｐゴシック" charset="-128"/>
                <a:cs typeface="ＭＳ Ｐゴシック" charset="-128"/>
              </a:rPr>
              <a:t>Có gì bên </a:t>
            </a:r>
            <a:r xmlns:a="http://schemas.openxmlformats.org/drawingml/2006/main">
              <a:rPr lang="vi" altLang="ja-JP" sz="2200" dirty="0" smtClean="0">
                <a:latin typeface="+mn-lt"/>
                <a:ea typeface="ＭＳ Ｐゴシック" charset="-128"/>
                <a:cs typeface="ＭＳ Ｐゴシック" charset="-128"/>
              </a:rPr>
              <a:t>trong </a:t>
            </a:r>
            <a:r xmlns:a="http://schemas.openxmlformats.org/drawingml/2006/main">
              <a:rPr lang="vi" altLang="ja-JP" sz="2200" dirty="0">
                <a:latin typeface="+mn-lt"/>
                <a:ea typeface="ＭＳ Ｐゴシック" charset="-128"/>
                <a:cs typeface="ＭＳ Ｐゴシック" charset="-128"/>
              </a:rPr>
              <a:t>một bộ định tuyến</a:t>
            </a:r>
          </a:p>
          <a:p>
            <a:pPr xmlns:a="http://schemas.openxmlformats.org/drawingml/2006/main" marL="0" indent="0">
              <a:buFont typeface="Wingdings" panose="05000000000000000000" pitchFamily="2" charset="2"/>
              <a:buNone/>
            </a:pPr>
            <a:r xmlns:a="http://schemas.openxmlformats.org/drawingml/2006/main">
              <a:rPr lang="vi" altLang="en-US" sz="2200" b="1" dirty="0">
                <a:solidFill>
                  <a:schemeClr val="tx2"/>
                </a:solidFill>
                <a:latin typeface="+mn-lt"/>
                <a:ea typeface="ＭＳ Ｐゴシック" charset="-128"/>
                <a:cs typeface="ＭＳ Ｐゴシック" charset="-128"/>
              </a:rPr>
              <a:t>4.3</a:t>
            </a:r>
            <a:r xmlns:a="http://schemas.openxmlformats.org/drawingml/2006/main">
              <a:rPr lang="vi" altLang="en-US" sz="2200" dirty="0">
                <a:latin typeface="+mn-lt"/>
                <a:ea typeface="ＭＳ Ｐゴシック" charset="-128"/>
                <a:cs typeface="ＭＳ Ｐゴシック" charset="-128"/>
              </a:rPr>
              <a:t> </a:t>
            </a:r>
            <a:r xmlns:a="http://schemas.openxmlformats.org/drawingml/2006/main">
              <a:rPr lang="vi" altLang="en-US" sz="2200" b="1" dirty="0" smtClean="0">
                <a:latin typeface="+mn-lt"/>
                <a:ea typeface="ＭＳ Ｐゴシック" charset="-128"/>
                <a:cs typeface="ＭＳ Ｐゴシック" charset="-128"/>
              </a:rPr>
              <a:t>Tôi</a:t>
            </a:r>
            <a:r xmlns:a="http://schemas.openxmlformats.org/drawingml/2006/main">
              <a:rPr lang="vi" altLang="en-US" sz="100" b="1" dirty="0" smtClean="0">
                <a:latin typeface="+mn-lt"/>
                <a:ea typeface="ＭＳ Ｐゴシック" charset="-128"/>
                <a:cs typeface="ＭＳ Ｐゴシック" charset="-128"/>
              </a:rPr>
              <a:t> </a:t>
            </a:r>
            <a:r xmlns:a="http://schemas.openxmlformats.org/drawingml/2006/main">
              <a:rPr lang="vi" altLang="en-US" sz="2200" b="1" dirty="0" smtClean="0">
                <a:latin typeface="+mn-lt"/>
                <a:ea typeface="ＭＳ Ｐゴシック" charset="-128"/>
                <a:cs typeface="ＭＳ Ｐゴシック" charset="-128"/>
              </a:rPr>
              <a:t>P </a:t>
            </a:r>
            <a:r xmlns:a="http://schemas.openxmlformats.org/drawingml/2006/main">
              <a:rPr lang="vi" altLang="en-US" sz="2200" b="1" dirty="0">
                <a:latin typeface="+mn-lt"/>
                <a:ea typeface="ＭＳ Ｐゴシック" charset="-128"/>
                <a:cs typeface="ＭＳ Ｐゴシック" charset="-128"/>
              </a:rPr>
              <a:t>: Giao thức Internet</a:t>
            </a:r>
          </a:p>
          <a:p>
            <a:pPr xmlns:a="http://schemas.openxmlformats.org/drawingml/2006/main" lvl="1" indent="-283464"/>
            <a:r xmlns:a="http://schemas.openxmlformats.org/drawingml/2006/main">
              <a:rPr lang="vi" altLang="en-US" sz="2200" b="1" dirty="0">
                <a:latin typeface="+mn-lt"/>
                <a:ea typeface="ＭＳ Ｐゴシック" charset="-128"/>
              </a:rPr>
              <a:t>định dạng datagram</a:t>
            </a:r>
          </a:p>
          <a:p>
            <a:pPr xmlns:a="http://schemas.openxmlformats.org/drawingml/2006/main" lvl="1" indent="-283464"/>
            <a:r xmlns:a="http://schemas.openxmlformats.org/drawingml/2006/main">
              <a:rPr lang="vi" altLang="en-US" sz="2200" b="1" dirty="0">
                <a:latin typeface="+mn-lt"/>
                <a:ea typeface="ＭＳ Ｐゴシック" charset="-128"/>
              </a:rPr>
              <a:t>sự phân mảnh</a:t>
            </a:r>
          </a:p>
          <a:p>
            <a:pPr xmlns:a="http://schemas.openxmlformats.org/drawingml/2006/main" lvl="1" indent="-283464"/>
            <a:r xmlns:a="http://schemas.openxmlformats.org/drawingml/2006/main">
              <a:rPr lang="vi" altLang="en-US" sz="2200" b="1" dirty="0" smtClean="0">
                <a:latin typeface="+mn-lt"/>
                <a:ea typeface="ＭＳ Ｐゴシック" charset="-128"/>
              </a:rPr>
              <a:t>Tôi</a:t>
            </a:r>
            <a:r xmlns:a="http://schemas.openxmlformats.org/drawingml/2006/main">
              <a:rPr lang="vi" altLang="en-US" sz="100" b="1" dirty="0" smtClean="0">
                <a:latin typeface="+mn-lt"/>
                <a:ea typeface="ＭＳ Ｐゴシック" charset="-128"/>
              </a:rPr>
              <a:t> </a:t>
            </a:r>
            <a:r xmlns:a="http://schemas.openxmlformats.org/drawingml/2006/main">
              <a:rPr lang="vi" altLang="en-US" sz="2200" b="1" dirty="0">
                <a:latin typeface="+mn-lt"/>
                <a:ea typeface="ＭＳ Ｐゴシック" charset="-128"/>
              </a:rPr>
              <a:t>địa chỉ </a:t>
            </a:r>
            <a:r xmlns:a="http://schemas.openxmlformats.org/drawingml/2006/main">
              <a:rPr lang="vi" altLang="en-US" sz="2200" b="1" dirty="0" smtClean="0">
                <a:latin typeface="+mn-lt"/>
                <a:ea typeface="ＭＳ Ｐゴシック" charset="-128"/>
              </a:rPr>
              <a:t>pv4</a:t>
            </a:r>
          </a:p>
          <a:p>
            <a:pPr xmlns:a="http://schemas.openxmlformats.org/drawingml/2006/main" lvl="1" indent="-283464"/>
            <a:r xmlns:a="http://schemas.openxmlformats.org/drawingml/2006/main">
              <a:rPr lang="vi" altLang="en-US" sz="2200" b="1" dirty="0" smtClean="0">
                <a:latin typeface="+mn-lt"/>
                <a:ea typeface="ＭＳ Ｐゴシック" charset="-128"/>
              </a:rPr>
              <a:t>dịch </a:t>
            </a:r>
            <a:r xmlns:a="http://schemas.openxmlformats.org/drawingml/2006/main">
              <a:rPr lang="vi" altLang="en-US" sz="2200" b="1" dirty="0">
                <a:latin typeface="+mn-lt"/>
                <a:ea typeface="ＭＳ Ｐゴシック" charset="-128"/>
              </a:rPr>
              <a:t>địa chỉ mạng</a:t>
            </a:r>
          </a:p>
          <a:p>
            <a:pPr xmlns:a="http://schemas.openxmlformats.org/drawingml/2006/main" lvl="1" indent="-283464"/>
            <a:r xmlns:a="http://schemas.openxmlformats.org/drawingml/2006/main">
              <a:rPr lang="vi" altLang="en-US" sz="2200" b="1" dirty="0">
                <a:latin typeface="+mn-lt"/>
                <a:ea typeface="ＭＳ Ｐゴシック" charset="-128"/>
              </a:rPr>
              <a:t>Tôi</a:t>
            </a:r>
            <a:r xmlns:a="http://schemas.openxmlformats.org/drawingml/2006/main">
              <a:rPr lang="vi" altLang="en-US" sz="100" b="1" dirty="0">
                <a:latin typeface="+mn-lt"/>
                <a:ea typeface="ＭＳ Ｐゴシック" charset="-128"/>
              </a:rPr>
              <a:t> </a:t>
            </a:r>
            <a:r xmlns:a="http://schemas.openxmlformats.org/drawingml/2006/main">
              <a:rPr lang="vi" altLang="en-US" sz="2200" b="1" dirty="0" smtClean="0">
                <a:latin typeface="+mn-lt"/>
                <a:ea typeface="ＭＳ Ｐゴシック" charset="-128"/>
              </a:rPr>
              <a:t>Pv6</a:t>
            </a:r>
            <a:endParaRPr xmlns:a="http://schemas.openxmlformats.org/drawingml/2006/main" lang="en-US" altLang="en-US" sz="2200" b="1" dirty="0">
              <a:latin typeface="+mn-lt"/>
              <a:ea typeface="ＭＳ Ｐゴシック" charset="-128"/>
              <a:cs typeface="ＭＳ Ｐゴシック" charset="-128"/>
            </a:endParaRPr>
          </a:p>
        </p:txBody>
      </p:sp>
      <p:sp>
        <p:nvSpPr>
          <p:cNvPr id="4" name="Content Placeholder 3"/>
          <p:cNvSpPr>
            <a:spLocks noGrp="1"/>
          </p:cNvSpPr>
          <p:nvPr>
            <p:ph idx="13"/>
          </p:nvPr>
        </p:nvSpPr>
        <p:spPr>
          <a:xfrm>
            <a:off x="5080000" y="1614714"/>
            <a:ext cx="3454400" cy="4281715"/>
          </a:xfrm>
        </p:spPr>
        <p:txBody>
          <a:bodyPr/>
          <a:lstStyle/>
          <a:p>
            <a:pPr xmlns:a="http://schemas.openxmlformats.org/drawingml/2006/main" marL="0" indent="0">
              <a:buFont typeface="Wingdings" panose="05000000000000000000" pitchFamily="2" charset="2"/>
              <a:buNone/>
            </a:pPr>
            <a:r xmlns:a="http://schemas.openxmlformats.org/drawingml/2006/main">
              <a:rPr lang="vi" altLang="en-US" sz="2200" b="1" dirty="0">
                <a:solidFill>
                  <a:schemeClr val="tx2"/>
                </a:solidFill>
                <a:latin typeface="+mn-lt"/>
                <a:ea typeface="ＭＳ Ｐゴシック" charset="-128"/>
                <a:cs typeface="ＭＳ Ｐゴシック" charset="-128"/>
              </a:rPr>
              <a:t>4.4 </a:t>
            </a:r>
            <a:r xmlns:a="http://schemas.openxmlformats.org/drawingml/2006/main">
              <a:rPr lang="vi" altLang="en-US" sz="2200" dirty="0">
                <a:latin typeface="+mn-lt"/>
                <a:ea typeface="ＭＳ Ｐゴシック" charset="-128"/>
                <a:cs typeface="ＭＳ Ｐゴシック" charset="-128"/>
              </a:rPr>
              <a:t>Generalized Forward và S</a:t>
            </a:r>
            <a:r xmlns:a="http://schemas.openxmlformats.org/drawingml/2006/main">
              <a:rPr lang="vi" altLang="en-US" sz="100" dirty="0">
                <a:latin typeface="+mn-lt"/>
                <a:ea typeface="ＭＳ Ｐゴシック" charset="-128"/>
                <a:cs typeface="ＭＳ Ｐゴシック" charset="-128"/>
              </a:rPr>
              <a:t> </a:t>
            </a:r>
            <a:r xmlns:a="http://schemas.openxmlformats.org/drawingml/2006/main">
              <a:rPr lang="vi" altLang="en-US" sz="2200" dirty="0">
                <a:latin typeface="+mn-lt"/>
                <a:ea typeface="ＭＳ Ｐゴシック" charset="-128"/>
                <a:cs typeface="ＭＳ Ｐゴシック" charset="-128"/>
              </a:rPr>
              <a:t>Đ.</a:t>
            </a:r>
            <a:r xmlns:a="http://schemas.openxmlformats.org/drawingml/2006/main">
              <a:rPr lang="vi" altLang="en-US" sz="100" dirty="0">
                <a:latin typeface="+mn-lt"/>
                <a:ea typeface="ＭＳ Ｐゴシック" charset="-128"/>
                <a:cs typeface="ＭＳ Ｐゴシック" charset="-128"/>
              </a:rPr>
              <a:t> </a:t>
            </a:r>
            <a:r xmlns:a="http://schemas.openxmlformats.org/drawingml/2006/main">
              <a:rPr lang="vi" altLang="en-US" sz="2200" dirty="0">
                <a:latin typeface="+mn-lt"/>
                <a:ea typeface="ＭＳ Ｐゴシック" charset="-128"/>
                <a:cs typeface="ＭＳ Ｐゴシック" charset="-128"/>
              </a:rPr>
              <a:t>N</a:t>
            </a:r>
          </a:p>
          <a:p>
            <a:pPr xmlns:a="http://schemas.openxmlformats.org/drawingml/2006/main" lvl="1" indent="-283464"/>
            <a:r xmlns:a="http://schemas.openxmlformats.org/drawingml/2006/main">
              <a:rPr lang="vi" altLang="en-US" sz="2200" dirty="0">
                <a:latin typeface="+mn-lt"/>
                <a:ea typeface="ＭＳ Ｐゴシック" charset="-128"/>
              </a:rPr>
              <a:t>trận đấu</a:t>
            </a:r>
          </a:p>
          <a:p>
            <a:pPr xmlns:a="http://schemas.openxmlformats.org/drawingml/2006/main" lvl="1" indent="-283464"/>
            <a:r xmlns:a="http://schemas.openxmlformats.org/drawingml/2006/main">
              <a:rPr lang="vi" altLang="en-US" sz="2200" dirty="0">
                <a:latin typeface="+mn-lt"/>
                <a:ea typeface="ＭＳ Ｐゴシック" charset="-128"/>
              </a:rPr>
              <a:t>hoạt động</a:t>
            </a:r>
          </a:p>
          <a:p>
            <a:pPr xmlns:a="http://schemas.openxmlformats.org/drawingml/2006/main" lvl="1" indent="-283464"/>
            <a:r xmlns:a="http://schemas.openxmlformats.org/drawingml/2006/main">
              <a:rPr lang="vi" altLang="en-US" sz="2200" dirty="0" smtClean="0">
                <a:latin typeface="+mn-lt"/>
                <a:ea typeface="ＭＳ Ｐゴシック" charset="-128"/>
              </a:rPr>
              <a:t>Các ví dụ OpenFlow về </a:t>
            </a:r>
            <a:r xmlns:a="http://schemas.openxmlformats.org/drawingml/2006/main">
              <a:rPr lang="vi" altLang="en-US" sz="2200" dirty="0">
                <a:latin typeface="+mn-lt"/>
                <a:ea typeface="ＭＳ Ｐゴシック" charset="-128"/>
              </a:rPr>
              <a:t>hành động đối sánh cộng với hành </a:t>
            </a:r>
            <a:r xmlns:a="http://schemas.openxmlformats.org/drawingml/2006/main">
              <a:rPr lang="vi" altLang="en-US" sz="2200" dirty="0" smtClean="0">
                <a:latin typeface="+mn-lt"/>
                <a:ea typeface="ＭＳ Ｐゴシック" charset="-128"/>
              </a:rPr>
              <a:t>động</a:t>
            </a:r>
            <a:endParaRPr xmlns:a="http://schemas.openxmlformats.org/drawingml/2006/main" lang="en-US" altLang="en-US" sz="2200" dirty="0">
              <a:latin typeface="+mn-lt"/>
              <a:ea typeface="ＭＳ Ｐゴシック" charset="-128"/>
            </a:endParaRPr>
          </a:p>
        </p:txBody>
      </p:sp>
    </p:spTree>
    <p:extLst>
      <p:ext uri="{BB962C8B-B14F-4D97-AF65-F5344CB8AC3E}">
        <p14:creationId xmlns:p14="http://schemas.microsoft.com/office/powerpoint/2010/main" val="186608669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dirty="0"/>
              <a:t>Lớp mạng Internet</a:t>
            </a:r>
          </a:p>
        </p:txBody>
      </p:sp>
      <p:sp>
        <p:nvSpPr>
          <p:cNvPr id="3" name="Text Placeholder 2"/>
          <p:cNvSpPr>
            <a:spLocks noGrp="1"/>
          </p:cNvSpPr>
          <p:nvPr>
            <p:ph type="body" idx="1"/>
          </p:nvPr>
        </p:nvSpPr>
        <p:spPr>
          <a:xfrm>
            <a:off x="457200" y="1600201"/>
            <a:ext cx="8229600" cy="529046"/>
          </a:xfrm>
        </p:spPr>
        <p:txBody>
          <a:bodyPr/>
          <a:lstStyle/>
          <a:p>
            <a:pPr xmlns:a="http://schemas.openxmlformats.org/drawingml/2006/main" marL="0" indent="0">
              <a:buNone/>
            </a:pPr>
            <a:r xmlns:a="http://schemas.openxmlformats.org/drawingml/2006/main">
              <a:rPr lang="vi" sz="2400" dirty="0">
                <a:latin typeface="+mn-lt"/>
              </a:rPr>
              <a:t>chức năng lớp mạng máy chủ, bộ định tuyến </a:t>
            </a:r>
            <a:r xmlns:a="http://schemas.openxmlformats.org/drawingml/2006/main">
              <a:rPr lang="vi" sz="2400" dirty="0" smtClean="0">
                <a:latin typeface="+mn-lt"/>
              </a:rPr>
              <a:t>:</a:t>
            </a:r>
            <a:endParaRPr xmlns:a="http://schemas.openxmlformats.org/drawingml/2006/main" lang="en-US" sz="2400" dirty="0">
              <a:latin typeface="+mn-lt"/>
            </a:endParaRPr>
          </a:p>
        </p:txBody>
      </p:sp>
      <p:pic>
        <p:nvPicPr>
          <p:cNvPr id="7" name="Picture 6" descr="A table of 4 layers. The second layer is more in depth and has 4 parts. Layer 1, transport layer, T C P, U D P. Layer 2, network layer. Part 1, routing protocols. Path selection. R I P, O S P F, B G P. Part 2, forwarding table. A double ended arrow links parts 1 and 2. Part 3, I P protocol. Addressing conventions. Datagram format. Packet handling conventions. Part 4, I C M P protocol. Error reporting. Router signaling. Layer 3, link layer. Layer 4, physical laye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5193" y="2456575"/>
            <a:ext cx="6293614" cy="3303389"/>
          </a:xfrm>
          <a:prstGeom prst="rect">
            <a:avLst/>
          </a:prstGeom>
        </p:spPr>
      </p:pic>
    </p:spTree>
    <p:extLst>
      <p:ext uri="{BB962C8B-B14F-4D97-AF65-F5344CB8AC3E}">
        <p14:creationId xmlns:p14="http://schemas.microsoft.com/office/powerpoint/2010/main" val="417699148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dirty="0" smtClean="0"/>
              <a:t>Tôi</a:t>
            </a:r>
            <a:r xmlns:a="http://schemas.openxmlformats.org/drawingml/2006/main">
              <a:rPr lang="vi" sz="100" dirty="0" smtClean="0"/>
              <a:t> </a:t>
            </a:r>
            <a:r xmlns:a="http://schemas.openxmlformats.org/drawingml/2006/main">
              <a:rPr lang="vi" dirty="0"/>
              <a:t>Định dạng gói dữ liệu </a:t>
            </a:r>
            <a:r xmlns:a="http://schemas.openxmlformats.org/drawingml/2006/main">
              <a:rPr lang="vi" dirty="0" smtClean="0"/>
              <a:t>P</a:t>
            </a:r>
          </a:p>
        </p:txBody>
      </p:sp>
      <p:pic>
        <p:nvPicPr>
          <p:cNvPr id="4" name="Picture 3" descr="A table has 7 rows. The last row has the tallest height. The width of the table is 32 bits. Many parts of the table have notes. Row 1, is divided in half. First half. There are 3 parts. 1, v e r. Notes, I P protocol version number. 2, Head l e n. Notes, header length, bytes. 3, type of service. Notes, type of data. Second half. 1 part, length. Notes, total datagram length, bytes. Row 2, is divided in half. First half, 16 bit identifier. Second half. There are 2 parts. The first part is smaller than the second. 1, f l g s. 2, fragment offset. Notes for all 3 parts in this row, for fragmentation and reassembly. Row 4, divided in half. First half, divided in half. 1, time to live. Notes, max number remaining hops, decremented at each router. 2, upper layer. Notes, upper layer protocol to deliver payload to. Second half, 1 part. Header checksum. Row 4. 32 bit source I P address. Row 5. 32 bit destination I P address. Row 6. options, if any. For example, timestamp, record route taken, specify list of routers to visit. Row 7. Data, variable length, typically a T C P or U D P segment."/>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2678" y="1531290"/>
            <a:ext cx="4561186" cy="2994804"/>
          </a:xfrm>
          <a:prstGeom prst="rect">
            <a:avLst/>
          </a:prstGeom>
        </p:spPr>
      </p:pic>
      <p:sp>
        <p:nvSpPr>
          <p:cNvPr id="5" name="Text Placeholder 4"/>
          <p:cNvSpPr>
            <a:spLocks noGrp="1"/>
          </p:cNvSpPr>
          <p:nvPr>
            <p:ph type="body" idx="1"/>
          </p:nvPr>
        </p:nvSpPr>
        <p:spPr>
          <a:xfrm>
            <a:off x="457200" y="4585086"/>
            <a:ext cx="8229600" cy="1800966"/>
          </a:xfrm>
        </p:spPr>
        <p:txBody>
          <a:bodyPr/>
          <a:lstStyle/>
          <a:p>
            <a:pPr xmlns:a="http://schemas.openxmlformats.org/drawingml/2006/main" marL="0" indent="0">
              <a:spcBef>
                <a:spcPct val="20000"/>
              </a:spcBef>
              <a:buClr>
                <a:srgbClr val="000099"/>
              </a:buClr>
              <a:buNone/>
            </a:pPr>
            <a:r xmlns:a="http://schemas.openxmlformats.org/drawingml/2006/main">
              <a:rPr lang="vi" altLang="en-US" sz="1800" b="1" dirty="0">
                <a:solidFill>
                  <a:schemeClr val="tx1"/>
                </a:solidFill>
                <a:latin typeface="+mn-lt"/>
              </a:rPr>
              <a:t>bao nhiêu chi phí?</a:t>
            </a:r>
          </a:p>
          <a:p>
            <a:pPr xmlns:a="http://schemas.openxmlformats.org/drawingml/2006/main">
              <a:buClr>
                <a:schemeClr val="tx2"/>
              </a:buClr>
            </a:pPr>
            <a:r xmlns:a="http://schemas.openxmlformats.org/drawingml/2006/main">
              <a:rPr lang="vi" altLang="en-US" sz="1800" dirty="0">
                <a:latin typeface="+mn-lt"/>
              </a:rPr>
              <a:t>20 byte của </a:t>
            </a:r>
            <a:r xmlns:a="http://schemas.openxmlformats.org/drawingml/2006/main">
              <a:rPr lang="vi" altLang="en-US" sz="1800" dirty="0" smtClean="0">
                <a:latin typeface="+mn-lt"/>
              </a:rPr>
              <a:t>T</a:t>
            </a:r>
            <a:r xmlns:a="http://schemas.openxmlformats.org/drawingml/2006/main">
              <a:rPr lang="vi" altLang="en-US" sz="100" dirty="0" smtClean="0">
                <a:latin typeface="+mn-lt"/>
              </a:rPr>
              <a:t> </a:t>
            </a:r>
            <a:r xmlns:a="http://schemas.openxmlformats.org/drawingml/2006/main">
              <a:rPr lang="vi" altLang="en-US" sz="1800" dirty="0" smtClean="0">
                <a:latin typeface="+mn-lt"/>
              </a:rPr>
              <a:t>C</a:t>
            </a:r>
            <a:r xmlns:a="http://schemas.openxmlformats.org/drawingml/2006/main">
              <a:rPr lang="vi" altLang="en-US" sz="100" dirty="0" smtClean="0">
                <a:latin typeface="+mn-lt"/>
              </a:rPr>
              <a:t> </a:t>
            </a:r>
            <a:r xmlns:a="http://schemas.openxmlformats.org/drawingml/2006/main">
              <a:rPr lang="vi" altLang="en-US" sz="1800" dirty="0" smtClean="0">
                <a:latin typeface="+mn-lt"/>
              </a:rPr>
              <a:t>P</a:t>
            </a:r>
            <a:endParaRPr xmlns:a="http://schemas.openxmlformats.org/drawingml/2006/main" lang="en-US" altLang="en-US" sz="1800" dirty="0">
              <a:latin typeface="+mn-lt"/>
            </a:endParaRPr>
          </a:p>
          <a:p>
            <a:pPr xmlns:a="http://schemas.openxmlformats.org/drawingml/2006/main">
              <a:buClr>
                <a:schemeClr val="tx2"/>
              </a:buClr>
            </a:pPr>
            <a:r xmlns:a="http://schemas.openxmlformats.org/drawingml/2006/main">
              <a:rPr lang="vi" altLang="en-US" sz="1800" dirty="0">
                <a:latin typeface="+mn-lt"/>
              </a:rPr>
              <a:t>20 byte của </a:t>
            </a:r>
            <a:r xmlns:a="http://schemas.openxmlformats.org/drawingml/2006/main">
              <a:rPr lang="vi" altLang="en-US" sz="1800" dirty="0" smtClean="0">
                <a:latin typeface="+mn-lt"/>
              </a:rPr>
              <a:t>tôi</a:t>
            </a:r>
            <a:r xmlns:a="http://schemas.openxmlformats.org/drawingml/2006/main">
              <a:rPr lang="vi" altLang="en-US" sz="100" dirty="0" smtClean="0">
                <a:latin typeface="+mn-lt"/>
              </a:rPr>
              <a:t> </a:t>
            </a:r>
            <a:r xmlns:a="http://schemas.openxmlformats.org/drawingml/2006/main">
              <a:rPr lang="vi" altLang="en-US" sz="1800" dirty="0" smtClean="0">
                <a:latin typeface="+mn-lt"/>
              </a:rPr>
              <a:t>P</a:t>
            </a:r>
            <a:endParaRPr xmlns:a="http://schemas.openxmlformats.org/drawingml/2006/main" lang="en-US" altLang="en-US" sz="1800" dirty="0">
              <a:latin typeface="+mn-lt"/>
            </a:endParaRPr>
          </a:p>
          <a:p>
            <a:pPr xmlns:a="http://schemas.openxmlformats.org/drawingml/2006/main">
              <a:buClr>
                <a:schemeClr val="tx2"/>
              </a:buClr>
            </a:pPr>
            <a:r xmlns:a="http://schemas.openxmlformats.org/drawingml/2006/main">
              <a:rPr lang="vi" altLang="en-US" sz="1800" dirty="0">
                <a:latin typeface="+mn-lt"/>
              </a:rPr>
              <a:t>= 40 byte + </a:t>
            </a:r>
            <a:r xmlns:a="http://schemas.openxmlformats.org/drawingml/2006/main">
              <a:rPr lang="vi" altLang="en-US" sz="1800" dirty="0" smtClean="0">
                <a:latin typeface="+mn-lt"/>
              </a:rPr>
              <a:t>chi phí lớp ứng dụng</a:t>
            </a:r>
            <a:endParaRPr xmlns:a="http://schemas.openxmlformats.org/drawingml/2006/main" lang="en-US" altLang="en-US" sz="1800" dirty="0">
              <a:latin typeface="+mn-lt"/>
            </a:endParaRPr>
          </a:p>
        </p:txBody>
      </p:sp>
    </p:spTree>
    <p:extLst>
      <p:ext uri="{BB962C8B-B14F-4D97-AF65-F5344CB8AC3E}">
        <p14:creationId xmlns:p14="http://schemas.microsoft.com/office/powerpoint/2010/main" val="237374209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altLang="en-US" dirty="0" smtClean="0">
                <a:ea typeface="ＭＳ Ｐゴシック" charset="-128"/>
              </a:rPr>
              <a:t>Tôi</a:t>
            </a:r>
            <a:r xmlns:a="http://schemas.openxmlformats.org/drawingml/2006/main">
              <a:rPr lang="vi" altLang="en-US" sz="100" dirty="0" smtClean="0">
                <a:ea typeface="ＭＳ Ｐゴシック" charset="-128"/>
              </a:rPr>
              <a:t> </a:t>
            </a:r>
            <a:r xmlns:a="http://schemas.openxmlformats.org/drawingml/2006/main">
              <a:rPr lang="vi" altLang="en-US" dirty="0">
                <a:ea typeface="ＭＳ Ｐゴシック" charset="-128"/>
              </a:rPr>
              <a:t>Phân mảnh </a:t>
            </a:r>
            <a:r xmlns:a="http://schemas.openxmlformats.org/drawingml/2006/main">
              <a:rPr lang="vi" altLang="en-US" dirty="0" smtClean="0">
                <a:ea typeface="ＭＳ Ｐゴシック" charset="-128"/>
              </a:rPr>
              <a:t>P , </a:t>
            </a:r>
            <a:r xmlns:a="http://schemas.openxmlformats.org/drawingml/2006/main">
              <a:rPr lang="vi" altLang="en-US" dirty="0" smtClean="0">
                <a:ea typeface="ＭＳ Ｐゴシック" charset="-128"/>
              </a:rPr>
              <a:t>Tập hợp lại </a:t>
            </a:r>
            <a:r xmlns:a="http://schemas.openxmlformats.org/drawingml/2006/main">
              <a:rPr lang="vi" altLang="en-US" sz="2000" b="0" dirty="0" smtClean="0">
                <a:ea typeface="ＭＳ Ｐゴシック" charset="-128"/>
              </a:rPr>
              <a:t>(1 trên 2)</a:t>
            </a:r>
            <a:endParaRPr xmlns:a="http://schemas.openxmlformats.org/drawingml/2006/main" lang="en-US" sz="2000" b="0" dirty="0"/>
          </a:p>
        </p:txBody>
      </p:sp>
      <p:sp>
        <p:nvSpPr>
          <p:cNvPr id="3" name="Text Placeholder 2"/>
          <p:cNvSpPr>
            <a:spLocks noGrp="1"/>
          </p:cNvSpPr>
          <p:nvPr>
            <p:ph type="body" idx="1"/>
          </p:nvPr>
        </p:nvSpPr>
        <p:spPr>
          <a:xfrm>
            <a:off x="457200" y="1600200"/>
            <a:ext cx="3879669" cy="4525963"/>
          </a:xfrm>
        </p:spPr>
        <p:txBody>
          <a:bodyPr/>
          <a:lstStyle/>
          <a:p>
            <a:r xmlns:a="http://schemas.openxmlformats.org/drawingml/2006/main">
              <a:rPr lang="vi" altLang="en-US" sz="1800" dirty="0">
                <a:latin typeface="+mn-lt"/>
                <a:ea typeface="ＭＳ Ｐゴシック" charset="-128"/>
                <a:cs typeface="ＭＳ Ｐゴシック" charset="-128"/>
              </a:rPr>
              <a:t>liên kết mạng có </a:t>
            </a:r>
            <a:r xmlns:a="http://schemas.openxmlformats.org/drawingml/2006/main">
              <a:rPr lang="vi" altLang="en-US" sz="1800" dirty="0" smtClean="0">
                <a:latin typeface="+mn-lt"/>
                <a:ea typeface="ＭＳ Ｐゴシック" charset="-128"/>
                <a:cs typeface="ＭＳ Ｐゴシック" charset="-128"/>
              </a:rPr>
              <a:t>M</a:t>
            </a:r>
            <a:r xmlns:a="http://schemas.openxmlformats.org/drawingml/2006/main">
              <a:rPr lang="vi" altLang="en-US" sz="100" dirty="0" smtClean="0">
                <a:latin typeface="+mn-lt"/>
                <a:ea typeface="ＭＳ Ｐゴシック" charset="-128"/>
                <a:cs typeface="ＭＳ Ｐゴシック" charset="-128"/>
              </a:rPr>
              <a:t> </a:t>
            </a:r>
            <a:r xmlns:a="http://schemas.openxmlformats.org/drawingml/2006/main">
              <a:rPr lang="vi" altLang="en-US" sz="1800" dirty="0" smtClean="0">
                <a:latin typeface="+mn-lt"/>
                <a:ea typeface="ＭＳ Ｐゴシック" charset="-128"/>
                <a:cs typeface="ＭＳ Ｐゴシック" charset="-128"/>
              </a:rPr>
              <a:t>t</a:t>
            </a:r>
            <a:r xmlns:a="http://schemas.openxmlformats.org/drawingml/2006/main">
              <a:rPr lang="vi" altLang="en-US" sz="100" dirty="0" smtClean="0">
                <a:latin typeface="+mn-lt"/>
                <a:ea typeface="ＭＳ Ｐゴシック" charset="-128"/>
                <a:cs typeface="ＭＳ Ｐゴシック" charset="-128"/>
              </a:rPr>
              <a:t> </a:t>
            </a:r>
            <a:r xmlns:a="http://schemas.openxmlformats.org/drawingml/2006/main">
              <a:rPr lang="vi" altLang="en-US" sz="1800" dirty="0" smtClean="0">
                <a:latin typeface="+mn-lt"/>
                <a:ea typeface="ＭＳ Ｐゴシック" charset="-128"/>
                <a:cs typeface="ＭＳ Ｐゴシック" charset="-128"/>
              </a:rPr>
              <a:t>U </a:t>
            </a:r>
            <a:r xmlns:a="http://schemas.openxmlformats.org/drawingml/2006/main">
              <a:rPr lang="vi" altLang="en-US" sz="1800" dirty="0">
                <a:latin typeface="+mn-lt"/>
                <a:ea typeface="ＭＳ Ｐゴシック" charset="-128"/>
                <a:cs typeface="ＭＳ Ｐゴシック" charset="-128"/>
              </a:rPr>
              <a:t>(kích thước truyền tối đa) - khung mức liên kết lớn nhất có thể</a:t>
            </a:r>
          </a:p>
          <a:p>
            <a:pPr xmlns:a="http://schemas.openxmlformats.org/drawingml/2006/main" lvl="1"/>
            <a:r xmlns:a="http://schemas.openxmlformats.org/drawingml/2006/main">
              <a:rPr lang="vi" altLang="en-US" sz="1800" dirty="0">
                <a:latin typeface="+mn-lt"/>
                <a:ea typeface="ＭＳ Ｐゴシック" charset="-128"/>
              </a:rPr>
              <a:t>loại liên kết khác nhau, </a:t>
            </a:r>
            <a:r xmlns:a="http://schemas.openxmlformats.org/drawingml/2006/main">
              <a:rPr lang="vi" altLang="en-US" sz="1800" dirty="0" smtClean="0">
                <a:latin typeface="+mn-lt"/>
                <a:ea typeface="ＭＳ Ｐゴシック" charset="-128"/>
              </a:rPr>
              <a:t>M khác nhau</a:t>
            </a:r>
            <a:r xmlns:a="http://schemas.openxmlformats.org/drawingml/2006/main">
              <a:rPr lang="vi" altLang="en-US" sz="100" dirty="0" smtClean="0">
                <a:latin typeface="+mn-lt"/>
                <a:ea typeface="ＭＳ Ｐゴシック" charset="-128"/>
              </a:rPr>
              <a:t> </a:t>
            </a:r>
            <a:r xmlns:a="http://schemas.openxmlformats.org/drawingml/2006/main">
              <a:rPr lang="vi" altLang="en-US" sz="1800" dirty="0" smtClean="0">
                <a:latin typeface="+mn-lt"/>
                <a:ea typeface="ＭＳ Ｐゴシック" charset="-128"/>
              </a:rPr>
              <a:t>t</a:t>
            </a:r>
            <a:r xmlns:a="http://schemas.openxmlformats.org/drawingml/2006/main">
              <a:rPr lang="vi" altLang="en-US" sz="100" dirty="0" smtClean="0">
                <a:latin typeface="+mn-lt"/>
                <a:ea typeface="ＭＳ Ｐゴシック" charset="-128"/>
              </a:rPr>
              <a:t> </a:t>
            </a:r>
            <a:r xmlns:a="http://schemas.openxmlformats.org/drawingml/2006/main">
              <a:rPr lang="vi" altLang="en-US" sz="1800" dirty="0" smtClean="0">
                <a:latin typeface="+mn-lt"/>
                <a:ea typeface="ＭＳ Ｐゴシック" charset="-128"/>
              </a:rPr>
              <a:t>bạn</a:t>
            </a:r>
            <a:r xmlns:a="http://schemas.openxmlformats.org/drawingml/2006/main">
              <a:rPr lang="vi" altLang="en-US" sz="100" dirty="0" smtClean="0">
                <a:latin typeface="+mn-lt"/>
                <a:ea typeface="ＭＳ Ｐゴシック" charset="-128"/>
              </a:rPr>
              <a:t> </a:t>
            </a:r>
            <a:r xmlns:a="http://schemas.openxmlformats.org/drawingml/2006/main">
              <a:rPr lang="vi" altLang="en-US" sz="1800" dirty="0" smtClean="0">
                <a:latin typeface="+mn-lt"/>
                <a:ea typeface="ＭＳ Ｐゴシック" charset="-128"/>
              </a:rPr>
              <a:t>S</a:t>
            </a:r>
            <a:endParaRPr xmlns:a="http://schemas.openxmlformats.org/drawingml/2006/main" lang="en-US" altLang="en-US" sz="1800" dirty="0">
              <a:latin typeface="+mn-lt"/>
              <a:ea typeface="ＭＳ Ｐゴシック" charset="-128"/>
            </a:endParaRPr>
          </a:p>
          <a:p>
            <a:r xmlns:a="http://schemas.openxmlformats.org/drawingml/2006/main">
              <a:rPr lang="vi" altLang="en-US" sz="1800" dirty="0" smtClean="0">
                <a:latin typeface="+mn-lt"/>
                <a:ea typeface="ＭＳ Ｐゴシック" charset="-128"/>
                <a:cs typeface="ＭＳ Ｐゴシック" charset="-128"/>
              </a:rPr>
              <a:t>tôi </a:t>
            </a:r>
            <a:r xmlns:a="http://schemas.openxmlformats.org/drawingml/2006/main">
              <a:rPr lang="vi" altLang="en-US" sz="1800" dirty="0">
                <a:latin typeface="+mn-lt"/>
                <a:ea typeface="ＭＳ Ｐゴシック" charset="-128"/>
                <a:cs typeface="ＭＳ Ｐゴシック" charset="-128"/>
              </a:rPr>
              <a:t>lớn</a:t>
            </a:r>
            <a:r xmlns:a="http://schemas.openxmlformats.org/drawingml/2006/main">
              <a:rPr lang="vi" altLang="en-US" sz="100" dirty="0" smtClean="0">
                <a:latin typeface="+mn-lt"/>
                <a:ea typeface="ＭＳ Ｐゴシック" charset="-128"/>
                <a:cs typeface="ＭＳ Ｐゴシック" charset="-128"/>
              </a:rPr>
              <a:t> </a:t>
            </a:r>
            <a:r xmlns:a="http://schemas.openxmlformats.org/drawingml/2006/main">
              <a:rPr lang="vi" altLang="en-US" sz="1800" dirty="0" smtClean="0">
                <a:latin typeface="+mn-lt"/>
                <a:ea typeface="ＭＳ Ｐゴシック" charset="-128"/>
                <a:cs typeface="ＭＳ Ｐゴシック" charset="-128"/>
              </a:rPr>
              <a:t>P </a:t>
            </a:r>
            <a:r xmlns:a="http://schemas.openxmlformats.org/drawingml/2006/main">
              <a:rPr lang="vi" altLang="en-US" sz="1800" dirty="0">
                <a:latin typeface="+mn-lt"/>
                <a:ea typeface="ＭＳ Ｐゴシック" charset="-128"/>
                <a:cs typeface="ＭＳ Ｐゴシック" charset="-128"/>
              </a:rPr>
              <a:t>datagram được chia </a:t>
            </a:r>
            <a:r xmlns:a="http://schemas.openxmlformats.org/drawingml/2006/main">
              <a:rPr lang="vi" altLang="en-US" sz="1800" dirty="0" smtClean="0">
                <a:latin typeface="+mn-lt"/>
                <a:ea typeface="ＭＳ Ｐゴシック" charset="-128"/>
                <a:cs typeface="ＭＳ Ｐゴシック" charset="-128"/>
              </a:rPr>
              <a:t>(“ </a:t>
            </a:r>
            <a:r xmlns:a="http://schemas.openxmlformats.org/drawingml/2006/main">
              <a:rPr lang="vi" altLang="ja-JP" sz="1800" dirty="0" smtClean="0">
                <a:latin typeface="+mn-lt"/>
                <a:ea typeface="ＭＳ Ｐゴシック" charset="-128"/>
                <a:cs typeface="ＭＳ Ｐゴシック" charset="-128"/>
              </a:rPr>
              <a:t>phân mảnh”) </a:t>
            </a:r>
            <a:r xmlns:a="http://schemas.openxmlformats.org/drawingml/2006/main">
              <a:rPr lang="vi" altLang="ja-JP" sz="1800" dirty="0">
                <a:latin typeface="+mn-lt"/>
                <a:ea typeface="ＭＳ Ｐゴシック" charset="-128"/>
                <a:cs typeface="ＭＳ Ｐゴシック" charset="-128"/>
              </a:rPr>
              <a:t>trong mạng</a:t>
            </a:r>
          </a:p>
          <a:p>
            <a:pPr xmlns:a="http://schemas.openxmlformats.org/drawingml/2006/main" lvl="1"/>
            <a:r xmlns:a="http://schemas.openxmlformats.org/drawingml/2006/main">
              <a:rPr lang="vi" altLang="en-US" sz="1800" dirty="0">
                <a:latin typeface="+mn-lt"/>
                <a:ea typeface="ＭＳ Ｐゴシック" charset="-128"/>
              </a:rPr>
              <a:t>một datagram trở thành một số datagram</a:t>
            </a:r>
          </a:p>
          <a:p>
            <a:pPr xmlns:a="http://schemas.openxmlformats.org/drawingml/2006/main" lvl="1"/>
            <a:r xmlns:a="http://schemas.openxmlformats.org/drawingml/2006/main">
              <a:rPr lang="vi" altLang="ja-JP" sz="1800" dirty="0" smtClean="0">
                <a:latin typeface="+mn-lt"/>
                <a:ea typeface="ＭＳ Ｐゴシック" charset="-128"/>
              </a:rPr>
              <a:t>“lắp ráp lại” </a:t>
            </a:r>
            <a:r xmlns:a="http://schemas.openxmlformats.org/drawingml/2006/main">
              <a:rPr lang="vi" altLang="ja-JP" sz="1800" dirty="0">
                <a:latin typeface="+mn-lt"/>
                <a:ea typeface="ＭＳ Ｐゴシック" charset="-128"/>
              </a:rPr>
              <a:t>ở điểm đến cuối cùng</a:t>
            </a:r>
          </a:p>
          <a:p>
            <a:pPr xmlns:a="http://schemas.openxmlformats.org/drawingml/2006/main" lvl="1"/>
            <a:r xmlns:a="http://schemas.openxmlformats.org/drawingml/2006/main">
              <a:rPr lang="vi" altLang="en-US" sz="1800" dirty="0" smtClean="0">
                <a:latin typeface="+mn-lt"/>
                <a:ea typeface="ＭＳ Ｐゴシック" charset="-128"/>
              </a:rPr>
              <a:t>Tôi</a:t>
            </a:r>
            <a:r xmlns:a="http://schemas.openxmlformats.org/drawingml/2006/main">
              <a:rPr lang="vi" altLang="en-US" sz="100" dirty="0" smtClean="0">
                <a:latin typeface="+mn-lt"/>
                <a:ea typeface="ＭＳ Ｐゴシック" charset="-128"/>
              </a:rPr>
              <a:t> </a:t>
            </a:r>
            <a:r xmlns:a="http://schemas.openxmlformats.org/drawingml/2006/main">
              <a:rPr lang="vi" altLang="en-US" sz="1800" dirty="0">
                <a:latin typeface="+mn-lt"/>
                <a:ea typeface="ＭＳ Ｐゴシック" charset="-128"/>
              </a:rPr>
              <a:t>Các bit tiêu đề </a:t>
            </a:r>
            <a:r xmlns:a="http://schemas.openxmlformats.org/drawingml/2006/main">
              <a:rPr lang="vi" altLang="en-US" sz="1800" dirty="0" smtClean="0">
                <a:latin typeface="+mn-lt"/>
                <a:ea typeface="ＭＳ Ｐゴシック" charset="-128"/>
              </a:rPr>
              <a:t>P được sử dụng để xác định, sắp xếp thứ tự các </a:t>
            </a:r>
            <a:r xmlns:a="http://schemas.openxmlformats.org/drawingml/2006/main">
              <a:rPr lang="vi" altLang="en-US" sz="1800" dirty="0" smtClean="0">
                <a:latin typeface="+mn-lt"/>
                <a:ea typeface="ＭＳ Ｐゴシック" charset="-128"/>
              </a:rPr>
              <a:t>đoạn liên quan</a:t>
            </a:r>
          </a:p>
        </p:txBody>
      </p:sp>
      <p:pic>
        <p:nvPicPr>
          <p:cNvPr id="7" name="Picture 6" descr="A diagram has 5 connected routers and 2 P Cs. A P C is at either end of the diagram. Blocks move along the connections. The first and leftmost P C links to a router above. This router links to 2 other routers, one above and 1 to the right. The top router has a wire going up. The router linked to the P C carries a long block, right, to the third router. This router carries 3 small blocks, right, to another router. Link M T U, 1,500 bytes. Fragmentation. In, one large datagram, 4,000 bytes. Out, 3 smaller datagrams. This router links to a router below it. This router has 3 small blocks moving left, toward the other P Cs. This router links to the P C. The P C has 1 large block above it. Reassembly. In, 3 smaller datagrams. Out, 1 large datagram, 4,000 byte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41698" y="1835171"/>
            <a:ext cx="4257340" cy="3187658"/>
          </a:xfrm>
          <a:prstGeom prst="rect">
            <a:avLst/>
          </a:prstGeom>
        </p:spPr>
      </p:pic>
    </p:spTree>
    <p:extLst>
      <p:ext uri="{BB962C8B-B14F-4D97-AF65-F5344CB8AC3E}">
        <p14:creationId xmlns:p14="http://schemas.microsoft.com/office/powerpoint/2010/main" val="224016821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xmlns:a="http://schemas.openxmlformats.org/drawingml/2006/main">
              <a:rPr lang="vi" altLang="en-US" dirty="0" smtClean="0">
                <a:ea typeface="ＭＳ Ｐゴシック" charset="-128"/>
              </a:rPr>
              <a:t>Tôi</a:t>
            </a:r>
            <a:r xmlns:a="http://schemas.openxmlformats.org/drawingml/2006/main">
              <a:rPr lang="vi" altLang="en-US" sz="100" dirty="0" smtClean="0">
                <a:ea typeface="ＭＳ Ｐゴシック" charset="-128"/>
              </a:rPr>
              <a:t> </a:t>
            </a:r>
            <a:r xmlns:a="http://schemas.openxmlformats.org/drawingml/2006/main">
              <a:rPr lang="vi" altLang="en-US" dirty="0">
                <a:ea typeface="ＭＳ Ｐゴシック" charset="-128"/>
              </a:rPr>
              <a:t>Phân mảnh </a:t>
            </a:r>
            <a:r xmlns:a="http://schemas.openxmlformats.org/drawingml/2006/main">
              <a:rPr lang="vi" altLang="en-US" dirty="0" smtClean="0">
                <a:ea typeface="ＭＳ Ｐゴシック" charset="-128"/>
              </a:rPr>
              <a:t>P , Tập hợp lại </a:t>
            </a:r>
            <a:r xmlns:a="http://schemas.openxmlformats.org/drawingml/2006/main">
              <a:rPr lang="vi" altLang="en-US" sz="2000" b="0" dirty="0" smtClean="0">
                <a:ea typeface="ＭＳ Ｐゴシック" charset="-128"/>
              </a:rPr>
              <a:t>(2 </a:t>
            </a:r>
            <a:r xmlns:a="http://schemas.openxmlformats.org/drawingml/2006/main">
              <a:rPr lang="vi" altLang="en-US" sz="2000" b="0" dirty="0">
                <a:ea typeface="ＭＳ Ｐゴシック" charset="-128"/>
              </a:rPr>
              <a:t>trên 2)</a:t>
            </a:r>
            <a:endParaRPr xmlns:a="http://schemas.openxmlformats.org/drawingml/2006/main" lang="en-US" dirty="0"/>
          </a:p>
        </p:txBody>
      </p:sp>
      <p:sp>
        <p:nvSpPr>
          <p:cNvPr id="6" name="Text Placeholder 5"/>
          <p:cNvSpPr>
            <a:spLocks noGrp="1"/>
          </p:cNvSpPr>
          <p:nvPr>
            <p:ph type="body" idx="1"/>
          </p:nvPr>
        </p:nvSpPr>
        <p:spPr>
          <a:xfrm>
            <a:off x="457200" y="1604818"/>
            <a:ext cx="2272937" cy="2495237"/>
          </a:xfrm>
        </p:spPr>
        <p:txBody>
          <a:bodyPr/>
          <a:lstStyle/>
          <a:p>
            <a:pPr xmlns:a="http://schemas.openxmlformats.org/drawingml/2006/main">
              <a:spcBef>
                <a:spcPct val="20000"/>
              </a:spcBef>
              <a:buClr>
                <a:srgbClr val="000099"/>
              </a:buClr>
              <a:buSzPct val="65000"/>
              <a:buFont typeface="Wingdings" panose="05000000000000000000" pitchFamily="2" charset="2"/>
              <a:buNone/>
            </a:pPr>
            <a:r xmlns:a="http://schemas.openxmlformats.org/drawingml/2006/main">
              <a:rPr lang="vi" altLang="en-US" sz="2400" b="1" dirty="0">
                <a:solidFill>
                  <a:schemeClr val="tx1"/>
                </a:solidFill>
                <a:latin typeface="+mn-lt"/>
              </a:rPr>
              <a:t>ví dụ:</a:t>
            </a:r>
          </a:p>
          <a:p>
            <a:pPr xmlns:a="http://schemas.openxmlformats.org/drawingml/2006/main">
              <a:buClr>
                <a:schemeClr val="tx2"/>
              </a:buClr>
            </a:pPr>
            <a:r xmlns:a="http://schemas.openxmlformats.org/drawingml/2006/main">
              <a:rPr lang="vi" altLang="en-US" sz="2400" dirty="0">
                <a:latin typeface="+mn-lt"/>
              </a:rPr>
              <a:t>Gói dữ liệu 4000 byte</a:t>
            </a:r>
          </a:p>
          <a:p>
            <a:pPr xmlns:a="http://schemas.openxmlformats.org/drawingml/2006/main">
              <a:buClr>
                <a:schemeClr val="tx2"/>
              </a:buClr>
            </a:pPr>
            <a:r xmlns:a="http://schemas.openxmlformats.org/drawingml/2006/main">
              <a:rPr lang="vi" altLang="en-US" sz="2400" dirty="0" smtClean="0">
                <a:latin typeface="+mn-lt"/>
              </a:rPr>
              <a:t>m</a:t>
            </a:r>
            <a:r xmlns:a="http://schemas.openxmlformats.org/drawingml/2006/main">
              <a:rPr lang="vi" altLang="en-US" sz="100" dirty="0" smtClean="0">
                <a:latin typeface="+mn-lt"/>
              </a:rPr>
              <a:t> </a:t>
            </a:r>
            <a:r xmlns:a="http://schemas.openxmlformats.org/drawingml/2006/main">
              <a:rPr lang="vi" altLang="en-US" sz="2400" dirty="0" smtClean="0">
                <a:latin typeface="+mn-lt"/>
              </a:rPr>
              <a:t>t</a:t>
            </a:r>
            <a:r xmlns:a="http://schemas.openxmlformats.org/drawingml/2006/main">
              <a:rPr lang="vi" altLang="en-US" sz="100" dirty="0" smtClean="0">
                <a:latin typeface="+mn-lt"/>
              </a:rPr>
              <a:t> </a:t>
            </a:r>
            <a:r xmlns:a="http://schemas.openxmlformats.org/drawingml/2006/main">
              <a:rPr lang="vi" altLang="en-US" sz="2400" dirty="0" smtClean="0">
                <a:latin typeface="+mn-lt"/>
              </a:rPr>
              <a:t>U </a:t>
            </a:r>
            <a:r xmlns:a="http://schemas.openxmlformats.org/drawingml/2006/main">
              <a:rPr lang="vi" altLang="en-US" sz="2400" dirty="0">
                <a:latin typeface="+mn-lt"/>
              </a:rPr>
              <a:t>= 1500 </a:t>
            </a:r>
            <a:r xmlns:a="http://schemas.openxmlformats.org/drawingml/2006/main">
              <a:rPr lang="vi" altLang="en-US" sz="2400" dirty="0" smtClean="0">
                <a:latin typeface="+mn-lt"/>
              </a:rPr>
              <a:t>byte</a:t>
            </a:r>
            <a:endParaRPr xmlns:a="http://schemas.openxmlformats.org/drawingml/2006/main" lang="en-US" altLang="en-US" sz="2400" dirty="0">
              <a:latin typeface="+mn-lt"/>
            </a:endParaRPr>
          </a:p>
        </p:txBody>
      </p:sp>
      <p:pic>
        <p:nvPicPr>
          <p:cNvPr id="4" name="Picture 3" descr="A diagram has 4 datagrams of 6 parts each. The first and last parts of the datagram are blank. The last part has an open gap at the top. The first datagram has 3 datagrams attached. There are 2 lines, 1 attached to 2 datagrams. Datagram 1. Part 1, blank. 2, length = 4,000. 3, I D = x. 4, frag flag = 0. 5, offset = 0. 5. 6, blank. 1 large datagram becomes several smaller datagrams. An arrow draws down from datagram 1, and points to 3 other datagrams. Datagram 2. Part 1, blank. 2, length = 1,500. 3, I D = x. 4, frag flag = 1. 5, offset = 0. 5, blank. Datagram 3. Part 1, blank. 2, length = 1,500. 3, I D = x. 4, frag flag = 1. 5, offset = 185. 5, blank. Datagram 3. Part 1, blank. 2, length = 1,040. 3, I D = x. 4, frag flag = 0. 5, offset = 370. 5, blank. Line 1 points to data gram 2, 1,480 bytes in data field. Line 2 points to datagram 3, offset = 1,480 eighth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34616" y="2212257"/>
            <a:ext cx="5492657" cy="3031947"/>
          </a:xfrm>
          <a:prstGeom prst="rect">
            <a:avLst/>
          </a:prstGeom>
        </p:spPr>
      </p:pic>
    </p:spTree>
    <p:extLst>
      <p:ext uri="{BB962C8B-B14F-4D97-AF65-F5344CB8AC3E}">
        <p14:creationId xmlns:p14="http://schemas.microsoft.com/office/powerpoint/2010/main" val="86196764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altLang="en-US" dirty="0" smtClean="0">
                <a:ea typeface="ＭＳ Ｐゴシック" charset="-128"/>
              </a:rPr>
              <a:t>Mục tiêu </a:t>
            </a:r>
            <a:r xmlns:a="http://schemas.openxmlformats.org/drawingml/2006/main">
              <a:rPr lang="vi" altLang="en-US" dirty="0">
                <a:ea typeface="ＭＳ Ｐゴシック" charset="-128"/>
              </a:rPr>
              <a:t>học tập </a:t>
            </a:r>
            <a:r xmlns:a="http://schemas.openxmlformats.org/drawingml/2006/main">
              <a:rPr lang="vi" altLang="en-US" sz="2000" b="0" dirty="0" smtClean="0">
                <a:ea typeface="ＭＳ Ｐゴシック" charset="-128"/>
              </a:rPr>
              <a:t>(4 </a:t>
            </a:r>
            <a:r xmlns:a="http://schemas.openxmlformats.org/drawingml/2006/main">
              <a:rPr lang="vi" altLang="en-US" sz="2000" b="0" dirty="0">
                <a:ea typeface="ＭＳ Ｐゴシック" charset="-128"/>
              </a:rPr>
              <a:t>trên 7)</a:t>
            </a:r>
            <a:endParaRPr xmlns:a="http://schemas.openxmlformats.org/drawingml/2006/main" lang="en-US" altLang="en-US" sz="2000" b="0" dirty="0">
              <a:solidFill>
                <a:schemeClr val="tx2"/>
              </a:solidFill>
              <a:latin typeface="Times New Roman" panose="02020603050405020304" pitchFamily="18" charset="0"/>
              <a:cs typeface="Times New Roman" panose="02020603050405020304" pitchFamily="18" charset="0"/>
            </a:endParaRPr>
          </a:p>
        </p:txBody>
      </p:sp>
      <p:sp>
        <p:nvSpPr>
          <p:cNvPr id="3" name="Text Placeholder 2"/>
          <p:cNvSpPr>
            <a:spLocks noGrp="1"/>
          </p:cNvSpPr>
          <p:nvPr>
            <p:ph idx="1"/>
          </p:nvPr>
        </p:nvSpPr>
        <p:spPr>
          <a:xfrm>
            <a:off x="457200" y="1614716"/>
            <a:ext cx="4303486" cy="4669972"/>
          </a:xfrm>
        </p:spPr>
        <p:txBody>
          <a:bodyPr/>
          <a:lstStyle/>
          <a:p>
            <a:pPr xmlns:a="http://schemas.openxmlformats.org/drawingml/2006/main" marL="0" indent="0">
              <a:buFont typeface="Wingdings" panose="05000000000000000000" pitchFamily="2" charset="2"/>
              <a:buNone/>
            </a:pPr>
            <a:r xmlns:a="http://schemas.openxmlformats.org/drawingml/2006/main">
              <a:rPr lang="vi" altLang="en-US" sz="2200" b="1" dirty="0">
                <a:solidFill>
                  <a:schemeClr val="tx2"/>
                </a:solidFill>
                <a:latin typeface="+mn-lt"/>
                <a:ea typeface="ＭＳ Ｐゴシック" charset="-128"/>
                <a:cs typeface="ＭＳ Ｐゴシック" charset="-128"/>
              </a:rPr>
              <a:t>4.1</a:t>
            </a:r>
            <a:r xmlns:a="http://schemas.openxmlformats.org/drawingml/2006/main">
              <a:rPr lang="vi" altLang="en-US" sz="2200" b="1" dirty="0">
                <a:solidFill>
                  <a:srgbClr val="CC0000"/>
                </a:solidFill>
                <a:latin typeface="+mn-lt"/>
                <a:ea typeface="ＭＳ Ｐゴシック" charset="-128"/>
                <a:cs typeface="ＭＳ Ｐゴシック" charset="-128"/>
              </a:rPr>
              <a:t> </a:t>
            </a:r>
            <a:r xmlns:a="http://schemas.openxmlformats.org/drawingml/2006/main">
              <a:rPr lang="vi" altLang="en-US" sz="2200" dirty="0">
                <a:solidFill>
                  <a:schemeClr val="tx1"/>
                </a:solidFill>
                <a:latin typeface="+mn-lt"/>
                <a:ea typeface="ＭＳ Ｐゴシック" charset="-128"/>
                <a:cs typeface="ＭＳ Ｐゴシック" charset="-128"/>
              </a:rPr>
              <a:t>Tổng quan về lớp Mạng</a:t>
            </a:r>
          </a:p>
          <a:p>
            <a:pPr xmlns:a="http://schemas.openxmlformats.org/drawingml/2006/main" lvl="1" indent="-283464"/>
            <a:r xmlns:a="http://schemas.openxmlformats.org/drawingml/2006/main">
              <a:rPr lang="vi" altLang="en-US" sz="2200" dirty="0">
                <a:solidFill>
                  <a:schemeClr val="tx1"/>
                </a:solidFill>
                <a:latin typeface="+mn-lt"/>
                <a:ea typeface="ＭＳ Ｐゴシック" charset="-128"/>
              </a:rPr>
              <a:t>mặt phẳng dữ liệu</a:t>
            </a:r>
          </a:p>
          <a:p>
            <a:pPr xmlns:a="http://schemas.openxmlformats.org/drawingml/2006/main" lvl="1" indent="-283464"/>
            <a:r xmlns:a="http://schemas.openxmlformats.org/drawingml/2006/main">
              <a:rPr lang="vi" altLang="en-US" sz="2200" dirty="0">
                <a:solidFill>
                  <a:schemeClr val="tx1"/>
                </a:solidFill>
                <a:latin typeface="+mn-lt"/>
                <a:ea typeface="ＭＳ Ｐゴシック" charset="-128"/>
              </a:rPr>
              <a:t>máy bay điều khiển</a:t>
            </a:r>
          </a:p>
          <a:p>
            <a:pPr xmlns:a="http://schemas.openxmlformats.org/drawingml/2006/main" marL="0" indent="0">
              <a:buFont typeface="Wingdings" panose="05000000000000000000" pitchFamily="2" charset="2"/>
              <a:buNone/>
            </a:pPr>
            <a:r xmlns:a="http://schemas.openxmlformats.org/drawingml/2006/main">
              <a:rPr lang="vi" altLang="en-US" sz="2200" b="1" dirty="0">
                <a:solidFill>
                  <a:schemeClr val="tx2"/>
                </a:solidFill>
                <a:latin typeface="+mn-lt"/>
                <a:ea typeface="ＭＳ Ｐゴシック" charset="-128"/>
                <a:cs typeface="ＭＳ Ｐゴシック" charset="-128"/>
              </a:rPr>
              <a:t>4.2</a:t>
            </a:r>
            <a:r xmlns:a="http://schemas.openxmlformats.org/drawingml/2006/main">
              <a:rPr lang="vi" altLang="en-US" sz="2200" dirty="0">
                <a:latin typeface="+mn-lt"/>
                <a:ea typeface="ＭＳ Ｐゴシック" charset="-128"/>
                <a:cs typeface="ＭＳ Ｐゴシック" charset="-128"/>
              </a:rPr>
              <a:t> </a:t>
            </a:r>
            <a:r xmlns:a="http://schemas.openxmlformats.org/drawingml/2006/main">
              <a:rPr lang="vi" altLang="en-US" sz="2200" dirty="0" smtClean="0">
                <a:latin typeface="+mn-lt"/>
                <a:ea typeface="ＭＳ Ｐゴシック" charset="-128"/>
                <a:cs typeface="ＭＳ Ｐゴシック" charset="-128"/>
              </a:rPr>
              <a:t>Có gì bên </a:t>
            </a:r>
            <a:r xmlns:a="http://schemas.openxmlformats.org/drawingml/2006/main">
              <a:rPr lang="vi" altLang="ja-JP" sz="2200" dirty="0" smtClean="0">
                <a:latin typeface="+mn-lt"/>
                <a:ea typeface="ＭＳ Ｐゴシック" charset="-128"/>
                <a:cs typeface="ＭＳ Ｐゴシック" charset="-128"/>
              </a:rPr>
              <a:t>trong </a:t>
            </a:r>
            <a:r xmlns:a="http://schemas.openxmlformats.org/drawingml/2006/main">
              <a:rPr lang="vi" altLang="ja-JP" sz="2200" dirty="0">
                <a:latin typeface="+mn-lt"/>
                <a:ea typeface="ＭＳ Ｐゴシック" charset="-128"/>
                <a:cs typeface="ＭＳ Ｐゴシック" charset="-128"/>
              </a:rPr>
              <a:t>một bộ định tuyến</a:t>
            </a:r>
          </a:p>
          <a:p>
            <a:pPr xmlns:a="http://schemas.openxmlformats.org/drawingml/2006/main" marL="0" indent="0">
              <a:buFont typeface="Wingdings" panose="05000000000000000000" pitchFamily="2" charset="2"/>
              <a:buNone/>
            </a:pPr>
            <a:r xmlns:a="http://schemas.openxmlformats.org/drawingml/2006/main">
              <a:rPr lang="vi" altLang="en-US" sz="2200" b="1" dirty="0">
                <a:solidFill>
                  <a:schemeClr val="tx2"/>
                </a:solidFill>
                <a:latin typeface="+mn-lt"/>
                <a:ea typeface="ＭＳ Ｐゴシック" charset="-128"/>
                <a:cs typeface="ＭＳ Ｐゴシック" charset="-128"/>
              </a:rPr>
              <a:t>4.3</a:t>
            </a:r>
            <a:r xmlns:a="http://schemas.openxmlformats.org/drawingml/2006/main">
              <a:rPr lang="vi" altLang="en-US" sz="2200" dirty="0">
                <a:latin typeface="+mn-lt"/>
                <a:ea typeface="ＭＳ Ｐゴシック" charset="-128"/>
                <a:cs typeface="ＭＳ Ｐゴシック" charset="-128"/>
              </a:rPr>
              <a:t> </a:t>
            </a:r>
            <a:r xmlns:a="http://schemas.openxmlformats.org/drawingml/2006/main">
              <a:rPr lang="vi" altLang="en-US" sz="2200" b="1" dirty="0" smtClean="0">
                <a:latin typeface="+mn-lt"/>
                <a:ea typeface="ＭＳ Ｐゴシック" charset="-128"/>
                <a:cs typeface="ＭＳ Ｐゴシック" charset="-128"/>
              </a:rPr>
              <a:t>Tôi</a:t>
            </a:r>
            <a:r xmlns:a="http://schemas.openxmlformats.org/drawingml/2006/main">
              <a:rPr lang="vi" altLang="en-US" sz="100" b="1" dirty="0" smtClean="0">
                <a:latin typeface="+mn-lt"/>
                <a:ea typeface="ＭＳ Ｐゴシック" charset="-128"/>
                <a:cs typeface="ＭＳ Ｐゴシック" charset="-128"/>
              </a:rPr>
              <a:t> </a:t>
            </a:r>
            <a:r xmlns:a="http://schemas.openxmlformats.org/drawingml/2006/main">
              <a:rPr lang="vi" altLang="en-US" sz="2200" b="1" dirty="0" smtClean="0">
                <a:latin typeface="+mn-lt"/>
                <a:ea typeface="ＭＳ Ｐゴシック" charset="-128"/>
                <a:cs typeface="ＭＳ Ｐゴシック" charset="-128"/>
              </a:rPr>
              <a:t>P </a:t>
            </a:r>
            <a:r xmlns:a="http://schemas.openxmlformats.org/drawingml/2006/main">
              <a:rPr lang="vi" altLang="en-US" sz="2200" b="1" dirty="0">
                <a:latin typeface="+mn-lt"/>
                <a:ea typeface="ＭＳ Ｐゴシック" charset="-128"/>
                <a:cs typeface="ＭＳ Ｐゴシック" charset="-128"/>
              </a:rPr>
              <a:t>: Giao thức Internet</a:t>
            </a:r>
          </a:p>
          <a:p>
            <a:pPr xmlns:a="http://schemas.openxmlformats.org/drawingml/2006/main" lvl="1" indent="-283464"/>
            <a:r xmlns:a="http://schemas.openxmlformats.org/drawingml/2006/main">
              <a:rPr lang="vi" altLang="en-US" sz="2200" dirty="0">
                <a:latin typeface="+mn-lt"/>
                <a:ea typeface="ＭＳ Ｐゴシック" charset="-128"/>
              </a:rPr>
              <a:t>định dạng datagram</a:t>
            </a:r>
          </a:p>
          <a:p>
            <a:pPr xmlns:a="http://schemas.openxmlformats.org/drawingml/2006/main" lvl="1" indent="-283464"/>
            <a:r xmlns:a="http://schemas.openxmlformats.org/drawingml/2006/main">
              <a:rPr lang="vi" altLang="en-US" sz="2200" dirty="0">
                <a:latin typeface="+mn-lt"/>
                <a:ea typeface="ＭＳ Ｐゴシック" charset="-128"/>
              </a:rPr>
              <a:t>sự phân mảnh</a:t>
            </a:r>
          </a:p>
          <a:p>
            <a:pPr xmlns:a="http://schemas.openxmlformats.org/drawingml/2006/main" lvl="1" indent="-283464"/>
            <a:r xmlns:a="http://schemas.openxmlformats.org/drawingml/2006/main">
              <a:rPr lang="vi" altLang="en-US" sz="2200" b="1" dirty="0" smtClean="0">
                <a:latin typeface="+mn-lt"/>
                <a:ea typeface="ＭＳ Ｐゴシック" charset="-128"/>
              </a:rPr>
              <a:t>Tôi</a:t>
            </a:r>
            <a:r xmlns:a="http://schemas.openxmlformats.org/drawingml/2006/main">
              <a:rPr lang="vi" altLang="en-US" sz="100" b="1" dirty="0" smtClean="0">
                <a:latin typeface="+mn-lt"/>
                <a:ea typeface="ＭＳ Ｐゴシック" charset="-128"/>
              </a:rPr>
              <a:t> </a:t>
            </a:r>
            <a:r xmlns:a="http://schemas.openxmlformats.org/drawingml/2006/main">
              <a:rPr lang="vi" altLang="en-US" sz="2200" b="1" dirty="0">
                <a:latin typeface="+mn-lt"/>
                <a:ea typeface="ＭＳ Ｐゴシック" charset="-128"/>
              </a:rPr>
              <a:t>địa chỉ </a:t>
            </a:r>
            <a:r xmlns:a="http://schemas.openxmlformats.org/drawingml/2006/main">
              <a:rPr lang="vi" altLang="en-US" sz="2200" b="1" dirty="0" smtClean="0">
                <a:latin typeface="+mn-lt"/>
                <a:ea typeface="ＭＳ Ｐゴシック" charset="-128"/>
              </a:rPr>
              <a:t>pv4</a:t>
            </a:r>
          </a:p>
          <a:p>
            <a:pPr xmlns:a="http://schemas.openxmlformats.org/drawingml/2006/main" lvl="1" indent="-283464"/>
            <a:r xmlns:a="http://schemas.openxmlformats.org/drawingml/2006/main">
              <a:rPr lang="vi" altLang="en-US" sz="2200" dirty="0" smtClean="0">
                <a:latin typeface="+mn-lt"/>
                <a:ea typeface="ＭＳ Ｐゴシック" charset="-128"/>
              </a:rPr>
              <a:t>dịch </a:t>
            </a:r>
            <a:r xmlns:a="http://schemas.openxmlformats.org/drawingml/2006/main">
              <a:rPr lang="vi" altLang="en-US" sz="2200" dirty="0">
                <a:latin typeface="+mn-lt"/>
                <a:ea typeface="ＭＳ Ｐゴシック" charset="-128"/>
              </a:rPr>
              <a:t>địa chỉ mạng</a:t>
            </a:r>
          </a:p>
          <a:p>
            <a:pPr xmlns:a="http://schemas.openxmlformats.org/drawingml/2006/main" lvl="1" indent="-283464"/>
            <a:r xmlns:a="http://schemas.openxmlformats.org/drawingml/2006/main">
              <a:rPr lang="vi" altLang="en-US" sz="2200" dirty="0">
                <a:latin typeface="+mn-lt"/>
                <a:ea typeface="ＭＳ Ｐゴシック" charset="-128"/>
              </a:rPr>
              <a:t>Tôi</a:t>
            </a:r>
            <a:r xmlns:a="http://schemas.openxmlformats.org/drawingml/2006/main">
              <a:rPr lang="vi" altLang="en-US" sz="100" dirty="0">
                <a:latin typeface="+mn-lt"/>
                <a:ea typeface="ＭＳ Ｐゴシック" charset="-128"/>
              </a:rPr>
              <a:t> </a:t>
            </a:r>
            <a:r xmlns:a="http://schemas.openxmlformats.org/drawingml/2006/main">
              <a:rPr lang="vi" altLang="en-US" sz="2200" dirty="0" smtClean="0">
                <a:latin typeface="+mn-lt"/>
                <a:ea typeface="ＭＳ Ｐゴシック" charset="-128"/>
              </a:rPr>
              <a:t>Pv6</a:t>
            </a:r>
            <a:endParaRPr xmlns:a="http://schemas.openxmlformats.org/drawingml/2006/main" lang="en-US" altLang="en-US" sz="2200" dirty="0">
              <a:latin typeface="+mn-lt"/>
              <a:ea typeface="ＭＳ Ｐゴシック" charset="-128"/>
              <a:cs typeface="ＭＳ Ｐゴシック" charset="-128"/>
            </a:endParaRPr>
          </a:p>
        </p:txBody>
      </p:sp>
      <p:sp>
        <p:nvSpPr>
          <p:cNvPr id="4" name="Content Placeholder 3"/>
          <p:cNvSpPr>
            <a:spLocks noGrp="1"/>
          </p:cNvSpPr>
          <p:nvPr>
            <p:ph idx="13"/>
          </p:nvPr>
        </p:nvSpPr>
        <p:spPr>
          <a:xfrm>
            <a:off x="5080000" y="1614714"/>
            <a:ext cx="3454400" cy="4281715"/>
          </a:xfrm>
        </p:spPr>
        <p:txBody>
          <a:bodyPr/>
          <a:lstStyle/>
          <a:p>
            <a:pPr xmlns:a="http://schemas.openxmlformats.org/drawingml/2006/main" marL="0" indent="0">
              <a:buFont typeface="Wingdings" panose="05000000000000000000" pitchFamily="2" charset="2"/>
              <a:buNone/>
            </a:pPr>
            <a:r xmlns:a="http://schemas.openxmlformats.org/drawingml/2006/main">
              <a:rPr lang="vi" altLang="en-US" sz="2200" b="1" dirty="0">
                <a:solidFill>
                  <a:schemeClr val="tx2"/>
                </a:solidFill>
                <a:latin typeface="+mn-lt"/>
                <a:ea typeface="ＭＳ Ｐゴシック" charset="-128"/>
                <a:cs typeface="ＭＳ Ｐゴシック" charset="-128"/>
              </a:rPr>
              <a:t>4.4 </a:t>
            </a:r>
            <a:r xmlns:a="http://schemas.openxmlformats.org/drawingml/2006/main">
              <a:rPr lang="vi" altLang="en-US" sz="2200" dirty="0">
                <a:latin typeface="+mn-lt"/>
                <a:ea typeface="ＭＳ Ｐゴシック" charset="-128"/>
                <a:cs typeface="ＭＳ Ｐゴシック" charset="-128"/>
              </a:rPr>
              <a:t>Generalized Forward và S</a:t>
            </a:r>
            <a:r xmlns:a="http://schemas.openxmlformats.org/drawingml/2006/main">
              <a:rPr lang="vi" altLang="en-US" sz="100" dirty="0">
                <a:latin typeface="+mn-lt"/>
                <a:ea typeface="ＭＳ Ｐゴシック" charset="-128"/>
                <a:cs typeface="ＭＳ Ｐゴシック" charset="-128"/>
              </a:rPr>
              <a:t> </a:t>
            </a:r>
            <a:r xmlns:a="http://schemas.openxmlformats.org/drawingml/2006/main">
              <a:rPr lang="vi" altLang="en-US" sz="2200" dirty="0">
                <a:latin typeface="+mn-lt"/>
                <a:ea typeface="ＭＳ Ｐゴシック" charset="-128"/>
                <a:cs typeface="ＭＳ Ｐゴシック" charset="-128"/>
              </a:rPr>
              <a:t>Đ.</a:t>
            </a:r>
            <a:r xmlns:a="http://schemas.openxmlformats.org/drawingml/2006/main">
              <a:rPr lang="vi" altLang="en-US" sz="100" dirty="0">
                <a:latin typeface="+mn-lt"/>
                <a:ea typeface="ＭＳ Ｐゴシック" charset="-128"/>
                <a:cs typeface="ＭＳ Ｐゴシック" charset="-128"/>
              </a:rPr>
              <a:t> </a:t>
            </a:r>
            <a:r xmlns:a="http://schemas.openxmlformats.org/drawingml/2006/main">
              <a:rPr lang="vi" altLang="en-US" sz="2200" dirty="0">
                <a:latin typeface="+mn-lt"/>
                <a:ea typeface="ＭＳ Ｐゴシック" charset="-128"/>
                <a:cs typeface="ＭＳ Ｐゴシック" charset="-128"/>
              </a:rPr>
              <a:t>N</a:t>
            </a:r>
          </a:p>
          <a:p>
            <a:pPr xmlns:a="http://schemas.openxmlformats.org/drawingml/2006/main" lvl="1" indent="-283464"/>
            <a:r xmlns:a="http://schemas.openxmlformats.org/drawingml/2006/main">
              <a:rPr lang="vi" altLang="en-US" sz="2200" dirty="0">
                <a:latin typeface="+mn-lt"/>
                <a:ea typeface="ＭＳ Ｐゴシック" charset="-128"/>
              </a:rPr>
              <a:t>trận đấu</a:t>
            </a:r>
          </a:p>
          <a:p>
            <a:pPr xmlns:a="http://schemas.openxmlformats.org/drawingml/2006/main" lvl="1" indent="-283464"/>
            <a:r xmlns:a="http://schemas.openxmlformats.org/drawingml/2006/main">
              <a:rPr lang="vi" altLang="en-US" sz="2200" dirty="0">
                <a:latin typeface="+mn-lt"/>
                <a:ea typeface="ＭＳ Ｐゴシック" charset="-128"/>
              </a:rPr>
              <a:t>hoạt động</a:t>
            </a:r>
          </a:p>
          <a:p>
            <a:pPr xmlns:a="http://schemas.openxmlformats.org/drawingml/2006/main" lvl="1" indent="-283464"/>
            <a:r xmlns:a="http://schemas.openxmlformats.org/drawingml/2006/main">
              <a:rPr lang="vi" altLang="en-US" sz="2200" dirty="0" smtClean="0">
                <a:latin typeface="+mn-lt"/>
                <a:ea typeface="ＭＳ Ｐゴシック" charset="-128"/>
              </a:rPr>
              <a:t>Các ví dụ OpenFlow về </a:t>
            </a:r>
            <a:r xmlns:a="http://schemas.openxmlformats.org/drawingml/2006/main">
              <a:rPr lang="vi" altLang="en-US" sz="2200" dirty="0">
                <a:latin typeface="+mn-lt"/>
                <a:ea typeface="ＭＳ Ｐゴシック" charset="-128"/>
              </a:rPr>
              <a:t>hành động đối sánh cộng với hành </a:t>
            </a:r>
            <a:r xmlns:a="http://schemas.openxmlformats.org/drawingml/2006/main">
              <a:rPr lang="vi" altLang="en-US" sz="2200" dirty="0" smtClean="0">
                <a:latin typeface="+mn-lt"/>
                <a:ea typeface="ＭＳ Ｐゴシック" charset="-128"/>
              </a:rPr>
              <a:t>động</a:t>
            </a:r>
            <a:endParaRPr xmlns:a="http://schemas.openxmlformats.org/drawingml/2006/main" lang="en-US" altLang="en-US" sz="2200" dirty="0">
              <a:latin typeface="+mn-lt"/>
              <a:ea typeface="ＭＳ Ｐゴシック" charset="-128"/>
            </a:endParaRPr>
          </a:p>
        </p:txBody>
      </p:sp>
    </p:spTree>
    <p:extLst>
      <p:ext uri="{BB962C8B-B14F-4D97-AF65-F5344CB8AC3E}">
        <p14:creationId xmlns:p14="http://schemas.microsoft.com/office/powerpoint/2010/main" val="412125703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altLang="en-US" dirty="0" smtClean="0">
                <a:ea typeface="ＭＳ Ｐゴシック" charset="-128"/>
              </a:rPr>
              <a:t>Tôi</a:t>
            </a:r>
            <a:r xmlns:a="http://schemas.openxmlformats.org/drawingml/2006/main">
              <a:rPr lang="vi" altLang="en-US" sz="100" dirty="0" smtClean="0">
                <a:ea typeface="ＭＳ Ｐゴシック" charset="-128"/>
              </a:rPr>
              <a:t> </a:t>
            </a:r>
            <a:r xmlns:a="http://schemas.openxmlformats.org/drawingml/2006/main">
              <a:rPr lang="vi" altLang="en-US" dirty="0" smtClean="0">
                <a:ea typeface="ＭＳ Ｐゴシック" charset="-128"/>
              </a:rPr>
              <a:t>P </a:t>
            </a:r>
            <a:r xmlns:a="http://schemas.openxmlformats.org/drawingml/2006/main">
              <a:rPr lang="vi" altLang="en-US" dirty="0">
                <a:ea typeface="ＭＳ Ｐゴシック" charset="-128"/>
              </a:rPr>
              <a:t>Xưng hô: </a:t>
            </a:r>
            <a:r xmlns:a="http://schemas.openxmlformats.org/drawingml/2006/main">
              <a:rPr lang="vi" altLang="en-US" dirty="0" smtClean="0">
                <a:ea typeface="ＭＳ Ｐゴシック" charset="-128"/>
              </a:rPr>
              <a:t>Giới thiệu </a:t>
            </a:r>
            <a:r xmlns:a="http://schemas.openxmlformats.org/drawingml/2006/main">
              <a:rPr lang="vi" altLang="en-US" sz="2000" b="0" dirty="0" smtClean="0">
                <a:ea typeface="ＭＳ Ｐゴシック" charset="-128"/>
              </a:rPr>
              <a:t>(1 trên 2)</a:t>
            </a:r>
            <a:endParaRPr xmlns:a="http://schemas.openxmlformats.org/drawingml/2006/main" lang="en-US" sz="2000" b="0" dirty="0"/>
          </a:p>
        </p:txBody>
      </p:sp>
      <p:sp>
        <p:nvSpPr>
          <p:cNvPr id="3" name="Text Placeholder 2"/>
          <p:cNvSpPr>
            <a:spLocks noGrp="1"/>
          </p:cNvSpPr>
          <p:nvPr>
            <p:ph type="body" idx="1"/>
          </p:nvPr>
        </p:nvSpPr>
        <p:spPr>
          <a:xfrm>
            <a:off x="457200" y="1600200"/>
            <a:ext cx="3866606" cy="4712110"/>
          </a:xfrm>
        </p:spPr>
        <p:txBody>
          <a:bodyPr/>
          <a:lstStyle/>
          <a:p>
            <a:r xmlns:a="http://schemas.openxmlformats.org/drawingml/2006/main">
              <a:rPr lang="vi" altLang="en-US" sz="2000" b="1" dirty="0" smtClean="0">
                <a:solidFill>
                  <a:schemeClr val="tx1"/>
                </a:solidFill>
                <a:latin typeface="+mn-lt"/>
                <a:ea typeface="ＭＳ Ｐゴシック" charset="-128"/>
                <a:cs typeface="ＭＳ Ｐゴシック" charset="-128"/>
              </a:rPr>
              <a:t>Tôi</a:t>
            </a:r>
            <a:r xmlns:a="http://schemas.openxmlformats.org/drawingml/2006/main">
              <a:rPr lang="vi" altLang="en-US" sz="100" b="1" dirty="0" smtClean="0">
                <a:solidFill>
                  <a:schemeClr val="tx1"/>
                </a:solidFill>
                <a:latin typeface="+mn-lt"/>
                <a:ea typeface="ＭＳ Ｐゴシック" charset="-128"/>
                <a:cs typeface="ＭＳ Ｐゴシック" charset="-128"/>
              </a:rPr>
              <a:t> Địa chỉ </a:t>
            </a:r>
            <a:r xmlns:a="http://schemas.openxmlformats.org/drawingml/2006/main">
              <a:rPr lang="vi" altLang="en-US" sz="2000" b="1" dirty="0" smtClean="0">
                <a:solidFill>
                  <a:schemeClr val="tx1"/>
                </a:solidFill>
                <a:latin typeface="+mn-lt"/>
                <a:ea typeface="ＭＳ Ｐゴシック" charset="-128"/>
                <a:cs typeface="ＭＳ Ｐゴシック" charset="-128"/>
              </a:rPr>
              <a:t>P </a:t>
            </a:r>
            <a:r xmlns:a="http://schemas.openxmlformats.org/drawingml/2006/main">
              <a:rPr lang="vi" altLang="en-US" sz="2000" b="1" dirty="0">
                <a:solidFill>
                  <a:schemeClr val="tx1"/>
                </a:solidFill>
                <a:latin typeface="+mn-lt"/>
                <a:ea typeface="ＭＳ Ｐゴシック" charset="-128"/>
                <a:cs typeface="ＭＳ Ｐゴシック" charset="-128"/>
              </a:rPr>
              <a:t>: </a:t>
            </a:r>
            <a:r xmlns:a="http://schemas.openxmlformats.org/drawingml/2006/main">
              <a:rPr lang="vi" altLang="en-US" sz="2000" dirty="0">
                <a:latin typeface="+mn-lt"/>
                <a:ea typeface="ＭＳ Ｐゴシック" charset="-128"/>
                <a:cs typeface="ＭＳ Ｐゴシック" charset="-128"/>
              </a:rPr>
              <a:t>mã định danh 32 bit cho </a:t>
            </a:r>
            <a:r xmlns:a="http://schemas.openxmlformats.org/drawingml/2006/main">
              <a:rPr lang="vi" altLang="en-US" sz="2000" b="1" dirty="0" smtClean="0">
                <a:latin typeface="+mn-lt"/>
                <a:ea typeface="ＭＳ Ｐゴシック" charset="-128"/>
                <a:cs typeface="ＭＳ Ｐゴシック" charset="-128"/>
              </a:rPr>
              <a:t>giao diện máy chủ, bộ định tuyến</a:t>
            </a:r>
            <a:endParaRPr xmlns:a="http://schemas.openxmlformats.org/drawingml/2006/main" lang="en-US" altLang="en-US" sz="2000" dirty="0">
              <a:latin typeface="+mn-lt"/>
              <a:ea typeface="ＭＳ Ｐゴシック" charset="-128"/>
              <a:cs typeface="ＭＳ Ｐゴシック" charset="-128"/>
            </a:endParaRPr>
          </a:p>
          <a:p>
            <a:r xmlns:a="http://schemas.openxmlformats.org/drawingml/2006/main">
              <a:rPr lang="vi" altLang="en-US" sz="2000" b="1" dirty="0">
                <a:solidFill>
                  <a:schemeClr val="tx1"/>
                </a:solidFill>
                <a:latin typeface="+mn-lt"/>
                <a:ea typeface="ＭＳ Ｐゴシック" charset="-128"/>
                <a:cs typeface="ＭＳ Ｐゴシック" charset="-128"/>
              </a:rPr>
              <a:t>giao diện: </a:t>
            </a:r>
            <a:r xmlns:a="http://schemas.openxmlformats.org/drawingml/2006/main">
              <a:rPr lang="vi" altLang="en-US" sz="2000" dirty="0">
                <a:latin typeface="+mn-lt"/>
                <a:ea typeface="ＭＳ Ｐゴシック" charset="-128"/>
                <a:cs typeface="ＭＳ Ｐゴシック" charset="-128"/>
              </a:rPr>
              <a:t>kết nối giữa máy chủ/bộ định tuyến và liên kết vật lý</a:t>
            </a:r>
          </a:p>
          <a:p>
            <a:pPr xmlns:a="http://schemas.openxmlformats.org/drawingml/2006/main" lvl="1"/>
            <a:r xmlns:a="http://schemas.openxmlformats.org/drawingml/2006/main">
              <a:rPr lang="vi" altLang="ja-JP" sz="2000" dirty="0" smtClean="0">
                <a:latin typeface="+mn-lt"/>
                <a:ea typeface="ＭＳ Ｐゴシック" charset="-128"/>
              </a:rPr>
              <a:t>định </a:t>
            </a:r>
            <a:r xmlns:a="http://schemas.openxmlformats.org/drawingml/2006/main">
              <a:rPr lang="vi" altLang="en-US" sz="2000" dirty="0" smtClean="0">
                <a:latin typeface="+mn-lt"/>
                <a:ea typeface="ＭＳ Ｐゴシック" charset="-128"/>
              </a:rPr>
              <a:t>tuyến </a:t>
            </a:r>
            <a:r xmlns:a="http://schemas.openxmlformats.org/drawingml/2006/main">
              <a:rPr lang="vi" altLang="ja-JP" sz="2000" dirty="0">
                <a:latin typeface="+mn-lt"/>
                <a:ea typeface="ＭＳ Ｐゴシック" charset="-128"/>
              </a:rPr>
              <a:t>thường có nhiều giao diện</a:t>
            </a:r>
          </a:p>
          <a:p>
            <a:pPr xmlns:a="http://schemas.openxmlformats.org/drawingml/2006/main" lvl="1"/>
            <a:r xmlns:a="http://schemas.openxmlformats.org/drawingml/2006/main">
              <a:rPr lang="vi" altLang="en-US" sz="2000" dirty="0">
                <a:latin typeface="+mn-lt"/>
                <a:ea typeface="ＭＳ Ｐゴシック" charset="-128"/>
              </a:rPr>
              <a:t>máy chủ thường có một hoặc hai giao diện (ví dụ: Ethernet có dây, 802.11 không dây)</a:t>
            </a:r>
          </a:p>
          <a:p>
            <a:r xmlns:a="http://schemas.openxmlformats.org/drawingml/2006/main">
              <a:rPr lang="vi" altLang="en-US" sz="2000" b="1" dirty="0" smtClean="0">
                <a:solidFill>
                  <a:schemeClr val="tx1"/>
                </a:solidFill>
                <a:latin typeface="+mn-lt"/>
                <a:ea typeface="ＭＳ Ｐゴシック" charset="-128"/>
                <a:cs typeface="ＭＳ Ｐゴシック" charset="-128"/>
              </a:rPr>
              <a:t>Tôi</a:t>
            </a:r>
            <a:r xmlns:a="http://schemas.openxmlformats.org/drawingml/2006/main">
              <a:rPr lang="vi" altLang="en-US" sz="100" b="1" dirty="0" smtClean="0">
                <a:solidFill>
                  <a:schemeClr val="tx1"/>
                </a:solidFill>
                <a:latin typeface="+mn-lt"/>
                <a:ea typeface="ＭＳ Ｐゴシック" charset="-128"/>
                <a:cs typeface="ＭＳ Ｐゴシック" charset="-128"/>
              </a:rPr>
              <a:t> Địa chỉ </a:t>
            </a:r>
            <a:r xmlns:a="http://schemas.openxmlformats.org/drawingml/2006/main">
              <a:rPr lang="vi" altLang="en-US" sz="2000" b="1" dirty="0" smtClean="0">
                <a:solidFill>
                  <a:schemeClr val="tx1"/>
                </a:solidFill>
                <a:latin typeface="+mn-lt"/>
                <a:ea typeface="ＭＳ Ｐゴシック" charset="-128"/>
                <a:cs typeface="ＭＳ Ｐゴシック" charset="-128"/>
              </a:rPr>
              <a:t>P </a:t>
            </a:r>
            <a:r xmlns:a="http://schemas.openxmlformats.org/drawingml/2006/main">
              <a:rPr lang="vi" altLang="en-US" sz="2000" b="1" dirty="0">
                <a:solidFill>
                  <a:schemeClr val="tx1"/>
                </a:solidFill>
                <a:latin typeface="+mn-lt"/>
                <a:ea typeface="ＭＳ Ｐゴシック" charset="-128"/>
                <a:cs typeface="ＭＳ Ｐゴシック" charset="-128"/>
              </a:rPr>
              <a:t>được liên kết với mỗi </a:t>
            </a:r>
            <a:r xmlns:a="http://schemas.openxmlformats.org/drawingml/2006/main">
              <a:rPr lang="vi" altLang="en-US" sz="2000" b="1" dirty="0" smtClean="0">
                <a:solidFill>
                  <a:schemeClr val="tx1"/>
                </a:solidFill>
                <a:latin typeface="+mn-lt"/>
                <a:ea typeface="ＭＳ Ｐゴシック" charset="-128"/>
                <a:cs typeface="ＭＳ Ｐゴシック" charset="-128"/>
              </a:rPr>
              <a:t>giao diện</a:t>
            </a:r>
            <a:endParaRPr xmlns:a="http://schemas.openxmlformats.org/drawingml/2006/main" lang="en-US" altLang="en-US" sz="2000" b="1" dirty="0">
              <a:solidFill>
                <a:schemeClr val="tx1"/>
              </a:solidFill>
              <a:latin typeface="+mn-lt"/>
              <a:ea typeface="ＭＳ Ｐゴシック" charset="-128"/>
              <a:cs typeface="ＭＳ Ｐゴシック" charset="-128"/>
            </a:endParaRPr>
          </a:p>
        </p:txBody>
      </p:sp>
      <p:pic>
        <p:nvPicPr>
          <p:cNvPr id="4" name="Picture 3" descr="A diagram has 3 groups of internet with P Cs linked to each group, and each group linked to a central router. Each link has a series of numbers. Below the diagram, there is an equation with 4 groups of numbers. Part 1, diagram. Central router. Link to left internet group, 223 period 1 period 1 period 4. Beside the group, there are 3 P Cs aligned vertically. P C 1, 223 period 1 period 1 period 1. P C 2, 223 period 1 period 1 period 2. P C 3, 223 period 1 period 1 period 3. Router. Link to bottom internet group, 223 period 1 period 3 period 27. Below the group, there are 2 linked P Cs. P C 1, 223 period 1 period 3 period 1. P C 2, 223 period 1 period 3 period 2. Router. Link to right internet group, 223 period 1 period 2 period 9. Beside the group, there are 2 linked P Cs. P C 1, 223 period 1 period 2 period 1. P C 2, 223 period 1 period 2 period 2. Part 2, equation. Each of the 4 groups of numbers are labeled. 223 period 1 period 1 period 1 =. Group 223, 1 1 0 1 1 1 1 1. Group 1, 7 zeros, 1. Group 1, 7 zeros, 1. Group 1, 7 zeros,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77314" y="1792876"/>
            <a:ext cx="3901808" cy="3664134"/>
          </a:xfrm>
          <a:prstGeom prst="rect">
            <a:avLst/>
          </a:prstGeom>
        </p:spPr>
      </p:pic>
    </p:spTree>
    <p:extLst>
      <p:ext uri="{BB962C8B-B14F-4D97-AF65-F5344CB8AC3E}">
        <p14:creationId xmlns:p14="http://schemas.microsoft.com/office/powerpoint/2010/main" val="310397666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xmlns:a="http://schemas.openxmlformats.org/drawingml/2006/main">
              <a:rPr lang="vi" altLang="en-US" dirty="0" smtClean="0">
                <a:ea typeface="ＭＳ Ｐゴシック" charset="-128"/>
              </a:rPr>
              <a:t>Tôi</a:t>
            </a:r>
            <a:r xmlns:a="http://schemas.openxmlformats.org/drawingml/2006/main">
              <a:rPr lang="vi" altLang="en-US" sz="100" dirty="0" smtClean="0">
                <a:ea typeface="ＭＳ Ｐゴシック" charset="-128"/>
              </a:rPr>
              <a:t> </a:t>
            </a:r>
            <a:r xmlns:a="http://schemas.openxmlformats.org/drawingml/2006/main">
              <a:rPr lang="vi" altLang="en-US" dirty="0" smtClean="0">
                <a:ea typeface="ＭＳ Ｐゴシック" charset="-128"/>
              </a:rPr>
              <a:t>P </a:t>
            </a:r>
            <a:r xmlns:a="http://schemas.openxmlformats.org/drawingml/2006/main">
              <a:rPr lang="vi" altLang="en-US" dirty="0">
                <a:ea typeface="ＭＳ Ｐゴシック" charset="-128"/>
              </a:rPr>
              <a:t>Xưng hô: Giới thiệu </a:t>
            </a:r>
            <a:r xmlns:a="http://schemas.openxmlformats.org/drawingml/2006/main">
              <a:rPr lang="vi" altLang="en-US" sz="2000" b="0" dirty="0" smtClean="0">
                <a:ea typeface="ＭＳ Ｐゴシック" charset="-128"/>
              </a:rPr>
              <a:t>(2 </a:t>
            </a:r>
            <a:r xmlns:a="http://schemas.openxmlformats.org/drawingml/2006/main">
              <a:rPr lang="vi" altLang="en-US" sz="2000" b="0" dirty="0">
                <a:ea typeface="ＭＳ Ｐゴシック" charset="-128"/>
              </a:rPr>
              <a:t>trên 2)</a:t>
            </a:r>
            <a:endParaRPr xmlns:a="http://schemas.openxmlformats.org/drawingml/2006/main" lang="en-US" dirty="0"/>
          </a:p>
        </p:txBody>
      </p:sp>
      <p:sp>
        <p:nvSpPr>
          <p:cNvPr id="6" name="Text Placeholder 5"/>
          <p:cNvSpPr>
            <a:spLocks noGrp="1"/>
          </p:cNvSpPr>
          <p:nvPr>
            <p:ph type="body" idx="1"/>
          </p:nvPr>
        </p:nvSpPr>
        <p:spPr>
          <a:xfrm>
            <a:off x="457200" y="1600201"/>
            <a:ext cx="2647777" cy="1954160"/>
          </a:xfrm>
        </p:spPr>
        <p:txBody>
          <a:bodyPr/>
          <a:lstStyle/>
          <a:p>
            <a:pPr xmlns:a="http://schemas.openxmlformats.org/drawingml/2006/main" marL="0" indent="0">
              <a:buFont typeface="Wingdings" panose="05000000000000000000" pitchFamily="2" charset="2"/>
              <a:buNone/>
            </a:pPr>
            <a:r xmlns:a="http://schemas.openxmlformats.org/drawingml/2006/main">
              <a:rPr lang="vi" altLang="en-US" sz="2000" b="1" dirty="0">
                <a:solidFill>
                  <a:schemeClr val="tx1"/>
                </a:solidFill>
                <a:latin typeface="+mn-lt"/>
                <a:ea typeface="ＭＳ Ｐゴシック" charset="-128"/>
                <a:cs typeface="ＭＳ Ｐゴシック" charset="-128"/>
              </a:rPr>
              <a:t>Q: các giao diện thực sự được kết nối như thế nào?</a:t>
            </a:r>
          </a:p>
          <a:p>
            <a:pPr xmlns:a="http://schemas.openxmlformats.org/drawingml/2006/main" marL="0" indent="0">
              <a:buFont typeface="Wingdings" panose="05000000000000000000" pitchFamily="2" charset="2"/>
              <a:buNone/>
            </a:pPr>
            <a:r xmlns:a="http://schemas.openxmlformats.org/drawingml/2006/main">
              <a:rPr lang="vi" altLang="en-US" sz="2000" b="1" dirty="0">
                <a:solidFill>
                  <a:schemeClr val="tx1"/>
                </a:solidFill>
                <a:latin typeface="+mn-lt"/>
                <a:ea typeface="ＭＳ Ｐゴシック" charset="-128"/>
                <a:cs typeface="ＭＳ Ｐゴシック" charset="-128"/>
              </a:rPr>
              <a:t>A: </a:t>
            </a:r>
            <a:r xmlns:a="http://schemas.openxmlformats.org/drawingml/2006/main">
              <a:rPr lang="vi" altLang="en-US" sz="2000" b="1" dirty="0">
                <a:latin typeface="+mn-lt"/>
                <a:ea typeface="ＭＳ Ｐゴシック" charset="-128"/>
                <a:cs typeface="ＭＳ Ｐゴシック" charset="-128"/>
              </a:rPr>
              <a:t>chúng ta sẽ tìm hiểu về điều đó trong chương 5, 6 </a:t>
            </a:r>
            <a:r xmlns:a="http://schemas.openxmlformats.org/drawingml/2006/main">
              <a:rPr lang="vi" altLang="en-US" sz="2000" b="1" dirty="0" smtClean="0">
                <a:latin typeface="+mn-lt"/>
                <a:ea typeface="ＭＳ Ｐゴシック" charset="-128"/>
                <a:cs typeface="ＭＳ Ｐゴシック" charset="-128"/>
              </a:rPr>
              <a:t>.</a:t>
            </a:r>
            <a:endParaRPr xmlns:a="http://schemas.openxmlformats.org/drawingml/2006/main" lang="en-US" altLang="en-US" sz="2000" b="1" dirty="0">
              <a:latin typeface="+mn-lt"/>
              <a:ea typeface="ＭＳ Ｐゴシック" charset="-128"/>
              <a:cs typeface="ＭＳ Ｐゴシック" charset="-128"/>
            </a:endParaRPr>
          </a:p>
        </p:txBody>
      </p:sp>
      <p:sp>
        <p:nvSpPr>
          <p:cNvPr id="7" name="Text Placeholder 6"/>
          <p:cNvSpPr>
            <a:spLocks noGrp="1"/>
          </p:cNvSpPr>
          <p:nvPr>
            <p:ph type="body" idx="2"/>
          </p:nvPr>
        </p:nvSpPr>
        <p:spPr>
          <a:xfrm>
            <a:off x="457200" y="4545874"/>
            <a:ext cx="3288890" cy="1760916"/>
          </a:xfrm>
        </p:spPr>
        <p:txBody>
          <a:bodyPr/>
          <a:lstStyle/>
          <a:p>
            <a:pPr xmlns:a="http://schemas.openxmlformats.org/drawingml/2006/main" marL="0" indent="0">
              <a:buNone/>
            </a:pPr>
            <a:r xmlns:a="http://schemas.openxmlformats.org/drawingml/2006/main">
              <a:rPr lang="vi" altLang="en-US" sz="2000" b="1" dirty="0">
                <a:solidFill>
                  <a:schemeClr val="tx1"/>
                </a:solidFill>
                <a:latin typeface="+mn-lt"/>
              </a:rPr>
              <a:t>Hiện tại: </a:t>
            </a:r>
            <a:r xmlns:a="http://schemas.openxmlformats.org/drawingml/2006/main">
              <a:rPr lang="vi" altLang="en-US" sz="2000" dirty="0">
                <a:latin typeface="+mn-lt"/>
              </a:rPr>
              <a:t>không </a:t>
            </a:r>
            <a:r xmlns:a="http://schemas.openxmlformats.org/drawingml/2006/main">
              <a:rPr lang="vi" altLang="ja-JP" sz="2000" dirty="0">
                <a:latin typeface="+mn-lt"/>
              </a:rPr>
              <a:t>cần lo lắng về cách một giao diện được kết nối với giao diện khác (không có bộ định tuyến can </a:t>
            </a:r>
            <a:r xmlns:a="http://schemas.openxmlformats.org/drawingml/2006/main">
              <a:rPr lang="vi" altLang="en-US" sz="2000" dirty="0">
                <a:latin typeface="+mn-lt"/>
              </a:rPr>
              <a:t>thiệp </a:t>
            </a:r>
            <a:r xmlns:a="http://schemas.openxmlformats.org/drawingml/2006/main">
              <a:rPr lang="vi" altLang="ja-JP" sz="2000" dirty="0" smtClean="0">
                <a:latin typeface="+mn-lt"/>
              </a:rPr>
              <a:t>)</a:t>
            </a:r>
            <a:endParaRPr xmlns:a="http://schemas.openxmlformats.org/drawingml/2006/main" lang="en-US" altLang="en-US" sz="2000" dirty="0">
              <a:latin typeface="+mn-lt"/>
            </a:endParaRPr>
          </a:p>
        </p:txBody>
      </p:sp>
      <p:pic>
        <p:nvPicPr>
          <p:cNvPr id="2" name="Picture 1" descr="A diagram has 3 groups of internet with P Cs linked to each group, and each group linked to a central router. Each link has a series of numbers. Central router. Link to left internet group, 223 period 1 period 1 period 4. The router links to a switch in the group. Switch, wired Ethernet interfaces connected by Ethernet switches. The switch links to 3 P Cs. P C 1, 223 period 1 period 1 period 1. P C 2, 223 period 1 period 1 period 2. P C 3, 223 period 1 period 1 period 3. Router. Link to bottom internet group, 223 period 1 period 3 period 27. The router links to a wifi router, wireless wifi interfaces connected by wifi base station. The wifi router links to 2 P Cs. P C 1, 223 period 1 period 3 period 1. P C 2, 223 period 1 period 3 period 2. Router. Link to right internet group, 223 period 1 period 2 period 9. Beside the group, there are 2 linked P Cs. P C 1, 223 period 1 period 2 period 1. P C 2, 223 period 1 period 2 period 2. "/>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16453" y="1906091"/>
            <a:ext cx="5070347" cy="3001572"/>
          </a:xfrm>
          <a:prstGeom prst="rect">
            <a:avLst/>
          </a:prstGeom>
        </p:spPr>
      </p:pic>
    </p:spTree>
    <p:extLst>
      <p:ext uri="{BB962C8B-B14F-4D97-AF65-F5344CB8AC3E}">
        <p14:creationId xmlns:p14="http://schemas.microsoft.com/office/powerpoint/2010/main" val="80982154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dirty="0" smtClean="0"/>
              <a:t>Mạng con </a:t>
            </a:r>
            <a:r xmlns:a="http://schemas.openxmlformats.org/drawingml/2006/main">
              <a:rPr lang="vi" sz="2000" b="0" dirty="0" smtClean="0"/>
              <a:t>(1 trên 3)</a:t>
            </a:r>
            <a:endParaRPr xmlns:a="http://schemas.openxmlformats.org/drawingml/2006/main" lang="en-US" sz="2000" b="0" dirty="0"/>
          </a:p>
        </p:txBody>
      </p:sp>
      <p:sp>
        <p:nvSpPr>
          <p:cNvPr id="3" name="Text Placeholder 2"/>
          <p:cNvSpPr>
            <a:spLocks noGrp="1"/>
          </p:cNvSpPr>
          <p:nvPr>
            <p:ph type="body" idx="1"/>
          </p:nvPr>
        </p:nvSpPr>
        <p:spPr>
          <a:xfrm>
            <a:off x="457200" y="1600200"/>
            <a:ext cx="4310743" cy="4800600"/>
          </a:xfrm>
        </p:spPr>
        <p:txBody>
          <a:bodyPr/>
          <a:lstStyle/>
          <a:p>
            <a:pPr xmlns:a="http://schemas.openxmlformats.org/drawingml/2006/main" marL="256032" indent="-256032"/>
            <a:r xmlns:a="http://schemas.openxmlformats.org/drawingml/2006/main">
              <a:rPr lang="vi" altLang="en-US" sz="2400" b="1" dirty="0" smtClean="0">
                <a:solidFill>
                  <a:schemeClr val="tx1"/>
                </a:solidFill>
                <a:latin typeface="+mn-lt"/>
                <a:ea typeface="ＭＳ Ｐゴシック" charset="-128"/>
                <a:cs typeface="ＭＳ Ｐゴシック" charset="-128"/>
              </a:rPr>
              <a:t>Tôi</a:t>
            </a:r>
            <a:r xmlns:a="http://schemas.openxmlformats.org/drawingml/2006/main">
              <a:rPr lang="vi" altLang="en-US" sz="100" b="1" dirty="0" smtClean="0">
                <a:solidFill>
                  <a:schemeClr val="tx1"/>
                </a:solidFill>
                <a:latin typeface="+mn-lt"/>
                <a:ea typeface="ＭＳ Ｐゴシック" charset="-128"/>
                <a:cs typeface="ＭＳ Ｐゴシック" charset="-128"/>
              </a:rPr>
              <a:t> </a:t>
            </a:r>
            <a:r xmlns:a="http://schemas.openxmlformats.org/drawingml/2006/main">
              <a:rPr lang="vi" altLang="en-US" sz="2400" b="1" dirty="0">
                <a:solidFill>
                  <a:schemeClr val="tx1"/>
                </a:solidFill>
                <a:latin typeface="+mn-lt"/>
                <a:ea typeface="ＭＳ Ｐゴシック" charset="-128"/>
                <a:cs typeface="ＭＳ Ｐゴシック" charset="-128"/>
              </a:rPr>
              <a:t>Địa chỉ </a:t>
            </a:r>
            <a:r xmlns:a="http://schemas.openxmlformats.org/drawingml/2006/main">
              <a:rPr lang="vi" altLang="en-US" sz="2400" b="1" dirty="0" smtClean="0">
                <a:solidFill>
                  <a:schemeClr val="tx1"/>
                </a:solidFill>
                <a:latin typeface="+mn-lt"/>
                <a:ea typeface="ＭＳ Ｐゴシック" charset="-128"/>
                <a:cs typeface="ＭＳ Ｐゴシック" charset="-128"/>
              </a:rPr>
              <a:t>p </a:t>
            </a:r>
            <a:r xmlns:a="http://schemas.openxmlformats.org/drawingml/2006/main">
              <a:rPr lang="vi" altLang="en-US" sz="2400" b="1" dirty="0" smtClean="0">
                <a:solidFill>
                  <a:schemeClr val="tx1"/>
                </a:solidFill>
                <a:latin typeface="+mn-lt"/>
                <a:ea typeface="ＭＳ Ｐゴシック" charset="-128"/>
                <a:cs typeface="ＭＳ Ｐゴシック" charset="-128"/>
              </a:rPr>
              <a:t>:</a:t>
            </a:r>
            <a:endParaRPr xmlns:a="http://schemas.openxmlformats.org/drawingml/2006/main" lang="en-US" altLang="en-US" sz="2400" b="1" dirty="0">
              <a:solidFill>
                <a:schemeClr val="tx1"/>
              </a:solidFill>
              <a:latin typeface="+mn-lt"/>
              <a:ea typeface="ＭＳ Ｐゴシック" charset="-128"/>
              <a:cs typeface="ＭＳ Ｐゴシック" charset="-128"/>
            </a:endParaRPr>
          </a:p>
          <a:p>
            <a:pPr xmlns:a="http://schemas.openxmlformats.org/drawingml/2006/main" marL="741600" lvl="1" indent="-284400">
              <a:buFont typeface="Arial" panose="020B0604020202020204" pitchFamily="34" charset="0"/>
              <a:buChar char="–"/>
            </a:pPr>
            <a:r xmlns:a="http://schemas.openxmlformats.org/drawingml/2006/main">
              <a:rPr lang="vi" altLang="en-US" sz="2400" dirty="0">
                <a:latin typeface="+mn-lt"/>
                <a:ea typeface="ＭＳ Ｐゴシック" charset="-128"/>
              </a:rPr>
              <a:t>phần mạng con - bit bậc cao</a:t>
            </a:r>
          </a:p>
          <a:p>
            <a:pPr xmlns:a="http://schemas.openxmlformats.org/drawingml/2006/main" marL="741600" lvl="1" indent="-284400">
              <a:buFont typeface="Arial" panose="020B0604020202020204" pitchFamily="34" charset="0"/>
              <a:buChar char="–"/>
            </a:pPr>
            <a:r xmlns:a="http://schemas.openxmlformats.org/drawingml/2006/main">
              <a:rPr lang="vi" altLang="en-US" sz="2400" dirty="0" smtClean="0">
                <a:latin typeface="+mn-lt"/>
                <a:ea typeface="ＭＳ Ｐゴシック" charset="-128"/>
              </a:rPr>
              <a:t>bit </a:t>
            </a:r>
            <a:endParaRPr xmlns:a="http://schemas.openxmlformats.org/drawingml/2006/main" lang="en-US" altLang="en-US" sz="2400" dirty="0">
              <a:latin typeface="+mn-lt"/>
              <a:ea typeface="ＭＳ Ｐゴシック" charset="-128"/>
            </a:endParaRPr>
            <a:r xmlns:a="http://schemas.openxmlformats.org/drawingml/2006/main">
              <a:rPr lang="vi" altLang="en-US" sz="2400" dirty="0">
                <a:latin typeface="+mn-lt"/>
                <a:ea typeface="ＭＳ Ｐゴシック" charset="-128"/>
              </a:rPr>
              <a:t>thứ tự thấp</a:t>
            </a:r>
          </a:p>
          <a:p>
            <a:pPr xmlns:a="http://schemas.openxmlformats.org/drawingml/2006/main" marL="256032" indent="-256032"/>
            <a:r xmlns:a="http://schemas.openxmlformats.org/drawingml/2006/main">
              <a:rPr lang="vi" altLang="ja-JP" sz="2400" b="1" dirty="0" smtClean="0">
                <a:solidFill>
                  <a:schemeClr val="tx1"/>
                </a:solidFill>
                <a:latin typeface="+mn-lt"/>
                <a:ea typeface="ＭＳ Ｐゴシック" charset="-128"/>
                <a:cs typeface="ＭＳ Ｐゴシック" charset="-128"/>
              </a:rPr>
              <a:t>Mạng con là </a:t>
            </a:r>
            <a:r xmlns:a="http://schemas.openxmlformats.org/drawingml/2006/main">
              <a:rPr lang="vi" altLang="en-US" sz="2400" b="1" dirty="0" smtClean="0">
                <a:solidFill>
                  <a:schemeClr val="tx1"/>
                </a:solidFill>
                <a:latin typeface="+mn-lt"/>
                <a:ea typeface="ＭＳ Ｐゴシック" charset="-128"/>
                <a:cs typeface="ＭＳ Ｐゴシック" charset="-128"/>
              </a:rPr>
              <a:t>gì </a:t>
            </a:r>
            <a:r xmlns:a="http://schemas.openxmlformats.org/drawingml/2006/main">
              <a:rPr lang="vi" altLang="ja-JP" sz="2400" b="1" dirty="0">
                <a:solidFill>
                  <a:schemeClr val="tx1"/>
                </a:solidFill>
                <a:latin typeface="+mn-lt"/>
                <a:ea typeface="ＭＳ Ｐゴシック" charset="-128"/>
                <a:cs typeface="ＭＳ Ｐゴシック" charset="-128"/>
              </a:rPr>
              <a:t>?</a:t>
            </a:r>
          </a:p>
          <a:p>
            <a:pPr xmlns:a="http://schemas.openxmlformats.org/drawingml/2006/main" marL="741600" lvl="1" indent="-284400">
              <a:buFont typeface="Arial" panose="020B0604020202020204" pitchFamily="34" charset="0"/>
              <a:buChar char="–"/>
            </a:pPr>
            <a:r xmlns:a="http://schemas.openxmlformats.org/drawingml/2006/main">
              <a:rPr lang="vi" altLang="en-US" sz="2400" dirty="0">
                <a:latin typeface="+mn-lt"/>
                <a:ea typeface="ＭＳ Ｐゴシック" charset="-128"/>
              </a:rPr>
              <a:t>giao diện thiết bị với cùng một phần mạng con của </a:t>
            </a:r>
            <a:r xmlns:a="http://schemas.openxmlformats.org/drawingml/2006/main">
              <a:rPr lang="vi" altLang="en-US" sz="2400" dirty="0" smtClean="0">
                <a:latin typeface="+mn-lt"/>
                <a:ea typeface="ＭＳ Ｐゴシック" charset="-128"/>
              </a:rPr>
              <a:t>tôi</a:t>
            </a:r>
            <a:r xmlns:a="http://schemas.openxmlformats.org/drawingml/2006/main">
              <a:rPr lang="vi" altLang="en-US" sz="100" dirty="0" smtClean="0">
                <a:latin typeface="+mn-lt"/>
                <a:ea typeface="ＭＳ Ｐゴシック" charset="-128"/>
              </a:rPr>
              <a:t> </a:t>
            </a:r>
            <a:r xmlns:a="http://schemas.openxmlformats.org/drawingml/2006/main">
              <a:rPr lang="vi" altLang="en-US" sz="2400" dirty="0">
                <a:latin typeface="+mn-lt"/>
                <a:ea typeface="ＭＳ Ｐゴシック" charset="-128"/>
              </a:rPr>
              <a:t>địa chỉ </a:t>
            </a:r>
            <a:r xmlns:a="http://schemas.openxmlformats.org/drawingml/2006/main">
              <a:rPr lang="vi" altLang="en-US" sz="2400" dirty="0" smtClean="0">
                <a:latin typeface="+mn-lt"/>
                <a:ea typeface="ＭＳ Ｐゴシック" charset="-128"/>
              </a:rPr>
              <a:t>p</a:t>
            </a:r>
          </a:p>
          <a:p>
            <a:pPr xmlns:a="http://schemas.openxmlformats.org/drawingml/2006/main" marL="741600" lvl="1" indent="-284400">
              <a:buFont typeface="Arial" panose="020B0604020202020204" pitchFamily="34" charset="0"/>
              <a:buChar char="–"/>
            </a:pPr>
            <a:r xmlns:a="http://schemas.openxmlformats.org/drawingml/2006/main">
              <a:rPr lang="vi" altLang="en-US" sz="2400" dirty="0">
                <a:latin typeface="+mn-lt"/>
                <a:ea typeface="ＭＳ Ｐゴシック" charset="-128"/>
              </a:rPr>
              <a:t>có thể liên lạc với nhau về mặt vật lý mà không cần </a:t>
            </a:r>
            <a:r xmlns:a="http://schemas.openxmlformats.org/drawingml/2006/main">
              <a:rPr lang="vi" altLang="en-US" sz="2400" b="1" dirty="0" smtClean="0">
                <a:solidFill>
                  <a:schemeClr val="tx1"/>
                </a:solidFill>
                <a:latin typeface="+mn-lt"/>
                <a:ea typeface="ＭＳ Ｐゴシック" charset="-128"/>
              </a:rPr>
              <a:t>bộ định tuyến </a:t>
            </a:r>
            <a:endParaRPr xmlns:a="http://schemas.openxmlformats.org/drawingml/2006/main" lang="en-US" altLang="en-US" sz="2400" b="1" dirty="0">
              <a:solidFill>
                <a:schemeClr val="tx1"/>
              </a:solidFill>
              <a:latin typeface="+mn-lt"/>
              <a:ea typeface="ＭＳ Ｐゴシック" charset="-128"/>
            </a:endParaRPr>
            <a:r xmlns:a="http://schemas.openxmlformats.org/drawingml/2006/main">
              <a:rPr lang="vi" altLang="en-US" sz="2400" b="1" dirty="0">
                <a:solidFill>
                  <a:schemeClr val="tx1"/>
                </a:solidFill>
                <a:latin typeface="+mn-lt"/>
                <a:ea typeface="ＭＳ Ｐゴシック" charset="-128"/>
              </a:rPr>
              <a:t>can thiệp</a:t>
            </a:r>
          </a:p>
        </p:txBody>
      </p:sp>
      <p:pic>
        <p:nvPicPr>
          <p:cNvPr id="5" name="Picture 4" descr="A diagram has 3 subnets with P Cs linked to each subnet, and each subnet linked to a central router. Each link has a series of numbers. Central router. Link to left subnet, 223 period 1 period 1 period 4. Beside the subnet, there are 3 linked P Cs. P C 1, 223 period 1 period 1 period 1. P C 2, 223 period 1 period 1 period 2. P C 3, 223 period 1 period 1 period 3. Router. Link to bottom subnet, 223 period 1 period 3 period 27. Below the subnet, there are 2 linked P Cs. P C 1, 223 period 1 period 3 period 1. P C 2, 223 period 1 period 3 period 2. Router. Link to right subnet, 223 period 1 period 2 period 9. Beside the subnet, there are 2 linked P Cs. P C 1, 223 period 1 period 2 period 1. P C 2, 223 period 1 period 2 period 2. "/>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86700" y="2072146"/>
            <a:ext cx="3705588" cy="3582070"/>
          </a:xfrm>
          <a:prstGeom prst="rect">
            <a:avLst/>
          </a:prstGeom>
        </p:spPr>
      </p:pic>
    </p:spTree>
    <p:extLst>
      <p:ext uri="{BB962C8B-B14F-4D97-AF65-F5344CB8AC3E}">
        <p14:creationId xmlns:p14="http://schemas.microsoft.com/office/powerpoint/2010/main" val="362284582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dirty="0"/>
              <a:t>Mạng con </a:t>
            </a:r>
            <a:r xmlns:a="http://schemas.openxmlformats.org/drawingml/2006/main">
              <a:rPr lang="vi" sz="2000" b="0" dirty="0" smtClean="0"/>
              <a:t>(2 </a:t>
            </a:r>
            <a:r xmlns:a="http://schemas.openxmlformats.org/drawingml/2006/main">
              <a:rPr lang="vi" sz="2000" b="0" dirty="0"/>
              <a:t>trên 3)</a:t>
            </a:r>
            <a:endParaRPr xmlns:a="http://schemas.openxmlformats.org/drawingml/2006/main" lang="en-US" dirty="0"/>
          </a:p>
        </p:txBody>
      </p:sp>
      <p:sp>
        <p:nvSpPr>
          <p:cNvPr id="3" name="Text Placeholder 2"/>
          <p:cNvSpPr>
            <a:spLocks noGrp="1"/>
          </p:cNvSpPr>
          <p:nvPr>
            <p:ph type="body" idx="1"/>
          </p:nvPr>
        </p:nvSpPr>
        <p:spPr>
          <a:xfrm>
            <a:off x="457200" y="1600200"/>
            <a:ext cx="3866606" cy="4525963"/>
          </a:xfrm>
        </p:spPr>
        <p:txBody>
          <a:bodyPr/>
          <a:lstStyle/>
          <a:p>
            <a:pPr xmlns:a="http://schemas.openxmlformats.org/drawingml/2006/main" marL="0" indent="0">
              <a:buNone/>
              <a:defRPr/>
            </a:pPr>
            <a:r xmlns:a="http://schemas.openxmlformats.org/drawingml/2006/main">
              <a:rPr lang="vi" sz="2400" b="1" dirty="0">
                <a:solidFill>
                  <a:schemeClr val="tx1"/>
                </a:solidFill>
                <a:latin typeface="+mn-lt"/>
              </a:rPr>
              <a:t>công thức</a:t>
            </a:r>
          </a:p>
          <a:p>
            <a:pPr xmlns:a="http://schemas.openxmlformats.org/drawingml/2006/main">
              <a:defRPr/>
            </a:pPr>
            <a:r xmlns:a="http://schemas.openxmlformats.org/drawingml/2006/main">
              <a:rPr lang="vi" sz="2400" dirty="0">
                <a:latin typeface="+mn-lt"/>
              </a:rPr>
              <a:t>để xác định các mạng con, hãy tách từng giao diện khỏi máy chủ hoặc bộ định tuyến của nó, tạo các đảo của các mạng bị cô lập</a:t>
            </a:r>
          </a:p>
          <a:p>
            <a:pPr xmlns:a="http://schemas.openxmlformats.org/drawingml/2006/main">
              <a:defRPr/>
            </a:pPr>
            <a:r xmlns:a="http://schemas.openxmlformats.org/drawingml/2006/main">
              <a:rPr lang="vi" sz="2400" dirty="0">
                <a:latin typeface="+mn-lt"/>
              </a:rPr>
              <a:t>mỗi mạng bị cô lập được gọi là </a:t>
            </a:r>
            <a:r xmlns:a="http://schemas.openxmlformats.org/drawingml/2006/main">
              <a:rPr lang="vi" sz="2400" b="1" dirty="0" smtClean="0">
                <a:solidFill>
                  <a:schemeClr val="tx1"/>
                </a:solidFill>
                <a:latin typeface="+mn-lt"/>
              </a:rPr>
              <a:t>mạng con</a:t>
            </a:r>
            <a:endParaRPr xmlns:a="http://schemas.openxmlformats.org/drawingml/2006/main" lang="en-US" sz="2400" b="1" dirty="0">
              <a:solidFill>
                <a:schemeClr val="tx1"/>
              </a:solidFill>
              <a:latin typeface="+mn-lt"/>
            </a:endParaRPr>
          </a:p>
        </p:txBody>
      </p:sp>
      <p:pic>
        <p:nvPicPr>
          <p:cNvPr id="7" name="Picture 6" descr="A diagram of subnet mask colon forward slash 24, has 3 subnets with P Cs linked to each subnet, and each subnet linked to a central router. Each link has a series of numbers. Central router. Link to left subnet, 223 period 1 period 1 period 4. Subnet, 223 period 1 period 1 period 0 forward slash 24. Beside the subnet, there are 3 linked P Cs. P C 1, 223 period 1 period 1 period 1. P C 2, 223 period 1 period 1 period 2. P C 3, 223 period 1 period 1 period 3. Router. Link to bottom subnet, 223 period 1 period 3 period 27. Subnet, 223 period 1 period 3 period 0 forward slash 24. Below the subnet, there are 2 linked P Cs. P C 1, 223 period 1 period 3 period 1. P C 2, 223 period 1 period 3 period 2. Router. Link to right subnet, 223 period 1 period 2 period 9. Subnet, 223 period 1 period 2 period 0 forward slash 24. Beside the subnet, there are 2 linked P Cs. P C 1, 223 period 1 period 2 period 1. P C 2, 223 period 1 period 2 period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31971" y="1600200"/>
            <a:ext cx="3954829" cy="4603158"/>
          </a:xfrm>
          <a:prstGeom prst="rect">
            <a:avLst/>
          </a:prstGeom>
        </p:spPr>
      </p:pic>
    </p:spTree>
    <p:extLst>
      <p:ext uri="{BB962C8B-B14F-4D97-AF65-F5344CB8AC3E}">
        <p14:creationId xmlns:p14="http://schemas.microsoft.com/office/powerpoint/2010/main" val="68408731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dirty="0"/>
              <a:t>Mạng con </a:t>
            </a:r>
            <a:r xmlns:a="http://schemas.openxmlformats.org/drawingml/2006/main">
              <a:rPr lang="vi" sz="2000" b="0" dirty="0" smtClean="0"/>
              <a:t>(3 </a:t>
            </a:r>
            <a:r xmlns:a="http://schemas.openxmlformats.org/drawingml/2006/main">
              <a:rPr lang="vi" sz="2000" b="0" dirty="0"/>
              <a:t>trên 3)</a:t>
            </a:r>
            <a:endParaRPr xmlns:a="http://schemas.openxmlformats.org/drawingml/2006/main" lang="en-US" dirty="0"/>
          </a:p>
        </p:txBody>
      </p:sp>
      <p:sp>
        <p:nvSpPr>
          <p:cNvPr id="3" name="Text Placeholder 2"/>
          <p:cNvSpPr>
            <a:spLocks noGrp="1"/>
          </p:cNvSpPr>
          <p:nvPr>
            <p:ph type="body" idx="1"/>
          </p:nvPr>
        </p:nvSpPr>
        <p:spPr>
          <a:xfrm>
            <a:off x="457200" y="1600201"/>
            <a:ext cx="3344091" cy="448056"/>
          </a:xfrm>
        </p:spPr>
        <p:txBody>
          <a:bodyPr/>
          <a:lstStyle/>
          <a:p>
            <a:pPr xmlns:a="http://schemas.openxmlformats.org/drawingml/2006/main" marL="0" indent="0">
              <a:buNone/>
            </a:pPr>
            <a:r xmlns:a="http://schemas.openxmlformats.org/drawingml/2006/main">
              <a:rPr lang="vi" sz="2400" b="1" dirty="0">
                <a:solidFill>
                  <a:schemeClr val="tx1"/>
                </a:solidFill>
                <a:latin typeface="+mn-lt"/>
              </a:rPr>
              <a:t>có bao nhiêu </a:t>
            </a:r>
            <a:r xmlns:a="http://schemas.openxmlformats.org/drawingml/2006/main">
              <a:rPr lang="vi" sz="2400" b="1" dirty="0" smtClean="0">
                <a:solidFill>
                  <a:schemeClr val="tx1"/>
                </a:solidFill>
                <a:latin typeface="+mn-lt"/>
              </a:rPr>
              <a:t>?</a:t>
            </a:r>
            <a:endParaRPr xmlns:a="http://schemas.openxmlformats.org/drawingml/2006/main" lang="en-US" sz="2400" b="1" dirty="0">
              <a:solidFill>
                <a:schemeClr val="tx1"/>
              </a:solidFill>
              <a:latin typeface="+mn-lt"/>
            </a:endParaRPr>
          </a:p>
        </p:txBody>
      </p:sp>
      <p:pic>
        <p:nvPicPr>
          <p:cNvPr id="4" name="Picture 3" descr="A diagram has 3 numbered and linked internet groups of P Cs, and 3 routers arranged in a triangle. Router 1, top. Router 1 is wired to a router in the bottom right. This wire has 2 series of numbers, 1 near router 1, and 1 near router 2. 1, 223 period 1 period 7 period 0. 2, 223 period 1 period 7 period 1. Router 2, bottom right. Router 2 is wired to a router in the bottom left. This wire has 2 series of numbers, 1 near router 2, and 1 near router 3. 1, 223 period 1 period 8 period 0. 2, 223 period 1 period 8 period 1. Router 3, bottom left. Router 3 is wired to a router 1 at the top. This wire has 2 series of numbers, 1 near router 3, and 1 near router 1. 1, 223 period 1 period 9 period 1. 2, 223 period 1 period 9 period 2. Router 1. From the top of router 1, an internet group has 3 P Cs aligned horizontally. Line number. 223 period 1 period 1 period 3. Each P C has a line drawing down. P C 1, 223 period 1 period 1 period 1. P C 2, 223 period 1 period 1 period 2. P C 3, 223 period 1 period 1 period 4. Router 2. From the bottom of router 2, an internet group has 2 P Cs aligned horizontally. Line number. 223 period 1 period 3 period 27. Each P C has a line going up. P C 1, 223 period 1 period 3 period 1. P C 2, 223 period 1 period 3 period 2. Router 3. From the bottom of router 3, an internet group has 2 P Cs aligned horizontally. Line number. 223 period 1 period 2 period 6. Each P C has a line going up. P C 1, 223 period 1 period 2 period 1. P C 2, 223 period 1 period 2 period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70560" y="1755104"/>
            <a:ext cx="4451475" cy="4216154"/>
          </a:xfrm>
          <a:prstGeom prst="rect">
            <a:avLst/>
          </a:prstGeom>
        </p:spPr>
      </p:pic>
    </p:spTree>
    <p:extLst>
      <p:ext uri="{BB962C8B-B14F-4D97-AF65-F5344CB8AC3E}">
        <p14:creationId xmlns:p14="http://schemas.microsoft.com/office/powerpoint/2010/main" val="354134450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dirty="0" smtClean="0"/>
              <a:t>Tôi</a:t>
            </a:r>
            <a:r xmlns:a="http://schemas.openxmlformats.org/drawingml/2006/main">
              <a:rPr lang="vi" sz="100" dirty="0" smtClean="0"/>
              <a:t> </a:t>
            </a:r>
            <a:r xmlns:a="http://schemas.openxmlformats.org/drawingml/2006/main">
              <a:rPr lang="vi" dirty="0" smtClean="0"/>
              <a:t>Địa chỉ P </a:t>
            </a:r>
            <a:r xmlns:a="http://schemas.openxmlformats.org/drawingml/2006/main">
              <a:rPr lang="vi" dirty="0"/>
              <a:t>: </a:t>
            </a:r>
            <a:r xmlns:a="http://schemas.openxmlformats.org/drawingml/2006/main">
              <a:rPr lang="vi" dirty="0" smtClean="0"/>
              <a:t>C</a:t>
            </a:r>
            <a:r xmlns:a="http://schemas.openxmlformats.org/drawingml/2006/main">
              <a:rPr lang="vi" sz="100" dirty="0" smtClean="0"/>
              <a:t> </a:t>
            </a:r>
            <a:r xmlns:a="http://schemas.openxmlformats.org/drawingml/2006/main">
              <a:rPr lang="vi" dirty="0" smtClean="0"/>
              <a:t>Tôi</a:t>
            </a:r>
            <a:r xmlns:a="http://schemas.openxmlformats.org/drawingml/2006/main">
              <a:rPr lang="vi" sz="100" dirty="0" smtClean="0"/>
              <a:t> </a:t>
            </a:r>
            <a:r xmlns:a="http://schemas.openxmlformats.org/drawingml/2006/main">
              <a:rPr lang="vi" dirty="0" smtClean="0"/>
              <a:t>Đ.</a:t>
            </a:r>
            <a:r xmlns:a="http://schemas.openxmlformats.org/drawingml/2006/main">
              <a:rPr lang="vi" sz="100" dirty="0" smtClean="0"/>
              <a:t> </a:t>
            </a:r>
            <a:r xmlns:a="http://schemas.openxmlformats.org/drawingml/2006/main">
              <a:rPr lang="vi" dirty="0" smtClean="0"/>
              <a:t>r</a:t>
            </a:r>
            <a:endParaRPr xmlns:a="http://schemas.openxmlformats.org/drawingml/2006/main" lang="en-US" dirty="0"/>
          </a:p>
        </p:txBody>
      </p:sp>
      <p:sp>
        <p:nvSpPr>
          <p:cNvPr id="3" name="Text Placeholder 2"/>
          <p:cNvSpPr>
            <a:spLocks noGrp="1"/>
          </p:cNvSpPr>
          <p:nvPr>
            <p:ph type="body" idx="1"/>
          </p:nvPr>
        </p:nvSpPr>
        <p:spPr/>
        <p:txBody>
          <a:bodyPr/>
          <a:lstStyle/>
          <a:p>
            <a:pPr xmlns:a="http://schemas.openxmlformats.org/drawingml/2006/main">
              <a:buFont typeface="Wingdings" charset="0"/>
              <a:buNone/>
              <a:defRPr/>
            </a:pPr>
            <a:r xmlns:a="http://schemas.openxmlformats.org/drawingml/2006/main">
              <a:rPr lang="vi" sz="2400" b="1" dirty="0" smtClean="0">
                <a:solidFill>
                  <a:schemeClr val="tx1"/>
                </a:solidFill>
                <a:latin typeface="+mn-lt"/>
              </a:rPr>
              <a:t>C</a:t>
            </a:r>
            <a:r xmlns:a="http://schemas.openxmlformats.org/drawingml/2006/main">
              <a:rPr lang="vi" sz="100" b="1" dirty="0" smtClean="0">
                <a:solidFill>
                  <a:schemeClr val="tx1"/>
                </a:solidFill>
                <a:latin typeface="+mn-lt"/>
              </a:rPr>
              <a:t> </a:t>
            </a:r>
            <a:r xmlns:a="http://schemas.openxmlformats.org/drawingml/2006/main">
              <a:rPr lang="vi" sz="2400" b="1" dirty="0" smtClean="0">
                <a:solidFill>
                  <a:schemeClr val="tx1"/>
                </a:solidFill>
                <a:latin typeface="+mn-lt"/>
              </a:rPr>
              <a:t>Tôi</a:t>
            </a:r>
            <a:r xmlns:a="http://schemas.openxmlformats.org/drawingml/2006/main">
              <a:rPr lang="vi" sz="100" b="1" dirty="0" smtClean="0">
                <a:solidFill>
                  <a:schemeClr val="tx1"/>
                </a:solidFill>
                <a:latin typeface="+mn-lt"/>
              </a:rPr>
              <a:t> </a:t>
            </a:r>
            <a:r xmlns:a="http://schemas.openxmlformats.org/drawingml/2006/main">
              <a:rPr lang="vi" sz="2400" b="1" dirty="0" smtClean="0">
                <a:solidFill>
                  <a:schemeClr val="tx1"/>
                </a:solidFill>
                <a:latin typeface="+mn-lt"/>
              </a:rPr>
              <a:t>Đ.</a:t>
            </a:r>
            <a:r xmlns:a="http://schemas.openxmlformats.org/drawingml/2006/main">
              <a:rPr lang="vi" sz="100" b="1" dirty="0" smtClean="0">
                <a:solidFill>
                  <a:schemeClr val="tx1"/>
                </a:solidFill>
                <a:latin typeface="+mn-lt"/>
              </a:rPr>
              <a:t> </a:t>
            </a:r>
            <a:r xmlns:a="http://schemas.openxmlformats.org/drawingml/2006/main">
              <a:rPr lang="vi" sz="2400" b="1" dirty="0" smtClean="0">
                <a:solidFill>
                  <a:schemeClr val="tx1"/>
                </a:solidFill>
                <a:latin typeface="+mn-lt"/>
              </a:rPr>
              <a:t>R </a:t>
            </a:r>
            <a:r xmlns:a="http://schemas.openxmlformats.org/drawingml/2006/main">
              <a:rPr lang="vi" sz="2400" b="1" dirty="0">
                <a:solidFill>
                  <a:schemeClr val="tx1"/>
                </a:solidFill>
                <a:latin typeface="+mn-lt"/>
              </a:rPr>
              <a:t>:</a:t>
            </a:r>
            <a:r xmlns:a="http://schemas.openxmlformats.org/drawingml/2006/main">
              <a:rPr lang="vi" sz="2400" dirty="0">
                <a:latin typeface="+mn-lt"/>
              </a:rPr>
              <a:t> </a:t>
            </a:r>
            <a:r xmlns:a="http://schemas.openxmlformats.org/drawingml/2006/main">
              <a:rPr lang="vi" sz="2400" b="1" dirty="0">
                <a:solidFill>
                  <a:schemeClr val="tx1"/>
                </a:solidFill>
                <a:latin typeface="+mn-lt"/>
              </a:rPr>
              <a:t>C </a:t>
            </a:r>
            <a:r xmlns:a="http://schemas.openxmlformats.org/drawingml/2006/main">
              <a:rPr lang="vi" sz="2400" dirty="0">
                <a:latin typeface="+mn-lt"/>
              </a:rPr>
              <a:t>lassless </a:t>
            </a:r>
            <a:r xmlns:a="http://schemas.openxmlformats.org/drawingml/2006/main">
              <a:rPr lang="vi" sz="2400" b="1" dirty="0" smtClean="0">
                <a:solidFill>
                  <a:schemeClr val="tx1"/>
                </a:solidFill>
                <a:latin typeface="+mn-lt"/>
              </a:rPr>
              <a:t>Tôi </a:t>
            </a:r>
            <a:r xmlns:a="http://schemas.openxmlformats.org/drawingml/2006/main">
              <a:rPr lang="vi" sz="2400" dirty="0" smtClean="0">
                <a:latin typeface="+mn-lt"/>
              </a:rPr>
              <a:t>nter </a:t>
            </a:r>
            <a:r xmlns:a="http://schemas.openxmlformats.org/drawingml/2006/main">
              <a:rPr lang="vi" sz="2400" b="1" dirty="0" smtClean="0">
                <a:solidFill>
                  <a:schemeClr val="tx1"/>
                </a:solidFill>
                <a:latin typeface="+mn-lt"/>
              </a:rPr>
              <a:t>D </a:t>
            </a:r>
            <a:r xmlns:a="http://schemas.openxmlformats.org/drawingml/2006/main">
              <a:rPr lang="vi" sz="2400" dirty="0" smtClean="0">
                <a:latin typeface="+mn-lt"/>
              </a:rPr>
              <a:t>omain </a:t>
            </a:r>
            <a:r xmlns:a="http://schemas.openxmlformats.org/drawingml/2006/main">
              <a:rPr lang="vi" sz="2400" b="1" dirty="0">
                <a:solidFill>
                  <a:schemeClr val="tx1"/>
                </a:solidFill>
                <a:latin typeface="+mn-lt"/>
              </a:rPr>
              <a:t>R </a:t>
            </a:r>
            <a:r xmlns:a="http://schemas.openxmlformats.org/drawingml/2006/main">
              <a:rPr lang="vi" sz="2400" dirty="0">
                <a:latin typeface="+mn-lt"/>
              </a:rPr>
              <a:t>đi chơi</a:t>
            </a:r>
          </a:p>
          <a:p>
            <a:pPr xmlns:a="http://schemas.openxmlformats.org/drawingml/2006/main" marL="256032" lvl="1" indent="-256032">
              <a:buFont typeface="Arial"/>
              <a:buChar char="•"/>
              <a:defRPr/>
            </a:pPr>
            <a:r xmlns:a="http://schemas.openxmlformats.org/drawingml/2006/main">
              <a:rPr lang="vi" sz="2400" dirty="0">
                <a:latin typeface="+mn-lt"/>
              </a:rPr>
              <a:t>phần mạng con của địa chỉ có độ dài tùy ý</a:t>
            </a:r>
          </a:p>
          <a:p>
            <a:pPr xmlns:a="http://schemas.openxmlformats.org/drawingml/2006/main" marL="256032" lvl="1" indent="-256032">
              <a:buFont typeface="Arial"/>
              <a:buChar char="•"/>
              <a:defRPr/>
            </a:pPr>
            <a:r xmlns:a="http://schemas.openxmlformats.org/drawingml/2006/main">
              <a:rPr lang="vi" sz="2400" dirty="0">
                <a:latin typeface="+mn-lt"/>
              </a:rPr>
              <a:t>định dạng địa chỉ </a:t>
            </a:r>
            <a:r xmlns:a="http://schemas.openxmlformats.org/drawingml/2006/main">
              <a:rPr lang="vi" sz="2400" dirty="0" smtClean="0">
                <a:latin typeface="+mn-lt"/>
              </a:rPr>
              <a:t>:</a:t>
            </a:r>
            <a:endParaRPr xmlns:a="http://schemas.openxmlformats.org/drawingml/2006/main" lang="en-US" sz="2400" dirty="0">
              <a:latin typeface="+mn-lt"/>
            </a:endParaRPr>
          </a:p>
        </p:txBody>
      </p:sp>
      <p:graphicFrame>
        <p:nvGraphicFramePr>
          <p:cNvPr id="4" name="Object 3" descr="a period b period c period d forward slash x,"/>
          <p:cNvGraphicFramePr>
            <a:graphicFrameLocks noChangeAspect="1"/>
          </p:cNvGraphicFramePr>
          <p:nvPr>
            <p:extLst>
              <p:ext uri="{D42A27DB-BD31-4B8C-83A1-F6EECF244321}">
                <p14:modId xmlns:p14="http://schemas.microsoft.com/office/powerpoint/2010/main" val="1069475016"/>
              </p:ext>
            </p:extLst>
          </p:nvPr>
        </p:nvGraphicFramePr>
        <p:xfrm>
          <a:off x="2981325" y="2589213"/>
          <a:ext cx="1601788" cy="390525"/>
        </p:xfrm>
        <a:graphic>
          <a:graphicData uri="http://schemas.openxmlformats.org/presentationml/2006/ole">
            <mc:AlternateContent xmlns:mc="http://schemas.openxmlformats.org/markup-compatibility/2006">
              <mc:Choice xmlns:v="urn:schemas-microsoft-com:vml" Requires="v">
                <p:oleObj spid="_x0000_s2266" name="Equation" r:id="rId3" imgW="774360" imgH="190440" progId="Equation.DSMT4">
                  <p:embed/>
                </p:oleObj>
              </mc:Choice>
              <mc:Fallback>
                <p:oleObj name="Equation" r:id="rId3" imgW="774360" imgH="190440" progId="Equation.DSMT4">
                  <p:embed/>
                  <p:pic>
                    <p:nvPicPr>
                      <p:cNvPr id="0" name=""/>
                      <p:cNvPicPr/>
                      <p:nvPr/>
                    </p:nvPicPr>
                    <p:blipFill>
                      <a:blip r:embed="rId4"/>
                      <a:stretch>
                        <a:fillRect/>
                      </a:stretch>
                    </p:blipFill>
                    <p:spPr>
                      <a:xfrm>
                        <a:off x="2981325" y="2589213"/>
                        <a:ext cx="1601788" cy="390525"/>
                      </a:xfrm>
                      <a:prstGeom prst="rect">
                        <a:avLst/>
                      </a:prstGeom>
                    </p:spPr>
                  </p:pic>
                </p:oleObj>
              </mc:Fallback>
            </mc:AlternateContent>
          </a:graphicData>
        </a:graphic>
      </p:graphicFrame>
      <p:sp>
        <p:nvSpPr>
          <p:cNvPr id="5" name="Text Placeholder 4"/>
          <p:cNvSpPr>
            <a:spLocks noGrp="1"/>
          </p:cNvSpPr>
          <p:nvPr>
            <p:ph type="body" idx="2"/>
          </p:nvPr>
        </p:nvSpPr>
        <p:spPr>
          <a:xfrm>
            <a:off x="457200" y="2499228"/>
            <a:ext cx="8229600" cy="957499"/>
          </a:xfrm>
        </p:spPr>
        <p:txBody>
          <a:bodyPr/>
          <a:lstStyle/>
          <a:p>
            <a:pPr xmlns:a="http://schemas.openxmlformats.org/drawingml/2006/main" marL="280988" lvl="1" indent="3775075">
              <a:spcBef>
                <a:spcPts val="1500"/>
              </a:spcBef>
              <a:buNone/>
            </a:pPr>
            <a:r xmlns:a="http://schemas.openxmlformats.org/drawingml/2006/main">
              <a:rPr lang="vi" sz="2400" dirty="0">
                <a:latin typeface="+mn-lt"/>
              </a:rPr>
              <a:t>trong đó x là # bit trong phần mạng con của </a:t>
            </a:r>
            <a:r xmlns:a="http://schemas.openxmlformats.org/drawingml/2006/main">
              <a:rPr lang="vi" sz="2400" dirty="0" smtClean="0">
                <a:latin typeface="+mn-lt"/>
              </a:rPr>
              <a:t>địa chỉ</a:t>
            </a:r>
            <a:endParaRPr xmlns:a="http://schemas.openxmlformats.org/drawingml/2006/main" lang="en-US" sz="2400" dirty="0">
              <a:latin typeface="+mn-lt"/>
            </a:endParaRPr>
          </a:p>
        </p:txBody>
      </p:sp>
      <p:pic>
        <p:nvPicPr>
          <p:cNvPr id="6" name="Picture 5" descr="A diagram of address 200 period 23 period 16 period 0 forward slash 23. The diagram has 4 groups of numbers in 2 parts. Group 3 is split, and has some numbers in the first part and 1 in the second. 1, subnet part. Group 1. 1 1 0 0 1 0 0 0. Group 2. 0 0 0 1 0 1 1 1. Group 3. 0 0 0 1 0 0. 2, host part. Group 3. 0. Group 4. 8 zeros."/>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02544" y="3859499"/>
            <a:ext cx="5981700" cy="1397000"/>
          </a:xfrm>
          <a:prstGeom prst="rect">
            <a:avLst/>
          </a:prstGeom>
        </p:spPr>
      </p:pic>
    </p:spTree>
    <p:extLst>
      <p:ext uri="{BB962C8B-B14F-4D97-AF65-F5344CB8AC3E}">
        <p14:creationId xmlns:p14="http://schemas.microsoft.com/office/powerpoint/2010/main" val="140194052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dirty="0" smtClean="0"/>
              <a:t>Tôi</a:t>
            </a:r>
            <a:r xmlns:a="http://schemas.openxmlformats.org/drawingml/2006/main">
              <a:rPr lang="vi" sz="100" dirty="0" smtClean="0"/>
              <a:t> Địa chỉ </a:t>
            </a:r>
            <a:r xmlns:a="http://schemas.openxmlformats.org/drawingml/2006/main">
              <a:rPr lang="vi" dirty="0" smtClean="0"/>
              <a:t>P </a:t>
            </a:r>
            <a:r xmlns:a="http://schemas.openxmlformats.org/drawingml/2006/main">
              <a:rPr lang="vi" dirty="0"/>
              <a:t>: Làm thế nào để có được một địa chỉ </a:t>
            </a:r>
            <a:r xmlns:a="http://schemas.openxmlformats.org/drawingml/2006/main">
              <a:rPr lang="vi" dirty="0" smtClean="0"/>
              <a:t>? </a:t>
            </a:r>
            <a:r xmlns:a="http://schemas.openxmlformats.org/drawingml/2006/main">
              <a:rPr lang="vi" sz="2000" b="0" dirty="0" smtClean="0"/>
              <a:t>(1 của 2)</a:t>
            </a:r>
            <a:endParaRPr xmlns:a="http://schemas.openxmlformats.org/drawingml/2006/main" lang="en-US" sz="2000" b="0" dirty="0"/>
          </a:p>
        </p:txBody>
      </p:sp>
      <p:sp>
        <p:nvSpPr>
          <p:cNvPr id="3" name="Text Placeholder 2"/>
          <p:cNvSpPr>
            <a:spLocks noGrp="1"/>
          </p:cNvSpPr>
          <p:nvPr>
            <p:ph type="body" idx="1"/>
          </p:nvPr>
        </p:nvSpPr>
        <p:spPr>
          <a:xfrm>
            <a:off x="457201" y="1600200"/>
            <a:ext cx="7757652" cy="4525963"/>
          </a:xfrm>
        </p:spPr>
        <p:txBody>
          <a:bodyPr/>
          <a:lstStyle/>
          <a:p>
            <a:pPr xmlns:a="http://schemas.openxmlformats.org/drawingml/2006/main">
              <a:buFont typeface="Wingdings" panose="05000000000000000000" pitchFamily="2" charset="2"/>
              <a:buNone/>
            </a:pPr>
            <a:r xmlns:a="http://schemas.openxmlformats.org/drawingml/2006/main">
              <a:rPr lang="vi" altLang="en-US" sz="2400" b="1" dirty="0" smtClean="0">
                <a:solidFill>
                  <a:schemeClr val="tx1"/>
                </a:solidFill>
                <a:latin typeface="+mn-lt"/>
                <a:ea typeface="ＭＳ Ｐゴシック" charset="-128"/>
                <a:cs typeface="ＭＳ Ｐゴシック" charset="-128"/>
              </a:rPr>
              <a:t>H: </a:t>
            </a:r>
            <a:r xmlns:a="http://schemas.openxmlformats.org/drawingml/2006/main">
              <a:rPr lang="vi" altLang="en-US" sz="2400" dirty="0" smtClean="0">
                <a:latin typeface="+mn-lt"/>
                <a:ea typeface="ＭＳ Ｐゴシック" charset="-128"/>
                <a:cs typeface="ＭＳ Ｐゴシック" charset="-128"/>
              </a:rPr>
              <a:t>Làm thế nào để một </a:t>
            </a:r>
            <a:r xmlns:a="http://schemas.openxmlformats.org/drawingml/2006/main">
              <a:rPr lang="vi" altLang="en-US" sz="2400" b="1" dirty="0" smtClean="0">
                <a:solidFill>
                  <a:schemeClr val="tx1"/>
                </a:solidFill>
                <a:latin typeface="+mn-lt"/>
                <a:ea typeface="ＭＳ Ｐゴシック" charset="-128"/>
                <a:cs typeface="ＭＳ Ｐゴシック" charset="-128"/>
              </a:rPr>
              <a:t>máy chủ </a:t>
            </a:r>
            <a:r xmlns:a="http://schemas.openxmlformats.org/drawingml/2006/main">
              <a:rPr lang="vi" altLang="en-US" sz="2400" dirty="0" smtClean="0">
                <a:latin typeface="+mn-lt"/>
                <a:ea typeface="ＭＳ Ｐゴシック" charset="-128"/>
                <a:cs typeface="ＭＳ Ｐゴシック" charset="-128"/>
              </a:rPr>
              <a:t>có được tôi</a:t>
            </a:r>
            <a:r xmlns:a="http://schemas.openxmlformats.org/drawingml/2006/main">
              <a:rPr lang="vi" altLang="en-US" sz="100" dirty="0" smtClean="0">
                <a:latin typeface="+mn-lt"/>
                <a:ea typeface="ＭＳ Ｐゴシック" charset="-128"/>
                <a:cs typeface="ＭＳ Ｐゴシック" charset="-128"/>
              </a:rPr>
              <a:t> </a:t>
            </a:r>
            <a:r xmlns:a="http://schemas.openxmlformats.org/drawingml/2006/main">
              <a:rPr lang="vi" altLang="en-US" sz="2400" dirty="0" smtClean="0">
                <a:latin typeface="+mn-lt"/>
                <a:ea typeface="ＭＳ Ｐゴシック" charset="-128"/>
                <a:cs typeface="ＭＳ Ｐゴシック" charset="-128"/>
              </a:rPr>
              <a:t>địa chỉ p?</a:t>
            </a:r>
          </a:p>
          <a:p>
            <a:r xmlns:a="http://schemas.openxmlformats.org/drawingml/2006/main">
              <a:rPr lang="vi" altLang="en-US" sz="2400" dirty="0" smtClean="0">
                <a:latin typeface="+mn-lt"/>
                <a:ea typeface="ＭＳ Ｐゴシック" charset="-128"/>
                <a:cs typeface="ＭＳ Ｐゴシック" charset="-128"/>
              </a:rPr>
              <a:t>được mã hóa cứng bởi quản trị viên hệ thống trong một tệp</a:t>
            </a:r>
          </a:p>
          <a:p>
            <a:pPr xmlns:a="http://schemas.openxmlformats.org/drawingml/2006/main" lvl="1"/>
            <a:r xmlns:a="http://schemas.openxmlformats.org/drawingml/2006/main">
              <a:rPr lang="vi" altLang="en-US" sz="2400" dirty="0" smtClean="0">
                <a:latin typeface="+mn-lt"/>
                <a:ea typeface="ＭＳ Ｐゴシック" charset="-128"/>
              </a:rPr>
              <a:t>Windows: bảng điều khiển-&gt; mạng-&gt; cấu hình-&gt; t</a:t>
            </a:r>
            <a:r xmlns:a="http://schemas.openxmlformats.org/drawingml/2006/main">
              <a:rPr lang="vi" altLang="en-US" sz="100" dirty="0" smtClean="0">
                <a:latin typeface="+mn-lt"/>
                <a:ea typeface="ＭＳ Ｐゴシック" charset="-128"/>
              </a:rPr>
              <a:t> </a:t>
            </a:r>
            <a:r xmlns:a="http://schemas.openxmlformats.org/drawingml/2006/main">
              <a:rPr lang="vi" altLang="en-US" sz="2400" dirty="0" smtClean="0">
                <a:latin typeface="+mn-lt"/>
                <a:ea typeface="ＭＳ Ｐゴシック" charset="-128"/>
              </a:rPr>
              <a:t>c</a:t>
            </a:r>
            <a:r xmlns:a="http://schemas.openxmlformats.org/drawingml/2006/main">
              <a:rPr lang="vi" altLang="en-US" sz="100" dirty="0" smtClean="0">
                <a:latin typeface="+mn-lt"/>
                <a:ea typeface="ＭＳ Ｐゴシック" charset="-128"/>
              </a:rPr>
              <a:t> </a:t>
            </a:r>
            <a:r xmlns:a="http://schemas.openxmlformats.org/drawingml/2006/main">
              <a:rPr lang="vi" altLang="en-US" sz="2400" dirty="0" smtClean="0">
                <a:latin typeface="+mn-lt"/>
                <a:ea typeface="ＭＳ Ｐゴシック" charset="-128"/>
              </a:rPr>
              <a:t>số Pi</a:t>
            </a:r>
            <a:r xmlns:a="http://schemas.openxmlformats.org/drawingml/2006/main">
              <a:rPr lang="vi" altLang="en-US" sz="100" dirty="0" smtClean="0">
                <a:latin typeface="+mn-lt"/>
                <a:ea typeface="ＭＳ Ｐゴシック" charset="-128"/>
              </a:rPr>
              <a:t> </a:t>
            </a:r>
            <a:r xmlns:a="http://schemas.openxmlformats.org/drawingml/2006/main">
              <a:rPr lang="vi" altLang="en-US" sz="2400" dirty="0" smtClean="0">
                <a:latin typeface="+mn-lt"/>
                <a:ea typeface="ＭＳ Ｐゴシック" charset="-128"/>
              </a:rPr>
              <a:t>p-&gt;thuộc tính</a:t>
            </a:r>
          </a:p>
          <a:p>
            <a:pPr xmlns:a="http://schemas.openxmlformats.org/drawingml/2006/main" lvl="1"/>
            <a:r xmlns:a="http://schemas.openxmlformats.org/drawingml/2006/main">
              <a:rPr lang="vi" altLang="en-US" sz="2400" dirty="0" smtClean="0">
                <a:latin typeface="+mn-lt"/>
                <a:ea typeface="ＭＳ Ｐゴシック" charset="-128"/>
              </a:rPr>
              <a:t>bạn</a:t>
            </a:r>
            <a:r xmlns:a="http://schemas.openxmlformats.org/drawingml/2006/main">
              <a:rPr lang="vi" altLang="en-US" sz="100" dirty="0" smtClean="0">
                <a:latin typeface="+mn-lt"/>
                <a:ea typeface="ＭＳ Ｐゴシック" charset="-128"/>
              </a:rPr>
              <a:t> </a:t>
            </a:r>
            <a:r xmlns:a="http://schemas.openxmlformats.org/drawingml/2006/main">
              <a:rPr lang="vi" altLang="en-US" sz="2400" dirty="0" smtClean="0">
                <a:latin typeface="+mn-lt"/>
                <a:ea typeface="ＭＳ Ｐゴシック" charset="-128"/>
              </a:rPr>
              <a:t>N</a:t>
            </a:r>
            <a:r xmlns:a="http://schemas.openxmlformats.org/drawingml/2006/main">
              <a:rPr lang="vi" altLang="en-US" sz="100" dirty="0" smtClean="0">
                <a:latin typeface="+mn-lt"/>
                <a:ea typeface="ＭＳ Ｐゴシック" charset="-128"/>
              </a:rPr>
              <a:t> </a:t>
            </a:r>
            <a:r xmlns:a="http://schemas.openxmlformats.org/drawingml/2006/main">
              <a:rPr lang="vi" altLang="en-US" sz="2400" dirty="0" smtClean="0">
                <a:latin typeface="+mn-lt"/>
                <a:ea typeface="ＭＳ Ｐゴシック" charset="-128"/>
              </a:rPr>
              <a:t>Tôi</a:t>
            </a:r>
            <a:r xmlns:a="http://schemas.openxmlformats.org/drawingml/2006/main">
              <a:rPr lang="vi" altLang="en-US" sz="100" dirty="0" smtClean="0">
                <a:latin typeface="+mn-lt"/>
                <a:ea typeface="ＭＳ Ｐゴシック" charset="-128"/>
              </a:rPr>
              <a:t> </a:t>
            </a:r>
            <a:r xmlns:a="http://schemas.openxmlformats.org/drawingml/2006/main">
              <a:rPr lang="vi" altLang="en-US" sz="2400" dirty="0" smtClean="0">
                <a:latin typeface="+mn-lt"/>
                <a:ea typeface="ＭＳ Ｐゴシック" charset="-128"/>
              </a:rPr>
              <a:t>X: /etc/rc.config</a:t>
            </a:r>
          </a:p>
          <a:p>
            <a:r xmlns:a="http://schemas.openxmlformats.org/drawingml/2006/main">
              <a:rPr lang="vi" altLang="en-US" sz="2400" b="1" dirty="0" smtClean="0">
                <a:solidFill>
                  <a:schemeClr val="tx1"/>
                </a:solidFill>
                <a:latin typeface="+mn-lt"/>
                <a:ea typeface="ＭＳ Ｐゴシック" charset="-128"/>
                <a:cs typeface="ＭＳ Ｐゴシック" charset="-128"/>
              </a:rPr>
              <a:t>Đ.</a:t>
            </a:r>
            <a:r xmlns:a="http://schemas.openxmlformats.org/drawingml/2006/main">
              <a:rPr lang="vi" altLang="en-US" sz="100" b="1" dirty="0" smtClean="0">
                <a:solidFill>
                  <a:schemeClr val="tx1"/>
                </a:solidFill>
                <a:latin typeface="+mn-lt"/>
                <a:ea typeface="ＭＳ Ｐゴシック" charset="-128"/>
                <a:cs typeface="ＭＳ Ｐゴシック" charset="-128"/>
              </a:rPr>
              <a:t> </a:t>
            </a:r>
            <a:r xmlns:a="http://schemas.openxmlformats.org/drawingml/2006/main">
              <a:rPr lang="vi" altLang="en-US" sz="2400" b="1" dirty="0" smtClean="0">
                <a:solidFill>
                  <a:schemeClr val="tx1"/>
                </a:solidFill>
                <a:latin typeface="+mn-lt"/>
                <a:ea typeface="ＭＳ Ｐゴシック" charset="-128"/>
                <a:cs typeface="ＭＳ Ｐゴシック" charset="-128"/>
              </a:rPr>
              <a:t>h</a:t>
            </a:r>
            <a:r xmlns:a="http://schemas.openxmlformats.org/drawingml/2006/main">
              <a:rPr lang="vi" altLang="en-US" sz="100" b="1" dirty="0" smtClean="0">
                <a:solidFill>
                  <a:schemeClr val="tx1"/>
                </a:solidFill>
                <a:latin typeface="+mn-lt"/>
                <a:ea typeface="ＭＳ Ｐゴシック" charset="-128"/>
                <a:cs typeface="ＭＳ Ｐゴシック" charset="-128"/>
              </a:rPr>
              <a:t> </a:t>
            </a:r>
            <a:r xmlns:a="http://schemas.openxmlformats.org/drawingml/2006/main">
              <a:rPr lang="vi" altLang="en-US" sz="2400" b="1" dirty="0" smtClean="0">
                <a:solidFill>
                  <a:schemeClr val="tx1"/>
                </a:solidFill>
                <a:latin typeface="+mn-lt"/>
                <a:ea typeface="ＭＳ Ｐゴシック" charset="-128"/>
                <a:cs typeface="ＭＳ Ｐゴシック" charset="-128"/>
              </a:rPr>
              <a:t>C</a:t>
            </a:r>
            <a:r xmlns:a="http://schemas.openxmlformats.org/drawingml/2006/main">
              <a:rPr lang="vi" altLang="en-US" sz="100" b="1" dirty="0" smtClean="0">
                <a:solidFill>
                  <a:schemeClr val="tx1"/>
                </a:solidFill>
                <a:latin typeface="+mn-lt"/>
                <a:ea typeface="ＭＳ Ｐゴシック" charset="-128"/>
                <a:cs typeface="ＭＳ Ｐゴシック" charset="-128"/>
              </a:rPr>
              <a:t> </a:t>
            </a:r>
            <a:r xmlns:a="http://schemas.openxmlformats.org/drawingml/2006/main">
              <a:rPr lang="vi" altLang="en-US" sz="2400" b="1" dirty="0" smtClean="0">
                <a:solidFill>
                  <a:schemeClr val="tx1"/>
                </a:solidFill>
                <a:latin typeface="+mn-lt"/>
                <a:ea typeface="ＭＳ Ｐゴシック" charset="-128"/>
                <a:cs typeface="ＭＳ Ｐゴシック" charset="-128"/>
              </a:rPr>
              <a:t>P:</a:t>
            </a:r>
            <a:r xmlns:a="http://schemas.openxmlformats.org/drawingml/2006/main">
              <a:rPr lang="vi" altLang="en-US" sz="2400" dirty="0" smtClean="0">
                <a:latin typeface="+mn-lt"/>
                <a:ea typeface="ＭＳ Ｐゴシック" charset="-128"/>
                <a:cs typeface="ＭＳ Ｐゴシック" charset="-128"/>
              </a:rPr>
              <a:t> </a:t>
            </a:r>
            <a:r xmlns:a="http://schemas.openxmlformats.org/drawingml/2006/main">
              <a:rPr lang="vi" altLang="en-US" sz="2400" dirty="0" smtClean="0">
                <a:latin typeface="+mn-lt"/>
                <a:ea typeface="ＭＳ Ｐゴシック" charset="-128"/>
                <a:cs typeface="ＭＳ Ｐゴシック" charset="-128"/>
              </a:rPr>
              <a:t>Cấu hình </a:t>
            </a:r>
            <a:r xmlns:a="http://schemas.openxmlformats.org/drawingml/2006/main">
              <a:rPr lang="vi" altLang="en-US" sz="2400" b="1" dirty="0" smtClean="0">
                <a:solidFill>
                  <a:schemeClr val="tx1"/>
                </a:solidFill>
                <a:latin typeface="+mn-lt"/>
                <a:ea typeface="ＭＳ Ｐゴシック" charset="-128"/>
                <a:cs typeface="ＭＳ Ｐゴシック" charset="-128"/>
              </a:rPr>
              <a:t>H </a:t>
            </a:r>
            <a:r xmlns:a="http://schemas.openxmlformats.org/drawingml/2006/main">
              <a:rPr lang="vi" altLang="en-US" sz="2400" dirty="0" smtClean="0">
                <a:latin typeface="+mn-lt"/>
                <a:ea typeface="ＭＳ Ｐゴシック" charset="-128"/>
                <a:cs typeface="ＭＳ Ｐゴシック" charset="-128"/>
              </a:rPr>
              <a:t>ost </a:t>
            </a:r>
            <a:r xmlns:a="http://schemas.openxmlformats.org/drawingml/2006/main">
              <a:rPr lang="vi" altLang="en-US" sz="2400" b="1" dirty="0" smtClean="0">
                <a:solidFill>
                  <a:schemeClr val="tx1"/>
                </a:solidFill>
                <a:latin typeface="+mn-lt"/>
                <a:ea typeface="ＭＳ Ｐゴシック" charset="-128"/>
                <a:cs typeface="ＭＳ Ｐゴシック" charset="-128"/>
              </a:rPr>
              <a:t>C </a:t>
            </a:r>
            <a:r xmlns:a="http://schemas.openxmlformats.org/drawingml/2006/main">
              <a:rPr lang="vi" altLang="en-US" sz="2400" dirty="0" smtClean="0">
                <a:latin typeface="+mn-lt"/>
                <a:ea typeface="ＭＳ Ｐゴシック" charset="-128"/>
                <a:cs typeface="ＭＳ Ｐゴシック" charset="-128"/>
              </a:rPr>
              <a:t>ynamic </a:t>
            </a:r>
            <a:r xmlns:a="http://schemas.openxmlformats.org/drawingml/2006/main">
              <a:rPr lang="vi" altLang="en-US" sz="2400" b="1" dirty="0" smtClean="0">
                <a:solidFill>
                  <a:schemeClr val="tx1"/>
                </a:solidFill>
                <a:latin typeface="+mn-lt"/>
                <a:ea typeface="ＭＳ Ｐゴシック" charset="-128"/>
                <a:cs typeface="ＭＳ Ｐゴシック" charset="-128"/>
              </a:rPr>
              <a:t>P </a:t>
            </a:r>
            <a:r xmlns:a="http://schemas.openxmlformats.org/drawingml/2006/main">
              <a:rPr lang="vi" altLang="en-US" sz="2400" b="1" dirty="0" smtClean="0">
                <a:solidFill>
                  <a:schemeClr val="tx1"/>
                </a:solidFill>
                <a:latin typeface="+mn-lt"/>
                <a:ea typeface="ＭＳ Ｐゴシック" charset="-128"/>
                <a:cs typeface="ＭＳ Ｐゴシック" charset="-128"/>
              </a:rPr>
              <a:t>rotocol </a:t>
            </a:r>
            <a:r xmlns:a="http://schemas.openxmlformats.org/drawingml/2006/main">
              <a:rPr lang="vi" altLang="en-US" sz="2400" dirty="0" smtClean="0">
                <a:latin typeface="+mn-lt"/>
                <a:ea typeface="ＭＳ Ｐゴシック" charset="-128"/>
                <a:cs typeface="ＭＳ Ｐゴシック" charset="-128"/>
              </a:rPr>
              <a:t>: tự động lấy địa chỉ từ máy chủ</a:t>
            </a:r>
          </a:p>
          <a:p>
            <a:pPr xmlns:a="http://schemas.openxmlformats.org/drawingml/2006/main" lvl="1"/>
            <a:r xmlns:a="http://schemas.openxmlformats.org/drawingml/2006/main">
              <a:rPr lang="vi" altLang="ja-JP" sz="2400" dirty="0" smtClean="0">
                <a:latin typeface="+mn-lt"/>
                <a:ea typeface="ＭＳ Ｐゴシック" charset="-128"/>
              </a:rPr>
              <a:t>“cắm là chạy”</a:t>
            </a:r>
            <a:endParaRPr xmlns:a="http://schemas.openxmlformats.org/drawingml/2006/main" lang="en-US" altLang="ja-JP" sz="2400" dirty="0">
              <a:latin typeface="+mn-lt"/>
              <a:ea typeface="ＭＳ Ｐゴシック" charset="-128"/>
            </a:endParaRPr>
          </a:p>
        </p:txBody>
      </p:sp>
    </p:spTree>
    <p:extLst>
      <p:ext uri="{BB962C8B-B14F-4D97-AF65-F5344CB8AC3E}">
        <p14:creationId xmlns:p14="http://schemas.microsoft.com/office/powerpoint/2010/main" val="304114095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dirty="0" smtClean="0"/>
              <a:t>Đ.</a:t>
            </a:r>
            <a:r xmlns:a="http://schemas.openxmlformats.org/drawingml/2006/main">
              <a:rPr lang="vi" sz="100" dirty="0" smtClean="0"/>
              <a:t> </a:t>
            </a:r>
            <a:r xmlns:a="http://schemas.openxmlformats.org/drawingml/2006/main">
              <a:rPr lang="vi" dirty="0" smtClean="0"/>
              <a:t>h</a:t>
            </a:r>
            <a:r xmlns:a="http://schemas.openxmlformats.org/drawingml/2006/main">
              <a:rPr lang="vi" sz="100" dirty="0" smtClean="0"/>
              <a:t> </a:t>
            </a:r>
            <a:r xmlns:a="http://schemas.openxmlformats.org/drawingml/2006/main">
              <a:rPr lang="vi" dirty="0" smtClean="0"/>
              <a:t>C</a:t>
            </a:r>
            <a:r xmlns:a="http://schemas.openxmlformats.org/drawingml/2006/main">
              <a:rPr lang="vi" sz="100" dirty="0" smtClean="0"/>
              <a:t> </a:t>
            </a:r>
            <a:r xmlns:a="http://schemas.openxmlformats.org/drawingml/2006/main">
              <a:rPr lang="vi" dirty="0" smtClean="0"/>
              <a:t>P </a:t>
            </a:r>
            <a:r xmlns:a="http://schemas.openxmlformats.org/drawingml/2006/main">
              <a:rPr lang="vi" dirty="0"/>
              <a:t>: Giao thức cấu hình máy chủ động</a:t>
            </a:r>
          </a:p>
        </p:txBody>
      </p:sp>
      <p:sp>
        <p:nvSpPr>
          <p:cNvPr id="3" name="Text Placeholder 2"/>
          <p:cNvSpPr>
            <a:spLocks noGrp="1"/>
          </p:cNvSpPr>
          <p:nvPr>
            <p:ph type="body" idx="1"/>
          </p:nvPr>
        </p:nvSpPr>
        <p:spPr>
          <a:xfrm>
            <a:off x="457200" y="1600200"/>
            <a:ext cx="8229600" cy="4525963"/>
          </a:xfrm>
        </p:spPr>
        <p:txBody>
          <a:bodyPr/>
          <a:lstStyle/>
          <a:p>
            <a:pPr xmlns:a="http://schemas.openxmlformats.org/drawingml/2006/main" marL="339725" indent="-339725">
              <a:buFont typeface="Wingdings" panose="05000000000000000000" pitchFamily="2" charset="2"/>
              <a:buNone/>
              <a:tabLst/>
            </a:pPr>
            <a:r xmlns:a="http://schemas.openxmlformats.org/drawingml/2006/main">
              <a:rPr lang="vi" altLang="en-US" sz="2000" b="1" dirty="0">
                <a:solidFill>
                  <a:schemeClr val="tx1"/>
                </a:solidFill>
                <a:latin typeface="+mn-lt"/>
                <a:ea typeface="ＭＳ Ｐゴシック" charset="-128"/>
                <a:cs typeface="ＭＳ Ｐゴシック" charset="-128"/>
              </a:rPr>
              <a:t>mục tiêu: </a:t>
            </a:r>
            <a:r xmlns:a="http://schemas.openxmlformats.org/drawingml/2006/main">
              <a:rPr lang="vi" altLang="en-US" sz="2000" dirty="0">
                <a:latin typeface="+mn-lt"/>
                <a:ea typeface="ＭＳ Ｐゴシック" charset="-128"/>
                <a:cs typeface="ＭＳ Ｐゴシック" charset="-128"/>
              </a:rPr>
              <a:t>cho phép máy chủ </a:t>
            </a:r>
            <a:r xmlns:a="http://schemas.openxmlformats.org/drawingml/2006/main">
              <a:rPr lang="vi" altLang="en-US" sz="2000" b="1" dirty="0">
                <a:solidFill>
                  <a:schemeClr val="tx1"/>
                </a:solidFill>
                <a:latin typeface="+mn-lt"/>
                <a:ea typeface="ＭＳ Ｐゴシック" charset="-128"/>
                <a:cs typeface="ＭＳ Ｐゴシック" charset="-128"/>
              </a:rPr>
              <a:t>tự động</a:t>
            </a:r>
            <a:r xmlns:a="http://schemas.openxmlformats.org/drawingml/2006/main">
              <a:rPr lang="vi" altLang="en-US" sz="2000" i="1" dirty="0">
                <a:latin typeface="+mn-lt"/>
                <a:ea typeface="ＭＳ Ｐゴシック" charset="-128"/>
                <a:cs typeface="ＭＳ Ｐゴシック" charset="-128"/>
              </a:rPr>
              <a:t> </a:t>
            </a:r>
            <a:r xmlns:a="http://schemas.openxmlformats.org/drawingml/2006/main">
              <a:rPr lang="vi" altLang="en-US" sz="2000" dirty="0">
                <a:latin typeface="+mn-lt"/>
                <a:ea typeface="ＭＳ Ｐゴシック" charset="-128"/>
                <a:cs typeface="ＭＳ Ｐゴシック" charset="-128"/>
              </a:rPr>
              <a:t>có được </a:t>
            </a:r>
            <a:r xmlns:a="http://schemas.openxmlformats.org/drawingml/2006/main">
              <a:rPr lang="vi" altLang="en-US" sz="2000" dirty="0" smtClean="0">
                <a:latin typeface="+mn-lt"/>
                <a:ea typeface="ＭＳ Ｐゴシック" charset="-128"/>
                <a:cs typeface="ＭＳ Ｐゴシック" charset="-128"/>
              </a:rPr>
              <a:t>tôi của nó</a:t>
            </a:r>
            <a:r xmlns:a="http://schemas.openxmlformats.org/drawingml/2006/main">
              <a:rPr lang="vi" altLang="en-US" sz="100" dirty="0" smtClean="0">
                <a:latin typeface="+mn-lt"/>
                <a:ea typeface="ＭＳ Ｐゴシック" charset="-128"/>
                <a:cs typeface="ＭＳ Ｐゴシック" charset="-128"/>
              </a:rPr>
              <a:t> Địa chỉ </a:t>
            </a:r>
            <a:r xmlns:a="http://schemas.openxmlformats.org/drawingml/2006/main">
              <a:rPr lang="vi" altLang="en-US" sz="2000" dirty="0" smtClean="0">
                <a:latin typeface="+mn-lt"/>
                <a:ea typeface="ＭＳ Ｐゴシック" charset="-128"/>
                <a:cs typeface="ＭＳ Ｐゴシック" charset="-128"/>
              </a:rPr>
              <a:t>P </a:t>
            </a:r>
            <a:r xmlns:a="http://schemas.openxmlformats.org/drawingml/2006/main">
              <a:rPr lang="vi" altLang="en-US" sz="2000" dirty="0">
                <a:latin typeface="+mn-lt"/>
                <a:ea typeface="ＭＳ Ｐゴシック" charset="-128"/>
                <a:cs typeface="ＭＳ Ｐゴシック" charset="-128"/>
              </a:rPr>
              <a:t>từ máy chủ mạng khi nó tham gia mạng</a:t>
            </a:r>
          </a:p>
          <a:p>
            <a:pPr xmlns:a="http://schemas.openxmlformats.org/drawingml/2006/main" lvl="1">
              <a:buFont typeface="Arial" panose="020B0604020202020204" pitchFamily="34" charset="0"/>
              <a:buChar char="–"/>
            </a:pPr>
            <a:r xmlns:a="http://schemas.openxmlformats.org/drawingml/2006/main">
              <a:rPr lang="vi" altLang="en-US" sz="2000" dirty="0">
                <a:latin typeface="+mn-lt"/>
                <a:ea typeface="ＭＳ Ｐゴシック" charset="-128"/>
              </a:rPr>
              <a:t>có thể gia hạn hợp đồng thuê địa chỉ đang sử dụng</a:t>
            </a:r>
          </a:p>
          <a:p>
            <a:pPr xmlns:a="http://schemas.openxmlformats.org/drawingml/2006/main" lvl="1">
              <a:buFont typeface="Arial" panose="020B0604020202020204" pitchFamily="34" charset="0"/>
              <a:buChar char="–"/>
            </a:pPr>
            <a:r xmlns:a="http://schemas.openxmlformats.org/drawingml/2006/main">
              <a:rPr lang="vi" altLang="en-US" sz="2000" dirty="0">
                <a:latin typeface="+mn-lt"/>
                <a:ea typeface="ＭＳ Ｐゴシック" charset="-128"/>
              </a:rPr>
              <a:t>cho phép sử dụng lại địa chỉ (chỉ giữ địa chỉ </a:t>
            </a:r>
            <a:r xmlns:a="http://schemas.openxmlformats.org/drawingml/2006/main">
              <a:rPr lang="vi" altLang="en-US" sz="2000" dirty="0" smtClean="0">
                <a:latin typeface="+mn-lt"/>
                <a:ea typeface="ＭＳ Ｐゴシック" charset="-128"/>
              </a:rPr>
              <a:t>khi đã kết nối/” </a:t>
            </a:r>
            <a:r xmlns:a="http://schemas.openxmlformats.org/drawingml/2006/main">
              <a:rPr lang="vi" altLang="ja-JP" sz="2000" dirty="0" smtClean="0">
                <a:latin typeface="+mn-lt"/>
                <a:ea typeface="ＭＳ Ｐゴシック" charset="-128"/>
              </a:rPr>
              <a:t>bật”)</a:t>
            </a:r>
            <a:endParaRPr xmlns:a="http://schemas.openxmlformats.org/drawingml/2006/main" lang="en-US" altLang="ja-JP" sz="2000" dirty="0">
              <a:latin typeface="+mn-lt"/>
              <a:ea typeface="ＭＳ Ｐゴシック" charset="-128"/>
            </a:endParaRPr>
          </a:p>
          <a:p>
            <a:pPr xmlns:a="http://schemas.openxmlformats.org/drawingml/2006/main" lvl="1">
              <a:buFont typeface="Arial" panose="020B0604020202020204" pitchFamily="34" charset="0"/>
              <a:buChar char="–"/>
            </a:pPr>
            <a:r xmlns:a="http://schemas.openxmlformats.org/drawingml/2006/main">
              <a:rPr lang="vi" altLang="en-US" sz="2000" dirty="0">
                <a:latin typeface="+mn-lt"/>
                <a:ea typeface="ＭＳ Ｐゴシック" charset="-128"/>
              </a:rPr>
              <a:t>hỗ trợ cho người dùng di động muốn tham gia mạng (sớm hơn)</a:t>
            </a:r>
          </a:p>
          <a:p>
            <a:pPr xmlns:a="http://schemas.openxmlformats.org/drawingml/2006/main">
              <a:buFont typeface="Wingdings" panose="05000000000000000000" pitchFamily="2" charset="2"/>
              <a:buNone/>
            </a:pPr>
            <a:r xmlns:a="http://schemas.openxmlformats.org/drawingml/2006/main">
              <a:rPr lang="vi" altLang="en-US" sz="2000" b="1" dirty="0" smtClean="0">
                <a:solidFill>
                  <a:schemeClr val="tx1"/>
                </a:solidFill>
                <a:latin typeface="+mn-lt"/>
                <a:ea typeface="ＭＳ Ｐゴシック" charset="-128"/>
                <a:cs typeface="ＭＳ Ｐゴシック" charset="-128"/>
              </a:rPr>
              <a:t>Đ.</a:t>
            </a:r>
            <a:r xmlns:a="http://schemas.openxmlformats.org/drawingml/2006/main">
              <a:rPr lang="vi" altLang="en-US" sz="100" b="1" dirty="0" smtClean="0">
                <a:solidFill>
                  <a:schemeClr val="tx1"/>
                </a:solidFill>
                <a:latin typeface="+mn-lt"/>
                <a:ea typeface="ＭＳ Ｐゴシック" charset="-128"/>
                <a:cs typeface="ＭＳ Ｐゴシック" charset="-128"/>
              </a:rPr>
              <a:t> </a:t>
            </a:r>
            <a:r xmlns:a="http://schemas.openxmlformats.org/drawingml/2006/main">
              <a:rPr lang="vi" altLang="en-US" sz="2000" b="1" dirty="0" smtClean="0">
                <a:solidFill>
                  <a:schemeClr val="tx1"/>
                </a:solidFill>
                <a:latin typeface="+mn-lt"/>
                <a:ea typeface="ＭＳ Ｐゴシック" charset="-128"/>
                <a:cs typeface="ＭＳ Ｐゴシック" charset="-128"/>
              </a:rPr>
              <a:t>h</a:t>
            </a:r>
            <a:r xmlns:a="http://schemas.openxmlformats.org/drawingml/2006/main">
              <a:rPr lang="vi" altLang="en-US" sz="100" b="1" dirty="0" smtClean="0">
                <a:solidFill>
                  <a:schemeClr val="tx1"/>
                </a:solidFill>
                <a:latin typeface="+mn-lt"/>
                <a:ea typeface="ＭＳ Ｐゴシック" charset="-128"/>
                <a:cs typeface="ＭＳ Ｐゴシック" charset="-128"/>
              </a:rPr>
              <a:t> </a:t>
            </a:r>
            <a:r xmlns:a="http://schemas.openxmlformats.org/drawingml/2006/main">
              <a:rPr lang="vi" altLang="en-US" sz="2000" b="1" dirty="0" smtClean="0">
                <a:solidFill>
                  <a:schemeClr val="tx1"/>
                </a:solidFill>
                <a:latin typeface="+mn-lt"/>
                <a:ea typeface="ＭＳ Ｐゴシック" charset="-128"/>
                <a:cs typeface="ＭＳ Ｐゴシック" charset="-128"/>
              </a:rPr>
              <a:t>C</a:t>
            </a:r>
            <a:r xmlns:a="http://schemas.openxmlformats.org/drawingml/2006/main">
              <a:rPr lang="vi" altLang="en-US" sz="100" b="1" dirty="0" smtClean="0">
                <a:solidFill>
                  <a:schemeClr val="tx1"/>
                </a:solidFill>
                <a:latin typeface="+mn-lt"/>
                <a:ea typeface="ＭＳ Ｐゴシック" charset="-128"/>
                <a:cs typeface="ＭＳ Ｐゴシック" charset="-128"/>
              </a:rPr>
              <a:t> Tổng quan </a:t>
            </a:r>
            <a:r xmlns:a="http://schemas.openxmlformats.org/drawingml/2006/main">
              <a:rPr lang="vi" altLang="en-US" sz="2000" b="1" dirty="0" smtClean="0">
                <a:solidFill>
                  <a:schemeClr val="tx1"/>
                </a:solidFill>
                <a:latin typeface="+mn-lt"/>
                <a:ea typeface="ＭＳ Ｐゴシック" charset="-128"/>
                <a:cs typeface="ＭＳ Ｐゴシック" charset="-128"/>
              </a:rPr>
              <a:t>P </a:t>
            </a:r>
            <a:r xmlns:a="http://schemas.openxmlformats.org/drawingml/2006/main">
              <a:rPr lang="vi" altLang="en-US" sz="2000" b="1" dirty="0">
                <a:solidFill>
                  <a:schemeClr val="tx1"/>
                </a:solidFill>
                <a:latin typeface="+mn-lt"/>
                <a:ea typeface="ＭＳ Ｐゴシック" charset="-128"/>
                <a:cs typeface="ＭＳ Ｐゴシック" charset="-128"/>
              </a:rPr>
              <a:t>:</a:t>
            </a:r>
          </a:p>
          <a:p>
            <a:pPr xmlns:a="http://schemas.openxmlformats.org/drawingml/2006/main" lvl="1"/>
            <a:r xmlns:a="http://schemas.openxmlformats.org/drawingml/2006/main">
              <a:rPr lang="vi" altLang="en-US" sz="2000" dirty="0">
                <a:latin typeface="+mn-lt"/>
                <a:ea typeface="ＭＳ Ｐゴシック" charset="-128"/>
              </a:rPr>
              <a:t>dẫn chương trình phát sóng </a:t>
            </a:r>
            <a:r xmlns:a="http://schemas.openxmlformats.org/drawingml/2006/main">
              <a:rPr lang="vi" altLang="en-US" sz="2000" b="1" dirty="0" smtClean="0">
                <a:solidFill>
                  <a:schemeClr val="tx1"/>
                </a:solidFill>
                <a:latin typeface="+mn-lt"/>
                <a:ea typeface="ＭＳ Ｐゴシック" charset="-128"/>
              </a:rPr>
              <a:t>“ </a:t>
            </a:r>
            <a:r xmlns:a="http://schemas.openxmlformats.org/drawingml/2006/main">
              <a:rPr lang="vi" altLang="en-US" sz="2000" b="1" dirty="0" smtClean="0">
                <a:solidFill>
                  <a:schemeClr val="tx1"/>
                </a:solidFill>
                <a:latin typeface="+mn-lt"/>
                <a:ea typeface="ＭＳ Ｐゴシック" charset="-128"/>
                <a:cs typeface="ＭＳ Ｐゴシック" charset="-128"/>
              </a:rPr>
              <a:t>D</a:t>
            </a:r>
            <a:r xmlns:a="http://schemas.openxmlformats.org/drawingml/2006/main">
              <a:rPr lang="vi" altLang="en-US" sz="100" b="1" dirty="0" smtClean="0">
                <a:solidFill>
                  <a:schemeClr val="tx1"/>
                </a:solidFill>
                <a:latin typeface="+mn-lt"/>
                <a:ea typeface="ＭＳ Ｐゴシック" charset="-128"/>
                <a:cs typeface="ＭＳ Ｐゴシック" charset="-128"/>
              </a:rPr>
              <a:t> </a:t>
            </a:r>
            <a:r xmlns:a="http://schemas.openxmlformats.org/drawingml/2006/main">
              <a:rPr lang="vi" altLang="en-US" sz="2000" b="1" dirty="0">
                <a:solidFill>
                  <a:schemeClr val="tx1"/>
                </a:solidFill>
                <a:latin typeface="+mn-lt"/>
                <a:ea typeface="ＭＳ Ｐゴシック" charset="-128"/>
                <a:cs typeface="ＭＳ Ｐゴシック" charset="-128"/>
              </a:rPr>
              <a:t>h</a:t>
            </a:r>
            <a:r xmlns:a="http://schemas.openxmlformats.org/drawingml/2006/main">
              <a:rPr lang="vi" altLang="en-US" sz="100" b="1" dirty="0">
                <a:solidFill>
                  <a:schemeClr val="tx1"/>
                </a:solidFill>
                <a:latin typeface="+mn-lt"/>
                <a:ea typeface="ＭＳ Ｐゴシック" charset="-128"/>
                <a:cs typeface="ＭＳ Ｐゴシック" charset="-128"/>
              </a:rPr>
              <a:t> </a:t>
            </a:r>
            <a:r xmlns:a="http://schemas.openxmlformats.org/drawingml/2006/main">
              <a:rPr lang="vi" altLang="en-US" sz="2000" b="1" dirty="0">
                <a:solidFill>
                  <a:schemeClr val="tx1"/>
                </a:solidFill>
                <a:latin typeface="+mn-lt"/>
                <a:ea typeface="ＭＳ Ｐゴシック" charset="-128"/>
                <a:cs typeface="ＭＳ Ｐゴシック" charset="-128"/>
              </a:rPr>
              <a:t>C</a:t>
            </a:r>
            <a:r xmlns:a="http://schemas.openxmlformats.org/drawingml/2006/main">
              <a:rPr lang="vi" altLang="en-US" sz="100" b="1" dirty="0">
                <a:solidFill>
                  <a:schemeClr val="tx1"/>
                </a:solidFill>
                <a:latin typeface="+mn-lt"/>
                <a:ea typeface="ＭＳ Ｐゴシック" charset="-128"/>
                <a:cs typeface="ＭＳ Ｐゴシック" charset="-128"/>
              </a:rPr>
              <a:t> </a:t>
            </a:r>
            <a:r xmlns:a="http://schemas.openxmlformats.org/drawingml/2006/main">
              <a:rPr lang="vi" altLang="en-US" sz="2000" b="1" dirty="0">
                <a:solidFill>
                  <a:schemeClr val="tx1"/>
                </a:solidFill>
                <a:latin typeface="+mn-lt"/>
                <a:ea typeface="ＭＳ Ｐゴシック" charset="-128"/>
                <a:cs typeface="ＭＳ Ｐゴシック" charset="-128"/>
              </a:rPr>
              <a:t>P </a:t>
            </a:r>
            <a:r xmlns:a="http://schemas.openxmlformats.org/drawingml/2006/main">
              <a:rPr lang="vi" altLang="ja-JP" sz="2000" b="1" dirty="0" smtClean="0">
                <a:solidFill>
                  <a:schemeClr val="tx1"/>
                </a:solidFill>
                <a:latin typeface="+mn-lt"/>
                <a:ea typeface="ＭＳ Ｐゴシック" charset="-128"/>
              </a:rPr>
              <a:t>khám phá” </a:t>
            </a:r>
            <a:r xmlns:a="http://schemas.openxmlformats.org/drawingml/2006/main">
              <a:rPr lang="vi" altLang="ja-JP" sz="2000" dirty="0" smtClean="0">
                <a:latin typeface="+mn-lt"/>
                <a:ea typeface="ＭＳ Ｐゴシック" charset="-128"/>
              </a:rPr>
              <a:t>tin nhắn </a:t>
            </a:r>
            <a:r xmlns:a="http://schemas.openxmlformats.org/drawingml/2006/main">
              <a:rPr lang="vi" altLang="ja-JP" sz="2000" dirty="0">
                <a:latin typeface="+mn-lt"/>
                <a:ea typeface="ＭＳ Ｐゴシック" charset="-128"/>
              </a:rPr>
              <a:t>[tùy chọn]</a:t>
            </a:r>
          </a:p>
          <a:p>
            <a:pPr xmlns:a="http://schemas.openxmlformats.org/drawingml/2006/main" lvl="1"/>
            <a:r xmlns:a="http://schemas.openxmlformats.org/drawingml/2006/main">
              <a:rPr lang="vi" altLang="en-US" sz="2000" dirty="0" smtClean="0">
                <a:latin typeface="+mn-lt"/>
                <a:ea typeface="ＭＳ Ｐゴシック" charset="-128"/>
              </a:rPr>
              <a:t>Đ.</a:t>
            </a:r>
            <a:r xmlns:a="http://schemas.openxmlformats.org/drawingml/2006/main">
              <a:rPr lang="vi" altLang="en-US" sz="100" dirty="0" smtClean="0">
                <a:latin typeface="+mn-lt"/>
                <a:ea typeface="ＭＳ Ｐゴシック" charset="-128"/>
              </a:rPr>
              <a:t> </a:t>
            </a:r>
            <a:r xmlns:a="http://schemas.openxmlformats.org/drawingml/2006/main">
              <a:rPr lang="vi" altLang="en-US" sz="2000" dirty="0" smtClean="0">
                <a:latin typeface="+mn-lt"/>
                <a:ea typeface="ＭＳ Ｐゴシック" charset="-128"/>
              </a:rPr>
              <a:t>h</a:t>
            </a:r>
            <a:r xmlns:a="http://schemas.openxmlformats.org/drawingml/2006/main">
              <a:rPr lang="vi" altLang="en-US" sz="100" dirty="0" smtClean="0">
                <a:latin typeface="+mn-lt"/>
                <a:ea typeface="ＭＳ Ｐゴシック" charset="-128"/>
              </a:rPr>
              <a:t> </a:t>
            </a:r>
            <a:r xmlns:a="http://schemas.openxmlformats.org/drawingml/2006/main">
              <a:rPr lang="vi" altLang="en-US" sz="2000" dirty="0" smtClean="0">
                <a:latin typeface="+mn-lt"/>
                <a:ea typeface="ＭＳ Ｐゴシック" charset="-128"/>
              </a:rPr>
              <a:t>C</a:t>
            </a:r>
            <a:r xmlns:a="http://schemas.openxmlformats.org/drawingml/2006/main">
              <a:rPr lang="vi" altLang="en-US" sz="100" dirty="0" smtClean="0">
                <a:latin typeface="+mn-lt"/>
                <a:ea typeface="ＭＳ Ｐゴシック" charset="-128"/>
              </a:rPr>
              <a:t> Máy chủ </a:t>
            </a:r>
            <a:r xmlns:a="http://schemas.openxmlformats.org/drawingml/2006/main">
              <a:rPr lang="vi" altLang="en-US" sz="2000" dirty="0" smtClean="0">
                <a:latin typeface="+mn-lt"/>
                <a:ea typeface="ＭＳ Ｐゴシック" charset="-128"/>
              </a:rPr>
              <a:t>P </a:t>
            </a:r>
            <a:r xmlns:a="http://schemas.openxmlformats.org/drawingml/2006/main">
              <a:rPr lang="vi" altLang="en-US" sz="2000" dirty="0">
                <a:latin typeface="+mn-lt"/>
                <a:ea typeface="ＭＳ Ｐゴシック" charset="-128"/>
              </a:rPr>
              <a:t>phản hồi với </a:t>
            </a:r>
            <a:r xmlns:a="http://schemas.openxmlformats.org/drawingml/2006/main">
              <a:rPr lang="vi" altLang="en-US" sz="2000" b="1" dirty="0" smtClean="0">
                <a:solidFill>
                  <a:schemeClr val="tx1"/>
                </a:solidFill>
                <a:latin typeface="+mn-lt"/>
                <a:ea typeface="ＭＳ Ｐゴシック" charset="-128"/>
              </a:rPr>
              <a:t>“ </a:t>
            </a:r>
            <a:r xmlns:a="http://schemas.openxmlformats.org/drawingml/2006/main">
              <a:rPr lang="vi" altLang="en-US" sz="2000" b="1" dirty="0" smtClean="0">
                <a:solidFill>
                  <a:schemeClr val="tx1"/>
                </a:solidFill>
                <a:latin typeface="+mn-lt"/>
                <a:ea typeface="ＭＳ Ｐゴシック" charset="-128"/>
                <a:cs typeface="ＭＳ Ｐゴシック" charset="-128"/>
              </a:rPr>
              <a:t>D</a:t>
            </a:r>
            <a:r xmlns:a="http://schemas.openxmlformats.org/drawingml/2006/main">
              <a:rPr lang="vi" altLang="en-US" sz="100" b="1" dirty="0" smtClean="0">
                <a:solidFill>
                  <a:schemeClr val="tx1"/>
                </a:solidFill>
                <a:latin typeface="+mn-lt"/>
                <a:ea typeface="ＭＳ Ｐゴシック" charset="-128"/>
                <a:cs typeface="ＭＳ Ｐゴシック" charset="-128"/>
              </a:rPr>
              <a:t> </a:t>
            </a:r>
            <a:r xmlns:a="http://schemas.openxmlformats.org/drawingml/2006/main">
              <a:rPr lang="vi" altLang="en-US" sz="2000" b="1" dirty="0">
                <a:solidFill>
                  <a:schemeClr val="tx1"/>
                </a:solidFill>
                <a:latin typeface="+mn-lt"/>
                <a:ea typeface="ＭＳ Ｐゴシック" charset="-128"/>
                <a:cs typeface="ＭＳ Ｐゴシック" charset="-128"/>
              </a:rPr>
              <a:t>h</a:t>
            </a:r>
            <a:r xmlns:a="http://schemas.openxmlformats.org/drawingml/2006/main">
              <a:rPr lang="vi" altLang="en-US" sz="100" b="1" dirty="0">
                <a:solidFill>
                  <a:schemeClr val="tx1"/>
                </a:solidFill>
                <a:latin typeface="+mn-lt"/>
                <a:ea typeface="ＭＳ Ｐゴシック" charset="-128"/>
                <a:cs typeface="ＭＳ Ｐゴシック" charset="-128"/>
              </a:rPr>
              <a:t> </a:t>
            </a:r>
            <a:r xmlns:a="http://schemas.openxmlformats.org/drawingml/2006/main">
              <a:rPr lang="vi" altLang="en-US" sz="2000" b="1" dirty="0">
                <a:solidFill>
                  <a:schemeClr val="tx1"/>
                </a:solidFill>
                <a:latin typeface="+mn-lt"/>
                <a:ea typeface="ＭＳ Ｐゴシック" charset="-128"/>
                <a:cs typeface="ＭＳ Ｐゴシック" charset="-128"/>
              </a:rPr>
              <a:t>C</a:t>
            </a:r>
            <a:r xmlns:a="http://schemas.openxmlformats.org/drawingml/2006/main">
              <a:rPr lang="vi" altLang="en-US" sz="100" b="1" dirty="0">
                <a:solidFill>
                  <a:schemeClr val="tx1"/>
                </a:solidFill>
                <a:latin typeface="+mn-lt"/>
                <a:ea typeface="ＭＳ Ｐゴシック" charset="-128"/>
                <a:cs typeface="ＭＳ Ｐゴシック" charset="-128"/>
              </a:rPr>
              <a:t> </a:t>
            </a:r>
            <a:r xmlns:a="http://schemas.openxmlformats.org/drawingml/2006/main">
              <a:rPr lang="vi" altLang="en-US" sz="2000" b="1" dirty="0">
                <a:solidFill>
                  <a:schemeClr val="tx1"/>
                </a:solidFill>
                <a:latin typeface="+mn-lt"/>
                <a:ea typeface="ＭＳ Ｐゴシック" charset="-128"/>
                <a:cs typeface="ＭＳ Ｐゴシック" charset="-128"/>
              </a:rPr>
              <a:t>P ưu </a:t>
            </a:r>
            <a:r xmlns:a="http://schemas.openxmlformats.org/drawingml/2006/main">
              <a:rPr lang="vi" altLang="ja-JP" sz="2000" b="1" dirty="0" smtClean="0">
                <a:solidFill>
                  <a:schemeClr val="tx1"/>
                </a:solidFill>
                <a:latin typeface="+mn-lt"/>
                <a:ea typeface="ＭＳ Ｐゴシック" charset="-128"/>
              </a:rPr>
              <a:t>đãi” </a:t>
            </a:r>
            <a:r xmlns:a="http://schemas.openxmlformats.org/drawingml/2006/main">
              <a:rPr lang="vi" altLang="ja-JP" sz="2000" dirty="0">
                <a:latin typeface="+mn-lt"/>
                <a:ea typeface="ＭＳ Ｐゴシック" charset="-128"/>
              </a:rPr>
              <a:t>thông điệp [tùy chọn]</a:t>
            </a:r>
          </a:p>
          <a:p>
            <a:pPr xmlns:a="http://schemas.openxmlformats.org/drawingml/2006/main" lvl="1"/>
            <a:r xmlns:a="http://schemas.openxmlformats.org/drawingml/2006/main">
              <a:rPr lang="vi" altLang="en-US" sz="2000" dirty="0">
                <a:latin typeface="+mn-lt"/>
                <a:ea typeface="ＭＳ Ｐゴシック" charset="-128"/>
              </a:rPr>
              <a:t>máy chủ yêu cầu </a:t>
            </a:r>
            <a:r xmlns:a="http://schemas.openxmlformats.org/drawingml/2006/main">
              <a:rPr lang="vi" altLang="en-US" sz="2000" dirty="0" smtClean="0">
                <a:latin typeface="+mn-lt"/>
                <a:ea typeface="ＭＳ Ｐゴシック" charset="-128"/>
              </a:rPr>
              <a:t>tôi</a:t>
            </a:r>
            <a:r xmlns:a="http://schemas.openxmlformats.org/drawingml/2006/main">
              <a:rPr lang="vi" altLang="en-US" sz="100" dirty="0" smtClean="0">
                <a:latin typeface="+mn-lt"/>
                <a:ea typeface="ＭＳ Ｐゴシック" charset="-128"/>
              </a:rPr>
              <a:t> Địa chỉ </a:t>
            </a:r>
            <a:r xmlns:a="http://schemas.openxmlformats.org/drawingml/2006/main">
              <a:rPr lang="vi" altLang="en-US" sz="2000" dirty="0" smtClean="0">
                <a:latin typeface="+mn-lt"/>
                <a:ea typeface="ＭＳ Ｐゴシック" charset="-128"/>
              </a:rPr>
              <a:t>P </a:t>
            </a:r>
            <a:r xmlns:a="http://schemas.openxmlformats.org/drawingml/2006/main">
              <a:rPr lang="vi" altLang="en-US" sz="2000" dirty="0">
                <a:latin typeface="+mn-lt"/>
                <a:ea typeface="ＭＳ Ｐゴシック" charset="-128"/>
              </a:rPr>
              <a:t>: </a:t>
            </a:r>
            <a:r xmlns:a="http://schemas.openxmlformats.org/drawingml/2006/main">
              <a:rPr lang="vi" altLang="en-US" sz="2000" b="1" dirty="0" smtClean="0">
                <a:solidFill>
                  <a:schemeClr val="tx1"/>
                </a:solidFill>
                <a:latin typeface="+mn-lt"/>
                <a:ea typeface="ＭＳ Ｐゴシック" charset="-128"/>
              </a:rPr>
              <a:t>“ </a:t>
            </a:r>
            <a:r xmlns:a="http://schemas.openxmlformats.org/drawingml/2006/main">
              <a:rPr lang="vi" altLang="en-US" sz="2000" b="1" dirty="0" smtClean="0">
                <a:solidFill>
                  <a:schemeClr val="tx1"/>
                </a:solidFill>
                <a:latin typeface="+mn-lt"/>
                <a:ea typeface="ＭＳ Ｐゴシック" charset="-128"/>
                <a:cs typeface="ＭＳ Ｐゴシック" charset="-128"/>
              </a:rPr>
              <a:t>D</a:t>
            </a:r>
            <a:r xmlns:a="http://schemas.openxmlformats.org/drawingml/2006/main">
              <a:rPr lang="vi" altLang="en-US" sz="100" b="1" dirty="0" smtClean="0">
                <a:solidFill>
                  <a:schemeClr val="tx1"/>
                </a:solidFill>
                <a:latin typeface="+mn-lt"/>
                <a:ea typeface="ＭＳ Ｐゴシック" charset="-128"/>
                <a:cs typeface="ＭＳ Ｐゴシック" charset="-128"/>
              </a:rPr>
              <a:t> </a:t>
            </a:r>
            <a:r xmlns:a="http://schemas.openxmlformats.org/drawingml/2006/main">
              <a:rPr lang="vi" altLang="en-US" sz="2000" b="1" dirty="0">
                <a:solidFill>
                  <a:schemeClr val="tx1"/>
                </a:solidFill>
                <a:latin typeface="+mn-lt"/>
                <a:ea typeface="ＭＳ Ｐゴシック" charset="-128"/>
                <a:cs typeface="ＭＳ Ｐゴシック" charset="-128"/>
              </a:rPr>
              <a:t>h</a:t>
            </a:r>
            <a:r xmlns:a="http://schemas.openxmlformats.org/drawingml/2006/main">
              <a:rPr lang="vi" altLang="en-US" sz="100" b="1" dirty="0">
                <a:solidFill>
                  <a:schemeClr val="tx1"/>
                </a:solidFill>
                <a:latin typeface="+mn-lt"/>
                <a:ea typeface="ＭＳ Ｐゴシック" charset="-128"/>
                <a:cs typeface="ＭＳ Ｐゴシック" charset="-128"/>
              </a:rPr>
              <a:t> </a:t>
            </a:r>
            <a:r xmlns:a="http://schemas.openxmlformats.org/drawingml/2006/main">
              <a:rPr lang="vi" altLang="en-US" sz="2000" b="1" dirty="0">
                <a:solidFill>
                  <a:schemeClr val="tx1"/>
                </a:solidFill>
                <a:latin typeface="+mn-lt"/>
                <a:ea typeface="ＭＳ Ｐゴシック" charset="-128"/>
                <a:cs typeface="ＭＳ Ｐゴシック" charset="-128"/>
              </a:rPr>
              <a:t>C</a:t>
            </a:r>
            <a:r xmlns:a="http://schemas.openxmlformats.org/drawingml/2006/main">
              <a:rPr lang="vi" altLang="en-US" sz="100" b="1" dirty="0">
                <a:solidFill>
                  <a:schemeClr val="tx1"/>
                </a:solidFill>
                <a:latin typeface="+mn-lt"/>
                <a:ea typeface="ＭＳ Ｐゴシック" charset="-128"/>
                <a:cs typeface="ＭＳ Ｐゴシック" charset="-128"/>
              </a:rPr>
              <a:t> </a:t>
            </a:r>
            <a:r xmlns:a="http://schemas.openxmlformats.org/drawingml/2006/main">
              <a:rPr lang="vi" altLang="ja-JP" sz="2000" dirty="0">
                <a:latin typeface="+mn-lt"/>
                <a:ea typeface="ＭＳ Ｐゴシック" charset="-128"/>
              </a:rPr>
              <a:t>Thông điệp </a:t>
            </a:r>
            <a:r xmlns:a="http://schemas.openxmlformats.org/drawingml/2006/main">
              <a:rPr lang="vi" altLang="ja-JP" sz="2000" b="1" dirty="0" smtClean="0">
                <a:solidFill>
                  <a:schemeClr val="tx1"/>
                </a:solidFill>
                <a:latin typeface="+mn-lt"/>
                <a:ea typeface="ＭＳ Ｐゴシック" charset="-128"/>
              </a:rPr>
              <a:t>yêu cầu </a:t>
            </a:r>
            <a:r xmlns:a="http://schemas.openxmlformats.org/drawingml/2006/main">
              <a:rPr lang="vi" altLang="en-US" sz="2000" b="1" dirty="0">
                <a:solidFill>
                  <a:schemeClr val="tx1"/>
                </a:solidFill>
                <a:latin typeface="+mn-lt"/>
                <a:ea typeface="ＭＳ Ｐゴシック" charset="-128"/>
                <a:cs typeface="ＭＳ Ｐゴシック" charset="-128"/>
              </a:rPr>
              <a:t>P</a:t>
            </a:r>
          </a:p>
          <a:p>
            <a:pPr xmlns:a="http://schemas.openxmlformats.org/drawingml/2006/main" lvl="1"/>
            <a:r xmlns:a="http://schemas.openxmlformats.org/drawingml/2006/main">
              <a:rPr lang="vi" altLang="en-US" sz="2000" dirty="0">
                <a:latin typeface="+mn-lt"/>
                <a:ea typeface="ＭＳ Ｐゴシック" charset="-128"/>
              </a:rPr>
              <a:t>Đ.</a:t>
            </a:r>
            <a:r xmlns:a="http://schemas.openxmlformats.org/drawingml/2006/main">
              <a:rPr lang="vi" altLang="en-US" sz="100" dirty="0">
                <a:latin typeface="+mn-lt"/>
                <a:ea typeface="ＭＳ Ｐゴシック" charset="-128"/>
              </a:rPr>
              <a:t> </a:t>
            </a:r>
            <a:r xmlns:a="http://schemas.openxmlformats.org/drawingml/2006/main">
              <a:rPr lang="vi" altLang="en-US" sz="2000" dirty="0">
                <a:latin typeface="+mn-lt"/>
                <a:ea typeface="ＭＳ Ｐゴシック" charset="-128"/>
              </a:rPr>
              <a:t>h</a:t>
            </a:r>
            <a:r xmlns:a="http://schemas.openxmlformats.org/drawingml/2006/main">
              <a:rPr lang="vi" altLang="en-US" sz="100" dirty="0">
                <a:latin typeface="+mn-lt"/>
                <a:ea typeface="ＭＳ Ｐゴシック" charset="-128"/>
              </a:rPr>
              <a:t> </a:t>
            </a:r>
            <a:r xmlns:a="http://schemas.openxmlformats.org/drawingml/2006/main">
              <a:rPr lang="vi" altLang="en-US" sz="2000" dirty="0">
                <a:latin typeface="+mn-lt"/>
                <a:ea typeface="ＭＳ Ｐゴシック" charset="-128"/>
              </a:rPr>
              <a:t>C</a:t>
            </a:r>
            <a:r xmlns:a="http://schemas.openxmlformats.org/drawingml/2006/main">
              <a:rPr lang="vi" altLang="en-US" sz="100" dirty="0">
                <a:latin typeface="+mn-lt"/>
                <a:ea typeface="ＭＳ Ｐゴシック" charset="-128"/>
              </a:rPr>
              <a:t> </a:t>
            </a:r>
            <a:r xmlns:a="http://schemas.openxmlformats.org/drawingml/2006/main">
              <a:rPr lang="vi" altLang="en-US" sz="2000" dirty="0">
                <a:latin typeface="+mn-lt"/>
                <a:ea typeface="ＭＳ Ｐゴシック" charset="-128"/>
              </a:rPr>
              <a:t>P</a:t>
            </a:r>
            <a:r xmlns:a="http://schemas.openxmlformats.org/drawingml/2006/main">
              <a:rPr lang="vi" altLang="en-US" sz="2000" dirty="0" smtClean="0">
                <a:latin typeface="+mn-lt"/>
                <a:ea typeface="ＭＳ Ｐゴシック" charset="-128"/>
              </a:rPr>
              <a:t> </a:t>
            </a:r>
            <a:r xmlns:a="http://schemas.openxmlformats.org/drawingml/2006/main">
              <a:rPr lang="vi" altLang="en-US" sz="2000" dirty="0">
                <a:latin typeface="+mn-lt"/>
                <a:ea typeface="ＭＳ Ｐゴシック" charset="-128"/>
              </a:rPr>
              <a:t>máy chủ gửi địa chỉ: </a:t>
            </a:r>
            <a:r xmlns:a="http://schemas.openxmlformats.org/drawingml/2006/main">
              <a:rPr lang="vi" altLang="en-US" sz="2000" b="1" dirty="0" smtClean="0">
                <a:solidFill>
                  <a:schemeClr val="tx1"/>
                </a:solidFill>
                <a:latin typeface="+mn-lt"/>
                <a:ea typeface="ＭＳ Ｐゴシック" charset="-128"/>
              </a:rPr>
              <a:t>“ </a:t>
            </a:r>
            <a:r xmlns:a="http://schemas.openxmlformats.org/drawingml/2006/main">
              <a:rPr lang="vi" altLang="en-US" sz="2000" b="1" dirty="0" smtClean="0">
                <a:solidFill>
                  <a:schemeClr val="tx1"/>
                </a:solidFill>
                <a:latin typeface="+mn-lt"/>
                <a:ea typeface="ＭＳ Ｐゴシック" charset="-128"/>
                <a:cs typeface="ＭＳ Ｐゴシック" charset="-128"/>
              </a:rPr>
              <a:t>D</a:t>
            </a:r>
            <a:r xmlns:a="http://schemas.openxmlformats.org/drawingml/2006/main">
              <a:rPr lang="vi" altLang="en-US" sz="100" b="1" dirty="0" smtClean="0">
                <a:solidFill>
                  <a:schemeClr val="tx1"/>
                </a:solidFill>
                <a:latin typeface="+mn-lt"/>
                <a:ea typeface="ＭＳ Ｐゴシック" charset="-128"/>
                <a:cs typeface="ＭＳ Ｐゴシック" charset="-128"/>
              </a:rPr>
              <a:t> </a:t>
            </a:r>
            <a:r xmlns:a="http://schemas.openxmlformats.org/drawingml/2006/main">
              <a:rPr lang="vi" altLang="en-US" sz="2000" b="1" dirty="0">
                <a:solidFill>
                  <a:schemeClr val="tx1"/>
                </a:solidFill>
                <a:latin typeface="+mn-lt"/>
                <a:ea typeface="ＭＳ Ｐゴシック" charset="-128"/>
                <a:cs typeface="ＭＳ Ｐゴシック" charset="-128"/>
              </a:rPr>
              <a:t>h</a:t>
            </a:r>
            <a:r xmlns:a="http://schemas.openxmlformats.org/drawingml/2006/main">
              <a:rPr lang="vi" altLang="en-US" sz="100" b="1" dirty="0">
                <a:solidFill>
                  <a:schemeClr val="tx1"/>
                </a:solidFill>
                <a:latin typeface="+mn-lt"/>
                <a:ea typeface="ＭＳ Ｐゴシック" charset="-128"/>
                <a:cs typeface="ＭＳ Ｐゴシック" charset="-128"/>
              </a:rPr>
              <a:t> </a:t>
            </a:r>
            <a:r xmlns:a="http://schemas.openxmlformats.org/drawingml/2006/main">
              <a:rPr lang="vi" altLang="en-US" sz="2000" b="1" dirty="0">
                <a:solidFill>
                  <a:schemeClr val="tx1"/>
                </a:solidFill>
                <a:latin typeface="+mn-lt"/>
                <a:ea typeface="ＭＳ Ｐゴシック" charset="-128"/>
                <a:cs typeface="ＭＳ Ｐゴシック" charset="-128"/>
              </a:rPr>
              <a:t>C</a:t>
            </a:r>
            <a:r xmlns:a="http://schemas.openxmlformats.org/drawingml/2006/main">
              <a:rPr lang="vi" altLang="en-US" sz="100" b="1" dirty="0">
                <a:solidFill>
                  <a:schemeClr val="tx1"/>
                </a:solidFill>
                <a:latin typeface="+mn-lt"/>
                <a:ea typeface="ＭＳ Ｐゴシック" charset="-128"/>
                <a:cs typeface="ＭＳ Ｐゴシック" charset="-128"/>
              </a:rPr>
              <a:t> </a:t>
            </a:r>
            <a:r xmlns:a="http://schemas.openxmlformats.org/drawingml/2006/main">
              <a:rPr lang="vi" altLang="en-US" sz="2000" b="1" dirty="0">
                <a:solidFill>
                  <a:schemeClr val="tx1"/>
                </a:solidFill>
                <a:latin typeface="+mn-lt"/>
                <a:ea typeface="ＭＳ Ｐゴシック" charset="-128"/>
                <a:cs typeface="ＭＳ Ｐゴシック" charset="-128"/>
              </a:rPr>
              <a:t>P </a:t>
            </a:r>
            <a:r xmlns:a="http://schemas.openxmlformats.org/drawingml/2006/main">
              <a:rPr lang="vi" altLang="ja-JP" sz="2000" b="1" dirty="0" smtClean="0">
                <a:solidFill>
                  <a:schemeClr val="tx1"/>
                </a:solidFill>
                <a:latin typeface="+mn-lt"/>
                <a:ea typeface="ＭＳ Ｐゴシック" charset="-128"/>
              </a:rPr>
              <a:t>ack” </a:t>
            </a:r>
            <a:r xmlns:a="http://schemas.openxmlformats.org/drawingml/2006/main">
              <a:rPr lang="vi" altLang="ja-JP" sz="2000" dirty="0" smtClean="0">
                <a:latin typeface="+mn-lt"/>
                <a:ea typeface="ＭＳ Ｐゴシック" charset="-128"/>
              </a:rPr>
              <a:t>tin nhắn</a:t>
            </a:r>
            <a:endParaRPr xmlns:a="http://schemas.openxmlformats.org/drawingml/2006/main" lang="en-US" altLang="ja-JP" sz="2000" dirty="0">
              <a:latin typeface="+mn-lt"/>
              <a:ea typeface="ＭＳ Ｐゴシック" charset="-128"/>
            </a:endParaRPr>
          </a:p>
        </p:txBody>
      </p:sp>
    </p:spTree>
    <p:extLst>
      <p:ext uri="{BB962C8B-B14F-4D97-AF65-F5344CB8AC3E}">
        <p14:creationId xmlns:p14="http://schemas.microsoft.com/office/powerpoint/2010/main" val="427279289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xmlns:a="http://schemas.openxmlformats.org/drawingml/2006/main">
              <a:rPr lang="vi" dirty="0" smtClean="0"/>
              <a:t>Đ.</a:t>
            </a:r>
            <a:r xmlns:a="http://schemas.openxmlformats.org/drawingml/2006/main">
              <a:rPr lang="vi" sz="100" dirty="0" smtClean="0"/>
              <a:t> </a:t>
            </a:r>
            <a:r xmlns:a="http://schemas.openxmlformats.org/drawingml/2006/main">
              <a:rPr lang="vi" dirty="0" smtClean="0"/>
              <a:t>h</a:t>
            </a:r>
            <a:r xmlns:a="http://schemas.openxmlformats.org/drawingml/2006/main">
              <a:rPr lang="vi" sz="100" dirty="0" smtClean="0"/>
              <a:t> </a:t>
            </a:r>
            <a:r xmlns:a="http://schemas.openxmlformats.org/drawingml/2006/main">
              <a:rPr lang="vi" dirty="0" smtClean="0"/>
              <a:t>C</a:t>
            </a:r>
            <a:r xmlns:a="http://schemas.openxmlformats.org/drawingml/2006/main">
              <a:rPr lang="vi" sz="100" dirty="0" smtClean="0"/>
              <a:t> </a:t>
            </a:r>
            <a:r xmlns:a="http://schemas.openxmlformats.org/drawingml/2006/main">
              <a:rPr lang="vi" dirty="0" smtClean="0"/>
              <a:t>P Kịch bản máy khách-máy chủ </a:t>
            </a:r>
            <a:r xmlns:a="http://schemas.openxmlformats.org/drawingml/2006/main">
              <a:rPr lang="vi" sz="2000" b="0" dirty="0" smtClean="0"/>
              <a:t>(1 trên 2)</a:t>
            </a:r>
            <a:endParaRPr xmlns:a="http://schemas.openxmlformats.org/drawingml/2006/main" lang="en-US" sz="2000" b="0" dirty="0"/>
          </a:p>
        </p:txBody>
      </p:sp>
      <p:pic>
        <p:nvPicPr>
          <p:cNvPr id="4" name="Picture 3" descr="A diagram has 3 linked groups of internet with P Cs. Each group links to a central router. Each link has a series of numbers. Central router. Link to left group, 223 period 1 period 1 period 4. Left group number, 223 period 1 period 1 period 0 forward slash 24. There are 3 P Cs. P C 1, 223 period 1 period 1 period 1. P C 2, 223 period 1 period 1 period 2. P C 3, 223 period 1 period 1 period 3. Router. Link to bottom group, 223 period 1 period 3 period 27. Bottom group number, 223 period 1 period 3 period 0 forward slash 24. There are 2 P Cs. P C 1, 223 period 1 period 3 period 1. P C 2, 223 period 1 period 3 period 2. Router. Link to right internet group, 223 period 1 period 2 period 9. Right group number, 223 period 1 period 2 period 0 forward slash 24. There are 2 P Cs. P C 1, 223 period 1 period 2 period 1. P C 2, 223 period 1 period 2 period 2. Beside the group on the left, is a connected D H C P server. Beside the group on the right, is an arriving D H C P, client needs address in this network."/>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3167" y="1735884"/>
            <a:ext cx="7177667" cy="4205099"/>
          </a:xfrm>
          <a:prstGeom prst="rect">
            <a:avLst/>
          </a:prstGeom>
        </p:spPr>
      </p:pic>
    </p:spTree>
    <p:extLst>
      <p:ext uri="{BB962C8B-B14F-4D97-AF65-F5344CB8AC3E}">
        <p14:creationId xmlns:p14="http://schemas.microsoft.com/office/powerpoint/2010/main" val="340513014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xmlns:a="http://schemas.openxmlformats.org/drawingml/2006/main">
              <a:rPr lang="vi" dirty="0" smtClean="0"/>
              <a:t>Đ.</a:t>
            </a:r>
            <a:r xmlns:a="http://schemas.openxmlformats.org/drawingml/2006/main">
              <a:rPr lang="vi" sz="100" dirty="0" smtClean="0"/>
              <a:t> </a:t>
            </a:r>
            <a:r xmlns:a="http://schemas.openxmlformats.org/drawingml/2006/main">
              <a:rPr lang="vi" dirty="0" smtClean="0"/>
              <a:t>h</a:t>
            </a:r>
            <a:r xmlns:a="http://schemas.openxmlformats.org/drawingml/2006/main">
              <a:rPr lang="vi" sz="100" dirty="0" smtClean="0"/>
              <a:t> </a:t>
            </a:r>
            <a:r xmlns:a="http://schemas.openxmlformats.org/drawingml/2006/main">
              <a:rPr lang="vi" dirty="0" smtClean="0"/>
              <a:t>C</a:t>
            </a:r>
            <a:r xmlns:a="http://schemas.openxmlformats.org/drawingml/2006/main">
              <a:rPr lang="vi" sz="100" dirty="0" smtClean="0"/>
              <a:t> </a:t>
            </a:r>
            <a:r xmlns:a="http://schemas.openxmlformats.org/drawingml/2006/main">
              <a:rPr lang="vi" dirty="0" smtClean="0"/>
              <a:t>P </a:t>
            </a:r>
            <a:r xmlns:a="http://schemas.openxmlformats.org/drawingml/2006/main">
              <a:rPr lang="vi" dirty="0"/>
              <a:t>Kịch bản máy khách-máy chủ </a:t>
            </a:r>
            <a:r xmlns:a="http://schemas.openxmlformats.org/drawingml/2006/main">
              <a:rPr lang="vi" sz="2000" b="0" dirty="0" smtClean="0"/>
              <a:t>(2 </a:t>
            </a:r>
            <a:r xmlns:a="http://schemas.openxmlformats.org/drawingml/2006/main">
              <a:rPr lang="vi" sz="2000" b="0" dirty="0"/>
              <a:t>trên 2)</a:t>
            </a:r>
            <a:endParaRPr xmlns:a="http://schemas.openxmlformats.org/drawingml/2006/main" lang="en-US" dirty="0"/>
          </a:p>
        </p:txBody>
      </p:sp>
      <p:pic>
        <p:nvPicPr>
          <p:cNvPr id="3" name="Picture 2" descr="A diagram of a server and laptop side by side. 2 parallel vertical arrows point down, 1 from each. 4 arrows with notes bounce between the lines, like zig zags. Server, left. Laptop, right. Laptop, arriving client. An arrow points downward left toward the server side. Notes, D H C P discover. Broadcast, is there a D H C P server out there? Server, D H C P server, 223 period 1 period 2 period 5. An arrow points downward right toward client. Notes, D H C P offer. Broadcast, I’m a D H C P server. Here’s an I P address you can use. Client. An arrow points downward left toward server. Notes, D H C P request. Broadcast, O K. I’ll take that I P address. Server. An arrow points downward right toward client. Notes, D H C P A C K. Broadcast, O K. You’ve got that I P addres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1486" y="1807163"/>
            <a:ext cx="5221028" cy="4423544"/>
          </a:xfrm>
          <a:prstGeom prst="rect">
            <a:avLst/>
          </a:prstGeom>
        </p:spPr>
      </p:pic>
    </p:spTree>
    <p:extLst>
      <p:ext uri="{BB962C8B-B14F-4D97-AF65-F5344CB8AC3E}">
        <p14:creationId xmlns:p14="http://schemas.microsoft.com/office/powerpoint/2010/main" val="361358790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dirty="0" smtClean="0"/>
              <a:t>Đ.</a:t>
            </a:r>
            <a:r xmlns:a="http://schemas.openxmlformats.org/drawingml/2006/main">
              <a:rPr lang="vi" sz="100" dirty="0" smtClean="0"/>
              <a:t> </a:t>
            </a:r>
            <a:r xmlns:a="http://schemas.openxmlformats.org/drawingml/2006/main">
              <a:rPr lang="vi" dirty="0" smtClean="0"/>
              <a:t>h</a:t>
            </a:r>
            <a:r xmlns:a="http://schemas.openxmlformats.org/drawingml/2006/main">
              <a:rPr lang="vi" sz="100" dirty="0" smtClean="0"/>
              <a:t> </a:t>
            </a:r>
            <a:r xmlns:a="http://schemas.openxmlformats.org/drawingml/2006/main">
              <a:rPr lang="vi" dirty="0" smtClean="0"/>
              <a:t>C</a:t>
            </a:r>
            <a:r xmlns:a="http://schemas.openxmlformats.org/drawingml/2006/main">
              <a:rPr lang="vi" sz="100" dirty="0" smtClean="0"/>
              <a:t> </a:t>
            </a:r>
            <a:r xmlns:a="http://schemas.openxmlformats.org/drawingml/2006/main">
              <a:rPr lang="vi" dirty="0" smtClean="0"/>
              <a:t>P </a:t>
            </a:r>
            <a:r xmlns:a="http://schemas.openxmlformats.org/drawingml/2006/main">
              <a:rPr lang="vi" dirty="0"/>
              <a:t>: Nhiều hơn </a:t>
            </a:r>
            <a:r xmlns:a="http://schemas.openxmlformats.org/drawingml/2006/main">
              <a:rPr lang="vi" dirty="0" smtClean="0"/>
              <a:t>tôi</a:t>
            </a:r>
            <a:r xmlns:a="http://schemas.openxmlformats.org/drawingml/2006/main">
              <a:rPr lang="vi" sz="100" dirty="0" smtClean="0"/>
              <a:t> </a:t>
            </a:r>
            <a:r xmlns:a="http://schemas.openxmlformats.org/drawingml/2006/main">
              <a:rPr lang="vi" dirty="0"/>
              <a:t>Địa chỉ </a:t>
            </a:r>
            <a:r xmlns:a="http://schemas.openxmlformats.org/drawingml/2006/main">
              <a:rPr lang="vi" dirty="0" smtClean="0"/>
              <a:t>P</a:t>
            </a:r>
          </a:p>
        </p:txBody>
      </p:sp>
      <p:sp>
        <p:nvSpPr>
          <p:cNvPr id="3" name="Text Placeholder 2"/>
          <p:cNvSpPr>
            <a:spLocks noGrp="1"/>
          </p:cNvSpPr>
          <p:nvPr>
            <p:ph type="body" idx="1"/>
          </p:nvPr>
        </p:nvSpPr>
        <p:spPr/>
        <p:txBody>
          <a:bodyPr/>
          <a:lstStyle/>
          <a:p>
            <a:pPr xmlns:a="http://schemas.openxmlformats.org/drawingml/2006/main" marL="0" indent="0">
              <a:buFont typeface="Wingdings" charset="0"/>
              <a:buNone/>
              <a:tabLst/>
              <a:defRPr/>
            </a:pPr>
            <a:r xmlns:a="http://schemas.openxmlformats.org/drawingml/2006/main">
              <a:rPr lang="vi" sz="2400" dirty="0" smtClean="0">
                <a:latin typeface="+mn-lt"/>
              </a:rPr>
              <a:t>Đ.</a:t>
            </a:r>
            <a:r xmlns:a="http://schemas.openxmlformats.org/drawingml/2006/main">
              <a:rPr lang="vi" sz="100" dirty="0" smtClean="0">
                <a:latin typeface="+mn-lt"/>
              </a:rPr>
              <a:t> </a:t>
            </a:r>
            <a:r xmlns:a="http://schemas.openxmlformats.org/drawingml/2006/main">
              <a:rPr lang="vi" sz="2400" dirty="0" smtClean="0">
                <a:latin typeface="+mn-lt"/>
              </a:rPr>
              <a:t>h</a:t>
            </a:r>
            <a:r xmlns:a="http://schemas.openxmlformats.org/drawingml/2006/main">
              <a:rPr lang="vi" sz="100" dirty="0" smtClean="0">
                <a:latin typeface="+mn-lt"/>
              </a:rPr>
              <a:t> </a:t>
            </a:r>
            <a:r xmlns:a="http://schemas.openxmlformats.org/drawingml/2006/main">
              <a:rPr lang="vi" sz="2400" dirty="0" smtClean="0">
                <a:latin typeface="+mn-lt"/>
              </a:rPr>
              <a:t>C</a:t>
            </a:r>
            <a:r xmlns:a="http://schemas.openxmlformats.org/drawingml/2006/main">
              <a:rPr lang="vi" sz="100" dirty="0" smtClean="0">
                <a:latin typeface="+mn-lt"/>
              </a:rPr>
              <a:t> </a:t>
            </a:r>
            <a:r xmlns:a="http://schemas.openxmlformats.org/drawingml/2006/main">
              <a:rPr lang="vi" sz="2400" dirty="0" smtClean="0">
                <a:latin typeface="+mn-lt"/>
              </a:rPr>
              <a:t>P </a:t>
            </a:r>
            <a:r xmlns:a="http://schemas.openxmlformats.org/drawingml/2006/main">
              <a:rPr lang="vi" sz="2400" dirty="0">
                <a:latin typeface="+mn-lt"/>
              </a:rPr>
              <a:t>có thể trả lại nhiều hơn </a:t>
            </a:r>
            <a:r xmlns:a="http://schemas.openxmlformats.org/drawingml/2006/main">
              <a:rPr lang="vi" sz="2400" dirty="0" smtClean="0">
                <a:latin typeface="+mn-lt"/>
              </a:rPr>
              <a:t>tôi vừa được phân bổ</a:t>
            </a:r>
            <a:r xmlns:a="http://schemas.openxmlformats.org/drawingml/2006/main">
              <a:rPr lang="vi" sz="100" dirty="0" smtClean="0">
                <a:latin typeface="+mn-lt"/>
              </a:rPr>
              <a:t> Địa chỉ </a:t>
            </a:r>
            <a:r xmlns:a="http://schemas.openxmlformats.org/drawingml/2006/main">
              <a:rPr lang="vi" sz="2400" dirty="0" smtClean="0">
                <a:latin typeface="+mn-lt"/>
              </a:rPr>
              <a:t>P </a:t>
            </a:r>
            <a:r xmlns:a="http://schemas.openxmlformats.org/drawingml/2006/main">
              <a:rPr lang="vi" sz="2400" dirty="0">
                <a:latin typeface="+mn-lt"/>
              </a:rPr>
              <a:t>trên mạng con:</a:t>
            </a:r>
          </a:p>
          <a:p>
            <a:pPr xmlns:a="http://schemas.openxmlformats.org/drawingml/2006/main" marL="256032" lvl="1" indent="-256032">
              <a:buFont typeface="Arial"/>
              <a:buChar char="•"/>
              <a:defRPr/>
            </a:pPr>
            <a:r xmlns:a="http://schemas.openxmlformats.org/drawingml/2006/main">
              <a:rPr lang="vi" sz="2400" dirty="0" smtClean="0">
                <a:latin typeface="+mn-lt"/>
              </a:rPr>
              <a:t>địa chỉ của bộ định tuyến bước nhảy đầu tiên cho </a:t>
            </a:r>
            <a:r xmlns:a="http://schemas.openxmlformats.org/drawingml/2006/main">
              <a:rPr lang="vi" sz="2400" dirty="0">
                <a:latin typeface="+mn-lt"/>
              </a:rPr>
              <a:t>khách hàng</a:t>
            </a:r>
          </a:p>
          <a:p>
            <a:pPr xmlns:a="http://schemas.openxmlformats.org/drawingml/2006/main" marL="256032" lvl="1" indent="-256032">
              <a:buFont typeface="Arial"/>
              <a:buChar char="•"/>
              <a:defRPr/>
            </a:pPr>
            <a:r xmlns:a="http://schemas.openxmlformats.org/drawingml/2006/main">
              <a:rPr lang="vi" sz="2400" dirty="0">
                <a:latin typeface="+mn-lt"/>
              </a:rPr>
              <a:t>tên và </a:t>
            </a:r>
            <a:r xmlns:a="http://schemas.openxmlformats.org/drawingml/2006/main">
              <a:rPr lang="vi" sz="2400" dirty="0" smtClean="0">
                <a:latin typeface="+mn-lt"/>
              </a:rPr>
              <a:t>tôi</a:t>
            </a:r>
            <a:r xmlns:a="http://schemas.openxmlformats.org/drawingml/2006/main">
              <a:rPr lang="vi" sz="100" dirty="0" smtClean="0">
                <a:latin typeface="+mn-lt"/>
              </a:rPr>
              <a:t> Địa chỉ </a:t>
            </a:r>
            <a:r xmlns:a="http://schemas.openxmlformats.org/drawingml/2006/main">
              <a:rPr lang="vi" sz="2400" dirty="0" smtClean="0">
                <a:latin typeface="+mn-lt"/>
              </a:rPr>
              <a:t>P </a:t>
            </a:r>
            <a:r xmlns:a="http://schemas.openxmlformats.org/drawingml/2006/main">
              <a:rPr lang="vi" sz="2400" dirty="0">
                <a:latin typeface="+mn-lt"/>
              </a:rPr>
              <a:t>của </a:t>
            </a:r>
            <a:r xmlns:a="http://schemas.openxmlformats.org/drawingml/2006/main">
              <a:rPr lang="vi" sz="2400" dirty="0" smtClean="0">
                <a:latin typeface="+mn-lt"/>
              </a:rPr>
              <a:t>D</a:t>
            </a:r>
            <a:r xmlns:a="http://schemas.openxmlformats.org/drawingml/2006/main">
              <a:rPr lang="vi" sz="100" dirty="0" smtClean="0">
                <a:latin typeface="+mn-lt"/>
              </a:rPr>
              <a:t> </a:t>
            </a:r>
            <a:r xmlns:a="http://schemas.openxmlformats.org/drawingml/2006/main">
              <a:rPr lang="vi" sz="2400" dirty="0" smtClean="0">
                <a:latin typeface="+mn-lt"/>
              </a:rPr>
              <a:t>N</a:t>
            </a:r>
            <a:r xmlns:a="http://schemas.openxmlformats.org/drawingml/2006/main">
              <a:rPr lang="vi" sz="100" dirty="0" smtClean="0">
                <a:latin typeface="+mn-lt"/>
              </a:rPr>
              <a:t> </a:t>
            </a:r>
            <a:r xmlns:a="http://schemas.openxmlformats.org/drawingml/2006/main">
              <a:rPr lang="vi" sz="2400" dirty="0">
                <a:latin typeface="+mn-lt"/>
              </a:rPr>
              <a:t>máy chủ </a:t>
            </a:r>
            <a:r xmlns:a="http://schemas.openxmlformats.org/drawingml/2006/main">
              <a:rPr lang="vi" sz="2400" dirty="0" smtClean="0">
                <a:latin typeface="+mn-lt"/>
              </a:rPr>
              <a:t>S</a:t>
            </a:r>
          </a:p>
          <a:p>
            <a:pPr xmlns:a="http://schemas.openxmlformats.org/drawingml/2006/main" marL="256032" lvl="1" indent="-256032">
              <a:buFont typeface="Arial"/>
              <a:buChar char="•"/>
              <a:defRPr/>
            </a:pPr>
            <a:r xmlns:a="http://schemas.openxmlformats.org/drawingml/2006/main">
              <a:rPr lang="vi" sz="2400" dirty="0">
                <a:latin typeface="+mn-lt"/>
              </a:rPr>
              <a:t>mặt nạ mạng (cho biết phần mạng so với phần máy chủ của địa chỉ </a:t>
            </a:r>
            <a:r xmlns:a="http://schemas.openxmlformats.org/drawingml/2006/main">
              <a:rPr lang="vi" sz="2400" dirty="0" smtClean="0">
                <a:latin typeface="+mn-lt"/>
              </a:rPr>
              <a:t>)</a:t>
            </a:r>
            <a:endParaRPr xmlns:a="http://schemas.openxmlformats.org/drawingml/2006/main" lang="en-US" sz="2400" dirty="0">
              <a:latin typeface="+mn-lt"/>
            </a:endParaRPr>
          </a:p>
        </p:txBody>
      </p:sp>
    </p:spTree>
    <p:extLst>
      <p:ext uri="{BB962C8B-B14F-4D97-AF65-F5344CB8AC3E}">
        <p14:creationId xmlns:p14="http://schemas.microsoft.com/office/powerpoint/2010/main" val="407395886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dirty="0" smtClean="0"/>
              <a:t>Đ.</a:t>
            </a:r>
            <a:r xmlns:a="http://schemas.openxmlformats.org/drawingml/2006/main">
              <a:rPr lang="vi" sz="100" dirty="0" smtClean="0"/>
              <a:t> </a:t>
            </a:r>
            <a:r xmlns:a="http://schemas.openxmlformats.org/drawingml/2006/main">
              <a:rPr lang="vi" dirty="0" smtClean="0"/>
              <a:t>h</a:t>
            </a:r>
            <a:r xmlns:a="http://schemas.openxmlformats.org/drawingml/2006/main">
              <a:rPr lang="vi" sz="100" dirty="0" smtClean="0"/>
              <a:t> </a:t>
            </a:r>
            <a:r xmlns:a="http://schemas.openxmlformats.org/drawingml/2006/main">
              <a:rPr lang="vi" dirty="0" smtClean="0"/>
              <a:t>C</a:t>
            </a:r>
            <a:r xmlns:a="http://schemas.openxmlformats.org/drawingml/2006/main">
              <a:rPr lang="vi" sz="100" dirty="0" smtClean="0"/>
              <a:t> </a:t>
            </a:r>
            <a:r xmlns:a="http://schemas.openxmlformats.org/drawingml/2006/main">
              <a:rPr lang="vi" dirty="0" smtClean="0"/>
              <a:t>P </a:t>
            </a:r>
            <a:r xmlns:a="http://schemas.openxmlformats.org/drawingml/2006/main">
              <a:rPr lang="vi" dirty="0"/>
              <a:t>: </a:t>
            </a:r>
            <a:r xmlns:a="http://schemas.openxmlformats.org/drawingml/2006/main">
              <a:rPr lang="vi" dirty="0" smtClean="0"/>
              <a:t>Ví dụ </a:t>
            </a:r>
            <a:r xmlns:a="http://schemas.openxmlformats.org/drawingml/2006/main">
              <a:rPr lang="vi" sz="2000" b="0" dirty="0" smtClean="0"/>
              <a:t>(1 trên 2)</a:t>
            </a:r>
            <a:endParaRPr xmlns:a="http://schemas.openxmlformats.org/drawingml/2006/main" lang="en-US" sz="2000" b="0" dirty="0"/>
          </a:p>
        </p:txBody>
      </p:sp>
      <p:sp>
        <p:nvSpPr>
          <p:cNvPr id="3" name="Text Placeholder 2"/>
          <p:cNvSpPr>
            <a:spLocks noGrp="1"/>
          </p:cNvSpPr>
          <p:nvPr>
            <p:ph type="body" idx="1"/>
          </p:nvPr>
        </p:nvSpPr>
        <p:spPr>
          <a:xfrm>
            <a:off x="457201" y="1600200"/>
            <a:ext cx="4911212" cy="4525963"/>
          </a:xfrm>
        </p:spPr>
        <p:txBody>
          <a:bodyPr/>
          <a:lstStyle/>
          <a:p>
            <a:r xmlns:a="http://schemas.openxmlformats.org/drawingml/2006/main">
              <a:rPr lang="vi" sz="2000" dirty="0">
                <a:latin typeface="+mn-lt"/>
              </a:rPr>
              <a:t>kết nối máy tính xách tay cần </a:t>
            </a:r>
            <a:r xmlns:a="http://schemas.openxmlformats.org/drawingml/2006/main">
              <a:rPr lang="vi" sz="2000" dirty="0" smtClean="0">
                <a:latin typeface="+mn-lt"/>
              </a:rPr>
              <a:t>tôi</a:t>
            </a:r>
            <a:r xmlns:a="http://schemas.openxmlformats.org/drawingml/2006/main">
              <a:rPr lang="vi" sz="100" dirty="0" smtClean="0">
                <a:latin typeface="+mn-lt"/>
              </a:rPr>
              <a:t> Địa chỉ </a:t>
            </a:r>
            <a:r xmlns:a="http://schemas.openxmlformats.org/drawingml/2006/main">
              <a:rPr lang="vi" sz="2000" dirty="0" smtClean="0">
                <a:latin typeface="+mn-lt"/>
              </a:rPr>
              <a:t>P </a:t>
            </a:r>
            <a:r xmlns:a="http://schemas.openxmlformats.org/drawingml/2006/main">
              <a:rPr lang="vi" sz="2000" dirty="0">
                <a:latin typeface="+mn-lt"/>
              </a:rPr>
              <a:t>, địa chỉ của bộ định tuyến bước nhảy đầu tiên, địa chỉ của </a:t>
            </a:r>
            <a:r xmlns:a="http://schemas.openxmlformats.org/drawingml/2006/main">
              <a:rPr lang="vi" sz="2000" dirty="0" smtClean="0">
                <a:latin typeface="+mn-lt"/>
              </a:rPr>
              <a:t>D</a:t>
            </a:r>
            <a:r xmlns:a="http://schemas.openxmlformats.org/drawingml/2006/main">
              <a:rPr lang="vi" sz="100" dirty="0" smtClean="0">
                <a:latin typeface="+mn-lt"/>
              </a:rPr>
              <a:t> </a:t>
            </a:r>
            <a:r xmlns:a="http://schemas.openxmlformats.org/drawingml/2006/main">
              <a:rPr lang="vi" sz="2000" dirty="0" smtClean="0">
                <a:latin typeface="+mn-lt"/>
              </a:rPr>
              <a:t>N</a:t>
            </a:r>
            <a:r xmlns:a="http://schemas.openxmlformats.org/drawingml/2006/main">
              <a:rPr lang="vi" sz="100" dirty="0" smtClean="0">
                <a:latin typeface="+mn-lt"/>
              </a:rPr>
              <a:t> Máy chủ </a:t>
            </a:r>
            <a:r xmlns:a="http://schemas.openxmlformats.org/drawingml/2006/main">
              <a:rPr lang="vi" sz="2000" dirty="0" smtClean="0">
                <a:latin typeface="+mn-lt"/>
              </a:rPr>
              <a:t>S </a:t>
            </a:r>
            <a:r xmlns:a="http://schemas.openxmlformats.org/drawingml/2006/main">
              <a:rPr lang="vi" sz="2000" dirty="0">
                <a:latin typeface="+mn-lt"/>
              </a:rPr>
              <a:t>: sử dụng </a:t>
            </a:r>
            <a:r xmlns:a="http://schemas.openxmlformats.org/drawingml/2006/main">
              <a:rPr lang="vi" sz="2000" dirty="0" smtClean="0">
                <a:latin typeface="+mn-lt"/>
              </a:rPr>
              <a:t>D</a:t>
            </a:r>
            <a:r xmlns:a="http://schemas.openxmlformats.org/drawingml/2006/main">
              <a:rPr lang="vi" sz="100" dirty="0" smtClean="0">
                <a:latin typeface="+mn-lt"/>
              </a:rPr>
              <a:t> </a:t>
            </a:r>
            <a:r xmlns:a="http://schemas.openxmlformats.org/drawingml/2006/main">
              <a:rPr lang="vi" sz="2000" dirty="0" smtClean="0">
                <a:latin typeface="+mn-lt"/>
              </a:rPr>
              <a:t>h</a:t>
            </a:r>
            <a:r xmlns:a="http://schemas.openxmlformats.org/drawingml/2006/main">
              <a:rPr lang="vi" sz="100" dirty="0" smtClean="0">
                <a:latin typeface="+mn-lt"/>
              </a:rPr>
              <a:t> </a:t>
            </a:r>
            <a:r xmlns:a="http://schemas.openxmlformats.org/drawingml/2006/main">
              <a:rPr lang="vi" sz="2000" dirty="0" smtClean="0">
                <a:latin typeface="+mn-lt"/>
              </a:rPr>
              <a:t>C</a:t>
            </a:r>
            <a:r xmlns:a="http://schemas.openxmlformats.org/drawingml/2006/main">
              <a:rPr lang="vi" sz="100" dirty="0" smtClean="0">
                <a:latin typeface="+mn-lt"/>
              </a:rPr>
              <a:t> </a:t>
            </a:r>
            <a:r xmlns:a="http://schemas.openxmlformats.org/drawingml/2006/main">
              <a:rPr lang="vi" sz="2000" dirty="0" smtClean="0">
                <a:latin typeface="+mn-lt"/>
              </a:rPr>
              <a:t>P</a:t>
            </a:r>
          </a:p>
          <a:p>
            <a:r xmlns:a="http://schemas.openxmlformats.org/drawingml/2006/main">
              <a:rPr lang="vi" altLang="en-US" sz="2000" dirty="0" smtClean="0">
                <a:latin typeface="+mn-lt"/>
              </a:rPr>
              <a:t>Đ.</a:t>
            </a:r>
            <a:r xmlns:a="http://schemas.openxmlformats.org/drawingml/2006/main">
              <a:rPr lang="vi" altLang="en-US" sz="100" dirty="0" smtClean="0">
                <a:latin typeface="+mn-lt"/>
              </a:rPr>
              <a:t> </a:t>
            </a:r>
            <a:r xmlns:a="http://schemas.openxmlformats.org/drawingml/2006/main">
              <a:rPr lang="vi" altLang="en-US" sz="2000" dirty="0" smtClean="0">
                <a:latin typeface="+mn-lt"/>
              </a:rPr>
              <a:t>h</a:t>
            </a:r>
            <a:r xmlns:a="http://schemas.openxmlformats.org/drawingml/2006/main">
              <a:rPr lang="vi" altLang="en-US" sz="100" dirty="0" smtClean="0">
                <a:latin typeface="+mn-lt"/>
              </a:rPr>
              <a:t> </a:t>
            </a:r>
            <a:r xmlns:a="http://schemas.openxmlformats.org/drawingml/2006/main">
              <a:rPr lang="vi" altLang="en-US" sz="2000" dirty="0" smtClean="0">
                <a:latin typeface="+mn-lt"/>
              </a:rPr>
              <a:t>C</a:t>
            </a:r>
            <a:r xmlns:a="http://schemas.openxmlformats.org/drawingml/2006/main">
              <a:rPr lang="vi" altLang="en-US" sz="100" dirty="0" smtClean="0">
                <a:latin typeface="+mn-lt"/>
              </a:rPr>
              <a:t> Yêu cầu </a:t>
            </a:r>
            <a:r xmlns:a="http://schemas.openxmlformats.org/drawingml/2006/main">
              <a:rPr lang="vi" altLang="en-US" sz="2000" dirty="0" smtClean="0">
                <a:latin typeface="+mn-lt"/>
              </a:rPr>
              <a:t>P </a:t>
            </a:r>
            <a:r xmlns:a="http://schemas.openxmlformats.org/drawingml/2006/main">
              <a:rPr lang="vi" altLang="en-US" sz="2000" dirty="0">
                <a:latin typeface="+mn-lt"/>
              </a:rPr>
              <a:t>được gói gọn trong </a:t>
            </a:r>
            <a:r xmlns:a="http://schemas.openxmlformats.org/drawingml/2006/main">
              <a:rPr lang="vi" altLang="en-US" sz="2000" dirty="0" smtClean="0">
                <a:latin typeface="+mn-lt"/>
              </a:rPr>
              <a:t>U</a:t>
            </a:r>
            <a:r xmlns:a="http://schemas.openxmlformats.org/drawingml/2006/main">
              <a:rPr lang="vi" altLang="en-US" sz="100" dirty="0" smtClean="0">
                <a:latin typeface="+mn-lt"/>
              </a:rPr>
              <a:t> </a:t>
            </a:r>
            <a:r xmlns:a="http://schemas.openxmlformats.org/drawingml/2006/main">
              <a:rPr lang="vi" altLang="en-US" sz="2000" dirty="0" smtClean="0">
                <a:latin typeface="+mn-lt"/>
              </a:rPr>
              <a:t>Đ.</a:t>
            </a:r>
            <a:r xmlns:a="http://schemas.openxmlformats.org/drawingml/2006/main">
              <a:rPr lang="vi" altLang="en-US" sz="100" dirty="0" smtClean="0">
                <a:latin typeface="+mn-lt"/>
              </a:rPr>
              <a:t> </a:t>
            </a:r>
            <a:r xmlns:a="http://schemas.openxmlformats.org/drawingml/2006/main">
              <a:rPr lang="vi" altLang="en-US" sz="2000" dirty="0" smtClean="0">
                <a:latin typeface="+mn-lt"/>
              </a:rPr>
              <a:t>P </a:t>
            </a:r>
            <a:r xmlns:a="http://schemas.openxmlformats.org/drawingml/2006/main">
              <a:rPr lang="vi" altLang="en-US" sz="2000" dirty="0">
                <a:latin typeface="+mn-lt"/>
              </a:rPr>
              <a:t>, gói gọn trong </a:t>
            </a:r>
            <a:r xmlns:a="http://schemas.openxmlformats.org/drawingml/2006/main">
              <a:rPr lang="vi" altLang="en-US" sz="2000" dirty="0" smtClean="0">
                <a:latin typeface="+mn-lt"/>
              </a:rPr>
              <a:t>I</a:t>
            </a:r>
            <a:r xmlns:a="http://schemas.openxmlformats.org/drawingml/2006/main">
              <a:rPr lang="vi" altLang="en-US" sz="100" dirty="0" smtClean="0">
                <a:latin typeface="+mn-lt"/>
              </a:rPr>
              <a:t> </a:t>
            </a:r>
            <a:r xmlns:a="http://schemas.openxmlformats.org/drawingml/2006/main">
              <a:rPr lang="vi" altLang="en-US" sz="2000" dirty="0" smtClean="0">
                <a:latin typeface="+mn-lt"/>
              </a:rPr>
              <a:t>P </a:t>
            </a:r>
            <a:r xmlns:a="http://schemas.openxmlformats.org/drawingml/2006/main">
              <a:rPr lang="vi" altLang="en-US" sz="2000" dirty="0">
                <a:latin typeface="+mn-lt"/>
              </a:rPr>
              <a:t>, được gói gọn trong Ethernet 802.1</a:t>
            </a:r>
          </a:p>
          <a:p>
            <a:r xmlns:a="http://schemas.openxmlformats.org/drawingml/2006/main">
              <a:rPr lang="vi" altLang="en-US" sz="2000" dirty="0">
                <a:latin typeface="+mn-lt"/>
              </a:rPr>
              <a:t>Phát khung Ethernet (đích: FFFFFFFFFFFF) trên </a:t>
            </a:r>
            <a:r xmlns:a="http://schemas.openxmlformats.org/drawingml/2006/main">
              <a:rPr lang="vi" altLang="en-US" sz="2000" dirty="0" smtClean="0">
                <a:latin typeface="+mn-lt"/>
              </a:rPr>
              <a:t>mạng LAN </a:t>
            </a:r>
            <a:r xmlns:a="http://schemas.openxmlformats.org/drawingml/2006/main">
              <a:rPr lang="vi" altLang="en-US" sz="2000" dirty="0">
                <a:latin typeface="+mn-lt"/>
              </a:rPr>
              <a:t>, được nhận tại bộ định tuyến chạy </a:t>
            </a:r>
            <a:r xmlns:a="http://schemas.openxmlformats.org/drawingml/2006/main">
              <a:rPr lang="vi" altLang="en-US" sz="2000" dirty="0" smtClean="0">
                <a:latin typeface="+mn-lt"/>
              </a:rPr>
              <a:t>D</a:t>
            </a:r>
            <a:r xmlns:a="http://schemas.openxmlformats.org/drawingml/2006/main">
              <a:rPr lang="vi" altLang="en-US" sz="100" dirty="0" smtClean="0">
                <a:latin typeface="+mn-lt"/>
              </a:rPr>
              <a:t> </a:t>
            </a:r>
            <a:r xmlns:a="http://schemas.openxmlformats.org/drawingml/2006/main">
              <a:rPr lang="vi" altLang="en-US" sz="2000" dirty="0" smtClean="0">
                <a:latin typeface="+mn-lt"/>
              </a:rPr>
              <a:t>h</a:t>
            </a:r>
            <a:r xmlns:a="http://schemas.openxmlformats.org/drawingml/2006/main">
              <a:rPr lang="vi" altLang="en-US" sz="100" dirty="0" smtClean="0">
                <a:latin typeface="+mn-lt"/>
              </a:rPr>
              <a:t> </a:t>
            </a:r>
            <a:r xmlns:a="http://schemas.openxmlformats.org/drawingml/2006/main">
              <a:rPr lang="vi" altLang="en-US" sz="2000" dirty="0" smtClean="0">
                <a:latin typeface="+mn-lt"/>
              </a:rPr>
              <a:t>C</a:t>
            </a:r>
            <a:r xmlns:a="http://schemas.openxmlformats.org/drawingml/2006/main">
              <a:rPr lang="vi" altLang="en-US" sz="100" dirty="0" smtClean="0">
                <a:latin typeface="+mn-lt"/>
              </a:rPr>
              <a:t> </a:t>
            </a:r>
            <a:r xmlns:a="http://schemas.openxmlformats.org/drawingml/2006/main">
              <a:rPr lang="vi" altLang="en-US" sz="2000" dirty="0">
                <a:latin typeface="+mn-lt"/>
              </a:rPr>
              <a:t>máy chủ </a:t>
            </a:r>
            <a:r xmlns:a="http://schemas.openxmlformats.org/drawingml/2006/main">
              <a:rPr lang="vi" altLang="en-US" sz="2000" dirty="0" smtClean="0">
                <a:latin typeface="+mn-lt"/>
              </a:rPr>
              <a:t>p</a:t>
            </a:r>
          </a:p>
          <a:p>
            <a:r xmlns:a="http://schemas.openxmlformats.org/drawingml/2006/main">
              <a:rPr lang="vi" altLang="en-US" sz="2000" dirty="0">
                <a:latin typeface="+mn-lt"/>
              </a:rPr>
              <a:t>Ethernet được chuyển sang </a:t>
            </a:r>
            <a:r xmlns:a="http://schemas.openxmlformats.org/drawingml/2006/main">
              <a:rPr lang="vi" altLang="en-US" sz="2000" dirty="0" smtClean="0">
                <a:latin typeface="+mn-lt"/>
              </a:rPr>
              <a:t>I</a:t>
            </a:r>
            <a:r xmlns:a="http://schemas.openxmlformats.org/drawingml/2006/main">
              <a:rPr lang="vi" altLang="en-US" sz="100" dirty="0" smtClean="0">
                <a:latin typeface="+mn-lt"/>
              </a:rPr>
              <a:t> </a:t>
            </a:r>
            <a:r xmlns:a="http://schemas.openxmlformats.org/drawingml/2006/main">
              <a:rPr lang="vi" altLang="en-US" sz="2000" dirty="0" smtClean="0">
                <a:latin typeface="+mn-lt"/>
              </a:rPr>
              <a:t>P </a:t>
            </a:r>
            <a:r xmlns:a="http://schemas.openxmlformats.org/drawingml/2006/main">
              <a:rPr lang="vi" altLang="en-US" sz="2000" dirty="0">
                <a:latin typeface="+mn-lt"/>
              </a:rPr>
              <a:t>đã giải mã, </a:t>
            </a:r>
            <a:r xmlns:a="http://schemas.openxmlformats.org/drawingml/2006/main">
              <a:rPr lang="vi" altLang="en-US" sz="2000" dirty="0" smtClean="0">
                <a:latin typeface="+mn-lt"/>
              </a:rPr>
              <a:t>U</a:t>
            </a:r>
            <a:r xmlns:a="http://schemas.openxmlformats.org/drawingml/2006/main">
              <a:rPr lang="vi" altLang="en-US" sz="100" dirty="0" smtClean="0">
                <a:latin typeface="+mn-lt"/>
              </a:rPr>
              <a:t> </a:t>
            </a:r>
            <a:r xmlns:a="http://schemas.openxmlformats.org/drawingml/2006/main">
              <a:rPr lang="vi" altLang="en-US" sz="2000" dirty="0" smtClean="0">
                <a:latin typeface="+mn-lt"/>
              </a:rPr>
              <a:t>Đ.</a:t>
            </a:r>
            <a:r xmlns:a="http://schemas.openxmlformats.org/drawingml/2006/main">
              <a:rPr lang="vi" altLang="en-US" sz="100" dirty="0" smtClean="0">
                <a:latin typeface="+mn-lt"/>
              </a:rPr>
              <a:t> </a:t>
            </a:r>
            <a:r xmlns:a="http://schemas.openxmlformats.org/drawingml/2006/main">
              <a:rPr lang="vi" altLang="en-US" sz="2000" dirty="0" smtClean="0">
                <a:latin typeface="+mn-lt"/>
              </a:rPr>
              <a:t>P </a:t>
            </a:r>
            <a:r xmlns:a="http://schemas.openxmlformats.org/drawingml/2006/main">
              <a:rPr lang="vi" altLang="en-US" sz="2000" dirty="0">
                <a:latin typeface="+mn-lt"/>
              </a:rPr>
              <a:t>được giải mã thành </a:t>
            </a:r>
            <a:r xmlns:a="http://schemas.openxmlformats.org/drawingml/2006/main">
              <a:rPr lang="vi" altLang="en-US" sz="2000" dirty="0" smtClean="0">
                <a:latin typeface="+mn-lt"/>
              </a:rPr>
              <a:t>D</a:t>
            </a:r>
            <a:r xmlns:a="http://schemas.openxmlformats.org/drawingml/2006/main">
              <a:rPr lang="vi" altLang="en-US" sz="100" dirty="0" smtClean="0">
                <a:latin typeface="+mn-lt"/>
              </a:rPr>
              <a:t> </a:t>
            </a:r>
            <a:r xmlns:a="http://schemas.openxmlformats.org/drawingml/2006/main">
              <a:rPr lang="vi" altLang="en-US" sz="2000" dirty="0" smtClean="0">
                <a:latin typeface="+mn-lt"/>
              </a:rPr>
              <a:t>h</a:t>
            </a:r>
            <a:r xmlns:a="http://schemas.openxmlformats.org/drawingml/2006/main">
              <a:rPr lang="vi" altLang="en-US" sz="100" dirty="0" smtClean="0">
                <a:latin typeface="+mn-lt"/>
              </a:rPr>
              <a:t> </a:t>
            </a:r>
            <a:r xmlns:a="http://schemas.openxmlformats.org/drawingml/2006/main">
              <a:rPr lang="vi" altLang="en-US" sz="2000" dirty="0" smtClean="0">
                <a:latin typeface="+mn-lt"/>
              </a:rPr>
              <a:t>C</a:t>
            </a:r>
            <a:r xmlns:a="http://schemas.openxmlformats.org/drawingml/2006/main">
              <a:rPr lang="vi" altLang="en-US" sz="100" dirty="0" smtClean="0">
                <a:latin typeface="+mn-lt"/>
              </a:rPr>
              <a:t> </a:t>
            </a:r>
            <a:r xmlns:a="http://schemas.openxmlformats.org/drawingml/2006/main">
              <a:rPr lang="vi" altLang="en-US" sz="2000" dirty="0" smtClean="0">
                <a:latin typeface="+mn-lt"/>
              </a:rPr>
              <a:t>P</a:t>
            </a:r>
            <a:endParaRPr xmlns:a="http://schemas.openxmlformats.org/drawingml/2006/main" lang="en-US" altLang="en-US" sz="2000" dirty="0">
              <a:latin typeface="+mn-lt"/>
            </a:endParaRPr>
          </a:p>
        </p:txBody>
      </p:sp>
      <p:pic>
        <p:nvPicPr>
          <p:cNvPr id="4" name="Picture 3" descr="A diagram has 2 routers connected to a server and a laptop, on an internet group. The router and laptop have a table of 5 rows, with colored bars beside each row. Each red bar is labeled D H C P. The tables are identical. Row 1, D H C P. Bars, red. Row 2, U D P. Bars, green, red. Row 3, I P. Bars, blue, green, red. Row 4, E t h. Bars, black, blue, green, red. There is an arrow that goes through the red bars in each stack of bars. The diagram begins at the top right. A line connects to the top of a square router. On the left of the router, a line connects to a laptop. An arrow pointing down goes through the red D H C P bars. Below the table is another group of bars, on an arrow pointing right toward the laptop. Black, blue, green, red. Square router. From the bottom of the router, a line connects to another router. There is a series of numbers, 168 period 1 period 1 period 1. A server is on the router, router with D H C P server built into router. An arrow pointing up toward the laptop table goes through the red D H C P bar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54745" y="2286278"/>
            <a:ext cx="3132055" cy="2493478"/>
          </a:xfrm>
          <a:prstGeom prst="rect">
            <a:avLst/>
          </a:prstGeom>
        </p:spPr>
      </p:pic>
    </p:spTree>
    <p:extLst>
      <p:ext uri="{BB962C8B-B14F-4D97-AF65-F5344CB8AC3E}">
        <p14:creationId xmlns:p14="http://schemas.microsoft.com/office/powerpoint/2010/main" val="86617546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dirty="0"/>
              <a:t>Đ.</a:t>
            </a:r>
            <a:r xmlns:a="http://schemas.openxmlformats.org/drawingml/2006/main">
              <a:rPr lang="vi" sz="100" dirty="0"/>
              <a:t> </a:t>
            </a:r>
            <a:r xmlns:a="http://schemas.openxmlformats.org/drawingml/2006/main">
              <a:rPr lang="vi" dirty="0"/>
              <a:t>h</a:t>
            </a:r>
            <a:r xmlns:a="http://schemas.openxmlformats.org/drawingml/2006/main">
              <a:rPr lang="vi" sz="100" dirty="0"/>
              <a:t> </a:t>
            </a:r>
            <a:r xmlns:a="http://schemas.openxmlformats.org/drawingml/2006/main">
              <a:rPr lang="vi" dirty="0"/>
              <a:t>C</a:t>
            </a:r>
            <a:r xmlns:a="http://schemas.openxmlformats.org/drawingml/2006/main">
              <a:rPr lang="vi" sz="100" dirty="0"/>
              <a:t> </a:t>
            </a:r>
            <a:r xmlns:a="http://schemas.openxmlformats.org/drawingml/2006/main">
              <a:rPr lang="vi" dirty="0"/>
              <a:t>P: Ví dụ </a:t>
            </a:r>
            <a:r xmlns:a="http://schemas.openxmlformats.org/drawingml/2006/main">
              <a:rPr lang="vi" sz="2000" b="0" dirty="0" smtClean="0"/>
              <a:t>(2 </a:t>
            </a:r>
            <a:r xmlns:a="http://schemas.openxmlformats.org/drawingml/2006/main">
              <a:rPr lang="vi" sz="2000" b="0" dirty="0"/>
              <a:t>trên 2)</a:t>
            </a:r>
            <a:endParaRPr xmlns:a="http://schemas.openxmlformats.org/drawingml/2006/main" lang="en-US" dirty="0"/>
          </a:p>
        </p:txBody>
      </p:sp>
      <p:sp>
        <p:nvSpPr>
          <p:cNvPr id="3" name="Text Placeholder 2"/>
          <p:cNvSpPr>
            <a:spLocks noGrp="1"/>
          </p:cNvSpPr>
          <p:nvPr>
            <p:ph type="body" idx="1"/>
          </p:nvPr>
        </p:nvSpPr>
        <p:spPr>
          <a:xfrm>
            <a:off x="457200" y="1600200"/>
            <a:ext cx="4013200" cy="4525963"/>
          </a:xfrm>
        </p:spPr>
        <p:txBody>
          <a:bodyPr/>
          <a:lstStyle/>
          <a:p>
            <a:r xmlns:a="http://schemas.openxmlformats.org/drawingml/2006/main">
              <a:rPr lang="vi" altLang="en-US" sz="2000" dirty="0" smtClean="0">
                <a:latin typeface="+mn-lt"/>
                <a:ea typeface="ＭＳ Ｐゴシック" charset="-128"/>
                <a:cs typeface="ＭＳ Ｐゴシック" charset="-128"/>
              </a:rPr>
              <a:t>Đ.</a:t>
            </a:r>
            <a:r xmlns:a="http://schemas.openxmlformats.org/drawingml/2006/main">
              <a:rPr lang="vi" altLang="en-US" sz="100" dirty="0" smtClean="0">
                <a:latin typeface="+mn-lt"/>
                <a:ea typeface="ＭＳ Ｐゴシック" charset="-128"/>
                <a:cs typeface="ＭＳ Ｐゴシック" charset="-128"/>
              </a:rPr>
              <a:t> </a:t>
            </a:r>
            <a:r xmlns:a="http://schemas.openxmlformats.org/drawingml/2006/main">
              <a:rPr lang="vi" altLang="en-US" sz="2000" dirty="0" smtClean="0">
                <a:latin typeface="+mn-lt"/>
                <a:ea typeface="ＭＳ Ｐゴシック" charset="-128"/>
                <a:cs typeface="ＭＳ Ｐゴシック" charset="-128"/>
              </a:rPr>
              <a:t>C</a:t>
            </a:r>
            <a:r xmlns:a="http://schemas.openxmlformats.org/drawingml/2006/main">
              <a:rPr lang="vi" altLang="en-US" sz="100" dirty="0" smtClean="0">
                <a:latin typeface="+mn-lt"/>
                <a:ea typeface="ＭＳ Ｐゴシック" charset="-128"/>
                <a:cs typeface="ＭＳ Ｐゴシック" charset="-128"/>
              </a:rPr>
              <a:t> máy chủ </a:t>
            </a:r>
            <a:r xmlns:a="http://schemas.openxmlformats.org/drawingml/2006/main">
              <a:rPr lang="vi" altLang="en-US" sz="2000" dirty="0" smtClean="0">
                <a:latin typeface="+mn-lt"/>
                <a:ea typeface="ＭＳ Ｐゴシック" charset="-128"/>
                <a:cs typeface="ＭＳ Ｐゴシック" charset="-128"/>
              </a:rPr>
              <a:t>P </a:t>
            </a:r>
            <a:r xmlns:a="http://schemas.openxmlformats.org/drawingml/2006/main">
              <a:rPr lang="vi" altLang="en-US" sz="2000" dirty="0">
                <a:latin typeface="+mn-lt"/>
                <a:ea typeface="ＭＳ Ｐゴシック" charset="-128"/>
                <a:cs typeface="ＭＳ Ｐゴシック" charset="-128"/>
              </a:rPr>
              <a:t>công thức </a:t>
            </a:r>
            <a:r xmlns:a="http://schemas.openxmlformats.org/drawingml/2006/main">
              <a:rPr lang="vi" altLang="en-US" sz="2000" dirty="0" smtClean="0">
                <a:latin typeface="+mn-lt"/>
                <a:ea typeface="ＭＳ Ｐゴシック" charset="-128"/>
                <a:cs typeface="ＭＳ Ｐゴシック" charset="-128"/>
              </a:rPr>
              <a:t>D</a:t>
            </a:r>
            <a:r xmlns:a="http://schemas.openxmlformats.org/drawingml/2006/main">
              <a:rPr lang="vi" altLang="en-US" sz="100" dirty="0" smtClean="0">
                <a:latin typeface="+mn-lt"/>
                <a:ea typeface="ＭＳ Ｐゴシック" charset="-128"/>
                <a:cs typeface="ＭＳ Ｐゴシック" charset="-128"/>
              </a:rPr>
              <a:t> </a:t>
            </a:r>
            <a:r xmlns:a="http://schemas.openxmlformats.org/drawingml/2006/main">
              <a:rPr lang="vi" altLang="en-US" sz="2000" dirty="0" smtClean="0">
                <a:latin typeface="+mn-lt"/>
                <a:ea typeface="ＭＳ Ｐゴシック" charset="-128"/>
                <a:cs typeface="ＭＳ Ｐゴシック" charset="-128"/>
              </a:rPr>
              <a:t>h</a:t>
            </a:r>
            <a:r xmlns:a="http://schemas.openxmlformats.org/drawingml/2006/main">
              <a:rPr lang="vi" altLang="en-US" sz="100" dirty="0" smtClean="0">
                <a:latin typeface="+mn-lt"/>
                <a:ea typeface="ＭＳ Ｐゴシック" charset="-128"/>
                <a:cs typeface="ＭＳ Ｐゴシック" charset="-128"/>
              </a:rPr>
              <a:t> </a:t>
            </a:r>
            <a:r xmlns:a="http://schemas.openxmlformats.org/drawingml/2006/main">
              <a:rPr lang="vi" altLang="en-US" sz="2000" dirty="0" smtClean="0">
                <a:latin typeface="+mn-lt"/>
                <a:ea typeface="ＭＳ Ｐゴシック" charset="-128"/>
                <a:cs typeface="ＭＳ Ｐゴシック" charset="-128"/>
              </a:rPr>
              <a:t>C</a:t>
            </a:r>
            <a:r xmlns:a="http://schemas.openxmlformats.org/drawingml/2006/main">
              <a:rPr lang="vi" altLang="en-US" sz="100" dirty="0" smtClean="0">
                <a:latin typeface="+mn-lt"/>
                <a:ea typeface="ＭＳ Ｐゴシック" charset="-128"/>
                <a:cs typeface="ＭＳ Ｐゴシック" charset="-128"/>
              </a:rPr>
              <a:t> </a:t>
            </a:r>
            <a:r xmlns:a="http://schemas.openxmlformats.org/drawingml/2006/main">
              <a:rPr lang="vi" altLang="en-US" sz="2000" dirty="0" smtClean="0">
                <a:latin typeface="+mn-lt"/>
                <a:ea typeface="ＭＳ Ｐゴシック" charset="-128"/>
                <a:cs typeface="ＭＳ Ｐゴシック" charset="-128"/>
              </a:rPr>
              <a:t>PA</a:t>
            </a:r>
            <a:r xmlns:a="http://schemas.openxmlformats.org/drawingml/2006/main">
              <a:rPr lang="vi" altLang="en-US" sz="100" dirty="0" smtClean="0">
                <a:latin typeface="+mn-lt"/>
                <a:ea typeface="ＭＳ Ｐゴシック" charset="-128"/>
                <a:cs typeface="ＭＳ Ｐゴシック" charset="-128"/>
              </a:rPr>
              <a:t> </a:t>
            </a:r>
            <a:r xmlns:a="http://schemas.openxmlformats.org/drawingml/2006/main">
              <a:rPr lang="vi" altLang="en-US" sz="2000" dirty="0" smtClean="0">
                <a:latin typeface="+mn-lt"/>
                <a:ea typeface="ＭＳ Ｐゴシック" charset="-128"/>
                <a:cs typeface="ＭＳ Ｐゴシック" charset="-128"/>
              </a:rPr>
              <a:t>C</a:t>
            </a:r>
            <a:r xmlns:a="http://schemas.openxmlformats.org/drawingml/2006/main">
              <a:rPr lang="vi" altLang="en-US" sz="100" dirty="0" smtClean="0">
                <a:latin typeface="+mn-lt"/>
                <a:ea typeface="ＭＳ Ｐゴシック" charset="-128"/>
                <a:cs typeface="ＭＳ Ｐゴシック" charset="-128"/>
              </a:rPr>
              <a:t> </a:t>
            </a:r>
            <a:r xmlns:a="http://schemas.openxmlformats.org/drawingml/2006/main">
              <a:rPr lang="vi" altLang="en-US" sz="2000" dirty="0" smtClean="0">
                <a:latin typeface="+mn-lt"/>
                <a:ea typeface="ＭＳ Ｐゴシック" charset="-128"/>
                <a:cs typeface="ＭＳ Ｐゴシック" charset="-128"/>
              </a:rPr>
              <a:t>K </a:t>
            </a:r>
            <a:r xmlns:a="http://schemas.openxmlformats.org/drawingml/2006/main">
              <a:rPr lang="vi" altLang="en-US" sz="2000" dirty="0">
                <a:latin typeface="+mn-lt"/>
                <a:ea typeface="ＭＳ Ｐゴシック" charset="-128"/>
                <a:cs typeface="ＭＳ Ｐゴシック" charset="-128"/>
              </a:rPr>
              <a:t>chứa </a:t>
            </a:r>
            <a:r xmlns:a="http://schemas.openxmlformats.org/drawingml/2006/main">
              <a:rPr lang="vi" altLang="ja-JP" sz="2000" dirty="0" smtClean="0">
                <a:latin typeface="+mn-lt"/>
                <a:ea typeface="ＭＳ Ｐゴシック" charset="-128"/>
                <a:cs typeface="ＭＳ Ｐゴシック" charset="-128"/>
              </a:rPr>
              <a:t>tôi của </a:t>
            </a:r>
            <a:r xmlns:a="http://schemas.openxmlformats.org/drawingml/2006/main">
              <a:rPr lang="vi" altLang="en-US" sz="2000" dirty="0" smtClean="0">
                <a:latin typeface="+mn-lt"/>
                <a:ea typeface="ＭＳ Ｐゴシック" charset="-128"/>
                <a:cs typeface="ＭＳ Ｐゴシック" charset="-128"/>
              </a:rPr>
              <a:t>khách hàng</a:t>
            </a:r>
            <a:r xmlns:a="http://schemas.openxmlformats.org/drawingml/2006/main">
              <a:rPr lang="vi" altLang="ja-JP" sz="100" dirty="0" smtClean="0">
                <a:latin typeface="+mn-lt"/>
                <a:ea typeface="ＭＳ Ｐゴシック" charset="-128"/>
                <a:cs typeface="ＭＳ Ｐゴシック" charset="-128"/>
              </a:rPr>
              <a:t> Địa chỉ </a:t>
            </a:r>
            <a:r xmlns:a="http://schemas.openxmlformats.org/drawingml/2006/main">
              <a:rPr lang="vi" altLang="ja-JP" sz="2000" dirty="0" smtClean="0">
                <a:latin typeface="+mn-lt"/>
                <a:ea typeface="ＭＳ Ｐゴシック" charset="-128"/>
                <a:cs typeface="ＭＳ Ｐゴシック" charset="-128"/>
              </a:rPr>
              <a:t>P </a:t>
            </a:r>
            <a:r xmlns:a="http://schemas.openxmlformats.org/drawingml/2006/main">
              <a:rPr lang="vi" altLang="ja-JP" sz="2000" dirty="0">
                <a:latin typeface="+mn-lt"/>
                <a:ea typeface="ＭＳ Ｐゴシック" charset="-128"/>
                <a:cs typeface="ＭＳ Ｐゴシック" charset="-128"/>
              </a:rPr>
              <a:t>, </a:t>
            </a:r>
            <a:r xmlns:a="http://schemas.openxmlformats.org/drawingml/2006/main">
              <a:rPr lang="vi" sz="2000" dirty="0">
                <a:latin typeface="+mn-lt"/>
                <a:ea typeface="ＭＳ Ｐゴシック" charset="0"/>
                <a:cs typeface="ＭＳ Ｐゴシック" charset="0"/>
              </a:rPr>
              <a:t>tôi</a:t>
            </a:r>
            <a:r xmlns:a="http://schemas.openxmlformats.org/drawingml/2006/main">
              <a:rPr lang="vi" sz="100" dirty="0">
                <a:latin typeface="+mn-lt"/>
                <a:ea typeface="ＭＳ Ｐゴシック" charset="0"/>
                <a:cs typeface="ＭＳ Ｐゴシック" charset="0"/>
              </a:rPr>
              <a:t> </a:t>
            </a:r>
            <a:r xmlns:a="http://schemas.openxmlformats.org/drawingml/2006/main">
              <a:rPr lang="vi" sz="2000" dirty="0">
                <a:latin typeface="+mn-lt"/>
                <a:ea typeface="ＭＳ Ｐゴシック" charset="0"/>
                <a:cs typeface="ＭＳ Ｐゴシック" charset="0"/>
              </a:rPr>
              <a:t>P</a:t>
            </a:r>
            <a:r xmlns:a="http://schemas.openxmlformats.org/drawingml/2006/main">
              <a:rPr lang="vi" altLang="ja-JP" sz="2000" dirty="0" smtClean="0">
                <a:latin typeface="+mn-lt"/>
                <a:ea typeface="ＭＳ Ｐゴシック" charset="-128"/>
                <a:cs typeface="ＭＳ Ｐゴシック" charset="-128"/>
              </a:rPr>
              <a:t> </a:t>
            </a:r>
            <a:r xmlns:a="http://schemas.openxmlformats.org/drawingml/2006/main">
              <a:rPr lang="vi" altLang="ja-JP" sz="2000" dirty="0">
                <a:latin typeface="+mn-lt"/>
                <a:ea typeface="ＭＳ Ｐゴシック" charset="-128"/>
                <a:cs typeface="ＭＳ Ｐゴシック" charset="-128"/>
              </a:rPr>
              <a:t>địa chỉ của bộ định tuyến bước nhảy đầu tiên cho máy khách, tên &amp; </a:t>
            </a:r>
            <a:r xmlns:a="http://schemas.openxmlformats.org/drawingml/2006/main">
              <a:rPr lang="vi" altLang="ja-JP" sz="2000" dirty="0" smtClean="0">
                <a:latin typeface="+mn-lt"/>
                <a:ea typeface="ＭＳ Ｐゴシック" charset="-128"/>
                <a:cs typeface="ＭＳ Ｐゴシック" charset="-128"/>
              </a:rPr>
              <a:t>tôi</a:t>
            </a:r>
            <a:r xmlns:a="http://schemas.openxmlformats.org/drawingml/2006/main">
              <a:rPr lang="vi" altLang="ja-JP" sz="100" dirty="0" smtClean="0">
                <a:latin typeface="+mn-lt"/>
                <a:ea typeface="ＭＳ Ｐゴシック" charset="-128"/>
                <a:cs typeface="ＭＳ Ｐゴシック" charset="-128"/>
              </a:rPr>
              <a:t> Địa chỉ </a:t>
            </a:r>
            <a:r xmlns:a="http://schemas.openxmlformats.org/drawingml/2006/main">
              <a:rPr lang="vi" altLang="ja-JP" sz="2000" dirty="0" smtClean="0">
                <a:latin typeface="+mn-lt"/>
                <a:ea typeface="ＭＳ Ｐゴシック" charset="-128"/>
                <a:cs typeface="ＭＳ Ｐゴシック" charset="-128"/>
              </a:rPr>
              <a:t>P </a:t>
            </a:r>
            <a:r xmlns:a="http://schemas.openxmlformats.org/drawingml/2006/main">
              <a:rPr lang="vi" altLang="ja-JP" sz="2000" dirty="0">
                <a:latin typeface="+mn-lt"/>
                <a:ea typeface="ＭＳ Ｐゴシック" charset="-128"/>
                <a:cs typeface="ＭＳ Ｐゴシック" charset="-128"/>
              </a:rPr>
              <a:t>của </a:t>
            </a:r>
            <a:r xmlns:a="http://schemas.openxmlformats.org/drawingml/2006/main">
              <a:rPr lang="vi" sz="2000" dirty="0">
                <a:latin typeface="+mn-lt"/>
                <a:ea typeface="ＭＳ Ｐゴシック" charset="0"/>
                <a:cs typeface="ＭＳ Ｐゴシック" charset="0"/>
              </a:rPr>
              <a:t>D</a:t>
            </a:r>
            <a:r xmlns:a="http://schemas.openxmlformats.org/drawingml/2006/main">
              <a:rPr lang="vi" sz="100" dirty="0">
                <a:latin typeface="+mn-lt"/>
                <a:ea typeface="ＭＳ Ｐゴシック" charset="0"/>
                <a:cs typeface="ＭＳ Ｐゴシック" charset="0"/>
              </a:rPr>
              <a:t> </a:t>
            </a:r>
            <a:r xmlns:a="http://schemas.openxmlformats.org/drawingml/2006/main">
              <a:rPr lang="vi" sz="2000" dirty="0">
                <a:latin typeface="+mn-lt"/>
                <a:ea typeface="ＭＳ Ｐゴシック" charset="0"/>
                <a:cs typeface="ＭＳ Ｐゴシック" charset="0"/>
              </a:rPr>
              <a:t>S</a:t>
            </a:r>
            <a:r xmlns:a="http://schemas.openxmlformats.org/drawingml/2006/main">
              <a:rPr lang="vi" sz="100" dirty="0">
                <a:latin typeface="+mn-lt"/>
                <a:ea typeface="ＭＳ Ｐゴシック" charset="0"/>
                <a:cs typeface="ＭＳ Ｐゴシック" charset="0"/>
              </a:rPr>
              <a:t> </a:t>
            </a:r>
            <a:r xmlns:a="http://schemas.openxmlformats.org/drawingml/2006/main">
              <a:rPr lang="vi" altLang="ja-JP" sz="2000" dirty="0" smtClean="0">
                <a:latin typeface="+mn-lt"/>
                <a:ea typeface="ＭＳ Ｐゴシック" charset="-128"/>
                <a:cs typeface="ＭＳ Ｐゴシック" charset="-128"/>
              </a:rPr>
              <a:t>máy chủ </a:t>
            </a:r>
            <a:endParaRPr xmlns:a="http://schemas.openxmlformats.org/drawingml/2006/main" lang="en-US" altLang="ja-JP" sz="2000" dirty="0">
              <a:latin typeface="+mn-lt"/>
              <a:ea typeface="ＭＳ Ｐゴシック" charset="-128"/>
              <a:cs typeface="ＭＳ Ｐゴシック" charset="-128"/>
            </a:endParaRPr>
            <a:r xmlns:a="http://schemas.openxmlformats.org/drawingml/2006/main">
              <a:rPr lang="vi" sz="2000" dirty="0">
                <a:latin typeface="+mn-lt"/>
                <a:ea typeface="ＭＳ Ｐゴシック" charset="0"/>
                <a:cs typeface="ＭＳ Ｐゴシック" charset="0"/>
              </a:rPr>
              <a:t>N</a:t>
            </a:r>
          </a:p>
          <a:p>
            <a:r xmlns:a="http://schemas.openxmlformats.org/drawingml/2006/main">
              <a:rPr lang="vi" altLang="en-US" sz="2000" dirty="0">
                <a:latin typeface="+mn-lt"/>
              </a:rPr>
              <a:t>đóng gói của </a:t>
            </a:r>
            <a:r xmlns:a="http://schemas.openxmlformats.org/drawingml/2006/main">
              <a:rPr lang="vi" altLang="en-US" sz="2000" dirty="0">
                <a:latin typeface="+mn-lt"/>
                <a:ea typeface="ＭＳ Ｐゴシック" charset="-128"/>
                <a:cs typeface="ＭＳ Ｐゴシック" charset="-128"/>
              </a:rPr>
              <a:t>D</a:t>
            </a:r>
            <a:r xmlns:a="http://schemas.openxmlformats.org/drawingml/2006/main">
              <a:rPr lang="vi" altLang="en-US" sz="100" dirty="0">
                <a:latin typeface="+mn-lt"/>
                <a:ea typeface="ＭＳ Ｐゴシック" charset="-128"/>
                <a:cs typeface="ＭＳ Ｐゴシック" charset="-128"/>
              </a:rPr>
              <a:t> </a:t>
            </a:r>
            <a:r xmlns:a="http://schemas.openxmlformats.org/drawingml/2006/main">
              <a:rPr lang="vi" altLang="en-US" sz="2000" dirty="0">
                <a:latin typeface="+mn-lt"/>
                <a:ea typeface="ＭＳ Ｐゴシック" charset="-128"/>
                <a:cs typeface="ＭＳ Ｐゴシック" charset="-128"/>
              </a:rPr>
              <a:t>h</a:t>
            </a:r>
            <a:r xmlns:a="http://schemas.openxmlformats.org/drawingml/2006/main">
              <a:rPr lang="vi" altLang="en-US" sz="100" dirty="0">
                <a:latin typeface="+mn-lt"/>
                <a:ea typeface="ＭＳ Ｐゴシック" charset="-128"/>
                <a:cs typeface="ＭＳ Ｐゴシック" charset="-128"/>
              </a:rPr>
              <a:t> </a:t>
            </a:r>
            <a:r xmlns:a="http://schemas.openxmlformats.org/drawingml/2006/main">
              <a:rPr lang="vi" altLang="en-US" sz="2000" dirty="0">
                <a:latin typeface="+mn-lt"/>
                <a:ea typeface="ＭＳ Ｐゴシック" charset="-128"/>
                <a:cs typeface="ＭＳ Ｐゴシック" charset="-128"/>
              </a:rPr>
              <a:t>C</a:t>
            </a:r>
            <a:r xmlns:a="http://schemas.openxmlformats.org/drawingml/2006/main">
              <a:rPr lang="vi" altLang="en-US" sz="100" dirty="0">
                <a:latin typeface="+mn-lt"/>
                <a:ea typeface="ＭＳ Ｐゴシック" charset="-128"/>
                <a:cs typeface="ＭＳ Ｐゴシック" charset="-128"/>
              </a:rPr>
              <a:t> </a:t>
            </a:r>
            <a:r xmlns:a="http://schemas.openxmlformats.org/drawingml/2006/main">
              <a:rPr lang="vi" altLang="en-US" sz="2000" dirty="0">
                <a:latin typeface="+mn-lt"/>
                <a:ea typeface="ＭＳ Ｐゴシック" charset="-128"/>
                <a:cs typeface="ＭＳ Ｐゴシック" charset="-128"/>
              </a:rPr>
              <a:t>P</a:t>
            </a:r>
            <a:r xmlns:a="http://schemas.openxmlformats.org/drawingml/2006/main">
              <a:rPr lang="vi" altLang="en-US" sz="2000" dirty="0" smtClean="0">
                <a:latin typeface="+mn-lt"/>
              </a:rPr>
              <a:t> </a:t>
            </a:r>
            <a:r xmlns:a="http://schemas.openxmlformats.org/drawingml/2006/main">
              <a:rPr lang="vi" altLang="en-US" sz="2000" dirty="0">
                <a:latin typeface="+mn-lt"/>
              </a:rPr>
              <a:t>máy chủ, khung được chuyển tiếp tới máy khách, giải mã lên đến </a:t>
            </a:r>
            <a:r xmlns:a="http://schemas.openxmlformats.org/drawingml/2006/main">
              <a:rPr lang="vi" altLang="en-US" sz="2000" dirty="0">
                <a:latin typeface="+mn-lt"/>
                <a:ea typeface="ＭＳ Ｐゴシック" charset="-128"/>
                <a:cs typeface="ＭＳ Ｐゴシック" charset="-128"/>
              </a:rPr>
              <a:t>D</a:t>
            </a:r>
            <a:r xmlns:a="http://schemas.openxmlformats.org/drawingml/2006/main">
              <a:rPr lang="vi" altLang="en-US" sz="100" dirty="0">
                <a:latin typeface="+mn-lt"/>
                <a:ea typeface="ＭＳ Ｐゴシック" charset="-128"/>
                <a:cs typeface="ＭＳ Ｐゴシック" charset="-128"/>
              </a:rPr>
              <a:t> </a:t>
            </a:r>
            <a:r xmlns:a="http://schemas.openxmlformats.org/drawingml/2006/main">
              <a:rPr lang="vi" altLang="en-US" sz="2000" dirty="0">
                <a:latin typeface="+mn-lt"/>
                <a:ea typeface="ＭＳ Ｐゴシック" charset="-128"/>
                <a:cs typeface="ＭＳ Ｐゴシック" charset="-128"/>
              </a:rPr>
              <a:t>h</a:t>
            </a:r>
            <a:r xmlns:a="http://schemas.openxmlformats.org/drawingml/2006/main">
              <a:rPr lang="vi" altLang="en-US" sz="100" dirty="0">
                <a:latin typeface="+mn-lt"/>
                <a:ea typeface="ＭＳ Ｐゴシック" charset="-128"/>
                <a:cs typeface="ＭＳ Ｐゴシック" charset="-128"/>
              </a:rPr>
              <a:t> </a:t>
            </a:r>
            <a:r xmlns:a="http://schemas.openxmlformats.org/drawingml/2006/main">
              <a:rPr lang="vi" altLang="en-US" sz="2000" dirty="0">
                <a:latin typeface="+mn-lt"/>
                <a:ea typeface="ＭＳ Ｐゴシック" charset="-128"/>
                <a:cs typeface="ＭＳ Ｐゴシック" charset="-128"/>
              </a:rPr>
              <a:t>C</a:t>
            </a:r>
            <a:r xmlns:a="http://schemas.openxmlformats.org/drawingml/2006/main">
              <a:rPr lang="vi" altLang="en-US" sz="100" dirty="0">
                <a:latin typeface="+mn-lt"/>
                <a:ea typeface="ＭＳ Ｐゴシック" charset="-128"/>
                <a:cs typeface="ＭＳ Ｐゴシック" charset="-128"/>
              </a:rPr>
              <a:t> </a:t>
            </a:r>
            <a:r xmlns:a="http://schemas.openxmlformats.org/drawingml/2006/main">
              <a:rPr lang="vi" altLang="en-US" sz="2000" dirty="0">
                <a:latin typeface="+mn-lt"/>
                <a:ea typeface="ＭＳ Ｐゴシック" charset="-128"/>
                <a:cs typeface="ＭＳ Ｐゴシック" charset="-128"/>
              </a:rPr>
              <a:t>P</a:t>
            </a:r>
            <a:r xmlns:a="http://schemas.openxmlformats.org/drawingml/2006/main">
              <a:rPr lang="vi" altLang="en-US" sz="2000" dirty="0" smtClean="0">
                <a:latin typeface="+mn-lt"/>
              </a:rPr>
              <a:t> </a:t>
            </a:r>
            <a:r xmlns:a="http://schemas.openxmlformats.org/drawingml/2006/main">
              <a:rPr lang="vi" altLang="en-US" sz="2000" dirty="0">
                <a:latin typeface="+mn-lt"/>
              </a:rPr>
              <a:t>tại khách hàng</a:t>
            </a:r>
          </a:p>
          <a:p>
            <a:pPr xmlns:a="http://schemas.openxmlformats.org/drawingml/2006/main">
              <a:buClr>
                <a:schemeClr val="tx2"/>
              </a:buClr>
              <a:defRPr/>
            </a:pPr>
            <a:r xmlns:a="http://schemas.openxmlformats.org/drawingml/2006/main">
              <a:rPr lang="vi" sz="2000" dirty="0" smtClean="0">
                <a:latin typeface="+mn-lt"/>
                <a:ea typeface="ＭＳ Ｐゴシック" charset="0"/>
                <a:cs typeface="ＭＳ Ｐゴシック" charset="0"/>
              </a:rPr>
              <a:t>khách hàng bây giờ biết </a:t>
            </a:r>
            <a:r xmlns:a="http://schemas.openxmlformats.org/drawingml/2006/main">
              <a:rPr lang="vi" sz="2000" dirty="0">
                <a:latin typeface="+mn-lt"/>
                <a:ea typeface="ＭＳ Ｐゴシック" charset="0"/>
                <a:cs typeface="ＭＳ Ｐゴシック" charset="0"/>
              </a:rPr>
              <a:t>tôi</a:t>
            </a:r>
            <a:r xmlns:a="http://schemas.openxmlformats.org/drawingml/2006/main">
              <a:rPr lang="vi" sz="100" dirty="0">
                <a:latin typeface="+mn-lt"/>
                <a:ea typeface="ＭＳ Ｐゴシック" charset="0"/>
                <a:cs typeface="ＭＳ Ｐゴシック" charset="0"/>
              </a:rPr>
              <a:t> </a:t>
            </a:r>
            <a:r xmlns:a="http://schemas.openxmlformats.org/drawingml/2006/main">
              <a:rPr lang="vi" sz="2000" dirty="0">
                <a:latin typeface="+mn-lt"/>
                <a:ea typeface="ＭＳ Ｐゴシック" charset="0"/>
                <a:cs typeface="ＭＳ Ｐゴシック" charset="0"/>
              </a:rPr>
              <a:t>P </a:t>
            </a:r>
            <a:r xmlns:a="http://schemas.openxmlformats.org/drawingml/2006/main">
              <a:rPr lang="vi" sz="2000" dirty="0" smtClean="0">
                <a:latin typeface="+mn-lt"/>
                <a:ea typeface="ＭＳ Ｐゴシック" charset="0"/>
                <a:cs typeface="ＭＳ Ｐゴシック" charset="0"/>
              </a:rPr>
              <a:t>địa chỉ, tên và </a:t>
            </a:r>
            <a:r xmlns:a="http://schemas.openxmlformats.org/drawingml/2006/main">
              <a:rPr lang="vi" sz="2000" dirty="0">
                <a:latin typeface="+mn-lt"/>
                <a:ea typeface="ＭＳ Ｐゴシック" charset="0"/>
                <a:cs typeface="ＭＳ Ｐゴシック" charset="0"/>
              </a:rPr>
              <a:t>tôi</a:t>
            </a:r>
            <a:r xmlns:a="http://schemas.openxmlformats.org/drawingml/2006/main">
              <a:rPr lang="vi" sz="100" dirty="0">
                <a:latin typeface="+mn-lt"/>
                <a:ea typeface="ＭＳ Ｐゴシック" charset="0"/>
                <a:cs typeface="ＭＳ Ｐゴシック" charset="0"/>
              </a:rPr>
              <a:t> Địa chỉ </a:t>
            </a:r>
            <a:r xmlns:a="http://schemas.openxmlformats.org/drawingml/2006/main">
              <a:rPr lang="vi" sz="2000" dirty="0">
                <a:latin typeface="+mn-lt"/>
                <a:ea typeface="ＭＳ Ｐゴシック" charset="0"/>
                <a:cs typeface="ＭＳ Ｐゴシック" charset="0"/>
              </a:rPr>
              <a:t>P </a:t>
            </a:r>
            <a:r xmlns:a="http://schemas.openxmlformats.org/drawingml/2006/main">
              <a:rPr lang="vi" sz="2000" dirty="0" smtClean="0">
                <a:latin typeface="+mn-lt"/>
                <a:ea typeface="ＭＳ Ｐゴシック" charset="0"/>
                <a:cs typeface="ＭＳ Ｐゴシック" charset="0"/>
              </a:rPr>
              <a:t>của D</a:t>
            </a:r>
            <a:r xmlns:a="http://schemas.openxmlformats.org/drawingml/2006/main">
              <a:rPr lang="vi" sz="100" dirty="0" smtClean="0">
                <a:latin typeface="+mn-lt"/>
                <a:ea typeface="ＭＳ Ｐゴシック" charset="0"/>
                <a:cs typeface="ＭＳ Ｐゴシック" charset="0"/>
              </a:rPr>
              <a:t> </a:t>
            </a:r>
            <a:r xmlns:a="http://schemas.openxmlformats.org/drawingml/2006/main">
              <a:rPr lang="vi" sz="2000" dirty="0" smtClean="0">
                <a:latin typeface="+mn-lt"/>
                <a:ea typeface="ＭＳ Ｐゴシック" charset="0"/>
                <a:cs typeface="ＭＳ Ｐゴシック" charset="0"/>
              </a:rPr>
              <a:t>S</a:t>
            </a:r>
            <a:r xmlns:a="http://schemas.openxmlformats.org/drawingml/2006/main">
              <a:rPr lang="vi" sz="100" dirty="0" smtClean="0">
                <a:latin typeface="+mn-lt"/>
                <a:ea typeface="ＭＳ Ｐゴシック" charset="0"/>
                <a:cs typeface="ＭＳ Ｐゴシック" charset="0"/>
              </a:rPr>
              <a:t> </a:t>
            </a:r>
            <a:r xmlns:a="http://schemas.openxmlformats.org/drawingml/2006/main">
              <a:rPr lang="vi" sz="2000" dirty="0" smtClean="0">
                <a:latin typeface="+mn-lt"/>
                <a:ea typeface="ＭＳ Ｐゴシック" charset="0"/>
                <a:cs typeface="ＭＳ Ｐゴシック" charset="0"/>
              </a:rPr>
              <a:t>Máy chủ N, tôi</a:t>
            </a:r>
            <a:r xmlns:a="http://schemas.openxmlformats.org/drawingml/2006/main">
              <a:rPr lang="vi" sz="100" dirty="0" smtClean="0">
                <a:latin typeface="+mn-lt"/>
                <a:ea typeface="ＭＳ Ｐゴシック" charset="0"/>
                <a:cs typeface="ＭＳ Ｐゴシック" charset="0"/>
              </a:rPr>
              <a:t> </a:t>
            </a:r>
            <a:r xmlns:a="http://schemas.openxmlformats.org/drawingml/2006/main">
              <a:rPr lang="vi" sz="2000" dirty="0" smtClean="0">
                <a:latin typeface="+mn-lt"/>
                <a:ea typeface="ＭＳ Ｐゴシック" charset="0"/>
                <a:cs typeface="ＭＳ Ｐゴシック" charset="0"/>
              </a:rPr>
              <a:t>Địa chỉ P của bộ định tuyến bước nhảy đầu tiên của nó</a:t>
            </a:r>
            <a:endParaRPr xmlns:a="http://schemas.openxmlformats.org/drawingml/2006/main" lang="en-US" sz="2000" dirty="0">
              <a:latin typeface="+mn-lt"/>
              <a:ea typeface="ＭＳ Ｐゴシック" charset="0"/>
              <a:cs typeface="ＭＳ Ｐゴシック" charset="0"/>
            </a:endParaRPr>
          </a:p>
        </p:txBody>
      </p:sp>
      <p:pic>
        <p:nvPicPr>
          <p:cNvPr id="4" name="Picture 3" descr="A diagram has 2 routers connected to a server and a laptop, on an internet group. The router and laptop have a table of 5 rows, with colored bars beside each row. Each red bar is labeled D H C P. The tables are identical. Row 1, D H C P. Bars, red. Row 2, U D P. Bars, green, red. Row 3, I P. Bars, blue, green, red. Row 4, E t h. Bars, black, blue, green, red. There is an arrow that goes through the red bars in each stack of bars. The diagram begins at the top right. A line connects to the top of a square router. On the left of the router, a line connects to a laptop. An arrow pointing up goes through the red D H C P bars. Square router. From the bottom of the router, a line connects to another router. There is a series of numbers, 168 period 1 period 1 period 1. A server is on the router, router with D H C P server built into router. An arrow pointing down goes through the red D H C P bar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62238" y="1749134"/>
            <a:ext cx="3844466" cy="3139513"/>
          </a:xfrm>
          <a:prstGeom prst="rect">
            <a:avLst/>
          </a:prstGeom>
        </p:spPr>
      </p:pic>
    </p:spTree>
    <p:extLst>
      <p:ext uri="{BB962C8B-B14F-4D97-AF65-F5344CB8AC3E}">
        <p14:creationId xmlns:p14="http://schemas.microsoft.com/office/powerpoint/2010/main" val="368262431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xmlns:a="http://schemas.openxmlformats.org/drawingml/2006/main">
              <a:rPr lang="vi" dirty="0" smtClean="0"/>
              <a:t>Đ.</a:t>
            </a:r>
            <a:r xmlns:a="http://schemas.openxmlformats.org/drawingml/2006/main">
              <a:rPr lang="vi" sz="100" dirty="0" smtClean="0"/>
              <a:t> </a:t>
            </a:r>
            <a:r xmlns:a="http://schemas.openxmlformats.org/drawingml/2006/main">
              <a:rPr lang="vi" dirty="0" smtClean="0"/>
              <a:t>h</a:t>
            </a:r>
            <a:r xmlns:a="http://schemas.openxmlformats.org/drawingml/2006/main">
              <a:rPr lang="vi" sz="100" dirty="0" smtClean="0"/>
              <a:t> </a:t>
            </a:r>
            <a:r xmlns:a="http://schemas.openxmlformats.org/drawingml/2006/main">
              <a:rPr lang="vi" dirty="0" smtClean="0"/>
              <a:t>C</a:t>
            </a:r>
            <a:r xmlns:a="http://schemas.openxmlformats.org/drawingml/2006/main">
              <a:rPr lang="vi" sz="100" dirty="0" smtClean="0"/>
              <a:t> </a:t>
            </a:r>
            <a:r xmlns:a="http://schemas.openxmlformats.org/drawingml/2006/main">
              <a:rPr lang="vi" dirty="0" smtClean="0"/>
              <a:t>P </a:t>
            </a:r>
            <a:r xmlns:a="http://schemas.openxmlformats.org/drawingml/2006/main">
              <a:rPr lang="vi" dirty="0"/>
              <a:t>: Đầu ra Wireshark ( </a:t>
            </a:r>
            <a:r xmlns:a="http://schemas.openxmlformats.org/drawingml/2006/main">
              <a:rPr lang="vi" dirty="0" smtClean="0"/>
              <a:t>Mạng LAN gia đình </a:t>
            </a:r>
            <a:r xmlns:a="http://schemas.openxmlformats.org/drawingml/2006/main">
              <a:rPr lang="vi" dirty="0"/>
              <a:t>)</a:t>
            </a:r>
          </a:p>
        </p:txBody>
      </p:sp>
      <p:pic>
        <p:nvPicPr>
          <p:cNvPr id="4" name="Picture 3" descr="There are 2 sections of code. Some lines are highlighted. Section 1, request. There are 27 lines of code as follows. Line 1, highlighted. Message type colon Boot Request left parenthesis 1 right parenthesis. Line 2. Hardware type colon Ethernet. Line 3. Hardware address length colon 6. Line 4. Hops colon 0. Line 5, highlighted. Translation I D colon 0 x 6 b 3 a 1 1 b 7. Line 6. Seconds elapsed colon 0. Line 7. B o o t p flags colon 0 x 0 0 0 0 left parenthesis Unicast right parenthesis. Line 8. Client I P address colon 0 period 0 period 0 period 0 left parenthesis 0 period 0 period 0 period 0 right parenthesis. Line 9. Your left parenthesis client right parenthesis I P address colon 0 period 0 period 0 period 0 left parenthesis 0 period 0 period 0 period 0 right parenthesis. Line 10. Next server I P address colon 0 period 0 period 0 period 0 left parenthesis 0 period 0 period 0 period 0 right parenthesis. Line11. Relay agent I P address colon 0 period 0 period 0 period 0 left parenthesis 0 period 0 period 0 period 0 right parenthesis. Line 12, highlighted. Client M A C address colon Wistron underscore 23 colon 68 colon 8 a left parenthesis 0 0 colon 16 colon d 3 colon 23 colon 68 colon 8 a right parenthesis. Line 13. Server host name not given. Line 14. Boot file name not given. Line 15. Magic cookie colon left parenthesis O K right parenthesis. Line 16, highlighted. Option colon left parenthesis t = 53 comma l = 1 right parenthesis D H C P Message Type = D H C P Request. Line 17. Option colon left parenthesis 61 right parenthesis Client identifier. Line 18. Indent. Length colon 7 semicolon Value colon 0 1 0 0 1 6 D 3 2 3 6 8 8 A semicolon. Line 19. Indent. Hardware type colon Ethernet. Line 20. Indent. Client M A C address colon Wistron underscore 23 colon 68 colon 8 a left parenthesis 0 0 colon 16 colon d 3 colon 23 colon 68 colon 8 a right parenthesis. Line 21. Option colon left parenthesis t = 50 common l = 4 right parenthesis Requested I P Address = 192 period 168 period 1 period 101. Line 22. Option colon left parenthesis t = 12 comma l = 5 right parenthesis Host Name = double quote nomad double quote. Line 23, highlighted. Option colon left parenthesis 55 right parenthesis Parameter Request List. Line 24. Indent. Length colon 11 semicolon Value colon 0 1 0 F 0 3 0 6 2 C 2 E 2 F 1 F 2 1 F 9 2 B. Line 25, highlighted. Indent. 1 = Subnet Mask semicolon 15 = Domain Name. Line 26, highlighted. Indent. 3 = Router semicolon 6 = Domain Name Server. Line 27. Indent. 44 = net B I O S over T C P forward slash I P Name Server. Part 2, reply. There are 25 lines of code as follows. Line 1, highlighted. Message type colon Boot Reply left parenthesis 2 right parenthesis. Line 2. Hardware type colon Ethernet. Line 3. Hardware address length colon 6. Line 4. Hops colon 0. Line 5, highlighted. Transaction I D colon 0 x 6 b 3 a 1 1 b 7. Line 6. Seconds elapsed colon 0. Line 7. B o o t p flags colon 0 x 0 0 0 0 left parenthesis Unicast right parenthesis. Line 8, highlighted. Client I P address colon 192 period 168 period 1 period 1 left parenthesis 192 period 168 period 1 period 1 right parenthesis. Line 9. Your left parenthesis client right parenthesis I P address colon 0 period 0 period 0 period 0 left parenthesis 0 period 0 period 0 period 0 right parenthesis. Line 10, highlighted. next server I P address colon 192 period 168 period 1 period 1 left parenthesis 192 period 168 period 1 period 1 right parenthesis. Line 11. Relay agent I P address colon 0 period 0 period 0 period 0 left parenthesis 0 period 0 period 0 period 0 right parenthesis. Line12. Client M A C address colon Wistron underscore 23 colon 68 colon 8 a left parenthesis 0 0 colon 16 colon d 3 colon 23 colon 68 colon 8 a right parenthesis. Line 13. Server host name not given. Line 14. Boot file name not given. Line 15. Magic cookie colon left parenthesis O K right parenthesis. Line 16, highlighted. Option colon left parenthesis t = 53 comma l = 1 right parenthesis D H C P Message Type = D H C P A C K. Line 17, highlighted. Option colon left parenthesis t = 54 comma l = 4 right parenthesis Server Identifier = 192 period 168 period 1 period 1. Line 18, highlighted. Option colon left parenthesis t = 1 comma l = 4 right parenthesis. Subnet Mask = 255 period 255 period 255 period 0. Line 19, highlighted. Option colon left parenthesis t = 3 comma l = 4 right parenthesis Router = 192 period 168 period 1 period 1. Line 20, highlighted. Option colon left parenthesis 6 right parenthesis Domain Name Server. Line 21, highlighted. Indent. Length colon 12 semicolon Value colon 4 4 5 7 4 7 E 2 4 4 5 7 4 9 F 2 4 4 5 7 4 0 9 2 semicolon. Line 22, highlighted. Indent. I P Address colon 68 period 87 period 71 period 226 semicolon. Line 23, highlighted. Indent. I P Address colon 68 period 87 period 73 period 242 semicolon. Line 24, highlighted. Indent. I P Address colon 68 period 87 period 64 period 146. Line 25, highlighted. Option colon left parenthesis t = 15 comma l = 20 right parenthesis Domain Name = double quote h s d 1 period m a dot Comcast dot net period double quote."/>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5250" y="1470396"/>
            <a:ext cx="6793501" cy="4763372"/>
          </a:xfrm>
          <a:prstGeom prst="rect">
            <a:avLst/>
          </a:prstGeom>
        </p:spPr>
      </p:pic>
    </p:spTree>
    <p:extLst>
      <p:ext uri="{BB962C8B-B14F-4D97-AF65-F5344CB8AC3E}">
        <p14:creationId xmlns:p14="http://schemas.microsoft.com/office/powerpoint/2010/main" val="72722448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dirty="0" smtClean="0"/>
              <a:t>Tôi</a:t>
            </a:r>
            <a:r xmlns:a="http://schemas.openxmlformats.org/drawingml/2006/main">
              <a:rPr lang="vi" sz="100" dirty="0" smtClean="0"/>
              <a:t> Địa chỉ </a:t>
            </a:r>
            <a:r xmlns:a="http://schemas.openxmlformats.org/drawingml/2006/main">
              <a:rPr lang="vi" dirty="0" smtClean="0"/>
              <a:t>P </a:t>
            </a:r>
            <a:r xmlns:a="http://schemas.openxmlformats.org/drawingml/2006/main">
              <a:rPr lang="vi" dirty="0"/>
              <a:t>: Làm thế nào để có được một địa chỉ </a:t>
            </a:r>
            <a:r xmlns:a="http://schemas.openxmlformats.org/drawingml/2006/main">
              <a:rPr lang="vi" dirty="0" smtClean="0"/>
              <a:t>? </a:t>
            </a:r>
            <a:r xmlns:a="http://schemas.openxmlformats.org/drawingml/2006/main">
              <a:rPr lang="vi" sz="2000" b="0" dirty="0" smtClean="0"/>
              <a:t>(2 trên 2)</a:t>
            </a:r>
            <a:endParaRPr xmlns:a="http://schemas.openxmlformats.org/drawingml/2006/main" lang="en-US" sz="2000" b="0" dirty="0"/>
          </a:p>
        </p:txBody>
      </p:sp>
      <p:sp>
        <p:nvSpPr>
          <p:cNvPr id="3" name="Text Placeholder 2"/>
          <p:cNvSpPr>
            <a:spLocks noGrp="1"/>
          </p:cNvSpPr>
          <p:nvPr>
            <p:ph type="body" idx="1"/>
          </p:nvPr>
        </p:nvSpPr>
        <p:spPr>
          <a:xfrm>
            <a:off x="457200" y="1600201"/>
            <a:ext cx="8229600" cy="1484194"/>
          </a:xfrm>
        </p:spPr>
        <p:txBody>
          <a:bodyPr/>
          <a:lstStyle/>
          <a:p>
            <a:pPr xmlns:a="http://schemas.openxmlformats.org/drawingml/2006/main">
              <a:buFont typeface="Wingdings" panose="05000000000000000000" pitchFamily="2" charset="2"/>
              <a:buNone/>
            </a:pPr>
            <a:r xmlns:a="http://schemas.openxmlformats.org/drawingml/2006/main">
              <a:rPr lang="vi" altLang="en-US" sz="2400" b="1" dirty="0">
                <a:solidFill>
                  <a:schemeClr val="tx1"/>
                </a:solidFill>
                <a:latin typeface="+mn-lt"/>
                <a:ea typeface="ＭＳ Ｐゴシック" charset="-128"/>
                <a:cs typeface="ＭＳ Ｐゴシック" charset="-128"/>
              </a:rPr>
              <a:t>Q: </a:t>
            </a:r>
            <a:r xmlns:a="http://schemas.openxmlformats.org/drawingml/2006/main">
              <a:rPr lang="vi" altLang="en-US" sz="2400" dirty="0">
                <a:latin typeface="+mn-lt"/>
                <a:ea typeface="ＭＳ Ｐゴシック" charset="-128"/>
                <a:cs typeface="ＭＳ Ｐゴシック" charset="-128"/>
              </a:rPr>
              <a:t>làm thế nào để </a:t>
            </a:r>
            <a:r xmlns:a="http://schemas.openxmlformats.org/drawingml/2006/main">
              <a:rPr lang="vi" altLang="en-US" sz="2400" b="1" dirty="0">
                <a:latin typeface="+mn-lt"/>
                <a:ea typeface="ＭＳ Ｐゴシック" charset="-128"/>
                <a:cs typeface="ＭＳ Ｐゴシック" charset="-128"/>
              </a:rPr>
              <a:t>mạng </a:t>
            </a:r>
            <a:r xmlns:a="http://schemas.openxmlformats.org/drawingml/2006/main">
              <a:rPr lang="vi" altLang="en-US" sz="2400" dirty="0">
                <a:latin typeface="+mn-lt"/>
                <a:ea typeface="ＭＳ Ｐゴシック" charset="-128"/>
                <a:cs typeface="ＭＳ Ｐゴシック" charset="-128"/>
              </a:rPr>
              <a:t>có được phần mạng con của </a:t>
            </a:r>
            <a:r xmlns:a="http://schemas.openxmlformats.org/drawingml/2006/main">
              <a:rPr lang="vi" altLang="en-US" sz="2400" dirty="0" smtClean="0">
                <a:latin typeface="+mn-lt"/>
                <a:ea typeface="ＭＳ Ｐゴシック" charset="-128"/>
                <a:cs typeface="ＭＳ Ｐゴシック" charset="-128"/>
              </a:rPr>
              <a:t>tôi</a:t>
            </a:r>
            <a:r xmlns:a="http://schemas.openxmlformats.org/drawingml/2006/main">
              <a:rPr lang="vi" altLang="en-US" sz="100" dirty="0" smtClean="0">
                <a:latin typeface="+mn-lt"/>
                <a:ea typeface="ＭＳ Ｐゴシック" charset="-128"/>
                <a:cs typeface="ＭＳ Ｐゴシック" charset="-128"/>
              </a:rPr>
              <a:t> </a:t>
            </a:r>
            <a:r xmlns:a="http://schemas.openxmlformats.org/drawingml/2006/main">
              <a:rPr lang="vi" altLang="en-US" sz="2400" dirty="0" smtClean="0">
                <a:latin typeface="+mn-lt"/>
                <a:ea typeface="ＭＳ Ｐゴシック" charset="-128"/>
                <a:cs typeface="ＭＳ Ｐゴシック" charset="-128"/>
              </a:rPr>
              <a:t>Địa </a:t>
            </a:r>
            <a:r xmlns:a="http://schemas.openxmlformats.org/drawingml/2006/main">
              <a:rPr lang="vi" altLang="en-US" sz="2400" dirty="0">
                <a:latin typeface="+mn-lt"/>
                <a:ea typeface="ＭＳ Ｐゴシック" charset="-128"/>
                <a:cs typeface="ＭＳ Ｐゴシック" charset="-128"/>
              </a:rPr>
              <a:t>chỉ?</a:t>
            </a:r>
          </a:p>
          <a:p>
            <a:pPr xmlns:a="http://schemas.openxmlformats.org/drawingml/2006/main">
              <a:buFont typeface="Wingdings" panose="05000000000000000000" pitchFamily="2" charset="2"/>
              <a:buNone/>
            </a:pPr>
            <a:r xmlns:a="http://schemas.openxmlformats.org/drawingml/2006/main">
              <a:rPr lang="vi" altLang="en-US" sz="2400" b="1" dirty="0">
                <a:solidFill>
                  <a:schemeClr val="tx1"/>
                </a:solidFill>
                <a:latin typeface="+mn-lt"/>
                <a:ea typeface="ＭＳ Ｐゴシック" charset="-128"/>
                <a:cs typeface="ＭＳ Ｐゴシック" charset="-128"/>
              </a:rPr>
              <a:t>A: </a:t>
            </a:r>
            <a:r xmlns:a="http://schemas.openxmlformats.org/drawingml/2006/main">
              <a:rPr lang="vi" altLang="en-US" sz="2400" dirty="0">
                <a:latin typeface="+mn-lt"/>
                <a:ea typeface="ＭＳ Ｐゴシック" charset="-128"/>
                <a:cs typeface="ＭＳ Ｐゴシック" charset="-128"/>
              </a:rPr>
              <a:t>được phân bổ phần của nhà cung cấp của nó </a:t>
            </a:r>
            <a:r xmlns:a="http://schemas.openxmlformats.org/drawingml/2006/main">
              <a:rPr lang="vi" altLang="en-US" sz="2400" dirty="0" smtClean="0">
                <a:latin typeface="+mn-lt"/>
                <a:ea typeface="ＭＳ Ｐゴシック" charset="-128"/>
                <a:cs typeface="ＭＳ Ｐゴシック" charset="-128"/>
              </a:rPr>
              <a:t>tôi</a:t>
            </a:r>
            <a:r xmlns:a="http://schemas.openxmlformats.org/drawingml/2006/main">
              <a:rPr lang="vi" altLang="en-US" sz="100" dirty="0" smtClean="0">
                <a:latin typeface="+mn-lt"/>
                <a:ea typeface="ＭＳ Ｐゴシック" charset="-128"/>
                <a:cs typeface="ＭＳ Ｐゴシック" charset="-128"/>
              </a:rPr>
              <a:t> </a:t>
            </a:r>
            <a:r xmlns:a="http://schemas.openxmlformats.org/drawingml/2006/main">
              <a:rPr lang="vi" altLang="en-US" sz="2400" dirty="0" smtClean="0">
                <a:latin typeface="+mn-lt"/>
                <a:ea typeface="ＭＳ Ｐゴシック" charset="-128"/>
                <a:cs typeface="ＭＳ Ｐゴシック" charset="-128"/>
              </a:rPr>
              <a:t>S</a:t>
            </a:r>
            <a:r xmlns:a="http://schemas.openxmlformats.org/drawingml/2006/main">
              <a:rPr lang="vi" altLang="en-US" sz="100" dirty="0" smtClean="0">
                <a:latin typeface="+mn-lt"/>
                <a:ea typeface="ＭＳ Ｐゴシック" charset="-128"/>
                <a:cs typeface="ＭＳ Ｐゴシック" charset="-128"/>
              </a:rPr>
              <a:t> </a:t>
            </a:r>
            <a:r xmlns:a="http://schemas.openxmlformats.org/drawingml/2006/main">
              <a:rPr lang="vi" altLang="ja-JP" sz="2400" dirty="0" smtClean="0">
                <a:latin typeface="+mn-lt"/>
                <a:ea typeface="ＭＳ Ｐゴシック" charset="-128"/>
                <a:cs typeface="ＭＳ Ｐゴシック" charset="-128"/>
              </a:rPr>
              <a:t>Không gian </a:t>
            </a:r>
            <a:endParaRPr xmlns:a="http://schemas.openxmlformats.org/drawingml/2006/main" lang="en-US" altLang="en-US" sz="2400" dirty="0">
              <a:latin typeface="+mn-lt"/>
              <a:ea typeface="ＭＳ Ｐゴシック" charset="-128"/>
              <a:cs typeface="ＭＳ Ｐゴシック" charset="-128"/>
            </a:endParaRPr>
            <a:r xmlns:a="http://schemas.openxmlformats.org/drawingml/2006/main">
              <a:rPr lang="vi" altLang="ja-JP" sz="2400" dirty="0">
                <a:latin typeface="+mn-lt"/>
                <a:ea typeface="ＭＳ Ｐゴシック" charset="-128"/>
                <a:cs typeface="ＭＳ Ｐゴシック" charset="-128"/>
              </a:rPr>
              <a:t>địa chỉ </a:t>
            </a:r>
            <a:r xmlns:a="http://schemas.openxmlformats.org/drawingml/2006/main">
              <a:rPr lang="vi" altLang="en-US" sz="2400" dirty="0" smtClean="0">
                <a:latin typeface="+mn-lt"/>
                <a:ea typeface="ＭＳ Ｐゴシック" charset="-128"/>
                <a:cs typeface="ＭＳ Ｐゴシック" charset="-128"/>
              </a:rPr>
              <a:t>P </a:t>
            </a:r>
            <a:r xmlns:a="http://schemas.openxmlformats.org/drawingml/2006/main">
              <a:rPr lang="vi" altLang="ja-JP" sz="2400" dirty="0" smtClean="0">
                <a:latin typeface="+mn-lt"/>
                <a:ea typeface="ＭＳ Ｐゴシック" charset="-128"/>
                <a:cs typeface="ＭＳ Ｐゴシック" charset="-128"/>
              </a:rPr>
              <a:t>'s</a:t>
            </a:r>
          </a:p>
        </p:txBody>
      </p:sp>
      <p:pic>
        <p:nvPicPr>
          <p:cNvPr id="4" name="Picture 3" descr="There are 5 lines of I P addresses, in 5 groups of numbers. Lines 2 through 5 are a portion of the total. Line 1, I S Ps block. Group 1. 1 1 0 0 1 0 0 0. Group 2. 0 0 0 1 0 1 1 1. Group 3. 0 0 0 1 0 0 0 0. Group 4. 8 zeros. Group 5. 200 period 23 period 16 period 0 forward slash 20. Line 2, Organization 0. Group 1. 1 1 0 0 1 0 0 0. Group 2. 0 0 0 1 0 1 1 1. Group 3. 0 0 0 1 0 0 0 0. Group 4. 8 zeros. Group 5. 200 period 23 period 16 period 0 forward slash 23. Line 3, Organization 1. Group 1. 1 1 0 0 1 0 0 0. Group 2. 0 0 0 1 0 1 1 1. Group 3. 0 0 0 1 0 0 1 0. Group 4. 8 zeros. Group 5. 200 period 23 period 18 period 0 forward slash 23. Line 3, Organization 2. Group 1. 1 1 0 0 1 0 0 0. Group 2. 0 0 0 1 0 1 1 1. Group 3. 0 0 0 1 0 1 0 0. Group 4. 8 zeros. Group 5. 200 period 23 period 20 period 0 forward slash 23. Line 5, Organization 7. Group 1. 1 1 0 0 1 0 0 0. Group 2. 0 0 0 1 0 1 1 1. Group 3. 0 0 0 1 1 1 1 0. Group 4. 8 zeros. Group 5. 200 period 23 period 30 period 0 forward slash 2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0669" y="3490158"/>
            <a:ext cx="7422663" cy="1808085"/>
          </a:xfrm>
          <a:prstGeom prst="rect">
            <a:avLst/>
          </a:prstGeom>
        </p:spPr>
      </p:pic>
    </p:spTree>
    <p:extLst>
      <p:ext uri="{BB962C8B-B14F-4D97-AF65-F5344CB8AC3E}">
        <p14:creationId xmlns:p14="http://schemas.microsoft.com/office/powerpoint/2010/main" val="3164532511"/>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dirty="0"/>
              <a:t>Địa chỉ phân cấp: Tập hợp tuyến đường</a:t>
            </a:r>
          </a:p>
        </p:txBody>
      </p:sp>
      <p:sp>
        <p:nvSpPr>
          <p:cNvPr id="3" name="Text Placeholder 2"/>
          <p:cNvSpPr>
            <a:spLocks noGrp="1"/>
          </p:cNvSpPr>
          <p:nvPr>
            <p:ph type="body" idx="1"/>
          </p:nvPr>
        </p:nvSpPr>
        <p:spPr>
          <a:xfrm>
            <a:off x="457200" y="1600201"/>
            <a:ext cx="8229600" cy="829100"/>
          </a:xfrm>
        </p:spPr>
        <p:txBody>
          <a:bodyPr/>
          <a:lstStyle/>
          <a:p>
            <a:pPr xmlns:a="http://schemas.openxmlformats.org/drawingml/2006/main" marL="0" indent="0">
              <a:buNone/>
            </a:pPr>
            <a:r xmlns:a="http://schemas.openxmlformats.org/drawingml/2006/main">
              <a:rPr lang="vi" altLang="en-US" sz="2400" dirty="0">
                <a:latin typeface="+mn-lt"/>
              </a:rPr>
              <a:t>địa chỉ phân cấp cho phép quảng cáo thông tin định tuyến hiệu quả </a:t>
            </a:r>
            <a:r xmlns:a="http://schemas.openxmlformats.org/drawingml/2006/main">
              <a:rPr lang="vi" altLang="en-US" sz="2400" dirty="0" smtClean="0">
                <a:latin typeface="+mn-lt"/>
              </a:rPr>
              <a:t>:</a:t>
            </a:r>
            <a:endParaRPr xmlns:a="http://schemas.openxmlformats.org/drawingml/2006/main" lang="en-US" altLang="en-US" sz="2400" dirty="0">
              <a:latin typeface="+mn-lt"/>
            </a:endParaRPr>
          </a:p>
        </p:txBody>
      </p:sp>
      <p:pic>
        <p:nvPicPr>
          <p:cNvPr id="4" name="Picture 3" descr="A diagram has 2 similar parts. Both parts have a center. On the left side, lines connected I P addresses. On the right, an arrow points right, with notes on it. The internet is to the right. Part 1. Center, Fly By Night I S P. The left has 4 main lines. 1, Organization 0. I P, 200 period 23 period 16 period 0 forward slash 23. 2, Organization 1. I P, 200 period 23 period 18 period 0 forward slash 23. 3, Organization 2. I P, 200 period 23 period 20 period 0 forward slash. 4, Organization 7. I P, 200 period 23 period 30 period 0 forward slash 23. There are some lines between organization 2 and 7, implying more I P addresses. The right has 1 line and 1 arrow pointing right. Notes, send me anything with addresses beginning 200 period 23 period 16 period 0 forward slash 20. Part 2. Center, I S Ps R Us. On the left here are 4 lines. On the right a line and an arrow point right. Notes, send me anything with addresses beginning 199 period 31 period 0 period 0 forward slash 16. "/>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2394" y="2580876"/>
            <a:ext cx="5728707" cy="3720522"/>
          </a:xfrm>
          <a:prstGeom prst="rect">
            <a:avLst/>
          </a:prstGeom>
        </p:spPr>
      </p:pic>
    </p:spTree>
    <p:extLst>
      <p:ext uri="{BB962C8B-B14F-4D97-AF65-F5344CB8AC3E}">
        <p14:creationId xmlns:p14="http://schemas.microsoft.com/office/powerpoint/2010/main" val="190703313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dirty="0" smtClean="0">
                <a:ea typeface="ＭＳ Ｐゴシック" charset="0"/>
              </a:rPr>
              <a:t>Địa chỉ </a:t>
            </a:r>
            <a:r xmlns:a="http://schemas.openxmlformats.org/drawingml/2006/main">
              <a:rPr lang="vi" dirty="0">
                <a:ea typeface="ＭＳ Ｐゴシック" charset="0"/>
              </a:rPr>
              <a:t>phân cấp </a:t>
            </a:r>
            <a:r xmlns:a="http://schemas.openxmlformats.org/drawingml/2006/main">
              <a:rPr lang="vi" dirty="0">
                <a:ea typeface="ＭＳ Ｐゴシック" charset="0"/>
              </a:rPr>
              <a:t>: </a:t>
            </a:r>
            <a:r xmlns:a="http://schemas.openxmlformats.org/drawingml/2006/main">
              <a:rPr lang="vi" dirty="0" smtClean="0">
                <a:ea typeface="ＭＳ Ｐゴシック" charset="0"/>
              </a:rPr>
              <a:t>Các tuyến cụ thể hơn</a:t>
            </a:r>
            <a:endParaRPr xmlns:a="http://schemas.openxmlformats.org/drawingml/2006/main" lang="en-US" dirty="0"/>
          </a:p>
        </p:txBody>
      </p:sp>
      <p:sp>
        <p:nvSpPr>
          <p:cNvPr id="3" name="Text Placeholder 2"/>
          <p:cNvSpPr>
            <a:spLocks noGrp="1"/>
          </p:cNvSpPr>
          <p:nvPr>
            <p:ph type="body" idx="1"/>
          </p:nvPr>
        </p:nvSpPr>
        <p:spPr>
          <a:xfrm>
            <a:off x="457200" y="1600200"/>
            <a:ext cx="8229600" cy="494071"/>
          </a:xfrm>
        </p:spPr>
        <p:txBody>
          <a:bodyPr/>
          <a:lstStyle/>
          <a:p>
            <a:pPr xmlns:a="http://schemas.openxmlformats.org/drawingml/2006/main" marL="0" indent="0">
              <a:buNone/>
            </a:pPr>
            <a:r xmlns:a="http://schemas.openxmlformats.org/drawingml/2006/main">
              <a:rPr lang="vi" altLang="en-US" sz="2400" dirty="0" smtClean="0">
                <a:latin typeface="+mn-lt"/>
              </a:rPr>
              <a:t>Tôi</a:t>
            </a:r>
            <a:r xmlns:a="http://schemas.openxmlformats.org/drawingml/2006/main">
              <a:rPr lang="vi" altLang="en-US" sz="100" dirty="0" smtClean="0">
                <a:latin typeface="+mn-lt"/>
              </a:rPr>
              <a:t> </a:t>
            </a:r>
            <a:r xmlns:a="http://schemas.openxmlformats.org/drawingml/2006/main">
              <a:rPr lang="vi" altLang="en-US" sz="2400" dirty="0" smtClean="0">
                <a:latin typeface="+mn-lt"/>
              </a:rPr>
              <a:t>S</a:t>
            </a:r>
            <a:r xmlns:a="http://schemas.openxmlformats.org/drawingml/2006/main">
              <a:rPr lang="vi" altLang="en-US" sz="100" dirty="0" smtClean="0">
                <a:latin typeface="+mn-lt"/>
              </a:rPr>
              <a:t> </a:t>
            </a:r>
            <a:r xmlns:a="http://schemas.openxmlformats.org/drawingml/2006/main">
              <a:rPr lang="vi" altLang="en-US" sz="2400" dirty="0" smtClean="0">
                <a:latin typeface="+mn-lt"/>
              </a:rPr>
              <a:t>P</a:t>
            </a:r>
            <a:r xmlns:a="http://schemas.openxmlformats.org/drawingml/2006/main">
              <a:rPr lang="vi" altLang="en-US" sz="100" dirty="0" smtClean="0">
                <a:latin typeface="+mn-lt"/>
              </a:rPr>
              <a:t> </a:t>
            </a:r>
            <a:r xmlns:a="http://schemas.openxmlformats.org/drawingml/2006/main">
              <a:rPr lang="vi" altLang="en-US" sz="2400" dirty="0" smtClean="0">
                <a:latin typeface="+mn-lt"/>
              </a:rPr>
              <a:t>sRU</a:t>
            </a:r>
            <a:r xmlns:a="http://schemas.openxmlformats.org/drawingml/2006/main">
              <a:rPr lang="vi" altLang="en-US" sz="100" dirty="0" smtClean="0">
                <a:latin typeface="+mn-lt"/>
              </a:rPr>
              <a:t> </a:t>
            </a:r>
            <a:r xmlns:a="http://schemas.openxmlformats.org/drawingml/2006/main">
              <a:rPr lang="vi" altLang="en-US" sz="2400" dirty="0" smtClean="0">
                <a:latin typeface="+mn-lt"/>
              </a:rPr>
              <a:t>s </a:t>
            </a:r>
            <a:r xmlns:a="http://schemas.openxmlformats.org/drawingml/2006/main">
              <a:rPr lang="vi" altLang="en-US" sz="2400" dirty="0">
                <a:latin typeface="+mn-lt"/>
              </a:rPr>
              <a:t>có lộ trình cụ thể hơn đến Tổ chức </a:t>
            </a:r>
            <a:r xmlns:a="http://schemas.openxmlformats.org/drawingml/2006/main">
              <a:rPr lang="vi" altLang="en-US" sz="2400" dirty="0" smtClean="0">
                <a:latin typeface="+mn-lt"/>
              </a:rPr>
              <a:t>1</a:t>
            </a:r>
            <a:endParaRPr xmlns:a="http://schemas.openxmlformats.org/drawingml/2006/main" lang="en-US" altLang="en-US" sz="2400" dirty="0">
              <a:latin typeface="+mn-lt"/>
            </a:endParaRPr>
          </a:p>
        </p:txBody>
      </p:sp>
      <p:pic>
        <p:nvPicPr>
          <p:cNvPr id="6" name="Picture 5" descr="Organization 0, 200 period 23 period 16 period 0 forward slash 23, organization 2, 200 period 23 period 20 period 0 forward slash 23, and organization 7, 200 period 23 period 30 period 0 forward slash 23 are connected to, fly by night I S P, which is connected to the internet with the instruction, send me anything with addresses beginning 200 period 23 period 16 period 0 forward slash 20. Organization 1, 200 period 23 period 18 period 0 forward slash 23 is connected to, I S P's R us, which is connected to the internet with the instruction, send me anything with addresses beginning 199 period 31 period 0 period 0 forward slash 16 or 200 period 23 period 18 period 0 forward slash 2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3296" y="2381821"/>
            <a:ext cx="4933950" cy="3248025"/>
          </a:xfrm>
          <a:prstGeom prst="rect">
            <a:avLst/>
          </a:prstGeom>
        </p:spPr>
      </p:pic>
    </p:spTree>
    <p:extLst>
      <p:ext uri="{BB962C8B-B14F-4D97-AF65-F5344CB8AC3E}">
        <p14:creationId xmlns:p14="http://schemas.microsoft.com/office/powerpoint/2010/main" val="400980221"/>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altLang="en-US" sz="3200" dirty="0" smtClean="0">
                <a:ea typeface="ＭＳ Ｐゴシック" charset="-128"/>
              </a:rPr>
              <a:t>Tôi</a:t>
            </a:r>
            <a:r xmlns:a="http://schemas.openxmlformats.org/drawingml/2006/main">
              <a:rPr lang="vi" altLang="en-US" sz="100" dirty="0" smtClean="0">
                <a:ea typeface="ＭＳ Ｐゴシック" charset="-128"/>
              </a:rPr>
              <a:t> Địa chỉ </a:t>
            </a:r>
            <a:r xmlns:a="http://schemas.openxmlformats.org/drawingml/2006/main">
              <a:rPr lang="vi" altLang="en-US" sz="3200" dirty="0" smtClean="0">
                <a:ea typeface="ＭＳ Ｐゴシック" charset="-128"/>
              </a:rPr>
              <a:t>P </a:t>
            </a:r>
            <a:r xmlns:a="http://schemas.openxmlformats.org/drawingml/2006/main">
              <a:rPr lang="vi" altLang="en-US" sz="3200" dirty="0">
                <a:ea typeface="ＭＳ Ｐゴシック" charset="-128"/>
              </a:rPr>
              <a:t>: </a:t>
            </a:r>
            <a:r xmlns:a="http://schemas.openxmlformats.org/drawingml/2006/main">
              <a:rPr lang="vi" altLang="en-US" sz="3200" dirty="0" smtClean="0">
                <a:ea typeface="ＭＳ Ｐゴシック" charset="-128"/>
              </a:rPr>
              <a:t>Lời cuối cùng</a:t>
            </a:r>
            <a:endParaRPr xmlns:a="http://schemas.openxmlformats.org/drawingml/2006/main" lang="en-US" dirty="0"/>
          </a:p>
        </p:txBody>
      </p:sp>
      <p:sp>
        <p:nvSpPr>
          <p:cNvPr id="3" name="Text Placeholder 2"/>
          <p:cNvSpPr>
            <a:spLocks noGrp="1"/>
          </p:cNvSpPr>
          <p:nvPr>
            <p:ph type="body" idx="1"/>
          </p:nvPr>
        </p:nvSpPr>
        <p:spPr>
          <a:xfrm>
            <a:off x="457200" y="1614948"/>
            <a:ext cx="8229600" cy="4525963"/>
          </a:xfrm>
        </p:spPr>
        <p:txBody>
          <a:bodyPr/>
          <a:lstStyle/>
          <a:p>
            <a:pPr xmlns:a="http://schemas.openxmlformats.org/drawingml/2006/main">
              <a:buFont typeface="Wingdings" charset="0"/>
              <a:buNone/>
              <a:defRPr/>
            </a:pPr>
            <a:r xmlns:a="http://schemas.openxmlformats.org/drawingml/2006/main">
              <a:rPr lang="vi" sz="2400" b="1" dirty="0">
                <a:solidFill>
                  <a:schemeClr val="tx1"/>
                </a:solidFill>
                <a:latin typeface="+mn-lt"/>
              </a:rPr>
              <a:t>Q: </a:t>
            </a:r>
            <a:r xmlns:a="http://schemas.openxmlformats.org/drawingml/2006/main">
              <a:rPr lang="vi" sz="2400" dirty="0">
                <a:latin typeface="+mn-lt"/>
              </a:rPr>
              <a:t>làm thế nào để một </a:t>
            </a:r>
            <a:r xmlns:a="http://schemas.openxmlformats.org/drawingml/2006/main">
              <a:rPr lang="vi" sz="2400" dirty="0" smtClean="0">
                <a:latin typeface="+mn-lt"/>
              </a:rPr>
              <a:t>tôi</a:t>
            </a:r>
            <a:r xmlns:a="http://schemas.openxmlformats.org/drawingml/2006/main">
              <a:rPr lang="vi" sz="100" dirty="0" smtClean="0">
                <a:latin typeface="+mn-lt"/>
              </a:rPr>
              <a:t> </a:t>
            </a:r>
            <a:r xmlns:a="http://schemas.openxmlformats.org/drawingml/2006/main">
              <a:rPr lang="vi" sz="2400" dirty="0" smtClean="0">
                <a:latin typeface="+mn-lt"/>
              </a:rPr>
              <a:t>S</a:t>
            </a:r>
            <a:r xmlns:a="http://schemas.openxmlformats.org/drawingml/2006/main">
              <a:rPr lang="vi" sz="100" dirty="0" smtClean="0">
                <a:latin typeface="+mn-lt"/>
              </a:rPr>
              <a:t> </a:t>
            </a:r>
            <a:r xmlns:a="http://schemas.openxmlformats.org/drawingml/2006/main">
              <a:rPr lang="vi" sz="2400" dirty="0" smtClean="0">
                <a:latin typeface="+mn-lt"/>
              </a:rPr>
              <a:t>P </a:t>
            </a:r>
            <a:r xmlns:a="http://schemas.openxmlformats.org/drawingml/2006/main">
              <a:rPr lang="vi" sz="2400" dirty="0">
                <a:latin typeface="+mn-lt"/>
              </a:rPr>
              <a:t>lấy khối địa chỉ?</a:t>
            </a:r>
          </a:p>
          <a:p>
            <a:pPr xmlns:a="http://schemas.openxmlformats.org/drawingml/2006/main" marL="457200" indent="-457200">
              <a:buFont typeface="Wingdings" charset="0"/>
              <a:buNone/>
              <a:tabLst/>
              <a:defRPr/>
            </a:pPr>
            <a:r xmlns:a="http://schemas.openxmlformats.org/drawingml/2006/main">
              <a:rPr lang="vi" sz="2400" b="1" dirty="0">
                <a:solidFill>
                  <a:schemeClr val="tx1"/>
                </a:solidFill>
                <a:latin typeface="+mn-lt"/>
              </a:rPr>
              <a:t>A: </a:t>
            </a:r>
            <a:r xmlns:a="http://schemas.openxmlformats.org/drawingml/2006/main">
              <a:rPr lang="vi" sz="2400" b="1" dirty="0" smtClean="0">
                <a:solidFill>
                  <a:schemeClr val="tx1"/>
                </a:solidFill>
                <a:latin typeface="+mn-lt"/>
              </a:rPr>
              <a:t>Tôi</a:t>
            </a:r>
            <a:r xmlns:a="http://schemas.openxmlformats.org/drawingml/2006/main">
              <a:rPr lang="vi" sz="100" b="1" dirty="0" smtClean="0">
                <a:solidFill>
                  <a:schemeClr val="tx1"/>
                </a:solidFill>
                <a:latin typeface="+mn-lt"/>
              </a:rPr>
              <a:t> </a:t>
            </a:r>
            <a:r xmlns:a="http://schemas.openxmlformats.org/drawingml/2006/main">
              <a:rPr lang="vi" sz="2400" b="1" dirty="0" smtClean="0">
                <a:solidFill>
                  <a:schemeClr val="tx1"/>
                </a:solidFill>
                <a:latin typeface="+mn-lt"/>
              </a:rPr>
              <a:t>C</a:t>
            </a:r>
            <a:r xmlns:a="http://schemas.openxmlformats.org/drawingml/2006/main">
              <a:rPr lang="vi" sz="100" b="1" dirty="0" smtClean="0">
                <a:solidFill>
                  <a:schemeClr val="tx1"/>
                </a:solidFill>
                <a:latin typeface="+mn-lt"/>
              </a:rPr>
              <a:t> </a:t>
            </a:r>
            <a:r xmlns:a="http://schemas.openxmlformats.org/drawingml/2006/main">
              <a:rPr lang="vi" sz="2400" b="1" dirty="0" smtClean="0">
                <a:solidFill>
                  <a:schemeClr val="tx1"/>
                </a:solidFill>
                <a:latin typeface="+mn-lt"/>
              </a:rPr>
              <a:t>Một</a:t>
            </a:r>
            <a:r xmlns:a="http://schemas.openxmlformats.org/drawingml/2006/main">
              <a:rPr lang="vi" sz="100" b="1" dirty="0" smtClean="0">
                <a:solidFill>
                  <a:schemeClr val="tx1"/>
                </a:solidFill>
                <a:latin typeface="+mn-lt"/>
              </a:rPr>
              <a:t> </a:t>
            </a:r>
            <a:r xmlns:a="http://schemas.openxmlformats.org/drawingml/2006/main">
              <a:rPr lang="vi" sz="2400" b="1" dirty="0" smtClean="0">
                <a:solidFill>
                  <a:schemeClr val="tx1"/>
                </a:solidFill>
                <a:latin typeface="+mn-lt"/>
              </a:rPr>
              <a:t>N</a:t>
            </a:r>
            <a:r xmlns:a="http://schemas.openxmlformats.org/drawingml/2006/main">
              <a:rPr lang="vi" sz="100" b="1" dirty="0" smtClean="0">
                <a:solidFill>
                  <a:schemeClr val="tx1"/>
                </a:solidFill>
                <a:latin typeface="+mn-lt"/>
              </a:rPr>
              <a:t> </a:t>
            </a:r>
            <a:r xmlns:a="http://schemas.openxmlformats.org/drawingml/2006/main">
              <a:rPr lang="vi" sz="2400" b="1" dirty="0" smtClean="0">
                <a:solidFill>
                  <a:schemeClr val="tx1"/>
                </a:solidFill>
                <a:latin typeface="+mn-lt"/>
              </a:rPr>
              <a:t>N </a:t>
            </a:r>
            <a:r xmlns:a="http://schemas.openxmlformats.org/drawingml/2006/main">
              <a:rPr lang="vi" sz="2400" b="1" dirty="0">
                <a:solidFill>
                  <a:schemeClr val="tx1"/>
                </a:solidFill>
                <a:latin typeface="+mn-lt"/>
              </a:rPr>
              <a:t>: I </a:t>
            </a:r>
            <a:r xmlns:a="http://schemas.openxmlformats.org/drawingml/2006/main">
              <a:rPr lang="vi" sz="2400" dirty="0">
                <a:latin typeface="+mn-lt"/>
              </a:rPr>
              <a:t>nternet </a:t>
            </a:r>
            <a:r xmlns:a="http://schemas.openxmlformats.org/drawingml/2006/main">
              <a:rPr lang="vi" sz="2400" b="1" dirty="0">
                <a:solidFill>
                  <a:schemeClr val="tx1"/>
                </a:solidFill>
                <a:latin typeface="+mn-lt"/>
              </a:rPr>
              <a:t>C </a:t>
            </a:r>
            <a:r xmlns:a="http://schemas.openxmlformats.org/drawingml/2006/main">
              <a:rPr lang="vi" sz="2400" dirty="0">
                <a:latin typeface="+mn-lt"/>
              </a:rPr>
              <a:t>orporation for </a:t>
            </a:r>
            <a:r xmlns:a="http://schemas.openxmlformats.org/drawingml/2006/main">
              <a:rPr lang="vi" sz="2400" b="1" dirty="0">
                <a:solidFill>
                  <a:schemeClr val="tx1"/>
                </a:solidFill>
                <a:latin typeface="+mn-lt"/>
              </a:rPr>
              <a:t>A </a:t>
            </a:r>
            <a:r xmlns:a="http://schemas.openxmlformats.org/drawingml/2006/main">
              <a:rPr lang="vi" sz="2400" dirty="0">
                <a:latin typeface="+mn-lt"/>
              </a:rPr>
              <a:t>ssigned </a:t>
            </a:r>
            <a:r xmlns:a="http://schemas.openxmlformats.org/drawingml/2006/main">
              <a:rPr lang="vi" sz="2400" b="1" dirty="0" smtClean="0">
                <a:solidFill>
                  <a:schemeClr val="tx1"/>
                </a:solidFill>
                <a:latin typeface="+mn-lt"/>
              </a:rPr>
              <a:t>N </a:t>
            </a:r>
            <a:r xmlns:a="http://schemas.openxmlformats.org/drawingml/2006/main">
              <a:rPr lang="vi" sz="2400" dirty="0" smtClean="0">
                <a:latin typeface="+mn-lt"/>
              </a:rPr>
              <a:t>ames </a:t>
            </a:r>
            <a:r xmlns:a="http://schemas.openxmlformats.org/drawingml/2006/main">
              <a:rPr lang="vi" sz="2400" dirty="0">
                <a:latin typeface="+mn-lt"/>
              </a:rPr>
              <a:t>and </a:t>
            </a:r>
            <a:r xmlns:a="http://schemas.openxmlformats.org/drawingml/2006/main">
              <a:rPr lang="vi" sz="2400" b="1" dirty="0">
                <a:solidFill>
                  <a:schemeClr val="tx1"/>
                </a:solidFill>
                <a:latin typeface="+mn-lt"/>
              </a:rPr>
              <a:t>N </a:t>
            </a:r>
            <a:r xmlns:a="http://schemas.openxmlformats.org/drawingml/2006/main">
              <a:rPr lang="vi" sz="2400" dirty="0">
                <a:latin typeface="+mn-lt"/>
              </a:rPr>
              <a:t>số </a:t>
            </a:r>
            <a:r xmlns:a="http://schemas.openxmlformats.org/drawingml/2006/main" xmlns:r="http://schemas.openxmlformats.org/officeDocument/2006/relationships">
              <a:rPr lang="vi" sz="2400" dirty="0">
                <a:latin typeface="+mn-lt"/>
                <a:hlinkClick r:id="rId2" tooltip="https://www.icann.org/"/>
              </a:rPr>
              <a:t>http://www.icann.org/</a:t>
            </a:r>
            <a:endParaRPr xmlns:a="http://schemas.openxmlformats.org/drawingml/2006/main" lang="en-US" sz="2400" dirty="0">
              <a:latin typeface="+mn-lt"/>
            </a:endParaRPr>
          </a:p>
          <a:p>
            <a:pPr xmlns:a="http://schemas.openxmlformats.org/drawingml/2006/main" lvl="1">
              <a:buFont typeface="Arial" panose="020B0604020202020204" pitchFamily="34" charset="0"/>
              <a:buChar char="–"/>
              <a:defRPr/>
            </a:pPr>
            <a:r xmlns:a="http://schemas.openxmlformats.org/drawingml/2006/main">
              <a:rPr lang="vi" sz="2400" dirty="0">
                <a:latin typeface="+mn-lt"/>
              </a:rPr>
              <a:t>phân bổ địa chỉ</a:t>
            </a:r>
          </a:p>
          <a:p>
            <a:pPr xmlns:a="http://schemas.openxmlformats.org/drawingml/2006/main" lvl="1">
              <a:buFont typeface="Arial" panose="020B0604020202020204" pitchFamily="34" charset="0"/>
              <a:buChar char="–"/>
              <a:defRPr/>
            </a:pPr>
            <a:r xmlns:a="http://schemas.openxmlformats.org/drawingml/2006/main">
              <a:rPr lang="vi" sz="2400" dirty="0">
                <a:latin typeface="+mn-lt"/>
              </a:rPr>
              <a:t>quản lý </a:t>
            </a:r>
            <a:r xmlns:a="http://schemas.openxmlformats.org/drawingml/2006/main">
              <a:rPr lang="vi" sz="2400" dirty="0" smtClean="0">
                <a:latin typeface="+mn-lt"/>
              </a:rPr>
              <a:t>D</a:t>
            </a:r>
            <a:r xmlns:a="http://schemas.openxmlformats.org/drawingml/2006/main">
              <a:rPr lang="vi" sz="100" dirty="0" smtClean="0">
                <a:latin typeface="+mn-lt"/>
              </a:rPr>
              <a:t> </a:t>
            </a:r>
            <a:r xmlns:a="http://schemas.openxmlformats.org/drawingml/2006/main">
              <a:rPr lang="vi" sz="2400" dirty="0" smtClean="0">
                <a:latin typeface="+mn-lt"/>
              </a:rPr>
              <a:t>N</a:t>
            </a:r>
            <a:r xmlns:a="http://schemas.openxmlformats.org/drawingml/2006/main">
              <a:rPr lang="vi" sz="100" dirty="0" smtClean="0">
                <a:latin typeface="+mn-lt"/>
              </a:rPr>
              <a:t> </a:t>
            </a:r>
            <a:r xmlns:a="http://schemas.openxmlformats.org/drawingml/2006/main">
              <a:rPr lang="vi" sz="2400" dirty="0" smtClean="0">
                <a:latin typeface="+mn-lt"/>
              </a:rPr>
              <a:t>S</a:t>
            </a:r>
            <a:endParaRPr xmlns:a="http://schemas.openxmlformats.org/drawingml/2006/main" lang="en-US" sz="2400" dirty="0">
              <a:latin typeface="+mn-lt"/>
            </a:endParaRPr>
          </a:p>
          <a:p>
            <a:pPr xmlns:a="http://schemas.openxmlformats.org/drawingml/2006/main" lvl="1">
              <a:buFont typeface="Arial" panose="020B0604020202020204" pitchFamily="34" charset="0"/>
              <a:buChar char="–"/>
              <a:defRPr/>
            </a:pPr>
            <a:r xmlns:a="http://schemas.openxmlformats.org/drawingml/2006/main">
              <a:rPr lang="vi" sz="2400" dirty="0">
                <a:latin typeface="+mn-lt"/>
              </a:rPr>
              <a:t>chuyển nhượng tên miền, giải quyết </a:t>
            </a:r>
            <a:r xmlns:a="http://schemas.openxmlformats.org/drawingml/2006/main">
              <a:rPr lang="vi" sz="2400" dirty="0" smtClean="0">
                <a:latin typeface="+mn-lt"/>
              </a:rPr>
              <a:t>tranh chấp</a:t>
            </a:r>
            <a:endParaRPr xmlns:a="http://schemas.openxmlformats.org/drawingml/2006/main" lang="en-US" sz="2400" dirty="0">
              <a:latin typeface="+mn-lt"/>
            </a:endParaRPr>
          </a:p>
        </p:txBody>
      </p:sp>
    </p:spTree>
    <p:extLst>
      <p:ext uri="{BB962C8B-B14F-4D97-AF65-F5344CB8AC3E}">
        <p14:creationId xmlns:p14="http://schemas.microsoft.com/office/powerpoint/2010/main" val="1058254926"/>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xmlns:a="http://schemas.openxmlformats.org/drawingml/2006/main">
              <a:rPr lang="vi" dirty="0" smtClean="0"/>
              <a:t>N</a:t>
            </a:r>
            <a:r xmlns:a="http://schemas.openxmlformats.org/drawingml/2006/main">
              <a:rPr lang="vi" sz="100" dirty="0" smtClean="0"/>
              <a:t> </a:t>
            </a:r>
            <a:r xmlns:a="http://schemas.openxmlformats.org/drawingml/2006/main">
              <a:rPr lang="vi" dirty="0" smtClean="0"/>
              <a:t>Một</a:t>
            </a:r>
            <a:r xmlns:a="http://schemas.openxmlformats.org/drawingml/2006/main">
              <a:rPr lang="vi" sz="100" dirty="0" smtClean="0"/>
              <a:t> </a:t>
            </a:r>
            <a:r xmlns:a="http://schemas.openxmlformats.org/drawingml/2006/main">
              <a:rPr lang="vi" dirty="0" smtClean="0"/>
              <a:t>T </a:t>
            </a:r>
            <a:r xmlns:a="http://schemas.openxmlformats.org/drawingml/2006/main">
              <a:rPr lang="vi" dirty="0"/>
              <a:t>: </a:t>
            </a:r>
            <a:r xmlns:a="http://schemas.openxmlformats.org/drawingml/2006/main">
              <a:rPr lang="vi" dirty="0" smtClean="0"/>
              <a:t>Network </a:t>
            </a:r>
            <a:r xmlns:a="http://schemas.openxmlformats.org/drawingml/2006/main">
              <a:rPr lang="vi" dirty="0"/>
              <a:t>A </a:t>
            </a:r>
            <a:r xmlns:a="http://schemas.openxmlformats.org/drawingml/2006/main">
              <a:rPr lang="vi" dirty="0" smtClean="0"/>
              <a:t>address Translation </a:t>
            </a:r>
            <a:r xmlns:a="http://schemas.openxmlformats.org/drawingml/2006/main">
              <a:rPr lang="vi" sz="2000" b="0" dirty="0" smtClean="0"/>
              <a:t>(1 trên 5)</a:t>
            </a:r>
            <a:endParaRPr xmlns:a="http://schemas.openxmlformats.org/drawingml/2006/main" lang="en-US" sz="2000" b="0" dirty="0"/>
          </a:p>
        </p:txBody>
      </p:sp>
      <p:pic>
        <p:nvPicPr>
          <p:cNvPr id="3" name="Picture 2" descr="A diagram has a central router with 2 parts linked. On the right, local network, for example home network, 10 period 0 period 0 forward slash 24. On the left, rest of the internet. Each part has notes. Link to rest of the internet, 138 period 76 period 29 period 7. Notes. All datagrams leaving local network have same single source N A T I P address, 138 period 76 period 29 period 7, different source port numbers. Link to local network, 10 period 0 period 0 period 4. Notes. Datagrams with source or destination in this network have 10 period 0 period 0 forward slash 24, address for source, destination, as usual. There are 3 connected P Cs. P C 1, 10 period 0 period 0 period 1. P C 2, 10 period 0 period 0 period 2. P C 3, 10 period 0 period 0 period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5219" y="1619151"/>
            <a:ext cx="5993563" cy="3737683"/>
          </a:xfrm>
          <a:prstGeom prst="rect">
            <a:avLst/>
          </a:prstGeom>
        </p:spPr>
      </p:pic>
    </p:spTree>
    <p:extLst>
      <p:ext uri="{BB962C8B-B14F-4D97-AF65-F5344CB8AC3E}">
        <p14:creationId xmlns:p14="http://schemas.microsoft.com/office/powerpoint/2010/main" val="3965187636"/>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dirty="0"/>
              <a:t>N</a:t>
            </a:r>
            <a:r xmlns:a="http://schemas.openxmlformats.org/drawingml/2006/main">
              <a:rPr lang="vi" sz="100" dirty="0"/>
              <a:t> </a:t>
            </a:r>
            <a:r xmlns:a="http://schemas.openxmlformats.org/drawingml/2006/main">
              <a:rPr lang="vi" dirty="0"/>
              <a:t>Một</a:t>
            </a:r>
            <a:r xmlns:a="http://schemas.openxmlformats.org/drawingml/2006/main">
              <a:rPr lang="vi" sz="100" dirty="0"/>
              <a:t> </a:t>
            </a:r>
            <a:r xmlns:a="http://schemas.openxmlformats.org/drawingml/2006/main">
              <a:rPr lang="vi" dirty="0"/>
              <a:t>T: Dịch địa chỉ mạng </a:t>
            </a:r>
            <a:r xmlns:a="http://schemas.openxmlformats.org/drawingml/2006/main">
              <a:rPr lang="vi" sz="2000" b="0" dirty="0" smtClean="0"/>
              <a:t>(2 </a:t>
            </a:r>
            <a:r xmlns:a="http://schemas.openxmlformats.org/drawingml/2006/main">
              <a:rPr lang="vi" sz="2000" b="0" dirty="0"/>
              <a:t>trên 5)</a:t>
            </a:r>
            <a:endParaRPr xmlns:a="http://schemas.openxmlformats.org/drawingml/2006/main" lang="en-US" dirty="0"/>
          </a:p>
        </p:txBody>
      </p:sp>
      <p:sp>
        <p:nvSpPr>
          <p:cNvPr id="3" name="Text Placeholder 2"/>
          <p:cNvSpPr>
            <a:spLocks noGrp="1"/>
          </p:cNvSpPr>
          <p:nvPr>
            <p:ph type="body" idx="1"/>
          </p:nvPr>
        </p:nvSpPr>
        <p:spPr/>
        <p:txBody>
          <a:bodyPr/>
          <a:lstStyle/>
          <a:p>
            <a:pPr xmlns:a="http://schemas.openxmlformats.org/drawingml/2006/main">
              <a:buFont typeface="Wingdings" panose="05000000000000000000" pitchFamily="2" charset="2"/>
              <a:buNone/>
            </a:pPr>
            <a:r xmlns:a="http://schemas.openxmlformats.org/drawingml/2006/main">
              <a:rPr lang="vi" altLang="en-US" sz="2400" b="1" dirty="0">
                <a:solidFill>
                  <a:schemeClr val="tx1"/>
                </a:solidFill>
                <a:latin typeface="+mn-lt"/>
                <a:ea typeface="ＭＳ Ｐゴシック" charset="-128"/>
                <a:cs typeface="ＭＳ Ｐゴシック" charset="-128"/>
              </a:rPr>
              <a:t>động lực: mạng cục bộ chỉ </a:t>
            </a:r>
            <a:r xmlns:a="http://schemas.openxmlformats.org/drawingml/2006/main">
              <a:rPr lang="vi" altLang="en-US" sz="2400" dirty="0" smtClean="0">
                <a:latin typeface="+mn-lt"/>
                <a:ea typeface="ＭＳ Ｐゴシック" charset="-128"/>
                <a:cs typeface="ＭＳ Ｐゴシック" charset="-128"/>
              </a:rPr>
              <a:t>sử </a:t>
            </a:r>
            <a:r xmlns:a="http://schemas.openxmlformats.org/drawingml/2006/main">
              <a:rPr lang="vi" altLang="en-US" sz="2400" dirty="0">
                <a:latin typeface="+mn-lt"/>
                <a:ea typeface="ＭＳ Ｐゴシック" charset="-128"/>
                <a:cs typeface="ＭＳ Ｐゴシック" charset="-128"/>
              </a:rPr>
              <a:t>dụng một</a:t>
            </a:r>
            <a:r xmlns:a="http://schemas.openxmlformats.org/drawingml/2006/main">
              <a:rPr lang="vi" altLang="en-US" sz="100" dirty="0" smtClean="0">
                <a:latin typeface="+mn-lt"/>
                <a:ea typeface="ＭＳ Ｐゴシック" charset="-128"/>
                <a:cs typeface="ＭＳ Ｐゴシック" charset="-128"/>
              </a:rPr>
              <a:t> Địa chỉ </a:t>
            </a:r>
            <a:r xmlns:a="http://schemas.openxmlformats.org/drawingml/2006/main">
              <a:rPr lang="vi" altLang="en-US" sz="2400" dirty="0" smtClean="0">
                <a:latin typeface="+mn-lt"/>
                <a:ea typeface="ＭＳ Ｐゴシック" charset="-128"/>
                <a:cs typeface="ＭＳ Ｐゴシック" charset="-128"/>
              </a:rPr>
              <a:t>P </a:t>
            </a:r>
            <a:r xmlns:a="http://schemas.openxmlformats.org/drawingml/2006/main">
              <a:rPr lang="vi" altLang="en-US" sz="2400" dirty="0">
                <a:latin typeface="+mn-lt"/>
                <a:ea typeface="ＭＳ Ｐゴシック" charset="-128"/>
                <a:cs typeface="ＭＳ Ｐゴシック" charset="-128"/>
              </a:rPr>
              <a:t>liên quan đến thế giới bên ngoài:</a:t>
            </a:r>
          </a:p>
          <a:p>
            <a:pPr xmlns:a="http://schemas.openxmlformats.org/drawingml/2006/main" marL="256032" lvl="1" indent="-256032">
              <a:buFont typeface="Arial" panose="020B0604020202020204" pitchFamily="34" charset="0"/>
              <a:buChar char="•"/>
            </a:pPr>
            <a:r xmlns:a="http://schemas.openxmlformats.org/drawingml/2006/main">
              <a:rPr lang="vi" altLang="en-US" sz="2400" dirty="0">
                <a:latin typeface="+mn-lt"/>
                <a:ea typeface="ＭＳ Ｐゴシック" charset="-128"/>
              </a:rPr>
              <a:t>phạm vi địa chỉ không cần thiết từ </a:t>
            </a:r>
            <a:r xmlns:a="http://schemas.openxmlformats.org/drawingml/2006/main">
              <a:rPr lang="vi" altLang="en-US" sz="2400" dirty="0" smtClean="0">
                <a:latin typeface="+mn-lt"/>
                <a:ea typeface="ＭＳ Ｐゴシック" charset="-128"/>
              </a:rPr>
              <a:t>tôi</a:t>
            </a:r>
            <a:r xmlns:a="http://schemas.openxmlformats.org/drawingml/2006/main">
              <a:rPr lang="vi" altLang="en-US" sz="100" dirty="0" smtClean="0">
                <a:latin typeface="+mn-lt"/>
                <a:ea typeface="ＭＳ Ｐゴシック" charset="-128"/>
              </a:rPr>
              <a:t> </a:t>
            </a:r>
            <a:r xmlns:a="http://schemas.openxmlformats.org/drawingml/2006/main">
              <a:rPr lang="vi" altLang="en-US" sz="2400" dirty="0" smtClean="0">
                <a:latin typeface="+mn-lt"/>
                <a:ea typeface="ＭＳ Ｐゴシック" charset="-128"/>
              </a:rPr>
              <a:t>S</a:t>
            </a:r>
            <a:r xmlns:a="http://schemas.openxmlformats.org/drawingml/2006/main">
              <a:rPr lang="vi" altLang="en-US" sz="100" dirty="0" smtClean="0">
                <a:latin typeface="+mn-lt"/>
                <a:ea typeface="ＭＳ Ｐゴシック" charset="-128"/>
              </a:rPr>
              <a:t> </a:t>
            </a:r>
            <a:r xmlns:a="http://schemas.openxmlformats.org/drawingml/2006/main">
              <a:rPr lang="vi" altLang="en-US" sz="2400" dirty="0" smtClean="0">
                <a:latin typeface="+mn-lt"/>
                <a:ea typeface="ＭＳ Ｐゴシック" charset="-128"/>
              </a:rPr>
              <a:t>P: chỉ </a:t>
            </a:r>
            <a:r xmlns:a="http://schemas.openxmlformats.org/drawingml/2006/main">
              <a:rPr lang="vi" altLang="en-US" sz="2400" dirty="0">
                <a:latin typeface="+mn-lt"/>
                <a:ea typeface="ＭＳ Ｐゴシック" charset="-128"/>
              </a:rPr>
              <a:t>một </a:t>
            </a:r>
            <a:r xmlns:a="http://schemas.openxmlformats.org/drawingml/2006/main">
              <a:rPr lang="vi" altLang="en-US" sz="2400" dirty="0">
                <a:latin typeface="+mn-lt"/>
                <a:ea typeface="ＭＳ Ｐゴシック" charset="-128"/>
                <a:cs typeface="ＭＳ Ｐゴシック" charset="-128"/>
              </a:rPr>
              <a:t>tôi</a:t>
            </a:r>
            <a:r xmlns:a="http://schemas.openxmlformats.org/drawingml/2006/main">
              <a:rPr lang="vi" altLang="en-US" sz="100" dirty="0">
                <a:latin typeface="+mn-lt"/>
                <a:ea typeface="ＭＳ Ｐゴシック" charset="-128"/>
                <a:cs typeface="ＭＳ Ｐゴシック" charset="-128"/>
              </a:rPr>
              <a:t> </a:t>
            </a:r>
            <a:r xmlns:a="http://schemas.openxmlformats.org/drawingml/2006/main">
              <a:rPr lang="vi" altLang="en-US" sz="2400" dirty="0">
                <a:latin typeface="+mn-lt"/>
                <a:ea typeface="ＭＳ Ｐゴシック" charset="-128"/>
                <a:cs typeface="ＭＳ Ｐゴシック" charset="-128"/>
              </a:rPr>
              <a:t>P</a:t>
            </a:r>
            <a:r xmlns:a="http://schemas.openxmlformats.org/drawingml/2006/main">
              <a:rPr lang="vi" altLang="en-US" sz="2400" dirty="0" smtClean="0">
                <a:latin typeface="+mn-lt"/>
                <a:ea typeface="ＭＳ Ｐゴシック" charset="-128"/>
              </a:rPr>
              <a:t> </a:t>
            </a:r>
            <a:r xmlns:a="http://schemas.openxmlformats.org/drawingml/2006/main">
              <a:rPr lang="vi" altLang="en-US" sz="2400" dirty="0">
                <a:latin typeface="+mn-lt"/>
                <a:ea typeface="ＭＳ Ｐゴシック" charset="-128"/>
              </a:rPr>
              <a:t>địa chỉ cho tất cả các thiết bị</a:t>
            </a:r>
          </a:p>
          <a:p>
            <a:pPr xmlns:a="http://schemas.openxmlformats.org/drawingml/2006/main" marL="256032" lvl="1" indent="-256032">
              <a:buFont typeface="Arial" panose="020B0604020202020204" pitchFamily="34" charset="0"/>
              <a:buChar char="•"/>
            </a:pPr>
            <a:r xmlns:a="http://schemas.openxmlformats.org/drawingml/2006/main">
              <a:rPr lang="vi" altLang="en-US" sz="2400" dirty="0">
                <a:latin typeface="+mn-lt"/>
                <a:ea typeface="ＭＳ Ｐゴシック" charset="-128"/>
              </a:rPr>
              <a:t>có thể thay đổi địa chỉ của các thiết bị trong mạng cục bộ mà không thông báo cho thế giới bên ngoài</a:t>
            </a:r>
          </a:p>
          <a:p>
            <a:pPr xmlns:a="http://schemas.openxmlformats.org/drawingml/2006/main" marL="256032" lvl="1" indent="-256032">
              <a:buFont typeface="Arial" panose="020B0604020202020204" pitchFamily="34" charset="0"/>
              <a:buChar char="•"/>
            </a:pPr>
            <a:r xmlns:a="http://schemas.openxmlformats.org/drawingml/2006/main">
              <a:rPr lang="vi" altLang="en-US" sz="2400" dirty="0">
                <a:latin typeface="+mn-lt"/>
                <a:ea typeface="ＭＳ Ｐゴシック" charset="-128"/>
              </a:rPr>
              <a:t>có thể thay đổi </a:t>
            </a:r>
            <a:r xmlns:a="http://schemas.openxmlformats.org/drawingml/2006/main">
              <a:rPr lang="vi" altLang="en-US" sz="2400" dirty="0" smtClean="0">
                <a:latin typeface="+mn-lt"/>
                <a:ea typeface="ＭＳ Ｐゴシック" charset="-128"/>
              </a:rPr>
              <a:t>tôi</a:t>
            </a:r>
            <a:r xmlns:a="http://schemas.openxmlformats.org/drawingml/2006/main">
              <a:rPr lang="vi" altLang="en-US" sz="100" dirty="0" smtClean="0">
                <a:latin typeface="+mn-lt"/>
                <a:ea typeface="ＭＳ Ｐゴシック" charset="-128"/>
              </a:rPr>
              <a:t> </a:t>
            </a:r>
            <a:r xmlns:a="http://schemas.openxmlformats.org/drawingml/2006/main">
              <a:rPr lang="vi" altLang="en-US" sz="2400" dirty="0" smtClean="0">
                <a:latin typeface="+mn-lt"/>
                <a:ea typeface="ＭＳ Ｐゴシック" charset="-128"/>
              </a:rPr>
              <a:t>S</a:t>
            </a:r>
            <a:r xmlns:a="http://schemas.openxmlformats.org/drawingml/2006/main">
              <a:rPr lang="vi" altLang="en-US" sz="100" dirty="0" smtClean="0">
                <a:latin typeface="+mn-lt"/>
                <a:ea typeface="ＭＳ Ｐゴシック" charset="-128"/>
              </a:rPr>
              <a:t> </a:t>
            </a:r>
            <a:r xmlns:a="http://schemas.openxmlformats.org/drawingml/2006/main">
              <a:rPr lang="vi" altLang="en-US" sz="2400" dirty="0" smtClean="0">
                <a:latin typeface="+mn-lt"/>
                <a:ea typeface="ＭＳ Ｐゴシック" charset="-128"/>
              </a:rPr>
              <a:t>P </a:t>
            </a:r>
            <a:r xmlns:a="http://schemas.openxmlformats.org/drawingml/2006/main">
              <a:rPr lang="vi" altLang="en-US" sz="2400" dirty="0">
                <a:latin typeface="+mn-lt"/>
                <a:ea typeface="ＭＳ Ｐゴシック" charset="-128"/>
              </a:rPr>
              <a:t>mà không cần thay đổi địa chỉ của các thiết bị trong mạng cục bộ</a:t>
            </a:r>
          </a:p>
          <a:p>
            <a:pPr xmlns:a="http://schemas.openxmlformats.org/drawingml/2006/main" marL="256032" lvl="1" indent="-256032">
              <a:buFont typeface="Arial" panose="020B0604020202020204" pitchFamily="34" charset="0"/>
              <a:buChar char="•"/>
            </a:pPr>
            <a:r xmlns:a="http://schemas.openxmlformats.org/drawingml/2006/main">
              <a:rPr lang="vi" altLang="en-US" sz="2400" dirty="0">
                <a:latin typeface="+mn-lt"/>
                <a:ea typeface="ＭＳ Ｐゴシック" charset="-128"/>
              </a:rPr>
              <a:t>các thiết bị bên trong mạng cục bộ không thể định địa chỉ rõ ràng, có thể nhìn thấy bởi thế giới bên ngoài (một điểm cộng bảo mật </a:t>
            </a:r>
            <a:r xmlns:a="http://schemas.openxmlformats.org/drawingml/2006/main">
              <a:rPr lang="vi" altLang="en-US" sz="2400" dirty="0" smtClean="0">
                <a:latin typeface="+mn-lt"/>
                <a:ea typeface="ＭＳ Ｐゴシック" charset="-128"/>
              </a:rPr>
              <a:t>)</a:t>
            </a:r>
            <a:endParaRPr xmlns:a="http://schemas.openxmlformats.org/drawingml/2006/main" lang="en-US" altLang="en-US" sz="2400" dirty="0">
              <a:latin typeface="+mn-lt"/>
              <a:ea typeface="ＭＳ Ｐゴシック" charset="-128"/>
            </a:endParaRPr>
          </a:p>
        </p:txBody>
      </p:sp>
    </p:spTree>
    <p:extLst>
      <p:ext uri="{BB962C8B-B14F-4D97-AF65-F5344CB8AC3E}">
        <p14:creationId xmlns:p14="http://schemas.microsoft.com/office/powerpoint/2010/main" val="1034747375"/>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dirty="0"/>
              <a:t>N</a:t>
            </a:r>
            <a:r xmlns:a="http://schemas.openxmlformats.org/drawingml/2006/main">
              <a:rPr lang="vi" sz="100" dirty="0"/>
              <a:t> </a:t>
            </a:r>
            <a:r xmlns:a="http://schemas.openxmlformats.org/drawingml/2006/main">
              <a:rPr lang="vi" dirty="0"/>
              <a:t>Một</a:t>
            </a:r>
            <a:r xmlns:a="http://schemas.openxmlformats.org/drawingml/2006/main">
              <a:rPr lang="vi" sz="100" dirty="0"/>
              <a:t> </a:t>
            </a:r>
            <a:r xmlns:a="http://schemas.openxmlformats.org/drawingml/2006/main">
              <a:rPr lang="vi" dirty="0"/>
              <a:t>T: Dịch địa chỉ mạng </a:t>
            </a:r>
            <a:r xmlns:a="http://schemas.openxmlformats.org/drawingml/2006/main">
              <a:rPr lang="vi" sz="2000" b="0" dirty="0" smtClean="0"/>
              <a:t>(3 </a:t>
            </a:r>
            <a:r xmlns:a="http://schemas.openxmlformats.org/drawingml/2006/main">
              <a:rPr lang="vi" sz="2000" b="0" dirty="0"/>
              <a:t>trên 5)</a:t>
            </a:r>
            <a:endParaRPr xmlns:a="http://schemas.openxmlformats.org/drawingml/2006/main" lang="en-US" dirty="0"/>
          </a:p>
        </p:txBody>
      </p:sp>
      <p:sp>
        <p:nvSpPr>
          <p:cNvPr id="3" name="Text Placeholder 2"/>
          <p:cNvSpPr>
            <a:spLocks noGrp="1"/>
          </p:cNvSpPr>
          <p:nvPr>
            <p:ph type="body" idx="1"/>
          </p:nvPr>
        </p:nvSpPr>
        <p:spPr>
          <a:xfrm>
            <a:off x="457200" y="1600200"/>
            <a:ext cx="8229600" cy="4977581"/>
          </a:xfrm>
        </p:spPr>
        <p:txBody>
          <a:bodyPr/>
          <a:lstStyle/>
          <a:p>
            <a:pPr xmlns:a="http://schemas.openxmlformats.org/drawingml/2006/main" marL="0" indent="0">
              <a:buFont typeface="Wingdings" panose="05000000000000000000" pitchFamily="2" charset="2"/>
              <a:buNone/>
            </a:pPr>
            <a:r xmlns:a="http://schemas.openxmlformats.org/drawingml/2006/main">
              <a:rPr lang="vi" altLang="en-US" sz="2200" b="1" dirty="0" smtClean="0">
                <a:solidFill>
                  <a:schemeClr val="tx1"/>
                </a:solidFill>
                <a:latin typeface="+mn-lt"/>
                <a:ea typeface="ＭＳ Ｐゴシック" charset="-128"/>
                <a:cs typeface="ＭＳ Ｐゴシック" charset="-128"/>
              </a:rPr>
              <a:t>thực hiện </a:t>
            </a:r>
            <a:r xmlns:a="http://schemas.openxmlformats.org/drawingml/2006/main">
              <a:rPr lang="vi" altLang="en-US" sz="2200" b="1" dirty="0">
                <a:solidFill>
                  <a:schemeClr val="tx1"/>
                </a:solidFill>
                <a:latin typeface="+mn-lt"/>
                <a:ea typeface="ＭＳ Ｐゴシック" charset="-128"/>
                <a:cs typeface="ＭＳ Ｐゴシック" charset="-128"/>
              </a:rPr>
              <a:t>: </a:t>
            </a:r>
            <a:r xmlns:a="http://schemas.openxmlformats.org/drawingml/2006/main">
              <a:rPr lang="vi" altLang="en-US" sz="2200" dirty="0">
                <a:latin typeface="+mn-lt"/>
                <a:ea typeface="ＭＳ Ｐゴシック" charset="-128"/>
              </a:rPr>
              <a:t>N</a:t>
            </a:r>
            <a:r xmlns:a="http://schemas.openxmlformats.org/drawingml/2006/main">
              <a:rPr lang="vi" altLang="en-US" sz="100" dirty="0">
                <a:latin typeface="+mn-lt"/>
                <a:ea typeface="ＭＳ Ｐゴシック" charset="-128"/>
              </a:rPr>
              <a:t> </a:t>
            </a:r>
            <a:r xmlns:a="http://schemas.openxmlformats.org/drawingml/2006/main">
              <a:rPr lang="vi" altLang="en-US" sz="2200" dirty="0">
                <a:latin typeface="+mn-lt"/>
                <a:ea typeface="ＭＳ Ｐゴシック" charset="-128"/>
              </a:rPr>
              <a:t>Một</a:t>
            </a:r>
            <a:r xmlns:a="http://schemas.openxmlformats.org/drawingml/2006/main">
              <a:rPr lang="vi" altLang="en-US" sz="100" dirty="0">
                <a:latin typeface="+mn-lt"/>
                <a:ea typeface="ＭＳ Ｐゴシック" charset="-128"/>
              </a:rPr>
              <a:t> </a:t>
            </a:r>
            <a:r xmlns:a="http://schemas.openxmlformats.org/drawingml/2006/main">
              <a:rPr lang="vi" altLang="en-US" sz="2200" dirty="0">
                <a:latin typeface="+mn-lt"/>
                <a:ea typeface="ＭＳ Ｐゴシック" charset="-128"/>
              </a:rPr>
              <a:t>t</a:t>
            </a:r>
            <a:r xmlns:a="http://schemas.openxmlformats.org/drawingml/2006/main">
              <a:rPr lang="vi" altLang="en-US" sz="2200" dirty="0" smtClean="0">
                <a:latin typeface="+mn-lt"/>
                <a:ea typeface="ＭＳ Ｐゴシック" charset="-128"/>
                <a:cs typeface="ＭＳ Ｐゴシック" charset="-128"/>
              </a:rPr>
              <a:t> </a:t>
            </a:r>
            <a:r xmlns:a="http://schemas.openxmlformats.org/drawingml/2006/main">
              <a:rPr lang="vi" altLang="en-US" sz="2200" dirty="0">
                <a:latin typeface="+mn-lt"/>
                <a:ea typeface="ＭＳ Ｐゴシック" charset="-128"/>
                <a:cs typeface="ＭＳ Ｐゴシック" charset="-128"/>
              </a:rPr>
              <a:t>bộ định tuyến phải </a:t>
            </a:r>
            <a:r xmlns:a="http://schemas.openxmlformats.org/drawingml/2006/main">
              <a:rPr lang="vi" altLang="en-US" sz="2200" dirty="0" smtClean="0">
                <a:latin typeface="+mn-lt"/>
                <a:ea typeface="ＭＳ Ｐゴシック" charset="-128"/>
                <a:cs typeface="ＭＳ Ｐゴシック" charset="-128"/>
              </a:rPr>
              <a:t>:</a:t>
            </a:r>
            <a:endParaRPr xmlns:a="http://schemas.openxmlformats.org/drawingml/2006/main" lang="en-US" altLang="en-US" sz="2200" dirty="0">
              <a:latin typeface="+mn-lt"/>
              <a:ea typeface="ＭＳ Ｐゴシック" charset="-128"/>
              <a:cs typeface="ＭＳ Ｐゴシック" charset="-128"/>
            </a:endParaRPr>
          </a:p>
          <a:p>
            <a:pPr xmlns:a="http://schemas.openxmlformats.org/drawingml/2006/main" marL="256032" lvl="1" indent="-256032">
              <a:spcBef>
                <a:spcPts val="1500"/>
              </a:spcBef>
              <a:buFont typeface="Arial" panose="020B0604020202020204" pitchFamily="34" charset="0"/>
              <a:buChar char="•"/>
            </a:pPr>
            <a:r xmlns:a="http://schemas.openxmlformats.org/drawingml/2006/main">
              <a:rPr lang="vi" altLang="en-US" sz="2200" b="1" dirty="0">
                <a:solidFill>
                  <a:schemeClr val="tx1"/>
                </a:solidFill>
                <a:latin typeface="+mn-lt"/>
                <a:ea typeface="ＭＳ Ｐゴシック" charset="-128"/>
              </a:rPr>
              <a:t>các datagram gửi đi: thay thế </a:t>
            </a:r>
            <a:r xmlns:a="http://schemas.openxmlformats.org/drawingml/2006/main">
              <a:rPr lang="vi" altLang="en-US" sz="2200" dirty="0">
                <a:latin typeface="+mn-lt"/>
                <a:ea typeface="ＭＳ Ｐゴシック" charset="-128"/>
              </a:rPr>
              <a:t>(nguồn I</a:t>
            </a:r>
            <a:r xmlns:a="http://schemas.openxmlformats.org/drawingml/2006/main">
              <a:rPr lang="vi" altLang="en-US" sz="100" dirty="0">
                <a:latin typeface="+mn-lt"/>
                <a:ea typeface="ＭＳ Ｐゴシック" charset="-128"/>
              </a:rPr>
              <a:t> </a:t>
            </a:r>
            <a:r xmlns:a="http://schemas.openxmlformats.org/drawingml/2006/main">
              <a:rPr lang="vi" altLang="en-US" sz="2200" dirty="0">
                <a:latin typeface="+mn-lt"/>
                <a:ea typeface="ＭＳ Ｐゴシック" charset="-128"/>
              </a:rPr>
              <a:t>P</a:t>
            </a:r>
            <a:r xmlns:a="http://schemas.openxmlformats.org/drawingml/2006/main">
              <a:rPr lang="vi" altLang="en-US" sz="2200" dirty="0" smtClean="0">
                <a:latin typeface="+mn-lt"/>
                <a:ea typeface="ＭＳ Ｐゴシック" charset="-128"/>
              </a:rPr>
              <a:t> </a:t>
            </a:r>
            <a:r xmlns:a="http://schemas.openxmlformats.org/drawingml/2006/main">
              <a:rPr lang="vi" altLang="en-US" sz="2200" dirty="0">
                <a:latin typeface="+mn-lt"/>
                <a:ea typeface="ＭＳ Ｐゴシック" charset="-128"/>
              </a:rPr>
              <a:t>địa chỉ, cổng #) của mọi datagram gửi đi tới </a:t>
            </a:r>
            <a:r xmlns:a="http://schemas.openxmlformats.org/drawingml/2006/main">
              <a:rPr lang="vi" altLang="en-US" sz="2200" dirty="0" smtClean="0">
                <a:latin typeface="+mn-lt"/>
                <a:ea typeface="ＭＳ Ｐゴシック" charset="-128"/>
              </a:rPr>
              <a:t>( </a:t>
            </a:r>
            <a:r xmlns:a="http://schemas.openxmlformats.org/drawingml/2006/main">
              <a:rPr lang="vi" altLang="en-US" sz="2200" dirty="0">
                <a:latin typeface="+mn-lt"/>
                <a:ea typeface="ＭＳ Ｐゴシック" charset="-128"/>
              </a:rPr>
              <a:t>N</a:t>
            </a:r>
            <a:r xmlns:a="http://schemas.openxmlformats.org/drawingml/2006/main">
              <a:rPr lang="vi" altLang="en-US" sz="100" dirty="0">
                <a:latin typeface="+mn-lt"/>
                <a:ea typeface="ＭＳ Ｐゴシック" charset="-128"/>
              </a:rPr>
              <a:t> </a:t>
            </a:r>
            <a:r xmlns:a="http://schemas.openxmlformats.org/drawingml/2006/main">
              <a:rPr lang="vi" altLang="en-US" sz="2200" dirty="0" smtClean="0">
                <a:latin typeface="+mn-lt"/>
                <a:ea typeface="ＭＳ Ｐゴシック" charset="-128"/>
              </a:rPr>
              <a:t>Một</a:t>
            </a:r>
            <a:r xmlns:a="http://schemas.openxmlformats.org/drawingml/2006/main">
              <a:rPr lang="vi" altLang="en-US" sz="100" dirty="0" smtClean="0">
                <a:latin typeface="+mn-lt"/>
                <a:ea typeface="ＭＳ Ｐゴシック" charset="-128"/>
              </a:rPr>
              <a:t> </a:t>
            </a:r>
            <a:r xmlns:a="http://schemas.openxmlformats.org/drawingml/2006/main">
              <a:rPr lang="vi" altLang="en-US" sz="2200" dirty="0">
                <a:latin typeface="+mn-lt"/>
                <a:ea typeface="ＭＳ Ｐゴシック" charset="-128"/>
              </a:rPr>
              <a:t>tôi </a:t>
            </a:r>
            <a:r xmlns:a="http://schemas.openxmlformats.org/drawingml/2006/main">
              <a:rPr lang="vi" altLang="en-US" sz="2200" dirty="0" smtClean="0">
                <a:latin typeface="+mn-lt"/>
                <a:ea typeface="ＭＳ Ｐゴシック" charset="-128"/>
              </a:rPr>
              <a:t>_</a:t>
            </a:r>
            <a:r xmlns:a="http://schemas.openxmlformats.org/drawingml/2006/main">
              <a:rPr lang="vi" altLang="en-US" sz="100" dirty="0" smtClean="0">
                <a:latin typeface="+mn-lt"/>
                <a:ea typeface="ＭＳ Ｐゴシック" charset="-128"/>
              </a:rPr>
              <a:t> </a:t>
            </a:r>
            <a:r xmlns:a="http://schemas.openxmlformats.org/drawingml/2006/main">
              <a:rPr lang="vi" altLang="en-US" sz="2200" dirty="0" smtClean="0">
                <a:latin typeface="+mn-lt"/>
                <a:ea typeface="ＭＳ Ｐゴシック" charset="-128"/>
              </a:rPr>
              <a:t>Địa chỉ P </a:t>
            </a:r>
            <a:r xmlns:a="http://schemas.openxmlformats.org/drawingml/2006/main">
              <a:rPr lang="vi" altLang="en-US" sz="2200" dirty="0">
                <a:latin typeface="+mn-lt"/>
                <a:ea typeface="ＭＳ Ｐゴシック" charset="-128"/>
              </a:rPr>
              <a:t>, cổng mới </a:t>
            </a:r>
            <a:r xmlns:a="http://schemas.openxmlformats.org/drawingml/2006/main">
              <a:rPr lang="vi" altLang="en-US" sz="2200" dirty="0" smtClean="0">
                <a:latin typeface="+mn-lt"/>
                <a:ea typeface="ＭＳ Ｐゴシック" charset="-128"/>
              </a:rPr>
              <a:t>#) </a:t>
            </a:r>
            <a:r xmlns:a="http://schemas.openxmlformats.org/drawingml/2006/main">
              <a:rPr lang="vi" altLang="en-US" sz="2200" dirty="0" smtClean="0">
                <a:latin typeface="+mn-lt"/>
                <a:cs typeface="Gill Sans MT" charset="0"/>
              </a:rPr>
              <a:t>. </a:t>
            </a:r>
            <a:r xmlns:a="http://schemas.openxmlformats.org/drawingml/2006/main">
              <a:rPr lang="vi" altLang="en-US" sz="2200" dirty="0">
                <a:latin typeface="+mn-lt"/>
                <a:cs typeface="Gill Sans MT" charset="0"/>
              </a:rPr>
              <a:t>. . máy khách/máy chủ từ xa sẽ phản hồi bằng cách sử dụng </a:t>
            </a:r>
            <a:r xmlns:a="http://schemas.openxmlformats.org/drawingml/2006/main">
              <a:rPr lang="vi" altLang="en-US" sz="2200" dirty="0" smtClean="0">
                <a:latin typeface="+mn-lt"/>
                <a:cs typeface="Gill Sans MT" charset="0"/>
              </a:rPr>
              <a:t>( </a:t>
            </a:r>
            <a:r xmlns:a="http://schemas.openxmlformats.org/drawingml/2006/main">
              <a:rPr lang="vi" altLang="en-US" sz="2200" dirty="0">
                <a:latin typeface="+mn-lt"/>
                <a:ea typeface="ＭＳ Ｐゴシック" charset="-128"/>
              </a:rPr>
              <a:t>N</a:t>
            </a:r>
            <a:r xmlns:a="http://schemas.openxmlformats.org/drawingml/2006/main">
              <a:rPr lang="vi" altLang="en-US" sz="100" dirty="0">
                <a:latin typeface="+mn-lt"/>
                <a:ea typeface="ＭＳ Ｐゴシック" charset="-128"/>
              </a:rPr>
              <a:t> </a:t>
            </a:r>
            <a:r xmlns:a="http://schemas.openxmlformats.org/drawingml/2006/main">
              <a:rPr lang="vi" altLang="en-US" sz="2200" dirty="0">
                <a:latin typeface="+mn-lt"/>
                <a:ea typeface="ＭＳ Ｐゴシック" charset="-128"/>
              </a:rPr>
              <a:t>Một</a:t>
            </a:r>
            <a:r xmlns:a="http://schemas.openxmlformats.org/drawingml/2006/main">
              <a:rPr lang="vi" altLang="en-US" sz="100" dirty="0">
                <a:latin typeface="+mn-lt"/>
                <a:ea typeface="ＭＳ Ｐゴシック" charset="-128"/>
              </a:rPr>
              <a:t> </a:t>
            </a:r>
            <a:r xmlns:a="http://schemas.openxmlformats.org/drawingml/2006/main">
              <a:rPr lang="vi" altLang="en-US" sz="2200" dirty="0">
                <a:latin typeface="+mn-lt"/>
                <a:ea typeface="ＭＳ Ｐゴシック" charset="-128"/>
              </a:rPr>
              <a:t>TI</a:t>
            </a:r>
            <a:r xmlns:a="http://schemas.openxmlformats.org/drawingml/2006/main">
              <a:rPr lang="vi" altLang="en-US" sz="100" dirty="0">
                <a:latin typeface="+mn-lt"/>
                <a:ea typeface="ＭＳ Ｐゴシック" charset="-128"/>
              </a:rPr>
              <a:t> </a:t>
            </a:r>
            <a:r xmlns:a="http://schemas.openxmlformats.org/drawingml/2006/main">
              <a:rPr lang="vi" altLang="en-US" sz="2200" dirty="0">
                <a:latin typeface="+mn-lt"/>
                <a:ea typeface="ＭＳ Ｐゴシック" charset="-128"/>
              </a:rPr>
              <a:t>P</a:t>
            </a:r>
            <a:r xmlns:a="http://schemas.openxmlformats.org/drawingml/2006/main">
              <a:rPr lang="vi" altLang="en-US" sz="2200" dirty="0" smtClean="0">
                <a:latin typeface="+mn-lt"/>
                <a:cs typeface="Gill Sans MT" charset="0"/>
              </a:rPr>
              <a:t> </a:t>
            </a:r>
            <a:r xmlns:a="http://schemas.openxmlformats.org/drawingml/2006/main">
              <a:rPr lang="vi" altLang="en-US" sz="2200" dirty="0">
                <a:latin typeface="+mn-lt"/>
                <a:cs typeface="Gill Sans MT" charset="0"/>
              </a:rPr>
              <a:t>địa chỉ, cổng mới #) làm địa chỉ </a:t>
            </a:r>
            <a:r xmlns:a="http://schemas.openxmlformats.org/drawingml/2006/main">
              <a:rPr lang="vi" altLang="en-US" sz="2200" dirty="0" smtClean="0">
                <a:latin typeface="+mn-lt"/>
                <a:cs typeface="Gill Sans MT" charset="0"/>
              </a:rPr>
              <a:t>đích</a:t>
            </a:r>
            <a:endParaRPr xmlns:a="http://schemas.openxmlformats.org/drawingml/2006/main" lang="en-US" altLang="en-US" sz="2200" dirty="0">
              <a:latin typeface="+mn-lt"/>
              <a:cs typeface="Gill Sans MT" charset="0"/>
            </a:endParaRPr>
          </a:p>
          <a:p>
            <a:pPr xmlns:a="http://schemas.openxmlformats.org/drawingml/2006/main" marL="256032" lvl="1" indent="-256032">
              <a:spcBef>
                <a:spcPts val="1500"/>
              </a:spcBef>
              <a:buFont typeface="Arial" panose="020B0604020202020204" pitchFamily="34" charset="0"/>
              <a:buChar char="•"/>
            </a:pPr>
            <a:r xmlns:a="http://schemas.openxmlformats.org/drawingml/2006/main">
              <a:rPr lang="vi" altLang="en-US" sz="2200" b="1" dirty="0" smtClean="0">
                <a:solidFill>
                  <a:schemeClr val="tx1"/>
                </a:solidFill>
                <a:latin typeface="+mn-lt"/>
                <a:ea typeface="ＭＳ Ｐゴシック" charset="-128"/>
              </a:rPr>
              <a:t>nhớ (trong N</a:t>
            </a:r>
            <a:r xmlns:a="http://schemas.openxmlformats.org/drawingml/2006/main">
              <a:rPr lang="vi" altLang="en-US" sz="100" b="1" dirty="0" smtClean="0">
                <a:solidFill>
                  <a:schemeClr val="tx1"/>
                </a:solidFill>
                <a:latin typeface="+mn-lt"/>
                <a:ea typeface="ＭＳ Ｐゴシック" charset="-128"/>
              </a:rPr>
              <a:t> </a:t>
            </a:r>
            <a:r xmlns:a="http://schemas.openxmlformats.org/drawingml/2006/main">
              <a:rPr lang="vi" altLang="en-US" sz="2200" b="1" dirty="0" smtClean="0">
                <a:solidFill>
                  <a:schemeClr val="tx1"/>
                </a:solidFill>
                <a:latin typeface="+mn-lt"/>
                <a:ea typeface="ＭＳ Ｐゴシック" charset="-128"/>
              </a:rPr>
              <a:t>Một</a:t>
            </a:r>
            <a:r xmlns:a="http://schemas.openxmlformats.org/drawingml/2006/main">
              <a:rPr lang="vi" altLang="en-US" sz="100" b="1" dirty="0" smtClean="0">
                <a:solidFill>
                  <a:schemeClr val="tx1"/>
                </a:solidFill>
                <a:latin typeface="+mn-lt"/>
                <a:ea typeface="ＭＳ Ｐゴシック" charset="-128"/>
              </a:rPr>
              <a:t> </a:t>
            </a:r>
            <a:r xmlns:a="http://schemas.openxmlformats.org/drawingml/2006/main">
              <a:rPr lang="vi" altLang="en-US" sz="2200" b="1" dirty="0" smtClean="0">
                <a:solidFill>
                  <a:schemeClr val="tx1"/>
                </a:solidFill>
                <a:latin typeface="+mn-lt"/>
                <a:ea typeface="ＭＳ Ｐゴシック" charset="-128"/>
              </a:rPr>
              <a:t>bảng dịch T) </a:t>
            </a:r>
            <a:r xmlns:a="http://schemas.openxmlformats.org/drawingml/2006/main">
              <a:rPr lang="vi" altLang="en-US" sz="2200" dirty="0" smtClean="0">
                <a:latin typeface="+mn-lt"/>
                <a:ea typeface="ＭＳ Ｐゴシック" charset="-128"/>
              </a:rPr>
              <a:t>mọi (nguồn I</a:t>
            </a:r>
            <a:r xmlns:a="http://schemas.openxmlformats.org/drawingml/2006/main">
              <a:rPr lang="vi" altLang="en-US" sz="100" dirty="0" smtClean="0">
                <a:latin typeface="+mn-lt"/>
                <a:ea typeface="ＭＳ Ｐゴシック" charset="-128"/>
              </a:rPr>
              <a:t> </a:t>
            </a:r>
            <a:r xmlns:a="http://schemas.openxmlformats.org/drawingml/2006/main">
              <a:rPr lang="vi" altLang="en-US" sz="2200" dirty="0" smtClean="0">
                <a:latin typeface="+mn-lt"/>
                <a:ea typeface="ＭＳ Ｐゴシック" charset="-128"/>
              </a:rPr>
              <a:t>địa chỉ P, cổng #) đến ( </a:t>
            </a:r>
            <a:r xmlns:a="http://schemas.openxmlformats.org/drawingml/2006/main">
              <a:rPr lang="vi" altLang="en-US" sz="2200" dirty="0">
                <a:latin typeface="+mn-lt"/>
                <a:ea typeface="ＭＳ Ｐゴシック" charset="-128"/>
              </a:rPr>
              <a:t>N</a:t>
            </a:r>
            <a:r xmlns:a="http://schemas.openxmlformats.org/drawingml/2006/main">
              <a:rPr lang="vi" altLang="en-US" sz="100" dirty="0">
                <a:latin typeface="+mn-lt"/>
                <a:ea typeface="ＭＳ Ｐゴシック" charset="-128"/>
              </a:rPr>
              <a:t> </a:t>
            </a:r>
            <a:r xmlns:a="http://schemas.openxmlformats.org/drawingml/2006/main">
              <a:rPr lang="vi" altLang="en-US" sz="2200" dirty="0">
                <a:latin typeface="+mn-lt"/>
                <a:ea typeface="ＭＳ Ｐゴシック" charset="-128"/>
              </a:rPr>
              <a:t>Một</a:t>
            </a:r>
            <a:r xmlns:a="http://schemas.openxmlformats.org/drawingml/2006/main">
              <a:rPr lang="vi" altLang="en-US" sz="100" dirty="0">
                <a:latin typeface="+mn-lt"/>
                <a:ea typeface="ＭＳ Ｐゴシック" charset="-128"/>
              </a:rPr>
              <a:t> </a:t>
            </a:r>
            <a:r xmlns:a="http://schemas.openxmlformats.org/drawingml/2006/main">
              <a:rPr lang="vi" altLang="en-US" sz="2200" dirty="0">
                <a:latin typeface="+mn-lt"/>
                <a:ea typeface="ＭＳ Ｐゴシック" charset="-128"/>
              </a:rPr>
              <a:t>tôi </a:t>
            </a:r>
            <a:r xmlns:a="http://schemas.openxmlformats.org/drawingml/2006/main">
              <a:rPr lang="vi" altLang="en-US" sz="2200" dirty="0" smtClean="0">
                <a:latin typeface="+mn-lt"/>
                <a:ea typeface="ＭＳ Ｐゴシック" charset="-128"/>
              </a:rPr>
              <a:t>_</a:t>
            </a:r>
            <a:r xmlns:a="http://schemas.openxmlformats.org/drawingml/2006/main">
              <a:rPr lang="vi" altLang="en-US" sz="100" dirty="0" smtClean="0">
                <a:latin typeface="+mn-lt"/>
                <a:ea typeface="ＭＳ Ｐゴシック" charset="-128"/>
              </a:rPr>
              <a:t> </a:t>
            </a:r>
            <a:r xmlns:a="http://schemas.openxmlformats.org/drawingml/2006/main">
              <a:rPr lang="vi" altLang="en-US" sz="2200" dirty="0" smtClean="0">
                <a:latin typeface="+mn-lt"/>
                <a:ea typeface="ＭＳ Ｐゴシック" charset="-128"/>
              </a:rPr>
              <a:t>địa chỉ P, cổng mới #) cặp dịch</a:t>
            </a:r>
          </a:p>
          <a:p>
            <a:pPr xmlns:a="http://schemas.openxmlformats.org/drawingml/2006/main" marL="256032" lvl="1" indent="-256032">
              <a:spcBef>
                <a:spcPts val="1500"/>
              </a:spcBef>
              <a:buFont typeface="Arial" panose="020B0604020202020204" pitchFamily="34" charset="0"/>
              <a:buChar char="•"/>
            </a:pPr>
            <a:r xmlns:a="http://schemas.openxmlformats.org/drawingml/2006/main">
              <a:rPr lang="vi" altLang="en-US" sz="2200" b="1" dirty="0">
                <a:solidFill>
                  <a:schemeClr val="tx1"/>
                </a:solidFill>
                <a:latin typeface="+mn-lt"/>
                <a:ea typeface="ＭＳ Ｐゴシック" charset="-128"/>
              </a:rPr>
              <a:t>datagram </a:t>
            </a:r>
            <a:r xmlns:a="http://schemas.openxmlformats.org/drawingml/2006/main">
              <a:rPr lang="vi" altLang="en-US" sz="2200" b="1" dirty="0" smtClean="0">
                <a:solidFill>
                  <a:schemeClr val="tx1"/>
                </a:solidFill>
                <a:latin typeface="+mn-lt"/>
                <a:ea typeface="ＭＳ Ｐゴシック" charset="-128"/>
              </a:rPr>
              <a:t>đến : thay thế </a:t>
            </a:r>
            <a:r xmlns:a="http://schemas.openxmlformats.org/drawingml/2006/main">
              <a:rPr lang="vi" altLang="en-US" sz="2200" dirty="0">
                <a:latin typeface="+mn-lt"/>
                <a:ea typeface="ＭＳ Ｐゴシック" charset="-128"/>
              </a:rPr>
              <a:t>( </a:t>
            </a:r>
            <a:r xmlns:a="http://schemas.openxmlformats.org/drawingml/2006/main">
              <a:rPr lang="vi" altLang="en-US" sz="2200" dirty="0" smtClean="0">
                <a:latin typeface="+mn-lt"/>
                <a:ea typeface="ＭＳ Ｐゴシック" charset="-128"/>
              </a:rPr>
              <a:t>N</a:t>
            </a:r>
            <a:r xmlns:a="http://schemas.openxmlformats.org/drawingml/2006/main">
              <a:rPr lang="vi" altLang="en-US" sz="100" dirty="0" smtClean="0">
                <a:latin typeface="+mn-lt"/>
                <a:ea typeface="ＭＳ Ｐゴシック" charset="-128"/>
              </a:rPr>
              <a:t> </a:t>
            </a:r>
            <a:r xmlns:a="http://schemas.openxmlformats.org/drawingml/2006/main">
              <a:rPr lang="vi" altLang="en-US" sz="2200" dirty="0" smtClean="0">
                <a:latin typeface="+mn-lt"/>
                <a:ea typeface="ＭＳ Ｐゴシック" charset="-128"/>
              </a:rPr>
              <a:t>Một</a:t>
            </a:r>
            <a:r xmlns:a="http://schemas.openxmlformats.org/drawingml/2006/main">
              <a:rPr lang="vi" altLang="en-US" sz="100" dirty="0" smtClean="0">
                <a:latin typeface="+mn-lt"/>
                <a:ea typeface="ＭＳ Ｐゴシック" charset="-128"/>
              </a:rPr>
              <a:t> </a:t>
            </a:r>
            <a:r xmlns:a="http://schemas.openxmlformats.org/drawingml/2006/main">
              <a:rPr lang="vi" altLang="en-US" sz="2200" dirty="0" smtClean="0">
                <a:latin typeface="+mn-lt"/>
                <a:ea typeface="ＭＳ Ｐゴシック" charset="-128"/>
              </a:rPr>
              <a:t>tôi </a:t>
            </a:r>
            <a:r xmlns:a="http://schemas.openxmlformats.org/drawingml/2006/main">
              <a:rPr lang="vi" altLang="en-US" sz="2200" dirty="0">
                <a:latin typeface="+mn-lt"/>
                <a:ea typeface="ＭＳ Ｐゴシック" charset="-128"/>
              </a:rPr>
              <a:t>_</a:t>
            </a:r>
            <a:r xmlns:a="http://schemas.openxmlformats.org/drawingml/2006/main">
              <a:rPr lang="vi" altLang="en-US" sz="100" dirty="0">
                <a:latin typeface="+mn-lt"/>
                <a:ea typeface="ＭＳ Ｐゴシック" charset="-128"/>
              </a:rPr>
              <a:t> </a:t>
            </a:r>
            <a:r xmlns:a="http://schemas.openxmlformats.org/drawingml/2006/main">
              <a:rPr lang="vi" altLang="en-US" sz="2200" dirty="0">
                <a:latin typeface="+mn-lt"/>
                <a:ea typeface="ＭＳ Ｐゴシック" charset="-128"/>
              </a:rPr>
              <a:t>P</a:t>
            </a:r>
            <a:r xmlns:a="http://schemas.openxmlformats.org/drawingml/2006/main">
              <a:rPr lang="vi" altLang="en-US" sz="2200" dirty="0" smtClean="0">
                <a:latin typeface="+mn-lt"/>
                <a:ea typeface="ＭＳ Ｐゴシック" charset="-128"/>
              </a:rPr>
              <a:t> </a:t>
            </a:r>
            <a:r xmlns:a="http://schemas.openxmlformats.org/drawingml/2006/main">
              <a:rPr lang="vi" altLang="en-US" sz="2200" dirty="0">
                <a:latin typeface="+mn-lt"/>
                <a:ea typeface="ＭＳ Ｐゴシック" charset="-128"/>
              </a:rPr>
              <a:t>địa chỉ, cổng mới #) trong các trường đích của mỗi gói dữ liệu đến với (nguồn I</a:t>
            </a:r>
            <a:r xmlns:a="http://schemas.openxmlformats.org/drawingml/2006/main">
              <a:rPr lang="vi" altLang="en-US" sz="100" dirty="0">
                <a:latin typeface="+mn-lt"/>
                <a:ea typeface="ＭＳ Ｐゴシック" charset="-128"/>
              </a:rPr>
              <a:t> </a:t>
            </a:r>
            <a:r xmlns:a="http://schemas.openxmlformats.org/drawingml/2006/main">
              <a:rPr lang="vi" altLang="en-US" sz="2200" dirty="0">
                <a:latin typeface="+mn-lt"/>
                <a:ea typeface="ＭＳ Ｐゴシック" charset="-128"/>
              </a:rPr>
              <a:t>P</a:t>
            </a:r>
            <a:r xmlns:a="http://schemas.openxmlformats.org/drawingml/2006/main">
              <a:rPr lang="vi" altLang="en-US" sz="2200" dirty="0" smtClean="0">
                <a:latin typeface="+mn-lt"/>
                <a:ea typeface="ＭＳ Ｐゴシック" charset="-128"/>
              </a:rPr>
              <a:t> </a:t>
            </a:r>
            <a:r xmlns:a="http://schemas.openxmlformats.org/drawingml/2006/main">
              <a:rPr lang="vi" altLang="en-US" sz="2200" dirty="0">
                <a:latin typeface="+mn-lt"/>
                <a:ea typeface="ＭＳ Ｐゴシック" charset="-128"/>
              </a:rPr>
              <a:t>địa chỉ, cổng #) được lưu trữ trong N</a:t>
            </a:r>
            <a:r xmlns:a="http://schemas.openxmlformats.org/drawingml/2006/main">
              <a:rPr lang="vi" altLang="en-US" sz="100" dirty="0">
                <a:latin typeface="+mn-lt"/>
                <a:ea typeface="ＭＳ Ｐゴシック" charset="-128"/>
              </a:rPr>
              <a:t> </a:t>
            </a:r>
            <a:r xmlns:a="http://schemas.openxmlformats.org/drawingml/2006/main">
              <a:rPr lang="vi" altLang="en-US" sz="2200" dirty="0">
                <a:latin typeface="+mn-lt"/>
                <a:ea typeface="ＭＳ Ｐゴシック" charset="-128"/>
              </a:rPr>
              <a:t>Một</a:t>
            </a:r>
            <a:r xmlns:a="http://schemas.openxmlformats.org/drawingml/2006/main">
              <a:rPr lang="vi" altLang="en-US" sz="100" dirty="0">
                <a:latin typeface="+mn-lt"/>
                <a:ea typeface="ＭＳ Ｐゴシック" charset="-128"/>
              </a:rPr>
              <a:t> </a:t>
            </a:r>
            <a:r xmlns:a="http://schemas.openxmlformats.org/drawingml/2006/main">
              <a:rPr lang="vi" altLang="en-US" sz="2200" dirty="0" smtClean="0">
                <a:latin typeface="+mn-lt"/>
                <a:ea typeface="ＭＳ Ｐゴシック" charset="-128"/>
              </a:rPr>
              <a:t>bảng </a:t>
            </a:r>
            <a:endParaRPr xmlns:a="http://schemas.openxmlformats.org/drawingml/2006/main" lang="en-US" altLang="en-US" sz="2200" dirty="0">
              <a:latin typeface="+mn-lt"/>
              <a:ea typeface="ＭＳ Ｐゴシック" charset="-128"/>
            </a:endParaRPr>
            <a:r xmlns:a="http://schemas.openxmlformats.org/drawingml/2006/main">
              <a:rPr lang="vi" altLang="en-US" sz="2200" dirty="0">
                <a:latin typeface="+mn-lt"/>
                <a:ea typeface="ＭＳ Ｐゴシック" charset="-128"/>
              </a:rPr>
              <a:t>T</a:t>
            </a:r>
          </a:p>
        </p:txBody>
      </p:sp>
    </p:spTree>
    <p:extLst>
      <p:ext uri="{BB962C8B-B14F-4D97-AF65-F5344CB8AC3E}">
        <p14:creationId xmlns:p14="http://schemas.microsoft.com/office/powerpoint/2010/main" val="266889080"/>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xmlns:a="http://schemas.openxmlformats.org/drawingml/2006/main">
              <a:rPr lang="vi" dirty="0"/>
              <a:t>N</a:t>
            </a:r>
            <a:r xmlns:a="http://schemas.openxmlformats.org/drawingml/2006/main">
              <a:rPr lang="vi" sz="100" dirty="0"/>
              <a:t> </a:t>
            </a:r>
            <a:r xmlns:a="http://schemas.openxmlformats.org/drawingml/2006/main">
              <a:rPr lang="vi" dirty="0"/>
              <a:t>Một</a:t>
            </a:r>
            <a:r xmlns:a="http://schemas.openxmlformats.org/drawingml/2006/main">
              <a:rPr lang="vi" sz="100" dirty="0"/>
              <a:t> </a:t>
            </a:r>
            <a:r xmlns:a="http://schemas.openxmlformats.org/drawingml/2006/main">
              <a:rPr lang="vi" dirty="0"/>
              <a:t>T: Dịch địa chỉ mạng </a:t>
            </a:r>
            <a:r xmlns:a="http://schemas.openxmlformats.org/drawingml/2006/main">
              <a:rPr lang="vi" sz="2000" b="0" dirty="0" smtClean="0"/>
              <a:t>(4 </a:t>
            </a:r>
            <a:r xmlns:a="http://schemas.openxmlformats.org/drawingml/2006/main">
              <a:rPr lang="vi" sz="2000" b="0" dirty="0"/>
              <a:t>trên 5)</a:t>
            </a:r>
            <a:endParaRPr xmlns:a="http://schemas.openxmlformats.org/drawingml/2006/main" lang="en-US" dirty="0"/>
          </a:p>
        </p:txBody>
      </p:sp>
      <p:pic>
        <p:nvPicPr>
          <p:cNvPr id="3" name="Picture 2" descr="A diagram has 4 labeled parts with notes and a box with 2 series of numbers. A has central router with 2 parts attached on the right and left. Each part has notes. Part 1, right of router. Numbers. S, From the central router, a line extends left. Number box. 10 period 0 period 0 period 1 comma 3 3 4 5. D, 128 period 119 period 40 period 186 comma 80. The box has 2 hash marks on the top and bottom of the box on the right end. Notes. Host 10 period 0 period 0 period 1 sends datagram to 128 period 119 period 40 period 186 comma 80. From part 1, an arrow points toward the central router. From the central router, a line extends left and right, along with internet groups. Right line. 10 period 0 period 0 period 4. Left line. 138 period 76 period 29 period 7. Part 2. Number box. S, 138 period 76 period 29 period 7 comma 5 0 0 1. D, 128 period 119 period 40 period 186 comma 80. The box has 2 hash marks on the top and bottom of the box on the right end. From the number box, an arrow points left. The number box points to a table. N A T translation table. A portion of the table has 1 row and 2 columns. Row 1. W A N side address, 138 period 76 period 29 period 7 comma 5 0 0 1. L A N side address, 10 period 0 period 0 period 1 comma 3 3 4 5. Notes. N A T router changes datagram source address from 10 period 0 period 0 period 1 comma 3 3 4 5 to 138 period 76 period 29 period 7 comma 5 0 0 1, updates table. Part 3, left below part 2. Number box. S, 128 period 119 period 40 period 186 comma 80. D, 138 period 76 period 29 period 7 comma 5 0 0 1. The number box has 2 hash marks on the top and bottom of the box on the left end. Notes. Reply arrives destination address, 138 period 76 period 29 period 7 comma 5 0 0 1. From the number box, an arrow points right toward the central router. Part 4, right side below part 1. Number box. S, 128 period 119 period 40 period 186 comma 80. D, 10 period 0 period 0 period 1 comma 3 3 4 5. The number box has 2 hash marks on the top and bottom side of the box at the left end. Notes, N A T router changes datagram destination address from 138 period 76 period 29 period 7 comma 5 0 0 1 to 10 period 0 period 0 period 1 comma 3 3 4 5. From the right side of the number box, an arrow points right and up to the first P C in a column of 3. Each P C has an I P address. P C 1, 10 period 0 period 0 period 1. P C 2, 10 period 0 period 0 period 2. P C 3, 10 period 0 period 0 period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2862" y="1823627"/>
            <a:ext cx="7018276" cy="3771183"/>
          </a:xfrm>
          <a:prstGeom prst="rect">
            <a:avLst/>
          </a:prstGeom>
        </p:spPr>
      </p:pic>
    </p:spTree>
    <p:extLst>
      <p:ext uri="{BB962C8B-B14F-4D97-AF65-F5344CB8AC3E}">
        <p14:creationId xmlns:p14="http://schemas.microsoft.com/office/powerpoint/2010/main" val="3590548498"/>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dirty="0"/>
              <a:t>N</a:t>
            </a:r>
            <a:r xmlns:a="http://schemas.openxmlformats.org/drawingml/2006/main">
              <a:rPr lang="vi" sz="100" dirty="0"/>
              <a:t> </a:t>
            </a:r>
            <a:r xmlns:a="http://schemas.openxmlformats.org/drawingml/2006/main">
              <a:rPr lang="vi" dirty="0"/>
              <a:t>Một</a:t>
            </a:r>
            <a:r xmlns:a="http://schemas.openxmlformats.org/drawingml/2006/main">
              <a:rPr lang="vi" sz="100" dirty="0"/>
              <a:t> </a:t>
            </a:r>
            <a:r xmlns:a="http://schemas.openxmlformats.org/drawingml/2006/main">
              <a:rPr lang="vi" dirty="0"/>
              <a:t>T: Dịch địa chỉ mạng </a:t>
            </a:r>
            <a:r xmlns:a="http://schemas.openxmlformats.org/drawingml/2006/main">
              <a:rPr lang="vi" sz="2000" b="0" dirty="0" smtClean="0"/>
              <a:t>(5 </a:t>
            </a:r>
            <a:r xmlns:a="http://schemas.openxmlformats.org/drawingml/2006/main">
              <a:rPr lang="vi" sz="2000" b="0" dirty="0"/>
              <a:t>trên 5)</a:t>
            </a:r>
            <a:endParaRPr xmlns:a="http://schemas.openxmlformats.org/drawingml/2006/main" lang="en-US" dirty="0"/>
          </a:p>
        </p:txBody>
      </p:sp>
      <p:sp>
        <p:nvSpPr>
          <p:cNvPr id="3" name="Text Placeholder 2"/>
          <p:cNvSpPr>
            <a:spLocks noGrp="1"/>
          </p:cNvSpPr>
          <p:nvPr>
            <p:ph type="body" idx="1"/>
          </p:nvPr>
        </p:nvSpPr>
        <p:spPr/>
        <p:txBody>
          <a:bodyPr/>
          <a:lstStyle/>
          <a:p>
            <a:r xmlns:a="http://schemas.openxmlformats.org/drawingml/2006/main">
              <a:rPr lang="vi" altLang="en-US" sz="2200" dirty="0">
                <a:latin typeface="+mn-lt"/>
                <a:ea typeface="ＭＳ Ｐゴシック" charset="-128"/>
                <a:cs typeface="ＭＳ Ｐゴシック" charset="-128"/>
              </a:rPr>
              <a:t>Trường số cổng 16 bit </a:t>
            </a:r>
            <a:r xmlns:a="http://schemas.openxmlformats.org/drawingml/2006/main">
              <a:rPr lang="vi" altLang="en-US" sz="2200" dirty="0" smtClean="0">
                <a:latin typeface="+mn-lt"/>
                <a:ea typeface="ＭＳ Ｐゴシック" charset="-128"/>
                <a:cs typeface="ＭＳ Ｐゴシック" charset="-128"/>
              </a:rPr>
              <a:t>:</a:t>
            </a:r>
            <a:endParaRPr xmlns:a="http://schemas.openxmlformats.org/drawingml/2006/main" lang="en-US" altLang="en-US" sz="2200" dirty="0">
              <a:latin typeface="+mn-lt"/>
              <a:ea typeface="ＭＳ Ｐゴシック" charset="-128"/>
              <a:cs typeface="ＭＳ Ｐゴシック" charset="-128"/>
            </a:endParaRPr>
          </a:p>
          <a:p>
            <a:pPr xmlns:a="http://schemas.openxmlformats.org/drawingml/2006/main" lvl="1"/>
            <a:r xmlns:a="http://schemas.openxmlformats.org/drawingml/2006/main">
              <a:rPr lang="vi" altLang="en-US" sz="2200" dirty="0">
                <a:latin typeface="+mn-lt"/>
                <a:ea typeface="ＭＳ Ｐゴシック" charset="-128"/>
              </a:rPr>
              <a:t>60.000 kết nối đồng thời với một </a:t>
            </a:r>
            <a:r xmlns:a="http://schemas.openxmlformats.org/drawingml/2006/main">
              <a:rPr lang="vi" altLang="en-US" sz="2200" dirty="0" smtClean="0">
                <a:latin typeface="+mn-lt"/>
                <a:ea typeface="ＭＳ Ｐゴシック" charset="-128"/>
              </a:rPr>
              <a:t>L</a:t>
            </a:r>
            <a:r xmlns:a="http://schemas.openxmlformats.org/drawingml/2006/main">
              <a:rPr lang="vi" altLang="en-US" sz="100" dirty="0" smtClean="0">
                <a:latin typeface="+mn-lt"/>
                <a:ea typeface="ＭＳ Ｐゴシック" charset="-128"/>
              </a:rPr>
              <a:t> </a:t>
            </a:r>
            <a:r xmlns:a="http://schemas.openxmlformats.org/drawingml/2006/main">
              <a:rPr lang="vi" altLang="en-US" sz="2200" dirty="0" smtClean="0">
                <a:latin typeface="+mn-lt"/>
                <a:ea typeface="ＭＳ Ｐゴシック" charset="-128"/>
              </a:rPr>
              <a:t>Một</a:t>
            </a:r>
            <a:r xmlns:a="http://schemas.openxmlformats.org/drawingml/2006/main">
              <a:rPr lang="vi" altLang="en-US" sz="100" dirty="0" smtClean="0">
                <a:latin typeface="+mn-lt"/>
                <a:ea typeface="ＭＳ Ｐゴシック" charset="-128"/>
              </a:rPr>
              <a:t> Địa chỉ </a:t>
            </a:r>
            <a:r xmlns:a="http://schemas.openxmlformats.org/drawingml/2006/main">
              <a:rPr lang="vi" altLang="en-US" sz="2200" dirty="0" smtClean="0">
                <a:latin typeface="+mn-lt"/>
                <a:ea typeface="ＭＳ Ｐゴシック" charset="-128"/>
              </a:rPr>
              <a:t>bên N </a:t>
            </a:r>
            <a:r xmlns:a="http://schemas.openxmlformats.org/drawingml/2006/main">
              <a:rPr lang="vi" altLang="en-US" sz="2200" dirty="0">
                <a:latin typeface="+mn-lt"/>
                <a:ea typeface="ＭＳ Ｐゴシック" charset="-128"/>
              </a:rPr>
              <a:t>!</a:t>
            </a:r>
          </a:p>
          <a:p>
            <a:r xmlns:a="http://schemas.openxmlformats.org/drawingml/2006/main">
              <a:rPr lang="vi" altLang="en-US" sz="2200" dirty="0">
                <a:latin typeface="+mn-lt"/>
                <a:ea typeface="ＭＳ Ｐゴシック" charset="-128"/>
              </a:rPr>
              <a:t>N</a:t>
            </a:r>
            <a:r xmlns:a="http://schemas.openxmlformats.org/drawingml/2006/main">
              <a:rPr lang="vi" altLang="en-US" sz="100" dirty="0">
                <a:latin typeface="+mn-lt"/>
                <a:ea typeface="ＭＳ Ｐゴシック" charset="-128"/>
              </a:rPr>
              <a:t> </a:t>
            </a:r>
            <a:r xmlns:a="http://schemas.openxmlformats.org/drawingml/2006/main">
              <a:rPr lang="vi" altLang="en-US" sz="2200" dirty="0">
                <a:latin typeface="+mn-lt"/>
                <a:ea typeface="ＭＳ Ｐゴシック" charset="-128"/>
              </a:rPr>
              <a:t>Một</a:t>
            </a:r>
            <a:r xmlns:a="http://schemas.openxmlformats.org/drawingml/2006/main">
              <a:rPr lang="vi" altLang="en-US" sz="100" dirty="0">
                <a:latin typeface="+mn-lt"/>
                <a:ea typeface="ＭＳ Ｐゴシック" charset="-128"/>
              </a:rPr>
              <a:t> </a:t>
            </a:r>
            <a:r xmlns:a="http://schemas.openxmlformats.org/drawingml/2006/main">
              <a:rPr lang="vi" altLang="en-US" sz="2200" dirty="0">
                <a:latin typeface="+mn-lt"/>
                <a:ea typeface="ＭＳ Ｐゴシック" charset="-128"/>
              </a:rPr>
              <a:t>t</a:t>
            </a:r>
            <a:r xmlns:a="http://schemas.openxmlformats.org/drawingml/2006/main">
              <a:rPr lang="vi" altLang="en-US" sz="2200" dirty="0" smtClean="0">
                <a:latin typeface="+mn-lt"/>
                <a:ea typeface="ＭＳ Ｐゴシック" charset="-128"/>
                <a:cs typeface="ＭＳ Ｐゴシック" charset="-128"/>
              </a:rPr>
              <a:t> </a:t>
            </a:r>
            <a:r xmlns:a="http://schemas.openxmlformats.org/drawingml/2006/main">
              <a:rPr lang="vi" altLang="en-US" sz="2200" dirty="0">
                <a:latin typeface="+mn-lt"/>
                <a:ea typeface="ＭＳ Ｐゴシック" charset="-128"/>
                <a:cs typeface="ＭＳ Ｐゴシック" charset="-128"/>
              </a:rPr>
              <a:t>đang gây tranh cãi:</a:t>
            </a:r>
          </a:p>
          <a:p>
            <a:pPr xmlns:a="http://schemas.openxmlformats.org/drawingml/2006/main" lvl="1"/>
            <a:r xmlns:a="http://schemas.openxmlformats.org/drawingml/2006/main">
              <a:rPr lang="vi" altLang="en-US" sz="2200" dirty="0">
                <a:latin typeface="+mn-lt"/>
                <a:ea typeface="ＭＳ Ｐゴシック" charset="-128"/>
              </a:rPr>
              <a:t>bộ định tuyến chỉ nên xử lý tối đa lớp 3</a:t>
            </a:r>
          </a:p>
          <a:p>
            <a:pPr xmlns:a="http://schemas.openxmlformats.org/drawingml/2006/main" lvl="1"/>
            <a:r xmlns:a="http://schemas.openxmlformats.org/drawingml/2006/main">
              <a:rPr lang="vi" altLang="en-US" sz="2200" dirty="0">
                <a:latin typeface="+mn-lt"/>
                <a:ea typeface="ＭＳ Ｐゴシック" charset="-128"/>
              </a:rPr>
              <a:t>tình trạng thiếu địa chỉ nên được giải quyết bằng cách </a:t>
            </a:r>
            <a:r xmlns:a="http://schemas.openxmlformats.org/drawingml/2006/main">
              <a:rPr lang="vi" altLang="en-US" sz="2200" dirty="0" smtClean="0">
                <a:latin typeface="+mn-lt"/>
                <a:ea typeface="ＭＳ Ｐゴシック" charset="-128"/>
              </a:rPr>
              <a:t>tôi</a:t>
            </a:r>
            <a:r xmlns:a="http://schemas.openxmlformats.org/drawingml/2006/main">
              <a:rPr lang="vi" altLang="en-US" sz="100" dirty="0" smtClean="0">
                <a:latin typeface="+mn-lt"/>
                <a:ea typeface="ＭＳ Ｐゴシック" charset="-128"/>
              </a:rPr>
              <a:t> </a:t>
            </a:r>
            <a:r xmlns:a="http://schemas.openxmlformats.org/drawingml/2006/main">
              <a:rPr lang="vi" altLang="en-US" sz="2200" dirty="0" smtClean="0">
                <a:latin typeface="+mn-lt"/>
                <a:ea typeface="ＭＳ Ｐゴシック" charset="-128"/>
              </a:rPr>
              <a:t>P</a:t>
            </a:r>
            <a:r xmlns:a="http://schemas.openxmlformats.org/drawingml/2006/main">
              <a:rPr lang="vi" altLang="en-US" sz="100" dirty="0" smtClean="0">
                <a:latin typeface="+mn-lt"/>
                <a:ea typeface="ＭＳ Ｐゴシック" charset="-128"/>
              </a:rPr>
              <a:t> </a:t>
            </a:r>
            <a:r xmlns:a="http://schemas.openxmlformats.org/drawingml/2006/main">
              <a:rPr lang="vi" altLang="en-US" sz="2200" dirty="0" smtClean="0">
                <a:latin typeface="+mn-lt"/>
                <a:ea typeface="ＭＳ Ｐゴシック" charset="-128"/>
              </a:rPr>
              <a:t>v</a:t>
            </a:r>
            <a:r xmlns:a="http://schemas.openxmlformats.org/drawingml/2006/main">
              <a:rPr lang="vi" altLang="en-US" sz="100" dirty="0" smtClean="0">
                <a:latin typeface="+mn-lt"/>
                <a:ea typeface="ＭＳ Ｐゴシック" charset="-128"/>
              </a:rPr>
              <a:t> </a:t>
            </a:r>
            <a:r xmlns:a="http://schemas.openxmlformats.org/drawingml/2006/main">
              <a:rPr lang="vi" altLang="en-US" sz="2200" dirty="0" smtClean="0">
                <a:latin typeface="+mn-lt"/>
                <a:ea typeface="ＭＳ Ｐゴシック" charset="-128"/>
              </a:rPr>
              <a:t>6</a:t>
            </a:r>
            <a:endParaRPr xmlns:a="http://schemas.openxmlformats.org/drawingml/2006/main" lang="en-US" altLang="en-US" sz="2200" dirty="0">
              <a:latin typeface="+mn-lt"/>
              <a:ea typeface="ＭＳ Ｐゴシック" charset="-128"/>
            </a:endParaRPr>
          </a:p>
          <a:p>
            <a:pPr xmlns:a="http://schemas.openxmlformats.org/drawingml/2006/main" lvl="1"/>
            <a:r xmlns:a="http://schemas.openxmlformats.org/drawingml/2006/main">
              <a:rPr lang="vi" altLang="en-US" sz="2200" dirty="0">
                <a:latin typeface="+mn-lt"/>
                <a:ea typeface="ＭＳ Ｐゴシック" charset="-128"/>
              </a:rPr>
              <a:t>vi phạm đối số end-to-end</a:t>
            </a:r>
          </a:p>
          <a:p>
            <a:pPr xmlns:a="http://schemas.openxmlformats.org/drawingml/2006/main" lvl="2"/>
            <a:r xmlns:a="http://schemas.openxmlformats.org/drawingml/2006/main">
              <a:rPr lang="vi" altLang="en-US" sz="2200" dirty="0">
                <a:latin typeface="+mn-lt"/>
                <a:ea typeface="ＭＳ Ｐゴシック" charset="-128"/>
              </a:rPr>
              <a:t>N</a:t>
            </a:r>
            <a:r xmlns:a="http://schemas.openxmlformats.org/drawingml/2006/main">
              <a:rPr lang="vi" altLang="en-US" sz="100" dirty="0">
                <a:latin typeface="+mn-lt"/>
                <a:ea typeface="ＭＳ Ｐゴシック" charset="-128"/>
              </a:rPr>
              <a:t> </a:t>
            </a:r>
            <a:r xmlns:a="http://schemas.openxmlformats.org/drawingml/2006/main">
              <a:rPr lang="vi" altLang="en-US" sz="2200" dirty="0">
                <a:latin typeface="+mn-lt"/>
                <a:ea typeface="ＭＳ Ｐゴシック" charset="-128"/>
              </a:rPr>
              <a:t>Một</a:t>
            </a:r>
            <a:r xmlns:a="http://schemas.openxmlformats.org/drawingml/2006/main">
              <a:rPr lang="vi" altLang="en-US" sz="100" dirty="0">
                <a:latin typeface="+mn-lt"/>
                <a:ea typeface="ＭＳ Ｐゴシック" charset="-128"/>
              </a:rPr>
              <a:t> </a:t>
            </a:r>
            <a:r xmlns:a="http://schemas.openxmlformats.org/drawingml/2006/main">
              <a:rPr lang="vi" altLang="en-US" sz="2200" dirty="0">
                <a:latin typeface="+mn-lt"/>
                <a:ea typeface="ＭＳ Ｐゴシック" charset="-128"/>
              </a:rPr>
              <a:t>t</a:t>
            </a:r>
            <a:r xmlns:a="http://schemas.openxmlformats.org/drawingml/2006/main">
              <a:rPr lang="vi" altLang="en-US" sz="2200" dirty="0" smtClean="0">
                <a:latin typeface="+mn-lt"/>
                <a:cs typeface="Gill Sans MT" charset="0"/>
              </a:rPr>
              <a:t> </a:t>
            </a:r>
            <a:r xmlns:a="http://schemas.openxmlformats.org/drawingml/2006/main">
              <a:rPr lang="vi" altLang="en-US" sz="2200" dirty="0">
                <a:latin typeface="+mn-lt"/>
                <a:cs typeface="Gill Sans MT" charset="0"/>
              </a:rPr>
              <a:t>khả năng phải được tính đến bởi các nhà thiết kế ứng dụng, ví dụ: </a:t>
            </a:r>
            <a:r xmlns:a="http://schemas.openxmlformats.org/drawingml/2006/main">
              <a:rPr lang="vi" altLang="en-US" sz="2200" dirty="0" smtClean="0">
                <a:latin typeface="+mn-lt"/>
                <a:cs typeface="Gill Sans MT" charset="0"/>
              </a:rPr>
              <a:t>P</a:t>
            </a:r>
            <a:r xmlns:a="http://schemas.openxmlformats.org/drawingml/2006/main">
              <a:rPr lang="vi" altLang="en-US" sz="100" dirty="0" smtClean="0">
                <a:latin typeface="+mn-lt"/>
                <a:cs typeface="Gill Sans MT" charset="0"/>
              </a:rPr>
              <a:t> </a:t>
            </a:r>
            <a:r xmlns:a="http://schemas.openxmlformats.org/drawingml/2006/main">
              <a:rPr lang="vi" altLang="en-US" sz="2200" dirty="0" smtClean="0">
                <a:latin typeface="+mn-lt"/>
                <a:cs typeface="Gill Sans MT" charset="0"/>
              </a:rPr>
              <a:t>2</a:t>
            </a:r>
            <a:r xmlns:a="http://schemas.openxmlformats.org/drawingml/2006/main">
              <a:rPr lang="vi" altLang="en-US" sz="100" dirty="0" smtClean="0">
                <a:latin typeface="+mn-lt"/>
                <a:cs typeface="Gill Sans MT" charset="0"/>
              </a:rPr>
              <a:t> </a:t>
            </a:r>
            <a:r xmlns:a="http://schemas.openxmlformats.org/drawingml/2006/main">
              <a:rPr lang="vi" altLang="en-US" sz="2200" dirty="0">
                <a:latin typeface="+mn-lt"/>
                <a:cs typeface="Gill Sans MT" charset="0"/>
              </a:rPr>
              <a:t>ứng dụng </a:t>
            </a:r>
            <a:r xmlns:a="http://schemas.openxmlformats.org/drawingml/2006/main">
              <a:rPr lang="vi" altLang="en-US" sz="2200" dirty="0" smtClean="0">
                <a:latin typeface="+mn-lt"/>
                <a:cs typeface="Gill Sans MT" charset="0"/>
              </a:rPr>
              <a:t>P</a:t>
            </a:r>
          </a:p>
          <a:p>
            <a:pPr xmlns:a="http://schemas.openxmlformats.org/drawingml/2006/main" lvl="1"/>
            <a:r xmlns:a="http://schemas.openxmlformats.org/drawingml/2006/main">
              <a:rPr lang="vi" altLang="en-US" sz="2200" dirty="0" smtClean="0">
                <a:latin typeface="+mn-lt"/>
                <a:ea typeface="ＭＳ Ｐゴシック" charset="-128"/>
              </a:rPr>
              <a:t>N</a:t>
            </a:r>
            <a:r xmlns:a="http://schemas.openxmlformats.org/drawingml/2006/main">
              <a:rPr lang="vi" altLang="en-US" sz="100" dirty="0" smtClean="0">
                <a:latin typeface="+mn-lt"/>
                <a:ea typeface="ＭＳ Ｐゴシック" charset="-128"/>
              </a:rPr>
              <a:t> </a:t>
            </a:r>
            <a:r xmlns:a="http://schemas.openxmlformats.org/drawingml/2006/main">
              <a:rPr lang="vi" altLang="en-US" sz="2200" dirty="0" smtClean="0">
                <a:latin typeface="+mn-lt"/>
                <a:ea typeface="ＭＳ Ｐゴシック" charset="-128"/>
              </a:rPr>
              <a:t>Một</a:t>
            </a:r>
            <a:r xmlns:a="http://schemas.openxmlformats.org/drawingml/2006/main">
              <a:rPr lang="vi" altLang="en-US" sz="100" dirty="0" smtClean="0">
                <a:latin typeface="+mn-lt"/>
                <a:ea typeface="ＭＳ Ｐゴシック" charset="-128"/>
              </a:rPr>
              <a:t> </a:t>
            </a:r>
            <a:r xmlns:a="http://schemas.openxmlformats.org/drawingml/2006/main">
              <a:rPr lang="vi" altLang="en-US" sz="2200" dirty="0" smtClean="0">
                <a:latin typeface="+mn-lt"/>
                <a:ea typeface="ＭＳ Ｐゴシック" charset="-128"/>
              </a:rPr>
              <a:t>T </a:t>
            </a:r>
            <a:r xmlns:a="http://schemas.openxmlformats.org/drawingml/2006/main">
              <a:rPr lang="vi" altLang="en-US" sz="2200" dirty="0">
                <a:latin typeface="+mn-lt"/>
                <a:ea typeface="ＭＳ Ｐゴシック" charset="-128"/>
              </a:rPr>
              <a:t>traversal: điều gì sẽ xảy ra nếu máy khách muốn kết nối với máy chủ phía sau N</a:t>
            </a:r>
            <a:r xmlns:a="http://schemas.openxmlformats.org/drawingml/2006/main">
              <a:rPr lang="vi" altLang="en-US" sz="100" dirty="0">
                <a:latin typeface="+mn-lt"/>
                <a:ea typeface="ＭＳ Ｐゴシック" charset="-128"/>
              </a:rPr>
              <a:t> </a:t>
            </a:r>
            <a:r xmlns:a="http://schemas.openxmlformats.org/drawingml/2006/main">
              <a:rPr lang="vi" altLang="en-US" sz="2200" dirty="0">
                <a:latin typeface="+mn-lt"/>
                <a:ea typeface="ＭＳ Ｐゴシック" charset="-128"/>
              </a:rPr>
              <a:t>Một</a:t>
            </a:r>
            <a:r xmlns:a="http://schemas.openxmlformats.org/drawingml/2006/main">
              <a:rPr lang="vi" altLang="en-US" sz="100" dirty="0">
                <a:latin typeface="+mn-lt"/>
                <a:ea typeface="ＭＳ Ｐゴシック" charset="-128"/>
              </a:rPr>
              <a:t> </a:t>
            </a:r>
            <a:r xmlns:a="http://schemas.openxmlformats.org/drawingml/2006/main">
              <a:rPr lang="vi" altLang="en-US" sz="2200" dirty="0" smtClean="0">
                <a:latin typeface="+mn-lt"/>
                <a:ea typeface="ＭＳ Ｐゴシック" charset="-128"/>
              </a:rPr>
              <a:t>T?</a:t>
            </a:r>
            <a:endParaRPr xmlns:a="http://schemas.openxmlformats.org/drawingml/2006/main" lang="en-US" altLang="en-US" sz="2200" dirty="0">
              <a:latin typeface="+mn-lt"/>
              <a:ea typeface="ＭＳ Ｐゴシック" charset="-128"/>
            </a:endParaRPr>
          </a:p>
        </p:txBody>
      </p:sp>
    </p:spTree>
    <p:extLst>
      <p:ext uri="{BB962C8B-B14F-4D97-AF65-F5344CB8AC3E}">
        <p14:creationId xmlns:p14="http://schemas.microsoft.com/office/powerpoint/2010/main" val="3628637893"/>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altLang="en-US" dirty="0" smtClean="0">
                <a:ea typeface="ＭＳ Ｐゴシック" charset="-128"/>
              </a:rPr>
              <a:t>Mục tiêu </a:t>
            </a:r>
            <a:r xmlns:a="http://schemas.openxmlformats.org/drawingml/2006/main">
              <a:rPr lang="vi" altLang="en-US" dirty="0">
                <a:ea typeface="ＭＳ Ｐゴシック" charset="-128"/>
              </a:rPr>
              <a:t>học tập </a:t>
            </a:r>
            <a:r xmlns:a="http://schemas.openxmlformats.org/drawingml/2006/main">
              <a:rPr lang="vi" altLang="en-US" sz="2000" b="0" dirty="0" smtClean="0">
                <a:ea typeface="ＭＳ Ｐゴシック" charset="-128"/>
              </a:rPr>
              <a:t>(5 </a:t>
            </a:r>
            <a:r xmlns:a="http://schemas.openxmlformats.org/drawingml/2006/main">
              <a:rPr lang="vi" altLang="en-US" sz="2000" b="0" dirty="0">
                <a:ea typeface="ＭＳ Ｐゴシック" charset="-128"/>
              </a:rPr>
              <a:t>trên 7)</a:t>
            </a:r>
            <a:endParaRPr xmlns:a="http://schemas.openxmlformats.org/drawingml/2006/main" lang="en-US" altLang="en-US" sz="2000" b="0" dirty="0">
              <a:solidFill>
                <a:schemeClr val="tx2"/>
              </a:solidFill>
              <a:latin typeface="Times New Roman" panose="02020603050405020304" pitchFamily="18" charset="0"/>
              <a:cs typeface="Times New Roman" panose="02020603050405020304" pitchFamily="18" charset="0"/>
            </a:endParaRPr>
          </a:p>
        </p:txBody>
      </p:sp>
      <p:sp>
        <p:nvSpPr>
          <p:cNvPr id="3" name="Text Placeholder 2"/>
          <p:cNvSpPr>
            <a:spLocks noGrp="1"/>
          </p:cNvSpPr>
          <p:nvPr>
            <p:ph idx="1"/>
          </p:nvPr>
        </p:nvSpPr>
        <p:spPr>
          <a:xfrm>
            <a:off x="457200" y="1614716"/>
            <a:ext cx="4303486" cy="4669972"/>
          </a:xfrm>
        </p:spPr>
        <p:txBody>
          <a:bodyPr/>
          <a:lstStyle/>
          <a:p>
            <a:pPr xmlns:a="http://schemas.openxmlformats.org/drawingml/2006/main" marL="0" indent="0">
              <a:buFont typeface="Wingdings" panose="05000000000000000000" pitchFamily="2" charset="2"/>
              <a:buNone/>
            </a:pPr>
            <a:r xmlns:a="http://schemas.openxmlformats.org/drawingml/2006/main">
              <a:rPr lang="vi" altLang="en-US" sz="2200" b="1" dirty="0">
                <a:solidFill>
                  <a:schemeClr val="tx2"/>
                </a:solidFill>
                <a:latin typeface="+mn-lt"/>
                <a:ea typeface="ＭＳ Ｐゴシック" charset="-128"/>
                <a:cs typeface="ＭＳ Ｐゴシック" charset="-128"/>
              </a:rPr>
              <a:t>4.1</a:t>
            </a:r>
            <a:r xmlns:a="http://schemas.openxmlformats.org/drawingml/2006/main">
              <a:rPr lang="vi" altLang="en-US" sz="2200" b="1" dirty="0">
                <a:solidFill>
                  <a:srgbClr val="CC0000"/>
                </a:solidFill>
                <a:latin typeface="+mn-lt"/>
                <a:ea typeface="ＭＳ Ｐゴシック" charset="-128"/>
                <a:cs typeface="ＭＳ Ｐゴシック" charset="-128"/>
              </a:rPr>
              <a:t> </a:t>
            </a:r>
            <a:r xmlns:a="http://schemas.openxmlformats.org/drawingml/2006/main">
              <a:rPr lang="vi" altLang="en-US" sz="2200" dirty="0">
                <a:solidFill>
                  <a:schemeClr val="tx1"/>
                </a:solidFill>
                <a:latin typeface="+mn-lt"/>
                <a:ea typeface="ＭＳ Ｐゴシック" charset="-128"/>
                <a:cs typeface="ＭＳ Ｐゴシック" charset="-128"/>
              </a:rPr>
              <a:t>Tổng quan về lớp Mạng</a:t>
            </a:r>
          </a:p>
          <a:p>
            <a:pPr xmlns:a="http://schemas.openxmlformats.org/drawingml/2006/main" lvl="1" indent="-283464"/>
            <a:r xmlns:a="http://schemas.openxmlformats.org/drawingml/2006/main">
              <a:rPr lang="vi" altLang="en-US" sz="2200" dirty="0">
                <a:solidFill>
                  <a:schemeClr val="tx1"/>
                </a:solidFill>
                <a:latin typeface="+mn-lt"/>
                <a:ea typeface="ＭＳ Ｐゴシック" charset="-128"/>
              </a:rPr>
              <a:t>mặt phẳng dữ liệu</a:t>
            </a:r>
          </a:p>
          <a:p>
            <a:pPr xmlns:a="http://schemas.openxmlformats.org/drawingml/2006/main" lvl="1" indent="-283464"/>
            <a:r xmlns:a="http://schemas.openxmlformats.org/drawingml/2006/main">
              <a:rPr lang="vi" altLang="en-US" sz="2200" dirty="0">
                <a:solidFill>
                  <a:schemeClr val="tx1"/>
                </a:solidFill>
                <a:latin typeface="+mn-lt"/>
                <a:ea typeface="ＭＳ Ｐゴシック" charset="-128"/>
              </a:rPr>
              <a:t>máy bay điều khiển</a:t>
            </a:r>
          </a:p>
          <a:p>
            <a:pPr xmlns:a="http://schemas.openxmlformats.org/drawingml/2006/main" marL="0" indent="0">
              <a:buFont typeface="Wingdings" panose="05000000000000000000" pitchFamily="2" charset="2"/>
              <a:buNone/>
            </a:pPr>
            <a:r xmlns:a="http://schemas.openxmlformats.org/drawingml/2006/main">
              <a:rPr lang="vi" altLang="en-US" sz="2200" b="1" dirty="0">
                <a:solidFill>
                  <a:schemeClr val="tx2"/>
                </a:solidFill>
                <a:latin typeface="+mn-lt"/>
                <a:ea typeface="ＭＳ Ｐゴシック" charset="-128"/>
                <a:cs typeface="ＭＳ Ｐゴシック" charset="-128"/>
              </a:rPr>
              <a:t>4.2</a:t>
            </a:r>
            <a:r xmlns:a="http://schemas.openxmlformats.org/drawingml/2006/main">
              <a:rPr lang="vi" altLang="en-US" sz="2200" dirty="0">
                <a:latin typeface="+mn-lt"/>
                <a:ea typeface="ＭＳ Ｐゴシック" charset="-128"/>
                <a:cs typeface="ＭＳ Ｐゴシック" charset="-128"/>
              </a:rPr>
              <a:t> </a:t>
            </a:r>
            <a:r xmlns:a="http://schemas.openxmlformats.org/drawingml/2006/main">
              <a:rPr lang="vi" altLang="en-US" sz="2200" dirty="0" smtClean="0">
                <a:latin typeface="+mn-lt"/>
                <a:ea typeface="ＭＳ Ｐゴシック" charset="-128"/>
                <a:cs typeface="ＭＳ Ｐゴシック" charset="-128"/>
              </a:rPr>
              <a:t>Có gì bên </a:t>
            </a:r>
            <a:r xmlns:a="http://schemas.openxmlformats.org/drawingml/2006/main">
              <a:rPr lang="vi" altLang="ja-JP" sz="2200" dirty="0" smtClean="0">
                <a:latin typeface="+mn-lt"/>
                <a:ea typeface="ＭＳ Ｐゴシック" charset="-128"/>
                <a:cs typeface="ＭＳ Ｐゴシック" charset="-128"/>
              </a:rPr>
              <a:t>trong </a:t>
            </a:r>
            <a:r xmlns:a="http://schemas.openxmlformats.org/drawingml/2006/main">
              <a:rPr lang="vi" altLang="ja-JP" sz="2200" dirty="0">
                <a:latin typeface="+mn-lt"/>
                <a:ea typeface="ＭＳ Ｐゴシック" charset="-128"/>
                <a:cs typeface="ＭＳ Ｐゴシック" charset="-128"/>
              </a:rPr>
              <a:t>một bộ định tuyến</a:t>
            </a:r>
          </a:p>
          <a:p>
            <a:pPr xmlns:a="http://schemas.openxmlformats.org/drawingml/2006/main" marL="0" indent="0">
              <a:buFont typeface="Wingdings" panose="05000000000000000000" pitchFamily="2" charset="2"/>
              <a:buNone/>
            </a:pPr>
            <a:r xmlns:a="http://schemas.openxmlformats.org/drawingml/2006/main">
              <a:rPr lang="vi" altLang="en-US" sz="2200" b="1" dirty="0">
                <a:solidFill>
                  <a:schemeClr val="tx2"/>
                </a:solidFill>
                <a:latin typeface="+mn-lt"/>
                <a:ea typeface="ＭＳ Ｐゴシック" charset="-128"/>
                <a:cs typeface="ＭＳ Ｐゴシック" charset="-128"/>
              </a:rPr>
              <a:t>4.3</a:t>
            </a:r>
            <a:r xmlns:a="http://schemas.openxmlformats.org/drawingml/2006/main">
              <a:rPr lang="vi" altLang="en-US" sz="2200" dirty="0">
                <a:latin typeface="+mn-lt"/>
                <a:ea typeface="ＭＳ Ｐゴシック" charset="-128"/>
                <a:cs typeface="ＭＳ Ｐゴシック" charset="-128"/>
              </a:rPr>
              <a:t> </a:t>
            </a:r>
            <a:r xmlns:a="http://schemas.openxmlformats.org/drawingml/2006/main">
              <a:rPr lang="vi" altLang="en-US" sz="2200" b="1" dirty="0" smtClean="0">
                <a:latin typeface="+mn-lt"/>
                <a:ea typeface="ＭＳ Ｐゴシック" charset="-128"/>
                <a:cs typeface="ＭＳ Ｐゴシック" charset="-128"/>
              </a:rPr>
              <a:t>Tôi</a:t>
            </a:r>
            <a:r xmlns:a="http://schemas.openxmlformats.org/drawingml/2006/main">
              <a:rPr lang="vi" altLang="en-US" sz="100" b="1" dirty="0" smtClean="0">
                <a:latin typeface="+mn-lt"/>
                <a:ea typeface="ＭＳ Ｐゴシック" charset="-128"/>
                <a:cs typeface="ＭＳ Ｐゴシック" charset="-128"/>
              </a:rPr>
              <a:t> </a:t>
            </a:r>
            <a:r xmlns:a="http://schemas.openxmlformats.org/drawingml/2006/main">
              <a:rPr lang="vi" altLang="en-US" sz="2200" b="1" dirty="0" smtClean="0">
                <a:latin typeface="+mn-lt"/>
                <a:ea typeface="ＭＳ Ｐゴシック" charset="-128"/>
                <a:cs typeface="ＭＳ Ｐゴシック" charset="-128"/>
              </a:rPr>
              <a:t>P </a:t>
            </a:r>
            <a:r xmlns:a="http://schemas.openxmlformats.org/drawingml/2006/main">
              <a:rPr lang="vi" altLang="en-US" sz="2200" b="1" dirty="0">
                <a:latin typeface="+mn-lt"/>
                <a:ea typeface="ＭＳ Ｐゴシック" charset="-128"/>
                <a:cs typeface="ＭＳ Ｐゴシック" charset="-128"/>
              </a:rPr>
              <a:t>: Giao thức Internet</a:t>
            </a:r>
          </a:p>
          <a:p>
            <a:pPr xmlns:a="http://schemas.openxmlformats.org/drawingml/2006/main" lvl="1" indent="-283464"/>
            <a:r xmlns:a="http://schemas.openxmlformats.org/drawingml/2006/main">
              <a:rPr lang="vi" altLang="en-US" sz="2200" dirty="0">
                <a:latin typeface="+mn-lt"/>
                <a:ea typeface="ＭＳ Ｐゴシック" charset="-128"/>
              </a:rPr>
              <a:t>định dạng datagram</a:t>
            </a:r>
          </a:p>
          <a:p>
            <a:pPr xmlns:a="http://schemas.openxmlformats.org/drawingml/2006/main" lvl="1" indent="-283464"/>
            <a:r xmlns:a="http://schemas.openxmlformats.org/drawingml/2006/main">
              <a:rPr lang="vi" altLang="en-US" sz="2200" dirty="0">
                <a:latin typeface="+mn-lt"/>
                <a:ea typeface="ＭＳ Ｐゴシック" charset="-128"/>
              </a:rPr>
              <a:t>sự phân mảnh</a:t>
            </a:r>
          </a:p>
          <a:p>
            <a:pPr xmlns:a="http://schemas.openxmlformats.org/drawingml/2006/main" lvl="1" indent="-283464"/>
            <a:r xmlns:a="http://schemas.openxmlformats.org/drawingml/2006/main">
              <a:rPr lang="vi" altLang="en-US" sz="2200" dirty="0" smtClean="0">
                <a:latin typeface="+mn-lt"/>
                <a:ea typeface="ＭＳ Ｐゴシック" charset="-128"/>
              </a:rPr>
              <a:t>Tôi</a:t>
            </a:r>
            <a:r xmlns:a="http://schemas.openxmlformats.org/drawingml/2006/main">
              <a:rPr lang="vi" altLang="en-US" sz="100" dirty="0" smtClean="0">
                <a:latin typeface="+mn-lt"/>
                <a:ea typeface="ＭＳ Ｐゴシック" charset="-128"/>
              </a:rPr>
              <a:t> </a:t>
            </a:r>
            <a:r xmlns:a="http://schemas.openxmlformats.org/drawingml/2006/main">
              <a:rPr lang="vi" altLang="en-US" sz="2200" dirty="0">
                <a:latin typeface="+mn-lt"/>
                <a:ea typeface="ＭＳ Ｐゴシック" charset="-128"/>
              </a:rPr>
              <a:t>địa chỉ </a:t>
            </a:r>
            <a:r xmlns:a="http://schemas.openxmlformats.org/drawingml/2006/main">
              <a:rPr lang="vi" altLang="en-US" sz="2200" dirty="0" smtClean="0">
                <a:latin typeface="+mn-lt"/>
                <a:ea typeface="ＭＳ Ｐゴシック" charset="-128"/>
              </a:rPr>
              <a:t>pv4</a:t>
            </a:r>
          </a:p>
          <a:p>
            <a:pPr xmlns:a="http://schemas.openxmlformats.org/drawingml/2006/main" lvl="1" indent="-283464"/>
            <a:r xmlns:a="http://schemas.openxmlformats.org/drawingml/2006/main">
              <a:rPr lang="vi" altLang="en-US" sz="2200" dirty="0" smtClean="0">
                <a:latin typeface="+mn-lt"/>
                <a:ea typeface="ＭＳ Ｐゴシック" charset="-128"/>
              </a:rPr>
              <a:t>dịch </a:t>
            </a:r>
            <a:r xmlns:a="http://schemas.openxmlformats.org/drawingml/2006/main">
              <a:rPr lang="vi" altLang="en-US" sz="2200" dirty="0">
                <a:latin typeface="+mn-lt"/>
                <a:ea typeface="ＭＳ Ｐゴシック" charset="-128"/>
              </a:rPr>
              <a:t>địa chỉ mạng</a:t>
            </a:r>
          </a:p>
          <a:p>
            <a:pPr xmlns:a="http://schemas.openxmlformats.org/drawingml/2006/main" lvl="1" indent="-283464"/>
            <a:r xmlns:a="http://schemas.openxmlformats.org/drawingml/2006/main">
              <a:rPr lang="vi" altLang="en-US" sz="2200" b="1" dirty="0">
                <a:latin typeface="+mn-lt"/>
                <a:ea typeface="ＭＳ Ｐゴシック" charset="-128"/>
              </a:rPr>
              <a:t>Tôi</a:t>
            </a:r>
            <a:r xmlns:a="http://schemas.openxmlformats.org/drawingml/2006/main">
              <a:rPr lang="vi" altLang="en-US" sz="100" b="1" dirty="0">
                <a:latin typeface="+mn-lt"/>
                <a:ea typeface="ＭＳ Ｐゴシック" charset="-128"/>
              </a:rPr>
              <a:t> </a:t>
            </a:r>
            <a:r xmlns:a="http://schemas.openxmlformats.org/drawingml/2006/main">
              <a:rPr lang="vi" altLang="en-US" sz="2200" b="1" dirty="0" smtClean="0">
                <a:latin typeface="+mn-lt"/>
                <a:ea typeface="ＭＳ Ｐゴシック" charset="-128"/>
              </a:rPr>
              <a:t>Pv6</a:t>
            </a:r>
            <a:endParaRPr xmlns:a="http://schemas.openxmlformats.org/drawingml/2006/main" lang="en-US" altLang="en-US" sz="2200" b="1" dirty="0">
              <a:latin typeface="+mn-lt"/>
              <a:ea typeface="ＭＳ Ｐゴシック" charset="-128"/>
              <a:cs typeface="ＭＳ Ｐゴシック" charset="-128"/>
            </a:endParaRPr>
          </a:p>
        </p:txBody>
      </p:sp>
      <p:sp>
        <p:nvSpPr>
          <p:cNvPr id="4" name="Content Placeholder 3"/>
          <p:cNvSpPr>
            <a:spLocks noGrp="1"/>
          </p:cNvSpPr>
          <p:nvPr>
            <p:ph idx="13"/>
          </p:nvPr>
        </p:nvSpPr>
        <p:spPr>
          <a:xfrm>
            <a:off x="5080000" y="1614714"/>
            <a:ext cx="3454400" cy="4281715"/>
          </a:xfrm>
        </p:spPr>
        <p:txBody>
          <a:bodyPr/>
          <a:lstStyle/>
          <a:p>
            <a:pPr xmlns:a="http://schemas.openxmlformats.org/drawingml/2006/main" marL="0" indent="0">
              <a:buFont typeface="Wingdings" panose="05000000000000000000" pitchFamily="2" charset="2"/>
              <a:buNone/>
            </a:pPr>
            <a:r xmlns:a="http://schemas.openxmlformats.org/drawingml/2006/main">
              <a:rPr lang="vi" altLang="en-US" sz="2200" b="1" dirty="0">
                <a:solidFill>
                  <a:schemeClr val="tx2"/>
                </a:solidFill>
                <a:latin typeface="+mn-lt"/>
                <a:ea typeface="ＭＳ Ｐゴシック" charset="-128"/>
                <a:cs typeface="ＭＳ Ｐゴシック" charset="-128"/>
              </a:rPr>
              <a:t>4.4 </a:t>
            </a:r>
            <a:r xmlns:a="http://schemas.openxmlformats.org/drawingml/2006/main">
              <a:rPr lang="vi" altLang="en-US" sz="2200" dirty="0">
                <a:latin typeface="+mn-lt"/>
                <a:ea typeface="ＭＳ Ｐゴシック" charset="-128"/>
                <a:cs typeface="ＭＳ Ｐゴシック" charset="-128"/>
              </a:rPr>
              <a:t>Generalized Forward và S</a:t>
            </a:r>
            <a:r xmlns:a="http://schemas.openxmlformats.org/drawingml/2006/main">
              <a:rPr lang="vi" altLang="en-US" sz="100" dirty="0">
                <a:latin typeface="+mn-lt"/>
                <a:ea typeface="ＭＳ Ｐゴシック" charset="-128"/>
                <a:cs typeface="ＭＳ Ｐゴシック" charset="-128"/>
              </a:rPr>
              <a:t> </a:t>
            </a:r>
            <a:r xmlns:a="http://schemas.openxmlformats.org/drawingml/2006/main">
              <a:rPr lang="vi" altLang="en-US" sz="2200" dirty="0">
                <a:latin typeface="+mn-lt"/>
                <a:ea typeface="ＭＳ Ｐゴシック" charset="-128"/>
                <a:cs typeface="ＭＳ Ｐゴシック" charset="-128"/>
              </a:rPr>
              <a:t>Đ.</a:t>
            </a:r>
            <a:r xmlns:a="http://schemas.openxmlformats.org/drawingml/2006/main">
              <a:rPr lang="vi" altLang="en-US" sz="100" dirty="0">
                <a:latin typeface="+mn-lt"/>
                <a:ea typeface="ＭＳ Ｐゴシック" charset="-128"/>
                <a:cs typeface="ＭＳ Ｐゴシック" charset="-128"/>
              </a:rPr>
              <a:t> </a:t>
            </a:r>
            <a:r xmlns:a="http://schemas.openxmlformats.org/drawingml/2006/main">
              <a:rPr lang="vi" altLang="en-US" sz="2200" dirty="0">
                <a:latin typeface="+mn-lt"/>
                <a:ea typeface="ＭＳ Ｐゴシック" charset="-128"/>
                <a:cs typeface="ＭＳ Ｐゴシック" charset="-128"/>
              </a:rPr>
              <a:t>N</a:t>
            </a:r>
          </a:p>
          <a:p>
            <a:pPr xmlns:a="http://schemas.openxmlformats.org/drawingml/2006/main" lvl="1" indent="-283464"/>
            <a:r xmlns:a="http://schemas.openxmlformats.org/drawingml/2006/main">
              <a:rPr lang="vi" altLang="en-US" sz="2200" dirty="0">
                <a:latin typeface="+mn-lt"/>
                <a:ea typeface="ＭＳ Ｐゴシック" charset="-128"/>
              </a:rPr>
              <a:t>trận đấu</a:t>
            </a:r>
          </a:p>
          <a:p>
            <a:pPr xmlns:a="http://schemas.openxmlformats.org/drawingml/2006/main" lvl="1" indent="-283464"/>
            <a:r xmlns:a="http://schemas.openxmlformats.org/drawingml/2006/main">
              <a:rPr lang="vi" altLang="en-US" sz="2200" dirty="0">
                <a:latin typeface="+mn-lt"/>
                <a:ea typeface="ＭＳ Ｐゴシック" charset="-128"/>
              </a:rPr>
              <a:t>hoạt động</a:t>
            </a:r>
          </a:p>
          <a:p>
            <a:pPr xmlns:a="http://schemas.openxmlformats.org/drawingml/2006/main" lvl="1" indent="-283464"/>
            <a:r xmlns:a="http://schemas.openxmlformats.org/drawingml/2006/main">
              <a:rPr lang="vi" altLang="en-US" sz="2200" dirty="0" smtClean="0">
                <a:latin typeface="+mn-lt"/>
                <a:ea typeface="ＭＳ Ｐゴシック" charset="-128"/>
              </a:rPr>
              <a:t>Các ví dụ OpenFlow về </a:t>
            </a:r>
            <a:r xmlns:a="http://schemas.openxmlformats.org/drawingml/2006/main">
              <a:rPr lang="vi" altLang="en-US" sz="2200" dirty="0">
                <a:latin typeface="+mn-lt"/>
                <a:ea typeface="ＭＳ Ｐゴシック" charset="-128"/>
              </a:rPr>
              <a:t>hành động đối sánh cộng với hành </a:t>
            </a:r>
            <a:r xmlns:a="http://schemas.openxmlformats.org/drawingml/2006/main">
              <a:rPr lang="vi" altLang="en-US" sz="2200" dirty="0" smtClean="0">
                <a:latin typeface="+mn-lt"/>
                <a:ea typeface="ＭＳ Ｐゴシック" charset="-128"/>
              </a:rPr>
              <a:t>động</a:t>
            </a:r>
            <a:endParaRPr xmlns:a="http://schemas.openxmlformats.org/drawingml/2006/main" lang="en-US" altLang="en-US" sz="2200" dirty="0">
              <a:latin typeface="+mn-lt"/>
              <a:ea typeface="ＭＳ Ｐゴシック" charset="-128"/>
            </a:endParaRPr>
          </a:p>
        </p:txBody>
      </p:sp>
    </p:spTree>
    <p:extLst>
      <p:ext uri="{BB962C8B-B14F-4D97-AF65-F5344CB8AC3E}">
        <p14:creationId xmlns:p14="http://schemas.microsoft.com/office/powerpoint/2010/main" val="2003425815"/>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dirty="0" smtClean="0"/>
              <a:t>Tôi</a:t>
            </a:r>
            <a:r xmlns:a="http://schemas.openxmlformats.org/drawingml/2006/main">
              <a:rPr lang="vi" sz="100" dirty="0" smtClean="0"/>
              <a:t> </a:t>
            </a:r>
            <a:r xmlns:a="http://schemas.openxmlformats.org/drawingml/2006/main">
              <a:rPr lang="vi" dirty="0" smtClean="0"/>
              <a:t>P</a:t>
            </a:r>
            <a:r xmlns:a="http://schemas.openxmlformats.org/drawingml/2006/main">
              <a:rPr lang="vi" sz="100" dirty="0" smtClean="0"/>
              <a:t> </a:t>
            </a:r>
            <a:r xmlns:a="http://schemas.openxmlformats.org/drawingml/2006/main">
              <a:rPr lang="vi" dirty="0" smtClean="0"/>
              <a:t>v</a:t>
            </a:r>
            <a:r xmlns:a="http://schemas.openxmlformats.org/drawingml/2006/main">
              <a:rPr lang="vi" sz="100" dirty="0" smtClean="0"/>
              <a:t> </a:t>
            </a:r>
            <a:r xmlns:a="http://schemas.openxmlformats.org/drawingml/2006/main">
              <a:rPr lang="vi" dirty="0" smtClean="0"/>
              <a:t>6 </a:t>
            </a:r>
            <a:r xmlns:a="http://schemas.openxmlformats.org/drawingml/2006/main">
              <a:rPr lang="vi" dirty="0"/>
              <a:t>: </a:t>
            </a:r>
            <a:r xmlns:a="http://schemas.openxmlformats.org/drawingml/2006/main">
              <a:rPr lang="vi" dirty="0" smtClean="0"/>
              <a:t>Động lực</a:t>
            </a:r>
            <a:endParaRPr xmlns:a="http://schemas.openxmlformats.org/drawingml/2006/main" lang="en-US" dirty="0"/>
          </a:p>
        </p:txBody>
      </p:sp>
      <p:sp>
        <p:nvSpPr>
          <p:cNvPr id="3" name="Text Placeholder 2"/>
          <p:cNvSpPr>
            <a:spLocks noGrp="1"/>
          </p:cNvSpPr>
          <p:nvPr>
            <p:ph type="body" idx="1"/>
          </p:nvPr>
        </p:nvSpPr>
        <p:spPr>
          <a:xfrm>
            <a:off x="457200" y="1600200"/>
            <a:ext cx="8229600" cy="2362200"/>
          </a:xfrm>
        </p:spPr>
        <p:txBody>
          <a:bodyPr/>
          <a:lstStyle/>
          <a:p>
            <a:r xmlns:a="http://schemas.openxmlformats.org/drawingml/2006/main">
              <a:rPr lang="vi" altLang="en-US" sz="2400" b="1" dirty="0">
                <a:solidFill>
                  <a:schemeClr val="tx1"/>
                </a:solidFill>
                <a:latin typeface="+mn-lt"/>
                <a:ea typeface="ＭＳ Ｐゴシック" charset="-128"/>
                <a:cs typeface="ＭＳ Ｐゴシック" charset="-128"/>
              </a:rPr>
              <a:t>động lực ban đầu: </a:t>
            </a:r>
            <a:r xmlns:a="http://schemas.openxmlformats.org/drawingml/2006/main">
              <a:rPr lang="vi" altLang="en-US" sz="2400" dirty="0">
                <a:latin typeface="+mn-lt"/>
                <a:ea typeface="ＭＳ Ｐゴシック" charset="-128"/>
                <a:cs typeface="ＭＳ Ｐゴシック" charset="-128"/>
              </a:rPr>
              <a:t>Không gian địa chỉ 32 bit sẽ sớm được phân bổ hoàn toàn </a:t>
            </a:r>
            <a:r xmlns:a="http://schemas.openxmlformats.org/drawingml/2006/main">
              <a:rPr lang="vi" altLang="en-US" sz="2400" dirty="0" smtClean="0">
                <a:latin typeface="+mn-lt"/>
                <a:ea typeface="ＭＳ Ｐゴシック" charset="-128"/>
                <a:cs typeface="ＭＳ Ｐゴシック" charset="-128"/>
              </a:rPr>
              <a:t>.</a:t>
            </a:r>
            <a:endParaRPr xmlns:a="http://schemas.openxmlformats.org/drawingml/2006/main" lang="en-US" altLang="en-US" sz="2400" dirty="0">
              <a:latin typeface="+mn-lt"/>
              <a:ea typeface="ＭＳ Ｐゴシック" charset="-128"/>
              <a:cs typeface="ＭＳ Ｐゴシック" charset="-128"/>
            </a:endParaRPr>
          </a:p>
          <a:p>
            <a:r xmlns:a="http://schemas.openxmlformats.org/drawingml/2006/main">
              <a:rPr lang="vi" altLang="en-US" sz="2400" dirty="0">
                <a:latin typeface="+mn-lt"/>
                <a:ea typeface="ＭＳ Ｐゴシック" charset="-128"/>
                <a:cs typeface="ＭＳ Ｐゴシック" charset="-128"/>
              </a:rPr>
              <a:t>động lực bổ sung:</a:t>
            </a:r>
          </a:p>
          <a:p>
            <a:pPr xmlns:a="http://schemas.openxmlformats.org/drawingml/2006/main" lvl="1"/>
            <a:r xmlns:a="http://schemas.openxmlformats.org/drawingml/2006/main">
              <a:rPr lang="vi" altLang="en-US" sz="2400" dirty="0">
                <a:latin typeface="+mn-lt"/>
                <a:ea typeface="ＭＳ Ｐゴシック" charset="-128"/>
              </a:rPr>
              <a:t>định dạng tiêu đề giúp tăng tốc độ xử lý/chuyển tiếp</a:t>
            </a:r>
          </a:p>
          <a:p>
            <a:pPr xmlns:a="http://schemas.openxmlformats.org/drawingml/2006/main" lvl="1"/>
            <a:r xmlns:a="http://schemas.openxmlformats.org/drawingml/2006/main">
              <a:rPr lang="vi" altLang="en-US" sz="2400" dirty="0">
                <a:latin typeface="+mn-lt"/>
                <a:ea typeface="ＭＳ Ｐゴシック" charset="-128"/>
              </a:rPr>
              <a:t>thay đổi tiêu đề để tạo điều kiện thuận lợi cho </a:t>
            </a:r>
            <a:r xmlns:a="http://schemas.openxmlformats.org/drawingml/2006/main">
              <a:rPr lang="vi" altLang="en-US" sz="2400" dirty="0" smtClean="0">
                <a:latin typeface="+mn-lt"/>
                <a:ea typeface="ＭＳ Ｐゴシック" charset="-128"/>
              </a:rPr>
              <a:t>Q</a:t>
            </a:r>
            <a:r xmlns:a="http://schemas.openxmlformats.org/drawingml/2006/main">
              <a:rPr lang="vi" altLang="en-US" sz="100" dirty="0" smtClean="0">
                <a:latin typeface="+mn-lt"/>
                <a:ea typeface="ＭＳ Ｐゴシック" charset="-128"/>
              </a:rPr>
              <a:t> </a:t>
            </a:r>
            <a:r xmlns:a="http://schemas.openxmlformats.org/drawingml/2006/main">
              <a:rPr lang="vi" altLang="en-US" sz="2400" dirty="0" smtClean="0">
                <a:latin typeface="+mn-lt"/>
                <a:ea typeface="ＭＳ Ｐゴシック" charset="-128"/>
              </a:rPr>
              <a:t>o</a:t>
            </a:r>
            <a:r xmlns:a="http://schemas.openxmlformats.org/drawingml/2006/main">
              <a:rPr lang="vi" altLang="en-US" sz="100" dirty="0" smtClean="0">
                <a:latin typeface="+mn-lt"/>
                <a:ea typeface="ＭＳ Ｐゴシック" charset="-128"/>
              </a:rPr>
              <a:t> </a:t>
            </a:r>
            <a:r xmlns:a="http://schemas.openxmlformats.org/drawingml/2006/main">
              <a:rPr lang="vi" altLang="en-US" sz="2400" dirty="0" smtClean="0">
                <a:latin typeface="+mn-lt"/>
                <a:ea typeface="ＭＳ Ｐゴシック" charset="-128"/>
              </a:rPr>
              <a:t>S</a:t>
            </a:r>
            <a:endParaRPr xmlns:a="http://schemas.openxmlformats.org/drawingml/2006/main" lang="en-US" altLang="en-US" sz="2400" dirty="0">
              <a:latin typeface="+mn-lt"/>
              <a:ea typeface="ＭＳ Ｐゴシック" charset="-128"/>
            </a:endParaRPr>
          </a:p>
        </p:txBody>
      </p:sp>
      <p:sp>
        <p:nvSpPr>
          <p:cNvPr id="4" name="Text Placeholder 3"/>
          <p:cNvSpPr>
            <a:spLocks noGrp="1"/>
          </p:cNvSpPr>
          <p:nvPr>
            <p:ph type="body" idx="2"/>
          </p:nvPr>
        </p:nvSpPr>
        <p:spPr>
          <a:xfrm>
            <a:off x="457200" y="3962400"/>
            <a:ext cx="8229600" cy="2163763"/>
          </a:xfrm>
        </p:spPr>
        <p:txBody>
          <a:bodyPr/>
          <a:lstStyle/>
          <a:p>
            <a:pPr xmlns:a="http://schemas.openxmlformats.org/drawingml/2006/main">
              <a:buFont typeface="Wingdings" panose="05000000000000000000" pitchFamily="2" charset="2"/>
              <a:buNone/>
            </a:pPr>
            <a:r xmlns:a="http://schemas.openxmlformats.org/drawingml/2006/main">
              <a:rPr lang="vi" altLang="en-US" sz="2400" b="1" dirty="0" smtClean="0">
                <a:solidFill>
                  <a:schemeClr val="tx1"/>
                </a:solidFill>
                <a:latin typeface="+mn-lt"/>
                <a:ea typeface="ＭＳ Ｐゴシック" charset="-128"/>
                <a:cs typeface="ＭＳ Ｐゴシック" charset="-128"/>
              </a:rPr>
              <a:t>Tôi</a:t>
            </a:r>
            <a:r xmlns:a="http://schemas.openxmlformats.org/drawingml/2006/main">
              <a:rPr lang="vi" altLang="en-US" sz="100" b="1" dirty="0" smtClean="0">
                <a:solidFill>
                  <a:schemeClr val="tx1"/>
                </a:solidFill>
                <a:latin typeface="+mn-lt"/>
                <a:ea typeface="ＭＳ Ｐゴシック" charset="-128"/>
                <a:cs typeface="ＭＳ Ｐゴシック" charset="-128"/>
              </a:rPr>
              <a:t> </a:t>
            </a:r>
            <a:r xmlns:a="http://schemas.openxmlformats.org/drawingml/2006/main">
              <a:rPr lang="vi" altLang="en-US" sz="2400" b="1" dirty="0" smtClean="0">
                <a:solidFill>
                  <a:schemeClr val="tx1"/>
                </a:solidFill>
                <a:latin typeface="+mn-lt"/>
                <a:ea typeface="ＭＳ Ｐゴシック" charset="-128"/>
                <a:cs typeface="ＭＳ Ｐゴシック" charset="-128"/>
              </a:rPr>
              <a:t>P</a:t>
            </a:r>
            <a:r xmlns:a="http://schemas.openxmlformats.org/drawingml/2006/main">
              <a:rPr lang="vi" altLang="en-US" sz="100" b="1" dirty="0" smtClean="0">
                <a:solidFill>
                  <a:schemeClr val="tx1"/>
                </a:solidFill>
                <a:latin typeface="+mn-lt"/>
                <a:ea typeface="ＭＳ Ｐゴシック" charset="-128"/>
                <a:cs typeface="ＭＳ Ｐゴシック" charset="-128"/>
              </a:rPr>
              <a:t> </a:t>
            </a:r>
            <a:r xmlns:a="http://schemas.openxmlformats.org/drawingml/2006/main">
              <a:rPr lang="vi" altLang="en-US" sz="2400" b="1" dirty="0" smtClean="0">
                <a:solidFill>
                  <a:schemeClr val="tx1"/>
                </a:solidFill>
                <a:latin typeface="+mn-lt"/>
                <a:ea typeface="ＭＳ Ｐゴシック" charset="-128"/>
                <a:cs typeface="ＭＳ Ｐゴシック" charset="-128"/>
              </a:rPr>
              <a:t>v</a:t>
            </a:r>
            <a:r xmlns:a="http://schemas.openxmlformats.org/drawingml/2006/main">
              <a:rPr lang="vi" altLang="en-US" sz="100" b="1" dirty="0" smtClean="0">
                <a:solidFill>
                  <a:schemeClr val="tx1"/>
                </a:solidFill>
                <a:latin typeface="+mn-lt"/>
                <a:ea typeface="ＭＳ Ｐゴシック" charset="-128"/>
                <a:cs typeface="ＭＳ Ｐゴシック" charset="-128"/>
              </a:rPr>
              <a:t> </a:t>
            </a:r>
            <a:r xmlns:a="http://schemas.openxmlformats.org/drawingml/2006/main">
              <a:rPr lang="vi" altLang="en-US" sz="2400" b="1" dirty="0" smtClean="0">
                <a:solidFill>
                  <a:schemeClr val="tx1"/>
                </a:solidFill>
                <a:latin typeface="+mn-lt"/>
                <a:ea typeface="ＭＳ Ｐゴシック" charset="-128"/>
                <a:cs typeface="ＭＳ Ｐゴシック" charset="-128"/>
              </a:rPr>
              <a:t>6 </a:t>
            </a:r>
            <a:r xmlns:a="http://schemas.openxmlformats.org/drawingml/2006/main">
              <a:rPr lang="vi" altLang="en-US" sz="2400" b="1" dirty="0">
                <a:solidFill>
                  <a:schemeClr val="tx1"/>
                </a:solidFill>
                <a:latin typeface="+mn-lt"/>
                <a:ea typeface="ＭＳ Ｐゴシック" charset="-128"/>
                <a:cs typeface="ＭＳ Ｐゴシック" charset="-128"/>
              </a:rPr>
              <a:t>định dạng datagram:</a:t>
            </a:r>
          </a:p>
          <a:p>
            <a:pPr xmlns:a="http://schemas.openxmlformats.org/drawingml/2006/main" lvl="1"/>
            <a:r xmlns:a="http://schemas.openxmlformats.org/drawingml/2006/main">
              <a:rPr lang="vi" altLang="en-US" sz="2400" dirty="0">
                <a:latin typeface="+mn-lt"/>
                <a:ea typeface="ＭＳ Ｐゴシック" charset="-128"/>
              </a:rPr>
              <a:t>tiêu đề 40 byte có độ dài cố định</a:t>
            </a:r>
          </a:p>
          <a:p>
            <a:pPr xmlns:a="http://schemas.openxmlformats.org/drawingml/2006/main" lvl="1"/>
            <a:r xmlns:a="http://schemas.openxmlformats.org/drawingml/2006/main">
              <a:rPr lang="vi" altLang="en-US" sz="2400" dirty="0">
                <a:latin typeface="+mn-lt"/>
                <a:ea typeface="ＭＳ Ｐゴシック" charset="-128"/>
              </a:rPr>
              <a:t>không </a:t>
            </a:r>
            <a:r xmlns:a="http://schemas.openxmlformats.org/drawingml/2006/main">
              <a:rPr lang="vi" altLang="en-US" sz="2400" dirty="0" smtClean="0">
                <a:latin typeface="+mn-lt"/>
                <a:ea typeface="ＭＳ Ｐゴシック" charset="-128"/>
              </a:rPr>
              <a:t>cho phép phân mảnh</a:t>
            </a:r>
            <a:endParaRPr xmlns:a="http://schemas.openxmlformats.org/drawingml/2006/main" lang="en-US" altLang="en-US" sz="2400" i="1" dirty="0">
              <a:latin typeface="+mn-lt"/>
              <a:ea typeface="ＭＳ Ｐゴシック" charset="-128"/>
            </a:endParaRPr>
          </a:p>
        </p:txBody>
      </p:sp>
    </p:spTree>
    <p:extLst>
      <p:ext uri="{BB962C8B-B14F-4D97-AF65-F5344CB8AC3E}">
        <p14:creationId xmlns:p14="http://schemas.microsoft.com/office/powerpoint/2010/main" val="1630914008"/>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dirty="0" smtClean="0"/>
              <a:t>Tôi</a:t>
            </a:r>
            <a:r xmlns:a="http://schemas.openxmlformats.org/drawingml/2006/main">
              <a:rPr lang="vi" sz="100" dirty="0" smtClean="0"/>
              <a:t> </a:t>
            </a:r>
            <a:r xmlns:a="http://schemas.openxmlformats.org/drawingml/2006/main">
              <a:rPr lang="vi" dirty="0" smtClean="0"/>
              <a:t>P</a:t>
            </a:r>
            <a:r xmlns:a="http://schemas.openxmlformats.org/drawingml/2006/main">
              <a:rPr lang="vi" sz="100" dirty="0" smtClean="0"/>
              <a:t> </a:t>
            </a:r>
            <a:r xmlns:a="http://schemas.openxmlformats.org/drawingml/2006/main">
              <a:rPr lang="vi" dirty="0" smtClean="0"/>
              <a:t>v</a:t>
            </a:r>
            <a:r xmlns:a="http://schemas.openxmlformats.org/drawingml/2006/main">
              <a:rPr lang="vi" sz="100" dirty="0" smtClean="0"/>
              <a:t> </a:t>
            </a:r>
            <a:r xmlns:a="http://schemas.openxmlformats.org/drawingml/2006/main">
              <a:rPr lang="vi" dirty="0" smtClean="0"/>
              <a:t>6 Định dạng Datagram</a:t>
            </a:r>
            <a:endParaRPr xmlns:a="http://schemas.openxmlformats.org/drawingml/2006/main" lang="en-US" dirty="0"/>
          </a:p>
        </p:txBody>
      </p:sp>
      <p:sp>
        <p:nvSpPr>
          <p:cNvPr id="3" name="Text Placeholder 2"/>
          <p:cNvSpPr>
            <a:spLocks noGrp="1"/>
          </p:cNvSpPr>
          <p:nvPr>
            <p:ph type="body" idx="1"/>
          </p:nvPr>
        </p:nvSpPr>
        <p:spPr>
          <a:xfrm>
            <a:off x="457200" y="1600201"/>
            <a:ext cx="8229600" cy="1961866"/>
          </a:xfrm>
        </p:spPr>
        <p:txBody>
          <a:bodyPr/>
          <a:lstStyle/>
          <a:p>
            <a:pPr xmlns:a="http://schemas.openxmlformats.org/drawingml/2006/main" marL="0" indent="0">
              <a:buNone/>
            </a:pPr>
            <a:r xmlns:a="http://schemas.openxmlformats.org/drawingml/2006/main">
              <a:rPr lang="vi" altLang="en-US" sz="2200" b="1" dirty="0">
                <a:solidFill>
                  <a:schemeClr val="tx1"/>
                </a:solidFill>
                <a:latin typeface="+mn-lt"/>
              </a:rPr>
              <a:t>priority </a:t>
            </a:r>
            <a:r xmlns:a="http://schemas.openxmlformats.org/drawingml/2006/main">
              <a:rPr lang="vi" altLang="en-US" sz="2200" b="1" dirty="0" smtClean="0">
                <a:solidFill>
                  <a:schemeClr val="tx1"/>
                </a:solidFill>
                <a:latin typeface="+mn-lt"/>
              </a:rPr>
              <a:t>: </a:t>
            </a:r>
            <a:r xmlns:a="http://schemas.openxmlformats.org/drawingml/2006/main">
              <a:rPr lang="vi" altLang="en-US" sz="2200" dirty="0" smtClean="0">
                <a:latin typeface="+mn-lt"/>
              </a:rPr>
              <a:t>xác định </a:t>
            </a:r>
            <a:r xmlns:a="http://schemas.openxmlformats.org/drawingml/2006/main">
              <a:rPr lang="vi" altLang="en-US" sz="2200" dirty="0">
                <a:latin typeface="+mn-lt"/>
              </a:rPr>
              <a:t>mức độ ưu tiên giữa các datagram trong luồng</a:t>
            </a:r>
          </a:p>
          <a:p>
            <a:pPr xmlns:a="http://schemas.openxmlformats.org/drawingml/2006/main" marL="0" indent="0">
              <a:buNone/>
              <a:tabLst>
                <a:tab pos="0" algn="l"/>
              </a:tabLst>
            </a:pPr>
            <a:r xmlns:a="http://schemas.openxmlformats.org/drawingml/2006/main">
              <a:rPr lang="vi" altLang="en-US" sz="2200" b="1" dirty="0">
                <a:solidFill>
                  <a:schemeClr val="tx1"/>
                </a:solidFill>
                <a:latin typeface="+mn-lt"/>
              </a:rPr>
              <a:t>Nhãn luồng: </a:t>
            </a:r>
            <a:r xmlns:a="http://schemas.openxmlformats.org/drawingml/2006/main">
              <a:rPr lang="vi" altLang="en-US" sz="2200" dirty="0">
                <a:latin typeface="+mn-lt"/>
              </a:rPr>
              <a:t>xác định các datagram trong cùng một </a:t>
            </a:r>
            <a:r xmlns:a="http://schemas.openxmlformats.org/drawingml/2006/main">
              <a:rPr lang="vi" altLang="ja-JP" sz="2200" dirty="0" smtClean="0">
                <a:latin typeface="+mn-lt"/>
              </a:rPr>
              <a:t>“luồng”. </a:t>
            </a:r>
            <a:r xmlns:a="http://schemas.openxmlformats.org/drawingml/2006/main">
              <a:rPr lang="vi" altLang="en-US" sz="2200" dirty="0" smtClean="0">
                <a:latin typeface="+mn-lt"/>
              </a:rPr>
              <a:t>( </a:t>
            </a:r>
            <a:r xmlns:a="http://schemas.openxmlformats.org/drawingml/2006/main">
              <a:rPr lang="vi" altLang="en-US" sz="2200" dirty="0">
                <a:latin typeface="+mn-lt"/>
              </a:rPr>
              <a:t>khái niệm </a:t>
            </a:r>
            <a:r xmlns:a="http://schemas.openxmlformats.org/drawingml/2006/main">
              <a:rPr lang="vi" altLang="en-US" sz="2200" dirty="0" smtClean="0">
                <a:latin typeface="+mn-lt"/>
              </a:rPr>
              <a:t>về </a:t>
            </a:r>
            <a:r xmlns:a="http://schemas.openxmlformats.org/drawingml/2006/main">
              <a:rPr lang="vi" altLang="ja-JP" sz="2200" dirty="0" smtClean="0">
                <a:latin typeface="+mn-lt"/>
              </a:rPr>
              <a:t>"dòng chảy" </a:t>
            </a:r>
            <a:r xmlns:a="http://schemas.openxmlformats.org/drawingml/2006/main">
              <a:rPr lang="vi" altLang="ja-JP" sz="2200" dirty="0">
                <a:latin typeface="+mn-lt"/>
              </a:rPr>
              <a:t>không được xác định rõ).</a:t>
            </a:r>
          </a:p>
          <a:p>
            <a:pPr xmlns:a="http://schemas.openxmlformats.org/drawingml/2006/main" marL="0" indent="0">
              <a:buNone/>
            </a:pPr>
            <a:r xmlns:a="http://schemas.openxmlformats.org/drawingml/2006/main">
              <a:rPr lang="vi" altLang="en-US" sz="2200" b="1" dirty="0" smtClean="0">
                <a:solidFill>
                  <a:schemeClr val="tx1"/>
                </a:solidFill>
                <a:latin typeface="+mn-lt"/>
              </a:rPr>
              <a:t>tiếp theo </a:t>
            </a:r>
            <a:r xmlns:a="http://schemas.openxmlformats.org/drawingml/2006/main">
              <a:rPr lang="vi" altLang="en-US" sz="2200" b="1" dirty="0">
                <a:solidFill>
                  <a:schemeClr val="tx1"/>
                </a:solidFill>
                <a:latin typeface="+mn-lt"/>
              </a:rPr>
              <a:t>: </a:t>
            </a:r>
            <a:r xmlns:a="http://schemas.openxmlformats.org/drawingml/2006/main">
              <a:rPr lang="vi" altLang="en-US" sz="2200" dirty="0">
                <a:latin typeface="+mn-lt"/>
              </a:rPr>
              <a:t>xác định giao thức lớp trên cho </a:t>
            </a:r>
            <a:r xmlns:a="http://schemas.openxmlformats.org/drawingml/2006/main">
              <a:rPr lang="vi" altLang="en-US" sz="2200" dirty="0" smtClean="0">
                <a:latin typeface="+mn-lt"/>
              </a:rPr>
              <a:t>dữ liệu</a:t>
            </a:r>
            <a:endParaRPr xmlns:a="http://schemas.openxmlformats.org/drawingml/2006/main" lang="en-US" altLang="en-US" sz="2200" dirty="0">
              <a:latin typeface="+mn-lt"/>
            </a:endParaRPr>
          </a:p>
        </p:txBody>
      </p:sp>
      <p:pic>
        <p:nvPicPr>
          <p:cNvPr id="4" name="Picture 3" descr="A diagram is a structure diagram of 5 rows. The diagram has a width of 32 bits. Row 1, 3 parts. The parts are of increasing length. 1, version. 2, traffic class. 3, flow label. Row 2, 3 parts. The row is divided in half. Half 1, payload length. Half 2, divided in half. 1, next h d r. 2, hop limit. Row 3, 1 part. Source address, 128 bits. Row 4, 1 part. Destination address, 128 bits. Row 5, 1 part. Data."/>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15022" y="3666192"/>
            <a:ext cx="4913957" cy="2641714"/>
          </a:xfrm>
          <a:prstGeom prst="rect">
            <a:avLst/>
          </a:prstGeom>
        </p:spPr>
      </p:pic>
    </p:spTree>
    <p:extLst>
      <p:ext uri="{BB962C8B-B14F-4D97-AF65-F5344CB8AC3E}">
        <p14:creationId xmlns:p14="http://schemas.microsoft.com/office/powerpoint/2010/main" val="1307729641"/>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dirty="0"/>
              <a:t>Những thay đổi khác từ </a:t>
            </a:r>
            <a:r xmlns:a="http://schemas.openxmlformats.org/drawingml/2006/main">
              <a:rPr lang="vi" dirty="0" smtClean="0"/>
              <a:t>tôi</a:t>
            </a:r>
            <a:r xmlns:a="http://schemas.openxmlformats.org/drawingml/2006/main">
              <a:rPr lang="vi" sz="100" dirty="0" smtClean="0"/>
              <a:t> </a:t>
            </a:r>
            <a:r xmlns:a="http://schemas.openxmlformats.org/drawingml/2006/main">
              <a:rPr lang="vi" dirty="0" smtClean="0"/>
              <a:t>P</a:t>
            </a:r>
            <a:r xmlns:a="http://schemas.openxmlformats.org/drawingml/2006/main">
              <a:rPr lang="vi" sz="100" dirty="0" smtClean="0"/>
              <a:t> </a:t>
            </a:r>
            <a:r xmlns:a="http://schemas.openxmlformats.org/drawingml/2006/main">
              <a:rPr lang="vi" dirty="0" smtClean="0"/>
              <a:t>v</a:t>
            </a:r>
            <a:r xmlns:a="http://schemas.openxmlformats.org/drawingml/2006/main">
              <a:rPr lang="vi" sz="100" dirty="0" smtClean="0"/>
              <a:t> </a:t>
            </a:r>
            <a:r xmlns:a="http://schemas.openxmlformats.org/drawingml/2006/main">
              <a:rPr lang="vi" dirty="0" smtClean="0"/>
              <a:t>4</a:t>
            </a:r>
            <a:endParaRPr xmlns:a="http://schemas.openxmlformats.org/drawingml/2006/main" lang="en-US" dirty="0"/>
          </a:p>
        </p:txBody>
      </p:sp>
      <p:sp>
        <p:nvSpPr>
          <p:cNvPr id="3" name="Text Placeholder 2"/>
          <p:cNvSpPr>
            <a:spLocks noGrp="1"/>
          </p:cNvSpPr>
          <p:nvPr>
            <p:ph type="body" idx="1"/>
          </p:nvPr>
        </p:nvSpPr>
        <p:spPr/>
        <p:txBody>
          <a:bodyPr/>
          <a:lstStyle/>
          <a:p>
            <a:r xmlns:a="http://schemas.openxmlformats.org/drawingml/2006/main">
              <a:rPr lang="vi" altLang="en-US" sz="2400" b="1" dirty="0">
                <a:solidFill>
                  <a:schemeClr val="tx1"/>
                </a:solidFill>
                <a:latin typeface="+mn-lt"/>
                <a:ea typeface="ＭＳ Ｐゴシック" charset="-128"/>
                <a:cs typeface="ＭＳ Ｐゴシック" charset="-128"/>
              </a:rPr>
              <a:t>tổng kiểm tra: </a:t>
            </a:r>
            <a:r xmlns:a="http://schemas.openxmlformats.org/drawingml/2006/main">
              <a:rPr lang="vi" altLang="en-US" sz="2400" dirty="0">
                <a:latin typeface="+mn-lt"/>
                <a:ea typeface="ＭＳ Ｐゴシック" charset="-128"/>
                <a:cs typeface="ＭＳ Ｐゴシック" charset="-128"/>
              </a:rPr>
              <a:t>loại bỏ hoàn toàn để giảm thời gian xử lý tại mỗi bước nhảy</a:t>
            </a:r>
          </a:p>
          <a:p>
            <a:r xmlns:a="http://schemas.openxmlformats.org/drawingml/2006/main">
              <a:rPr lang="vi" altLang="en-US" sz="2400" b="1" dirty="0">
                <a:solidFill>
                  <a:schemeClr val="tx1"/>
                </a:solidFill>
                <a:latin typeface="+mn-lt"/>
                <a:ea typeface="ＭＳ Ｐゴシック" charset="-128"/>
                <a:cs typeface="ＭＳ Ｐゴシック" charset="-128"/>
              </a:rPr>
              <a:t>tùy chọn: </a:t>
            </a:r>
            <a:r xmlns:a="http://schemas.openxmlformats.org/drawingml/2006/main">
              <a:rPr lang="vi" altLang="en-US" sz="2400" dirty="0">
                <a:latin typeface="+mn-lt"/>
                <a:ea typeface="ＭＳ Ｐゴシック" charset="-128"/>
                <a:cs typeface="ＭＳ Ｐゴシック" charset="-128"/>
              </a:rPr>
              <a:t>được phép, nhưng bên ngoài tiêu đề, được biểu thị bằng </a:t>
            </a:r>
            <a:r xmlns:a="http://schemas.openxmlformats.org/drawingml/2006/main">
              <a:rPr lang="vi" altLang="ja-JP" sz="2400" dirty="0">
                <a:latin typeface="+mn-lt"/>
                <a:ea typeface="ＭＳ Ｐゴシック" charset="-128"/>
                <a:cs typeface="ＭＳ Ｐゴシック" charset="-128"/>
              </a:rPr>
              <a:t>trường </a:t>
            </a:r>
            <a:r xmlns:a="http://schemas.openxmlformats.org/drawingml/2006/main">
              <a:rPr lang="vi" altLang="ja-JP" sz="2400" dirty="0" smtClean="0">
                <a:latin typeface="+mn-lt"/>
                <a:ea typeface="ＭＳ Ｐゴシック" charset="-128"/>
                <a:cs typeface="ＭＳ Ｐゴシック" charset="-128"/>
              </a:rPr>
              <a:t>“Tiêu đề tiếp theo”</a:t>
            </a:r>
          </a:p>
          <a:p>
            <a:r xmlns:a="http://schemas.openxmlformats.org/drawingml/2006/main">
              <a:rPr lang="vi" altLang="en-US" sz="2400" b="1" dirty="0" smtClean="0">
                <a:solidFill>
                  <a:schemeClr val="tx1"/>
                </a:solidFill>
                <a:latin typeface="+mn-lt"/>
                <a:ea typeface="ＭＳ Ｐゴシック" charset="-128"/>
                <a:cs typeface="ＭＳ Ｐゴシック" charset="-128"/>
              </a:rPr>
              <a:t>Tôi</a:t>
            </a:r>
            <a:r xmlns:a="http://schemas.openxmlformats.org/drawingml/2006/main">
              <a:rPr lang="vi" altLang="en-US" sz="100" b="1" dirty="0" smtClean="0">
                <a:solidFill>
                  <a:schemeClr val="tx1"/>
                </a:solidFill>
                <a:latin typeface="+mn-lt"/>
                <a:ea typeface="ＭＳ Ｐゴシック" charset="-128"/>
                <a:cs typeface="ＭＳ Ｐゴシック" charset="-128"/>
              </a:rPr>
              <a:t> </a:t>
            </a:r>
            <a:r xmlns:a="http://schemas.openxmlformats.org/drawingml/2006/main">
              <a:rPr lang="vi" altLang="en-US" sz="2400" b="1" dirty="0" smtClean="0">
                <a:solidFill>
                  <a:schemeClr val="tx1"/>
                </a:solidFill>
                <a:latin typeface="+mn-lt"/>
                <a:ea typeface="ＭＳ Ｐゴシック" charset="-128"/>
                <a:cs typeface="ＭＳ Ｐゴシック" charset="-128"/>
              </a:rPr>
              <a:t>C</a:t>
            </a:r>
            <a:r xmlns:a="http://schemas.openxmlformats.org/drawingml/2006/main">
              <a:rPr lang="vi" altLang="en-US" sz="100" b="1" dirty="0" smtClean="0">
                <a:solidFill>
                  <a:schemeClr val="tx1"/>
                </a:solidFill>
                <a:latin typeface="+mn-lt"/>
                <a:ea typeface="ＭＳ Ｐゴシック" charset="-128"/>
                <a:cs typeface="ＭＳ Ｐゴシック" charset="-128"/>
              </a:rPr>
              <a:t> </a:t>
            </a:r>
            <a:r xmlns:a="http://schemas.openxmlformats.org/drawingml/2006/main">
              <a:rPr lang="vi" altLang="en-US" sz="2400" b="1" dirty="0" smtClean="0">
                <a:solidFill>
                  <a:schemeClr val="tx1"/>
                </a:solidFill>
                <a:latin typeface="+mn-lt"/>
                <a:ea typeface="ＭＳ Ｐゴシック" charset="-128"/>
                <a:cs typeface="ＭＳ Ｐゴシック" charset="-128"/>
              </a:rPr>
              <a:t>m</a:t>
            </a:r>
            <a:r xmlns:a="http://schemas.openxmlformats.org/drawingml/2006/main">
              <a:rPr lang="vi" altLang="en-US" sz="100" b="1" dirty="0" smtClean="0">
                <a:solidFill>
                  <a:schemeClr val="tx1"/>
                </a:solidFill>
                <a:latin typeface="+mn-lt"/>
                <a:ea typeface="ＭＳ Ｐゴシック" charset="-128"/>
                <a:cs typeface="ＭＳ Ｐゴシック" charset="-128"/>
              </a:rPr>
              <a:t> </a:t>
            </a:r>
            <a:r xmlns:a="http://schemas.openxmlformats.org/drawingml/2006/main">
              <a:rPr lang="vi" altLang="en-US" sz="2400" b="1" dirty="0" smtClean="0">
                <a:solidFill>
                  <a:schemeClr val="tx1"/>
                </a:solidFill>
                <a:latin typeface="+mn-lt"/>
                <a:ea typeface="ＭＳ Ｐゴシック" charset="-128"/>
                <a:cs typeface="ＭＳ Ｐゴシック" charset="-128"/>
              </a:rPr>
              <a:t>P</a:t>
            </a:r>
            <a:r xmlns:a="http://schemas.openxmlformats.org/drawingml/2006/main">
              <a:rPr lang="vi" altLang="en-US" sz="100" b="1" dirty="0" smtClean="0">
                <a:solidFill>
                  <a:schemeClr val="tx1"/>
                </a:solidFill>
                <a:latin typeface="+mn-lt"/>
                <a:ea typeface="ＭＳ Ｐゴシック" charset="-128"/>
                <a:cs typeface="ＭＳ Ｐゴシック" charset="-128"/>
              </a:rPr>
              <a:t> </a:t>
            </a:r>
            <a:r xmlns:a="http://schemas.openxmlformats.org/drawingml/2006/main">
              <a:rPr lang="vi" altLang="en-US" sz="2400" b="1" dirty="0" smtClean="0">
                <a:solidFill>
                  <a:schemeClr val="tx1"/>
                </a:solidFill>
                <a:latin typeface="+mn-lt"/>
                <a:ea typeface="ＭＳ Ｐゴシック" charset="-128"/>
                <a:cs typeface="ＭＳ Ｐゴシック" charset="-128"/>
              </a:rPr>
              <a:t>v</a:t>
            </a:r>
            <a:r xmlns:a="http://schemas.openxmlformats.org/drawingml/2006/main">
              <a:rPr lang="vi" altLang="en-US" sz="100" b="1" dirty="0" smtClean="0">
                <a:solidFill>
                  <a:schemeClr val="tx1"/>
                </a:solidFill>
                <a:latin typeface="+mn-lt"/>
                <a:ea typeface="ＭＳ Ｐゴシック" charset="-128"/>
                <a:cs typeface="ＭＳ Ｐゴシック" charset="-128"/>
              </a:rPr>
              <a:t> </a:t>
            </a:r>
            <a:r xmlns:a="http://schemas.openxmlformats.org/drawingml/2006/main">
              <a:rPr lang="vi" altLang="en-US" sz="2400" b="1" dirty="0" smtClean="0">
                <a:solidFill>
                  <a:schemeClr val="tx1"/>
                </a:solidFill>
                <a:latin typeface="+mn-lt"/>
                <a:ea typeface="ＭＳ Ｐゴシック" charset="-128"/>
                <a:cs typeface="ＭＳ Ｐゴシック" charset="-128"/>
              </a:rPr>
              <a:t>6 </a:t>
            </a:r>
            <a:r xmlns:a="http://schemas.openxmlformats.org/drawingml/2006/main">
              <a:rPr lang="vi" altLang="en-US" sz="2400" b="1" dirty="0">
                <a:solidFill>
                  <a:schemeClr val="tx1"/>
                </a:solidFill>
                <a:latin typeface="+mn-lt"/>
                <a:ea typeface="ＭＳ Ｐゴシック" charset="-128"/>
                <a:cs typeface="ＭＳ Ｐゴシック" charset="-128"/>
              </a:rPr>
              <a:t>: </a:t>
            </a:r>
            <a:r xmlns:a="http://schemas.openxmlformats.org/drawingml/2006/main">
              <a:rPr lang="vi" altLang="en-US" sz="2400" dirty="0">
                <a:latin typeface="+mn-lt"/>
                <a:ea typeface="ＭＳ Ｐゴシック" charset="-128"/>
                <a:cs typeface="ＭＳ Ｐゴシック" charset="-128"/>
              </a:rPr>
              <a:t>phiên bản mới của </a:t>
            </a:r>
            <a:r xmlns:a="http://schemas.openxmlformats.org/drawingml/2006/main">
              <a:rPr lang="vi" altLang="en-US" sz="2400" dirty="0" smtClean="0">
                <a:latin typeface="+mn-lt"/>
                <a:ea typeface="ＭＳ Ｐゴシック" charset="-128"/>
                <a:cs typeface="ＭＳ Ｐゴシック" charset="-128"/>
              </a:rPr>
              <a:t>tôi</a:t>
            </a:r>
            <a:r xmlns:a="http://schemas.openxmlformats.org/drawingml/2006/main">
              <a:rPr lang="vi" altLang="en-US" sz="100" dirty="0" smtClean="0">
                <a:latin typeface="+mn-lt"/>
                <a:ea typeface="ＭＳ Ｐゴシック" charset="-128"/>
                <a:cs typeface="ＭＳ Ｐゴシック" charset="-128"/>
              </a:rPr>
              <a:t> </a:t>
            </a:r>
            <a:r xmlns:a="http://schemas.openxmlformats.org/drawingml/2006/main">
              <a:rPr lang="vi" altLang="en-US" sz="2400" dirty="0" smtClean="0">
                <a:latin typeface="+mn-lt"/>
                <a:ea typeface="ＭＳ Ｐゴシック" charset="-128"/>
                <a:cs typeface="ＭＳ Ｐゴシック" charset="-128"/>
              </a:rPr>
              <a:t>C</a:t>
            </a:r>
            <a:r xmlns:a="http://schemas.openxmlformats.org/drawingml/2006/main">
              <a:rPr lang="vi" altLang="en-US" sz="100" dirty="0" smtClean="0">
                <a:latin typeface="+mn-lt"/>
                <a:ea typeface="ＭＳ Ｐゴシック" charset="-128"/>
                <a:cs typeface="ＭＳ Ｐゴシック" charset="-128"/>
              </a:rPr>
              <a:t> </a:t>
            </a:r>
            <a:r xmlns:a="http://schemas.openxmlformats.org/drawingml/2006/main">
              <a:rPr lang="vi" altLang="en-US" sz="2400" dirty="0" smtClean="0">
                <a:latin typeface="+mn-lt"/>
                <a:ea typeface="ＭＳ Ｐゴシック" charset="-128"/>
                <a:cs typeface="ＭＳ Ｐゴシック" charset="-128"/>
              </a:rPr>
              <a:t>m</a:t>
            </a:r>
            <a:r xmlns:a="http://schemas.openxmlformats.org/drawingml/2006/main">
              <a:rPr lang="vi" altLang="en-US" sz="100" dirty="0" smtClean="0">
                <a:latin typeface="+mn-lt"/>
                <a:ea typeface="ＭＳ Ｐゴシック" charset="-128"/>
                <a:cs typeface="ＭＳ Ｐゴシック" charset="-128"/>
              </a:rPr>
              <a:t> </a:t>
            </a:r>
            <a:r xmlns:a="http://schemas.openxmlformats.org/drawingml/2006/main">
              <a:rPr lang="vi" altLang="en-US" sz="2400" dirty="0" smtClean="0">
                <a:latin typeface="+mn-lt"/>
                <a:ea typeface="ＭＳ Ｐゴシック" charset="-128"/>
                <a:cs typeface="ＭＳ Ｐゴシック" charset="-128"/>
              </a:rPr>
              <a:t>P</a:t>
            </a:r>
            <a:endParaRPr xmlns:a="http://schemas.openxmlformats.org/drawingml/2006/main" lang="en-US" altLang="en-US" sz="2400" dirty="0">
              <a:latin typeface="+mn-lt"/>
              <a:ea typeface="ＭＳ Ｐゴシック" charset="-128"/>
              <a:cs typeface="ＭＳ Ｐゴシック" charset="-128"/>
            </a:endParaRPr>
          </a:p>
          <a:p>
            <a:pPr xmlns:a="http://schemas.openxmlformats.org/drawingml/2006/main" lvl="1"/>
            <a:r xmlns:a="http://schemas.openxmlformats.org/drawingml/2006/main">
              <a:rPr lang="vi" altLang="en-US" sz="2400" dirty="0">
                <a:latin typeface="+mn-lt"/>
                <a:ea typeface="ＭＳ Ｐゴシック" charset="-128"/>
              </a:rPr>
              <a:t>các loại thông báo bổ sung, ví dụ: </a:t>
            </a:r>
            <a:r xmlns:a="http://schemas.openxmlformats.org/drawingml/2006/main">
              <a:rPr lang="vi" altLang="ja-JP" sz="2400" dirty="0" smtClean="0">
                <a:latin typeface="+mn-lt"/>
                <a:ea typeface="ＭＳ Ｐゴシック" charset="-128"/>
              </a:rPr>
              <a:t>“Gói </a:t>
            </a:r>
            <a:r xmlns:a="http://schemas.openxmlformats.org/drawingml/2006/main">
              <a:rPr lang="vi" altLang="ja-JP" sz="2400" dirty="0">
                <a:latin typeface="+mn-lt"/>
                <a:ea typeface="ＭＳ Ｐゴシック" charset="-128"/>
              </a:rPr>
              <a:t>quá </a:t>
            </a:r>
            <a:r xmlns:a="http://schemas.openxmlformats.org/drawingml/2006/main">
              <a:rPr lang="vi" altLang="ja-JP" sz="2400" dirty="0" smtClean="0">
                <a:latin typeface="+mn-lt"/>
                <a:ea typeface="ＭＳ Ｐゴシック" charset="-128"/>
              </a:rPr>
              <a:t>lớn”</a:t>
            </a:r>
            <a:endParaRPr xmlns:a="http://schemas.openxmlformats.org/drawingml/2006/main" lang="en-US" altLang="ja-JP" sz="2400" dirty="0">
              <a:latin typeface="+mn-lt"/>
              <a:ea typeface="ＭＳ Ｐゴシック" charset="-128"/>
            </a:endParaRPr>
          </a:p>
          <a:p>
            <a:pPr xmlns:a="http://schemas.openxmlformats.org/drawingml/2006/main" lvl="1"/>
            <a:r xmlns:a="http://schemas.openxmlformats.org/drawingml/2006/main">
              <a:rPr lang="vi" altLang="en-US" sz="2400" dirty="0" smtClean="0">
                <a:latin typeface="+mn-lt"/>
                <a:ea typeface="ＭＳ Ｐゴシック" charset="-128"/>
              </a:rPr>
              <a:t>chức năng </a:t>
            </a:r>
            <a:endParaRPr xmlns:a="http://schemas.openxmlformats.org/drawingml/2006/main" lang="en-US" altLang="en-US" sz="2400" dirty="0">
              <a:latin typeface="+mn-lt"/>
              <a:ea typeface="ＭＳ Ｐゴシック" charset="-128"/>
            </a:endParaRPr>
            <a:r xmlns:a="http://schemas.openxmlformats.org/drawingml/2006/main">
              <a:rPr lang="vi" altLang="en-US" sz="2400" dirty="0">
                <a:latin typeface="+mn-lt"/>
                <a:ea typeface="ＭＳ Ｐゴシック" charset="-128"/>
              </a:rPr>
              <a:t>quản lý nhóm multicast</a:t>
            </a:r>
          </a:p>
        </p:txBody>
      </p:sp>
    </p:spTree>
    <p:extLst>
      <p:ext uri="{BB962C8B-B14F-4D97-AF65-F5344CB8AC3E}">
        <p14:creationId xmlns:p14="http://schemas.microsoft.com/office/powerpoint/2010/main" val="3234073636"/>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dirty="0">
                <a:ea typeface="ＭＳ Ｐゴシック" charset="0"/>
              </a:rPr>
              <a:t>chuyển từ </a:t>
            </a:r>
            <a:r xmlns:a="http://schemas.openxmlformats.org/drawingml/2006/main">
              <a:rPr lang="vi" dirty="0" smtClean="0">
                <a:ea typeface="ＭＳ Ｐゴシック" charset="0"/>
              </a:rPr>
              <a:t>tôi</a:t>
            </a:r>
            <a:r xmlns:a="http://schemas.openxmlformats.org/drawingml/2006/main">
              <a:rPr lang="vi" sz="100" dirty="0" smtClean="0">
                <a:ea typeface="ＭＳ Ｐゴシック" charset="0"/>
              </a:rPr>
              <a:t> </a:t>
            </a:r>
            <a:r xmlns:a="http://schemas.openxmlformats.org/drawingml/2006/main">
              <a:rPr lang="vi" dirty="0" smtClean="0">
                <a:ea typeface="ＭＳ Ｐゴシック" charset="0"/>
              </a:rPr>
              <a:t>P</a:t>
            </a:r>
            <a:r xmlns:a="http://schemas.openxmlformats.org/drawingml/2006/main">
              <a:rPr lang="vi" sz="100" dirty="0" smtClean="0">
                <a:ea typeface="ＭＳ Ｐゴシック" charset="0"/>
              </a:rPr>
              <a:t> </a:t>
            </a:r>
            <a:r xmlns:a="http://schemas.openxmlformats.org/drawingml/2006/main">
              <a:rPr lang="vi" dirty="0" smtClean="0">
                <a:ea typeface="ＭＳ Ｐゴシック" charset="0"/>
              </a:rPr>
              <a:t>v</a:t>
            </a:r>
            <a:r xmlns:a="http://schemas.openxmlformats.org/drawingml/2006/main">
              <a:rPr lang="vi" sz="100" dirty="0" smtClean="0">
                <a:ea typeface="ＭＳ Ｐゴシック" charset="0"/>
              </a:rPr>
              <a:t> </a:t>
            </a:r>
            <a:r xmlns:a="http://schemas.openxmlformats.org/drawingml/2006/main">
              <a:rPr lang="vi" dirty="0" smtClean="0">
                <a:ea typeface="ＭＳ Ｐゴシック" charset="0"/>
              </a:rPr>
              <a:t>4 </a:t>
            </a:r>
            <a:r xmlns:a="http://schemas.openxmlformats.org/drawingml/2006/main">
              <a:rPr lang="vi" dirty="0">
                <a:ea typeface="ＭＳ Ｐゴシック" charset="0"/>
              </a:rPr>
              <a:t>đến </a:t>
            </a:r>
            <a:r xmlns:a="http://schemas.openxmlformats.org/drawingml/2006/main">
              <a:rPr lang="vi" dirty="0" smtClean="0">
                <a:ea typeface="ＭＳ Ｐゴシック" charset="0"/>
              </a:rPr>
              <a:t>tôi</a:t>
            </a:r>
            <a:r xmlns:a="http://schemas.openxmlformats.org/drawingml/2006/main">
              <a:rPr lang="vi" sz="100" dirty="0" smtClean="0">
                <a:ea typeface="ＭＳ Ｐゴシック" charset="0"/>
              </a:rPr>
              <a:t> </a:t>
            </a:r>
            <a:r xmlns:a="http://schemas.openxmlformats.org/drawingml/2006/main">
              <a:rPr lang="vi" dirty="0" smtClean="0">
                <a:ea typeface="ＭＳ Ｐゴシック" charset="0"/>
              </a:rPr>
              <a:t>P</a:t>
            </a:r>
            <a:r xmlns:a="http://schemas.openxmlformats.org/drawingml/2006/main">
              <a:rPr lang="vi" sz="100" dirty="0" smtClean="0">
                <a:ea typeface="ＭＳ Ｐゴシック" charset="0"/>
              </a:rPr>
              <a:t> </a:t>
            </a:r>
            <a:r xmlns:a="http://schemas.openxmlformats.org/drawingml/2006/main">
              <a:rPr lang="vi" dirty="0" smtClean="0">
                <a:ea typeface="ＭＳ Ｐゴシック" charset="0"/>
              </a:rPr>
              <a:t>v</a:t>
            </a:r>
            <a:r xmlns:a="http://schemas.openxmlformats.org/drawingml/2006/main">
              <a:rPr lang="vi" sz="100" dirty="0" smtClean="0">
                <a:ea typeface="ＭＳ Ｐゴシック" charset="0"/>
              </a:rPr>
              <a:t> </a:t>
            </a:r>
            <a:r xmlns:a="http://schemas.openxmlformats.org/drawingml/2006/main">
              <a:rPr lang="vi" dirty="0" smtClean="0">
                <a:ea typeface="ＭＳ Ｐゴシック" charset="0"/>
              </a:rPr>
              <a:t>6</a:t>
            </a:r>
            <a:endParaRPr xmlns:a="http://schemas.openxmlformats.org/drawingml/2006/main" lang="en-US" b="0" dirty="0"/>
          </a:p>
        </p:txBody>
      </p:sp>
      <p:sp>
        <p:nvSpPr>
          <p:cNvPr id="3" name="Text Placeholder 2"/>
          <p:cNvSpPr>
            <a:spLocks noGrp="1"/>
          </p:cNvSpPr>
          <p:nvPr>
            <p:ph type="body" idx="1"/>
          </p:nvPr>
        </p:nvSpPr>
        <p:spPr/>
        <p:txBody>
          <a:bodyPr/>
          <a:lstStyle/>
          <a:p>
            <a:r xmlns:a="http://schemas.openxmlformats.org/drawingml/2006/main">
              <a:rPr lang="vi" altLang="en-US" sz="2400" dirty="0">
                <a:latin typeface="+mn-lt"/>
                <a:ea typeface="ＭＳ Ｐゴシック" charset="-128"/>
                <a:cs typeface="ＭＳ Ｐゴシック" charset="-128"/>
              </a:rPr>
              <a:t>không phải tất cả các bộ định tuyến đều có thể được nâng cấp đồng thời</a:t>
            </a:r>
          </a:p>
          <a:p>
            <a:pPr xmlns:a="http://schemas.openxmlformats.org/drawingml/2006/main" lvl="1"/>
            <a:r xmlns:a="http://schemas.openxmlformats.org/drawingml/2006/main">
              <a:rPr lang="vi" altLang="en-US" sz="2400" dirty="0">
                <a:latin typeface="+mn-lt"/>
                <a:ea typeface="ＭＳ Ｐゴシック" charset="-128"/>
              </a:rPr>
              <a:t>không có </a:t>
            </a:r>
            <a:r xmlns:a="http://schemas.openxmlformats.org/drawingml/2006/main">
              <a:rPr lang="vi" altLang="ja-JP" sz="2400" dirty="0" smtClean="0">
                <a:latin typeface="+mn-lt"/>
                <a:ea typeface="ＭＳ Ｐゴシック" charset="-128"/>
              </a:rPr>
              <a:t>“ngày cờ”</a:t>
            </a:r>
            <a:endParaRPr xmlns:a="http://schemas.openxmlformats.org/drawingml/2006/main" lang="en-US" altLang="ja-JP" sz="2400" dirty="0">
              <a:latin typeface="+mn-lt"/>
              <a:ea typeface="ＭＳ Ｐゴシック" charset="-128"/>
            </a:endParaRPr>
          </a:p>
          <a:p>
            <a:pPr xmlns:a="http://schemas.openxmlformats.org/drawingml/2006/main" lvl="1"/>
            <a:r xmlns:a="http://schemas.openxmlformats.org/drawingml/2006/main">
              <a:rPr lang="vi" altLang="en-US" sz="2400" dirty="0">
                <a:latin typeface="+mn-lt"/>
                <a:ea typeface="ＭＳ Ｐゴシック" charset="-128"/>
              </a:rPr>
              <a:t>mạng sẽ hoạt động như thế nào với </a:t>
            </a:r>
            <a:r xmlns:a="http://schemas.openxmlformats.org/drawingml/2006/main">
              <a:rPr lang="vi" altLang="en-US" sz="2400" dirty="0" smtClean="0">
                <a:latin typeface="+mn-lt"/>
                <a:ea typeface="ＭＳ Ｐゴシック" charset="-128"/>
              </a:rPr>
              <a:t>tôi hỗn hợp</a:t>
            </a:r>
            <a:r xmlns:a="http://schemas.openxmlformats.org/drawingml/2006/main">
              <a:rPr lang="vi" altLang="en-US" sz="100" dirty="0" smtClean="0">
                <a:latin typeface="+mn-lt"/>
                <a:ea typeface="ＭＳ Ｐゴシック" charset="-128"/>
              </a:rPr>
              <a:t> </a:t>
            </a:r>
            <a:r xmlns:a="http://schemas.openxmlformats.org/drawingml/2006/main">
              <a:rPr lang="vi" altLang="en-US" sz="2400" dirty="0" smtClean="0">
                <a:latin typeface="+mn-lt"/>
                <a:ea typeface="ＭＳ Ｐゴシック" charset="-128"/>
              </a:rPr>
              <a:t>P</a:t>
            </a:r>
            <a:r xmlns:a="http://schemas.openxmlformats.org/drawingml/2006/main">
              <a:rPr lang="vi" altLang="en-US" sz="100" dirty="0" smtClean="0">
                <a:latin typeface="+mn-lt"/>
                <a:ea typeface="ＭＳ Ｐゴシック" charset="-128"/>
              </a:rPr>
              <a:t> </a:t>
            </a:r>
            <a:r xmlns:a="http://schemas.openxmlformats.org/drawingml/2006/main">
              <a:rPr lang="vi" altLang="en-US" sz="2400" dirty="0" smtClean="0">
                <a:latin typeface="+mn-lt"/>
                <a:ea typeface="ＭＳ Ｐゴシック" charset="-128"/>
              </a:rPr>
              <a:t>v</a:t>
            </a:r>
            <a:r xmlns:a="http://schemas.openxmlformats.org/drawingml/2006/main">
              <a:rPr lang="vi" altLang="en-US" sz="100" dirty="0" smtClean="0">
                <a:latin typeface="+mn-lt"/>
                <a:ea typeface="ＭＳ Ｐゴシック" charset="-128"/>
              </a:rPr>
              <a:t> </a:t>
            </a:r>
            <a:r xmlns:a="http://schemas.openxmlformats.org/drawingml/2006/main">
              <a:rPr lang="vi" altLang="en-US" sz="2400" dirty="0" smtClean="0">
                <a:latin typeface="+mn-lt"/>
                <a:ea typeface="ＭＳ Ｐゴシック" charset="-128"/>
              </a:rPr>
              <a:t>4 </a:t>
            </a:r>
            <a:r xmlns:a="http://schemas.openxmlformats.org/drawingml/2006/main">
              <a:rPr lang="vi" altLang="en-US" sz="2400" dirty="0">
                <a:latin typeface="+mn-lt"/>
                <a:ea typeface="ＭＳ Ｐゴシック" charset="-128"/>
              </a:rPr>
              <a:t>và </a:t>
            </a:r>
            <a:r xmlns:a="http://schemas.openxmlformats.org/drawingml/2006/main">
              <a:rPr lang="vi" altLang="en-US" sz="2400" dirty="0" smtClean="0">
                <a:latin typeface="+mn-lt"/>
                <a:ea typeface="ＭＳ Ｐゴシック" charset="-128"/>
              </a:rPr>
              <a:t>tôi</a:t>
            </a:r>
            <a:r xmlns:a="http://schemas.openxmlformats.org/drawingml/2006/main">
              <a:rPr lang="vi" altLang="en-US" sz="100" dirty="0" smtClean="0">
                <a:latin typeface="+mn-lt"/>
                <a:ea typeface="ＭＳ Ｐゴシック" charset="-128"/>
              </a:rPr>
              <a:t> </a:t>
            </a:r>
            <a:r xmlns:a="http://schemas.openxmlformats.org/drawingml/2006/main">
              <a:rPr lang="vi" altLang="en-US" sz="2400" dirty="0" smtClean="0">
                <a:latin typeface="+mn-lt"/>
                <a:ea typeface="ＭＳ Ｐゴシック" charset="-128"/>
              </a:rPr>
              <a:t>P</a:t>
            </a:r>
            <a:r xmlns:a="http://schemas.openxmlformats.org/drawingml/2006/main">
              <a:rPr lang="vi" altLang="en-US" sz="100" dirty="0" smtClean="0">
                <a:latin typeface="+mn-lt"/>
                <a:ea typeface="ＭＳ Ｐゴシック" charset="-128"/>
              </a:rPr>
              <a:t> </a:t>
            </a:r>
            <a:r xmlns:a="http://schemas.openxmlformats.org/drawingml/2006/main">
              <a:rPr lang="vi" altLang="en-US" sz="2400" dirty="0" smtClean="0">
                <a:latin typeface="+mn-lt"/>
                <a:ea typeface="ＭＳ Ｐゴシック" charset="-128"/>
              </a:rPr>
              <a:t>v</a:t>
            </a:r>
            <a:r xmlns:a="http://schemas.openxmlformats.org/drawingml/2006/main">
              <a:rPr lang="vi" altLang="en-US" sz="100" dirty="0" smtClean="0">
                <a:latin typeface="+mn-lt"/>
                <a:ea typeface="ＭＳ Ｐゴシック" charset="-128"/>
              </a:rPr>
              <a:t> </a:t>
            </a:r>
            <a:r xmlns:a="http://schemas.openxmlformats.org/drawingml/2006/main">
              <a:rPr lang="vi" altLang="en-US" sz="2400" dirty="0" smtClean="0">
                <a:latin typeface="+mn-lt"/>
                <a:ea typeface="ＭＳ Ｐゴシック" charset="-128"/>
              </a:rPr>
              <a:t>6 </a:t>
            </a:r>
            <a:r xmlns:a="http://schemas.openxmlformats.org/drawingml/2006/main">
              <a:rPr lang="vi" altLang="en-US" sz="2400" dirty="0">
                <a:latin typeface="+mn-lt"/>
                <a:ea typeface="ＭＳ Ｐゴシック" charset="-128"/>
              </a:rPr>
              <a:t>bộ định tuyến </a:t>
            </a:r>
            <a:r xmlns:a="http://schemas.openxmlformats.org/drawingml/2006/main">
              <a:rPr lang="vi" altLang="en-US" sz="2400" dirty="0" smtClean="0">
                <a:latin typeface="+mn-lt"/>
                <a:ea typeface="ＭＳ Ｐゴシック" charset="-128"/>
              </a:rPr>
              <a:t>?</a:t>
            </a:r>
            <a:endParaRPr xmlns:a="http://schemas.openxmlformats.org/drawingml/2006/main" lang="en-US" altLang="en-US" sz="2400" dirty="0">
              <a:latin typeface="+mn-lt"/>
              <a:ea typeface="ＭＳ Ｐゴシック" charset="-128"/>
            </a:endParaRPr>
          </a:p>
          <a:p>
            <a:r xmlns:a="http://schemas.openxmlformats.org/drawingml/2006/main">
              <a:rPr lang="vi" altLang="en-US" sz="2400" b="1" dirty="0">
                <a:solidFill>
                  <a:schemeClr val="tx1"/>
                </a:solidFill>
                <a:latin typeface="+mn-lt"/>
                <a:ea typeface="ＭＳ Ｐゴシック" charset="-128"/>
                <a:cs typeface="ＭＳ Ｐゴシック" charset="-128"/>
              </a:rPr>
              <a:t>đường hầm: </a:t>
            </a:r>
            <a:r xmlns:a="http://schemas.openxmlformats.org/drawingml/2006/main">
              <a:rPr lang="vi" altLang="en-US" sz="2400" dirty="0" smtClean="0">
                <a:latin typeface="+mn-lt"/>
                <a:ea typeface="ＭＳ Ｐゴシック" charset="-128"/>
                <a:cs typeface="ＭＳ Ｐゴシック" charset="-128"/>
              </a:rPr>
              <a:t>tôi</a:t>
            </a:r>
            <a:r xmlns:a="http://schemas.openxmlformats.org/drawingml/2006/main">
              <a:rPr lang="vi" altLang="en-US" sz="100" dirty="0" smtClean="0">
                <a:latin typeface="+mn-lt"/>
                <a:ea typeface="ＭＳ Ｐゴシック" charset="-128"/>
                <a:cs typeface="ＭＳ Ｐゴシック" charset="-128"/>
              </a:rPr>
              <a:t> </a:t>
            </a:r>
            <a:r xmlns:a="http://schemas.openxmlformats.org/drawingml/2006/main">
              <a:rPr lang="vi" altLang="en-US" sz="2400" dirty="0" smtClean="0">
                <a:latin typeface="+mn-lt"/>
                <a:ea typeface="ＭＳ Ｐゴシック" charset="-128"/>
                <a:cs typeface="ＭＳ Ｐゴシック" charset="-128"/>
              </a:rPr>
              <a:t>P</a:t>
            </a:r>
            <a:r xmlns:a="http://schemas.openxmlformats.org/drawingml/2006/main">
              <a:rPr lang="vi" altLang="en-US" sz="100" dirty="0" smtClean="0">
                <a:latin typeface="+mn-lt"/>
                <a:ea typeface="ＭＳ Ｐゴシック" charset="-128"/>
                <a:cs typeface="ＭＳ Ｐゴシック" charset="-128"/>
              </a:rPr>
              <a:t> </a:t>
            </a:r>
            <a:r xmlns:a="http://schemas.openxmlformats.org/drawingml/2006/main">
              <a:rPr lang="vi" altLang="en-US" sz="2400" dirty="0" smtClean="0">
                <a:latin typeface="+mn-lt"/>
                <a:ea typeface="ＭＳ Ｐゴシック" charset="-128"/>
                <a:cs typeface="ＭＳ Ｐゴシック" charset="-128"/>
              </a:rPr>
              <a:t>v</a:t>
            </a:r>
            <a:r xmlns:a="http://schemas.openxmlformats.org/drawingml/2006/main">
              <a:rPr lang="vi" altLang="en-US" sz="100" dirty="0" smtClean="0">
                <a:latin typeface="+mn-lt"/>
                <a:ea typeface="ＭＳ Ｐゴシック" charset="-128"/>
                <a:cs typeface="ＭＳ Ｐゴシック" charset="-128"/>
              </a:rPr>
              <a:t> </a:t>
            </a:r>
            <a:r xmlns:a="http://schemas.openxmlformats.org/drawingml/2006/main">
              <a:rPr lang="vi" altLang="en-US" sz="2400" dirty="0" smtClean="0">
                <a:latin typeface="+mn-lt"/>
                <a:ea typeface="ＭＳ Ｐゴシック" charset="-128"/>
                <a:cs typeface="ＭＳ Ｐゴシック" charset="-128"/>
              </a:rPr>
              <a:t>6 </a:t>
            </a:r>
            <a:r xmlns:a="http://schemas.openxmlformats.org/drawingml/2006/main">
              <a:rPr lang="vi" altLang="en-US" sz="2400" dirty="0">
                <a:latin typeface="+mn-lt"/>
                <a:ea typeface="ＭＳ Ｐゴシック" charset="-128"/>
                <a:cs typeface="ＭＳ Ｐゴシック" charset="-128"/>
              </a:rPr>
              <a:t>datagram được mang dưới dạng </a:t>
            </a:r>
            <a:r xmlns:a="http://schemas.openxmlformats.org/drawingml/2006/main">
              <a:rPr lang="vi" altLang="en-US" sz="2400" b="1" dirty="0">
                <a:solidFill>
                  <a:schemeClr val="tx1"/>
                </a:solidFill>
                <a:latin typeface="+mn-lt"/>
                <a:ea typeface="ＭＳ Ｐゴシック" charset="-128"/>
                <a:cs typeface="ＭＳ Ｐゴシック" charset="-128"/>
              </a:rPr>
              <a:t>tải trọng </a:t>
            </a:r>
            <a:r xmlns:a="http://schemas.openxmlformats.org/drawingml/2006/main">
              <a:rPr lang="vi" altLang="en-US" sz="2400" dirty="0">
                <a:latin typeface="+mn-lt"/>
                <a:ea typeface="ＭＳ Ｐゴシック" charset="-128"/>
                <a:cs typeface="ＭＳ Ｐゴシック" charset="-128"/>
              </a:rPr>
              <a:t>trong </a:t>
            </a:r>
            <a:r xmlns:a="http://schemas.openxmlformats.org/drawingml/2006/main">
              <a:rPr lang="vi" altLang="en-US" sz="2400" dirty="0" smtClean="0">
                <a:latin typeface="+mn-lt"/>
                <a:ea typeface="ＭＳ Ｐゴシック" charset="-128"/>
                <a:cs typeface="ＭＳ Ｐゴシック" charset="-128"/>
              </a:rPr>
              <a:t>I</a:t>
            </a:r>
            <a:r xmlns:a="http://schemas.openxmlformats.org/drawingml/2006/main">
              <a:rPr lang="vi" altLang="en-US" sz="100" dirty="0" smtClean="0">
                <a:latin typeface="+mn-lt"/>
                <a:ea typeface="ＭＳ Ｐゴシック" charset="-128"/>
                <a:cs typeface="ＭＳ Ｐゴシック" charset="-128"/>
              </a:rPr>
              <a:t> </a:t>
            </a:r>
            <a:r xmlns:a="http://schemas.openxmlformats.org/drawingml/2006/main">
              <a:rPr lang="vi" altLang="en-US" sz="2400" dirty="0" smtClean="0">
                <a:latin typeface="+mn-lt"/>
                <a:ea typeface="ＭＳ Ｐゴシック" charset="-128"/>
                <a:cs typeface="ＭＳ Ｐゴシック" charset="-128"/>
              </a:rPr>
              <a:t>P</a:t>
            </a:r>
            <a:r xmlns:a="http://schemas.openxmlformats.org/drawingml/2006/main">
              <a:rPr lang="vi" altLang="en-US" sz="100" dirty="0" smtClean="0">
                <a:latin typeface="+mn-lt"/>
                <a:ea typeface="ＭＳ Ｐゴシック" charset="-128"/>
                <a:cs typeface="ＭＳ Ｐゴシック" charset="-128"/>
              </a:rPr>
              <a:t> </a:t>
            </a:r>
            <a:r xmlns:a="http://schemas.openxmlformats.org/drawingml/2006/main">
              <a:rPr lang="vi" altLang="en-US" sz="2400" dirty="0" smtClean="0">
                <a:latin typeface="+mn-lt"/>
                <a:ea typeface="ＭＳ Ｐゴシック" charset="-128"/>
                <a:cs typeface="ＭＳ Ｐゴシック" charset="-128"/>
              </a:rPr>
              <a:t>v</a:t>
            </a:r>
            <a:r xmlns:a="http://schemas.openxmlformats.org/drawingml/2006/main">
              <a:rPr lang="vi" altLang="en-US" sz="100" dirty="0" smtClean="0">
                <a:latin typeface="+mn-lt"/>
                <a:ea typeface="ＭＳ Ｐゴシック" charset="-128"/>
                <a:cs typeface="ＭＳ Ｐゴシック" charset="-128"/>
              </a:rPr>
              <a:t> </a:t>
            </a:r>
            <a:r xmlns:a="http://schemas.openxmlformats.org/drawingml/2006/main">
              <a:rPr lang="vi" altLang="en-US" sz="2400" dirty="0" smtClean="0">
                <a:latin typeface="+mn-lt"/>
                <a:ea typeface="ＭＳ Ｐゴシック" charset="-128"/>
                <a:cs typeface="ＭＳ Ｐゴシック" charset="-128"/>
              </a:rPr>
              <a:t>4 </a:t>
            </a:r>
            <a:r xmlns:a="http://schemas.openxmlformats.org/drawingml/2006/main">
              <a:rPr lang="vi" altLang="en-US" sz="2400" dirty="0">
                <a:latin typeface="+mn-lt"/>
                <a:ea typeface="ＭＳ Ｐゴシック" charset="-128"/>
                <a:cs typeface="ＭＳ Ｐゴシック" charset="-128"/>
              </a:rPr>
              <a:t>datagram giữa </a:t>
            </a:r>
            <a:r xmlns:a="http://schemas.openxmlformats.org/drawingml/2006/main">
              <a:rPr lang="vi" altLang="en-US" sz="2400" dirty="0" smtClean="0">
                <a:latin typeface="+mn-lt"/>
                <a:ea typeface="ＭＳ Ｐゴシック" charset="-128"/>
                <a:cs typeface="ＭＳ Ｐゴシック" charset="-128"/>
              </a:rPr>
              <a:t>tôi</a:t>
            </a:r>
            <a:r xmlns:a="http://schemas.openxmlformats.org/drawingml/2006/main">
              <a:rPr lang="vi" altLang="en-US" sz="100" dirty="0" smtClean="0">
                <a:latin typeface="+mn-lt"/>
                <a:ea typeface="ＭＳ Ｐゴシック" charset="-128"/>
                <a:cs typeface="ＭＳ Ｐゴシック" charset="-128"/>
              </a:rPr>
              <a:t> </a:t>
            </a:r>
            <a:r xmlns:a="http://schemas.openxmlformats.org/drawingml/2006/main">
              <a:rPr lang="vi" altLang="en-US" sz="2400" dirty="0" smtClean="0">
                <a:latin typeface="+mn-lt"/>
                <a:ea typeface="ＭＳ Ｐゴシック" charset="-128"/>
                <a:cs typeface="ＭＳ Ｐゴシック" charset="-128"/>
              </a:rPr>
              <a:t>P</a:t>
            </a:r>
            <a:r xmlns:a="http://schemas.openxmlformats.org/drawingml/2006/main">
              <a:rPr lang="vi" altLang="en-US" sz="100" dirty="0" smtClean="0">
                <a:latin typeface="+mn-lt"/>
                <a:ea typeface="ＭＳ Ｐゴシック" charset="-128"/>
                <a:cs typeface="ＭＳ Ｐゴシック" charset="-128"/>
              </a:rPr>
              <a:t> </a:t>
            </a:r>
            <a:r xmlns:a="http://schemas.openxmlformats.org/drawingml/2006/main">
              <a:rPr lang="vi" altLang="en-US" sz="2400" dirty="0" smtClean="0">
                <a:latin typeface="+mn-lt"/>
                <a:ea typeface="ＭＳ Ｐゴシック" charset="-128"/>
                <a:cs typeface="ＭＳ Ｐゴシック" charset="-128"/>
              </a:rPr>
              <a:t>v</a:t>
            </a:r>
            <a:r xmlns:a="http://schemas.openxmlformats.org/drawingml/2006/main">
              <a:rPr lang="vi" altLang="en-US" sz="100" dirty="0" smtClean="0">
                <a:latin typeface="+mn-lt"/>
                <a:ea typeface="ＭＳ Ｐゴシック" charset="-128"/>
                <a:cs typeface="ＭＳ Ｐゴシック" charset="-128"/>
              </a:rPr>
              <a:t> </a:t>
            </a:r>
            <a:r xmlns:a="http://schemas.openxmlformats.org/drawingml/2006/main">
              <a:rPr lang="vi" altLang="en-US" sz="2400" dirty="0" smtClean="0">
                <a:latin typeface="+mn-lt"/>
                <a:ea typeface="ＭＳ Ｐゴシック" charset="-128"/>
                <a:cs typeface="ＭＳ Ｐゴシック" charset="-128"/>
              </a:rPr>
              <a:t>4 bộ định tuyến</a:t>
            </a:r>
            <a:endParaRPr xmlns:a="http://schemas.openxmlformats.org/drawingml/2006/main" lang="en-US" altLang="en-US" sz="2400" dirty="0">
              <a:latin typeface="+mn-lt"/>
              <a:ea typeface="ＭＳ Ｐゴシック" charset="-128"/>
              <a:cs typeface="ＭＳ Ｐゴシック" charset="-128"/>
            </a:endParaRPr>
          </a:p>
        </p:txBody>
      </p:sp>
      <p:pic>
        <p:nvPicPr>
          <p:cNvPr id="7" name="Picture 6" descr="A bar of I P v 4 datagram. The bar has 2 sections with several labeled parts each. Section 1. There are 3 parts. Part 1, I P v 4 header fields. This part has 6 vertical tick marks on the top and bottom of the bar. Parts 2 and 3, I P v 4 source, destination address. Section 2, I P v 6 datagram. There are 4 parts. Part 1, I P v 6 header fields. This part has several vertical lines down the bar. Parts 2 and 3, I P v 6 source destination address. Part 4, U D P, T C P payload. This part is the largest. Underneath section 2, section 1 continues. This part is I P v 4 payloa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3329" y="4739804"/>
            <a:ext cx="4707658" cy="1554921"/>
          </a:xfrm>
          <a:prstGeom prst="rect">
            <a:avLst/>
          </a:prstGeom>
        </p:spPr>
      </p:pic>
    </p:spTree>
    <p:extLst>
      <p:ext uri="{BB962C8B-B14F-4D97-AF65-F5344CB8AC3E}">
        <p14:creationId xmlns:p14="http://schemas.microsoft.com/office/powerpoint/2010/main" val="2369061283"/>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xmlns:a="http://schemas.openxmlformats.org/drawingml/2006/main">
              <a:rPr lang="vi" dirty="0" smtClean="0"/>
              <a:t>Đường hầm </a:t>
            </a:r>
            <a:r xmlns:a="http://schemas.openxmlformats.org/drawingml/2006/main">
              <a:rPr lang="vi" sz="2000" b="0" dirty="0" smtClean="0"/>
              <a:t>(1 trên 2)</a:t>
            </a:r>
            <a:endParaRPr xmlns:a="http://schemas.openxmlformats.org/drawingml/2006/main" lang="en-US" dirty="0"/>
          </a:p>
        </p:txBody>
      </p:sp>
      <p:pic>
        <p:nvPicPr>
          <p:cNvPr id="4" name="Picture 3" descr="There are 2 rows of connected routers. Row 1, logical view. There are 4 routers, with a long line connecting the first 2 to the remaining 3. Router A, I P v 6. Router B, I P v 6. Long line, I P 4 tunnel connecting I P v 6 routers. Router E, I P v 6. Router F, I P v 6. Row 2, physical view. There are 6 routers, the middle 2 are highlighted. Router A, I P v 6. Router B, I P v 6. Router C, I P v 4. Router D, I P v 4. Router E, I P v 6. Router F, I P v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8261" y="2100359"/>
            <a:ext cx="6887479" cy="1801957"/>
          </a:xfrm>
          <a:prstGeom prst="rect">
            <a:avLst/>
          </a:prstGeom>
        </p:spPr>
      </p:pic>
    </p:spTree>
    <p:extLst>
      <p:ext uri="{BB962C8B-B14F-4D97-AF65-F5344CB8AC3E}">
        <p14:creationId xmlns:p14="http://schemas.microsoft.com/office/powerpoint/2010/main" val="598835256"/>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xmlns:a="http://schemas.openxmlformats.org/drawingml/2006/main">
              <a:rPr lang="vi" dirty="0"/>
              <a:t>Đường hầm </a:t>
            </a:r>
            <a:r xmlns:a="http://schemas.openxmlformats.org/drawingml/2006/main">
              <a:rPr lang="vi" sz="2000" b="0" dirty="0"/>
              <a:t>(2 trên 2)</a:t>
            </a:r>
            <a:endParaRPr xmlns:a="http://schemas.openxmlformats.org/drawingml/2006/main" lang="en-US" dirty="0"/>
          </a:p>
        </p:txBody>
      </p:sp>
      <p:pic>
        <p:nvPicPr>
          <p:cNvPr id="6" name="Picture 5" descr="There are 2 rows of connected routers. Below the router rows is a row of boxes with arrows and notes. Row 1, logical view. There are 4 routers, with a long line connecting the first 2 to the remaining 3. Router A, I P v 6. Router B, I P v 6. Long line, I P 4 tunnel connecting I P v 6 routers. Router E, I P v 6. Router F, I P v 6. Row 2, physical view. There are 6 routers, the middle 2 are highlighted. Router A, I P v 6. Router B, I P v 6. Router C, I P v 4. Router D, I P v 4. Router E, I P v 6. Router F, I P v 6. Row 3, 4 boxes. Boxes 2 and 3 are longer, and have a large box underneath the standard boxes. Between router A to B, I P v 6, box 1. Flow, X. S r c, A. Destination, F. Data. Between router B to C, I P v 6 inside I P v 4, box 2. Outer box. S r c, B. Destination, E. Standard box. Flow, X. S r c, A. Destination, F. Data. Between router D to E, I P v 6 inside I P v 4, box 3. Outer box. S r c, B. Destination, E. Standard box. Flow, X. S r c, A. Destination, F. Data. Between router E to F, I P v 6. Flow, X. S r c, A. Destination, F. Data."/>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5400" y="1648015"/>
            <a:ext cx="6553200" cy="4673600"/>
          </a:xfrm>
          <a:prstGeom prst="rect">
            <a:avLst/>
          </a:prstGeom>
        </p:spPr>
      </p:pic>
    </p:spTree>
    <p:extLst>
      <p:ext uri="{BB962C8B-B14F-4D97-AF65-F5344CB8AC3E}">
        <p14:creationId xmlns:p14="http://schemas.microsoft.com/office/powerpoint/2010/main" val="1970556998"/>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dirty="0" smtClean="0"/>
              <a:t>Tôi</a:t>
            </a:r>
            <a:r xmlns:a="http://schemas.openxmlformats.org/drawingml/2006/main">
              <a:rPr lang="vi" sz="100" dirty="0" smtClean="0"/>
              <a:t> </a:t>
            </a:r>
            <a:r xmlns:a="http://schemas.openxmlformats.org/drawingml/2006/main">
              <a:rPr lang="vi" dirty="0" smtClean="0"/>
              <a:t>P</a:t>
            </a:r>
            <a:r xmlns:a="http://schemas.openxmlformats.org/drawingml/2006/main">
              <a:rPr lang="vi" sz="100" dirty="0" smtClean="0"/>
              <a:t> </a:t>
            </a:r>
            <a:r xmlns:a="http://schemas.openxmlformats.org/drawingml/2006/main">
              <a:rPr lang="vi" dirty="0" smtClean="0"/>
              <a:t>v</a:t>
            </a:r>
            <a:r xmlns:a="http://schemas.openxmlformats.org/drawingml/2006/main">
              <a:rPr lang="vi" sz="100" dirty="0" smtClean="0"/>
              <a:t> </a:t>
            </a:r>
            <a:r xmlns:a="http://schemas.openxmlformats.org/drawingml/2006/main">
              <a:rPr lang="vi" dirty="0" smtClean="0"/>
              <a:t>6 </a:t>
            </a:r>
            <a:r xmlns:a="http://schemas.openxmlformats.org/drawingml/2006/main">
              <a:rPr lang="vi" dirty="0"/>
              <a:t>: </a:t>
            </a:r>
            <a:r xmlns:a="http://schemas.openxmlformats.org/drawingml/2006/main">
              <a:rPr lang="vi" dirty="0" smtClean="0"/>
              <a:t>Nhận con nuôi</a:t>
            </a:r>
            <a:endParaRPr xmlns:a="http://schemas.openxmlformats.org/drawingml/2006/main" lang="en-US" dirty="0"/>
          </a:p>
        </p:txBody>
      </p:sp>
      <p:sp>
        <p:nvSpPr>
          <p:cNvPr id="3" name="Text Placeholder 2"/>
          <p:cNvSpPr>
            <a:spLocks noGrp="1"/>
          </p:cNvSpPr>
          <p:nvPr>
            <p:ph type="body" idx="1"/>
          </p:nvPr>
        </p:nvSpPr>
        <p:spPr/>
        <p:txBody>
          <a:bodyPr/>
          <a:lstStyle/>
          <a:p>
            <a:r xmlns:a="http://schemas.openxmlformats.org/drawingml/2006/main">
              <a:rPr lang="vi" altLang="en-US" sz="2400" dirty="0">
                <a:latin typeface="+mn-lt"/>
                <a:ea typeface="ＭＳ Ｐゴシック" charset="-128"/>
                <a:cs typeface="ＭＳ Ｐゴシック" charset="-128"/>
              </a:rPr>
              <a:t>Google: 8% khách hàng truy cập dịch vụ qua </a:t>
            </a:r>
            <a:r xmlns:a="http://schemas.openxmlformats.org/drawingml/2006/main">
              <a:rPr lang="vi" altLang="en-US" sz="2400" dirty="0" smtClean="0">
                <a:latin typeface="+mn-lt"/>
                <a:ea typeface="ＭＳ Ｐゴシック" charset="-128"/>
                <a:cs typeface="ＭＳ Ｐゴシック" charset="-128"/>
              </a:rPr>
              <a:t>I</a:t>
            </a:r>
            <a:r xmlns:a="http://schemas.openxmlformats.org/drawingml/2006/main">
              <a:rPr lang="vi" altLang="en-US" sz="100" dirty="0" smtClean="0">
                <a:latin typeface="+mn-lt"/>
                <a:ea typeface="ＭＳ Ｐゴシック" charset="-128"/>
                <a:cs typeface="ＭＳ Ｐゴシック" charset="-128"/>
              </a:rPr>
              <a:t> </a:t>
            </a:r>
            <a:r xmlns:a="http://schemas.openxmlformats.org/drawingml/2006/main">
              <a:rPr lang="vi" altLang="en-US" sz="2400" dirty="0" smtClean="0">
                <a:latin typeface="+mn-lt"/>
                <a:ea typeface="ＭＳ Ｐゴシック" charset="-128"/>
                <a:cs typeface="ＭＳ Ｐゴシック" charset="-128"/>
              </a:rPr>
              <a:t>P</a:t>
            </a:r>
            <a:r xmlns:a="http://schemas.openxmlformats.org/drawingml/2006/main">
              <a:rPr lang="vi" altLang="en-US" sz="100" dirty="0" smtClean="0">
                <a:latin typeface="+mn-lt"/>
                <a:ea typeface="ＭＳ Ｐゴシック" charset="-128"/>
                <a:cs typeface="ＭＳ Ｐゴシック" charset="-128"/>
              </a:rPr>
              <a:t> </a:t>
            </a:r>
            <a:r xmlns:a="http://schemas.openxmlformats.org/drawingml/2006/main">
              <a:rPr lang="vi" altLang="en-US" sz="2400" dirty="0" smtClean="0">
                <a:latin typeface="+mn-lt"/>
                <a:ea typeface="ＭＳ Ｐゴシック" charset="-128"/>
                <a:cs typeface="ＭＳ Ｐゴシック" charset="-128"/>
              </a:rPr>
              <a:t>v</a:t>
            </a:r>
            <a:r xmlns:a="http://schemas.openxmlformats.org/drawingml/2006/main">
              <a:rPr lang="vi" altLang="en-US" sz="100" dirty="0" smtClean="0">
                <a:latin typeface="+mn-lt"/>
                <a:ea typeface="ＭＳ Ｐゴシック" charset="-128"/>
                <a:cs typeface="ＭＳ Ｐゴシック" charset="-128"/>
              </a:rPr>
              <a:t> </a:t>
            </a:r>
            <a:r xmlns:a="http://schemas.openxmlformats.org/drawingml/2006/main">
              <a:rPr lang="vi" altLang="en-US" sz="2400" dirty="0" smtClean="0">
                <a:latin typeface="+mn-lt"/>
                <a:ea typeface="ＭＳ Ｐゴシック" charset="-128"/>
                <a:cs typeface="ＭＳ Ｐゴシック" charset="-128"/>
              </a:rPr>
              <a:t>6</a:t>
            </a:r>
            <a:endParaRPr xmlns:a="http://schemas.openxmlformats.org/drawingml/2006/main" lang="en-US" altLang="en-US" sz="2400" dirty="0">
              <a:latin typeface="+mn-lt"/>
              <a:ea typeface="ＭＳ Ｐゴシック" charset="-128"/>
              <a:cs typeface="ＭＳ Ｐゴシック" charset="-128"/>
            </a:endParaRPr>
          </a:p>
          <a:p>
            <a:r xmlns:a="http://schemas.openxmlformats.org/drawingml/2006/main">
              <a:rPr lang="vi" altLang="en-US" sz="2400" dirty="0" smtClean="0">
                <a:latin typeface="+mn-lt"/>
                <a:ea typeface="ＭＳ Ｐゴシック" charset="-128"/>
                <a:cs typeface="ＭＳ Ｐゴシック" charset="-128"/>
              </a:rPr>
              <a:t>N</a:t>
            </a:r>
            <a:r xmlns:a="http://schemas.openxmlformats.org/drawingml/2006/main">
              <a:rPr lang="vi" altLang="en-US" sz="100" dirty="0" smtClean="0">
                <a:latin typeface="+mn-lt"/>
                <a:ea typeface="ＭＳ Ｐゴシック" charset="-128"/>
                <a:cs typeface="ＭＳ Ｐゴシック" charset="-128"/>
              </a:rPr>
              <a:t> </a:t>
            </a:r>
            <a:r xmlns:a="http://schemas.openxmlformats.org/drawingml/2006/main">
              <a:rPr lang="vi" altLang="en-US" sz="2400" dirty="0" smtClean="0">
                <a:latin typeface="+mn-lt"/>
                <a:ea typeface="ＭＳ Ｐゴシック" charset="-128"/>
                <a:cs typeface="ＭＳ Ｐゴシック" charset="-128"/>
              </a:rPr>
              <a:t>Tôi</a:t>
            </a:r>
            <a:r xmlns:a="http://schemas.openxmlformats.org/drawingml/2006/main">
              <a:rPr lang="vi" altLang="en-US" sz="100" dirty="0" smtClean="0">
                <a:latin typeface="+mn-lt"/>
                <a:ea typeface="ＭＳ Ｐゴシック" charset="-128"/>
                <a:cs typeface="ＭＳ Ｐゴシック" charset="-128"/>
              </a:rPr>
              <a:t> </a:t>
            </a:r>
            <a:r xmlns:a="http://schemas.openxmlformats.org/drawingml/2006/main">
              <a:rPr lang="vi" altLang="en-US" sz="2400" dirty="0" smtClean="0">
                <a:latin typeface="+mn-lt"/>
                <a:ea typeface="ＭＳ Ｐゴシック" charset="-128"/>
                <a:cs typeface="ＭＳ Ｐゴシック" charset="-128"/>
              </a:rPr>
              <a:t>S</a:t>
            </a:r>
            <a:r xmlns:a="http://schemas.openxmlformats.org/drawingml/2006/main">
              <a:rPr lang="vi" altLang="en-US" sz="100" dirty="0" smtClean="0">
                <a:latin typeface="+mn-lt"/>
                <a:ea typeface="ＭＳ Ｐゴシック" charset="-128"/>
                <a:cs typeface="ＭＳ Ｐゴシック" charset="-128"/>
              </a:rPr>
              <a:t> </a:t>
            </a:r>
            <a:r xmlns:a="http://schemas.openxmlformats.org/drawingml/2006/main">
              <a:rPr lang="vi" altLang="en-US" sz="2400" dirty="0" smtClean="0">
                <a:latin typeface="+mn-lt"/>
                <a:ea typeface="ＭＳ Ｐゴシック" charset="-128"/>
                <a:cs typeface="ＭＳ Ｐゴシック" charset="-128"/>
              </a:rPr>
              <a:t>T </a:t>
            </a:r>
            <a:r xmlns:a="http://schemas.openxmlformats.org/drawingml/2006/main">
              <a:rPr lang="vi" altLang="en-US" sz="2400" dirty="0">
                <a:latin typeface="+mn-lt"/>
                <a:ea typeface="ＭＳ Ｐゴシック" charset="-128"/>
                <a:cs typeface="ＭＳ Ｐゴシック" charset="-128"/>
              </a:rPr>
              <a:t>: 1/3 tổng số </a:t>
            </a:r>
            <a:r xmlns:a="http://schemas.openxmlformats.org/drawingml/2006/main">
              <a:rPr lang="vi" altLang="en-US" sz="2400" dirty="0" smtClean="0">
                <a:latin typeface="+mn-lt"/>
                <a:ea typeface="ＭＳ Ｐゴシック" charset="-128"/>
                <a:cs typeface="ＭＳ Ｐゴシック" charset="-128"/>
              </a:rPr>
              <a:t>U</a:t>
            </a:r>
            <a:r xmlns:a="http://schemas.openxmlformats.org/drawingml/2006/main">
              <a:rPr lang="vi" altLang="en-US" sz="100" dirty="0" smtClean="0">
                <a:latin typeface="+mn-lt"/>
                <a:ea typeface="ＭＳ Ｐゴシック" charset="-128"/>
                <a:cs typeface="ＭＳ Ｐゴシック" charset="-128"/>
              </a:rPr>
              <a:t> </a:t>
            </a:r>
            <a:r xmlns:a="http://schemas.openxmlformats.org/drawingml/2006/main">
              <a:rPr lang="vi" altLang="en-US" sz="2400" dirty="0" smtClean="0">
                <a:latin typeface="+mn-lt"/>
                <a:ea typeface="ＭＳ Ｐゴシック" charset="-128"/>
                <a:cs typeface="ＭＳ Ｐゴシック" charset="-128"/>
              </a:rPr>
              <a:t>S </a:t>
            </a:r>
            <a:r xmlns:a="http://schemas.openxmlformats.org/drawingml/2006/main">
              <a:rPr lang="vi" altLang="en-US" sz="2400" dirty="0">
                <a:latin typeface="+mn-lt"/>
                <a:ea typeface="ＭＳ Ｐゴシック" charset="-128"/>
                <a:cs typeface="ＭＳ Ｐゴシック" charset="-128"/>
              </a:rPr>
              <a:t>miền chính phủ là </a:t>
            </a:r>
            <a:r xmlns:a="http://schemas.openxmlformats.org/drawingml/2006/main">
              <a:rPr lang="vi" altLang="en-US" sz="2400" dirty="0" smtClean="0">
                <a:latin typeface="+mn-lt"/>
                <a:ea typeface="ＭＳ Ｐゴシック" charset="-128"/>
                <a:cs typeface="ＭＳ Ｐゴシック" charset="-128"/>
              </a:rPr>
              <a:t>tôi</a:t>
            </a:r>
            <a:r xmlns:a="http://schemas.openxmlformats.org/drawingml/2006/main">
              <a:rPr lang="vi" altLang="en-US" sz="100" dirty="0" smtClean="0">
                <a:latin typeface="+mn-lt"/>
                <a:ea typeface="ＭＳ Ｐゴシック" charset="-128"/>
                <a:cs typeface="ＭＳ Ｐゴシック" charset="-128"/>
              </a:rPr>
              <a:t> </a:t>
            </a:r>
            <a:r xmlns:a="http://schemas.openxmlformats.org/drawingml/2006/main">
              <a:rPr lang="vi" altLang="en-US" sz="2400" dirty="0" smtClean="0">
                <a:latin typeface="+mn-lt"/>
                <a:ea typeface="ＭＳ Ｐゴシック" charset="-128"/>
                <a:cs typeface="ＭＳ Ｐゴシック" charset="-128"/>
              </a:rPr>
              <a:t>P</a:t>
            </a:r>
            <a:r xmlns:a="http://schemas.openxmlformats.org/drawingml/2006/main">
              <a:rPr lang="vi" altLang="en-US" sz="100" dirty="0" smtClean="0">
                <a:latin typeface="+mn-lt"/>
                <a:ea typeface="ＭＳ Ｐゴシック" charset="-128"/>
                <a:cs typeface="ＭＳ Ｐゴシック" charset="-128"/>
              </a:rPr>
              <a:t> </a:t>
            </a:r>
            <a:r xmlns:a="http://schemas.openxmlformats.org/drawingml/2006/main">
              <a:rPr lang="vi" altLang="en-US" sz="2400" dirty="0" smtClean="0">
                <a:latin typeface="+mn-lt"/>
                <a:ea typeface="ＭＳ Ｐゴシック" charset="-128"/>
                <a:cs typeface="ＭＳ Ｐゴシック" charset="-128"/>
              </a:rPr>
              <a:t>v</a:t>
            </a:r>
            <a:r xmlns:a="http://schemas.openxmlformats.org/drawingml/2006/main">
              <a:rPr lang="vi" altLang="en-US" sz="100" dirty="0" smtClean="0">
                <a:latin typeface="+mn-lt"/>
                <a:ea typeface="ＭＳ Ｐゴシック" charset="-128"/>
                <a:cs typeface="ＭＳ Ｐゴシック" charset="-128"/>
              </a:rPr>
              <a:t> </a:t>
            </a:r>
            <a:r xmlns:a="http://schemas.openxmlformats.org/drawingml/2006/main">
              <a:rPr lang="vi" altLang="en-US" sz="2400" dirty="0" smtClean="0">
                <a:latin typeface="+mn-lt"/>
                <a:ea typeface="ＭＳ Ｐゴシック" charset="-128"/>
                <a:cs typeface="ＭＳ Ｐゴシック" charset="-128"/>
              </a:rPr>
              <a:t>6 có khả năng</a:t>
            </a:r>
            <a:endParaRPr xmlns:a="http://schemas.openxmlformats.org/drawingml/2006/main" lang="en-US" altLang="en-US" sz="2400" dirty="0" smtClean="0">
              <a:latin typeface="+mn-lt"/>
              <a:ea typeface="ＭＳ Ｐゴシック" charset="-128"/>
            </a:endParaRPr>
          </a:p>
          <a:p>
            <a:r xmlns:a="http://schemas.openxmlformats.org/drawingml/2006/main">
              <a:rPr lang="vi" altLang="en-US" sz="2400" b="1" dirty="0" smtClean="0">
                <a:solidFill>
                  <a:schemeClr val="tx1"/>
                </a:solidFill>
                <a:latin typeface="+mn-lt"/>
                <a:ea typeface="ＭＳ Ｐゴシック" charset="-128"/>
                <a:cs typeface="ＭＳ Ｐゴシック" charset="-128"/>
              </a:rPr>
              <a:t>dài </a:t>
            </a:r>
            <a:r xmlns:a="http://schemas.openxmlformats.org/drawingml/2006/main">
              <a:rPr lang="vi" altLang="en-US" sz="2400" b="1" dirty="0">
                <a:solidFill>
                  <a:schemeClr val="tx1"/>
                </a:solidFill>
                <a:latin typeface="+mn-lt"/>
                <a:ea typeface="ＭＳ Ｐゴシック" charset="-128"/>
                <a:cs typeface="ＭＳ Ｐゴシック" charset="-128"/>
              </a:rPr>
              <a:t>(dài!) để triển khai, sử dụng</a:t>
            </a:r>
          </a:p>
          <a:p>
            <a:pPr xmlns:a="http://schemas.openxmlformats.org/drawingml/2006/main" marL="741600" lvl="1" indent="-284400"/>
            <a:r xmlns:a="http://schemas.openxmlformats.org/drawingml/2006/main">
              <a:rPr lang="vi" altLang="en-US" sz="2400" dirty="0">
                <a:latin typeface="+mn-lt"/>
                <a:ea typeface="ＭＳ Ｐゴシック" charset="-128"/>
              </a:rPr>
              <a:t>20 năm và đếm!</a:t>
            </a:r>
          </a:p>
          <a:p>
            <a:pPr xmlns:a="http://schemas.openxmlformats.org/drawingml/2006/main" marL="741600" lvl="1" indent="-284400"/>
            <a:r xmlns:a="http://schemas.openxmlformats.org/drawingml/2006/main">
              <a:rPr lang="vi" altLang="en-US" sz="2400" dirty="0">
                <a:latin typeface="+mn-lt"/>
                <a:ea typeface="ＭＳ Ｐゴシック" charset="-128"/>
              </a:rPr>
              <a:t>nghĩ về những thay đổi ở cấp độ ứng dụng trong 20 </a:t>
            </a:r>
            <a:r xmlns:a="http://schemas.openxmlformats.org/drawingml/2006/main">
              <a:rPr lang="vi" altLang="en-US" sz="2400" dirty="0" smtClean="0">
                <a:latin typeface="+mn-lt"/>
                <a:ea typeface="ＭＳ Ｐゴシック" charset="-128"/>
              </a:rPr>
              <a:t>năm qua: WWW </a:t>
            </a:r>
            <a:r xmlns:a="http://schemas.openxmlformats.org/drawingml/2006/main">
              <a:rPr lang="vi" altLang="en-US" sz="2400" dirty="0">
                <a:latin typeface="+mn-lt"/>
                <a:ea typeface="ＭＳ Ｐゴシック" charset="-128"/>
              </a:rPr>
              <a:t>, Facebook, truyền phát trực tuyến, Skype, …</a:t>
            </a:r>
          </a:p>
          <a:p>
            <a:pPr xmlns:a="http://schemas.openxmlformats.org/drawingml/2006/main" marL="741600" lvl="1" indent="-284400"/>
            <a:r xmlns:a="http://schemas.openxmlformats.org/drawingml/2006/main">
              <a:rPr lang="vi" altLang="en-US" sz="2400" b="1" dirty="0">
                <a:solidFill>
                  <a:schemeClr val="tx1"/>
                </a:solidFill>
                <a:latin typeface="+mn-lt"/>
                <a:ea typeface="ＭＳ Ｐゴシック" charset="-128"/>
              </a:rPr>
              <a:t>Tại sao </a:t>
            </a:r>
            <a:r xmlns:a="http://schemas.openxmlformats.org/drawingml/2006/main">
              <a:rPr lang="vi" altLang="en-US" sz="2400" b="1" dirty="0" smtClean="0">
                <a:solidFill>
                  <a:schemeClr val="tx1"/>
                </a:solidFill>
                <a:latin typeface="+mn-lt"/>
                <a:ea typeface="ＭＳ Ｐゴシック" charset="-128"/>
              </a:rPr>
              <a:t>?</a:t>
            </a:r>
            <a:endParaRPr xmlns:a="http://schemas.openxmlformats.org/drawingml/2006/main" lang="en-US" altLang="en-US" sz="2400" b="1" dirty="0">
              <a:solidFill>
                <a:schemeClr val="tx1"/>
              </a:solidFill>
              <a:latin typeface="+mn-lt"/>
              <a:ea typeface="ＭＳ Ｐゴシック" charset="-128"/>
            </a:endParaRPr>
          </a:p>
        </p:txBody>
      </p:sp>
    </p:spTree>
    <p:extLst>
      <p:ext uri="{BB962C8B-B14F-4D97-AF65-F5344CB8AC3E}">
        <p14:creationId xmlns:p14="http://schemas.microsoft.com/office/powerpoint/2010/main" val="2121789498"/>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altLang="en-US" dirty="0" smtClean="0">
                <a:ea typeface="ＭＳ Ｐゴシック" charset="-128"/>
              </a:rPr>
              <a:t>Mục tiêu </a:t>
            </a:r>
            <a:r xmlns:a="http://schemas.openxmlformats.org/drawingml/2006/main">
              <a:rPr lang="vi" altLang="en-US" dirty="0">
                <a:ea typeface="ＭＳ Ｐゴシック" charset="-128"/>
              </a:rPr>
              <a:t>học tập </a:t>
            </a:r>
            <a:r xmlns:a="http://schemas.openxmlformats.org/drawingml/2006/main">
              <a:rPr lang="vi" altLang="en-US" sz="2000" b="0" dirty="0" smtClean="0">
                <a:ea typeface="ＭＳ Ｐゴシック" charset="-128"/>
              </a:rPr>
              <a:t>(6 </a:t>
            </a:r>
            <a:r xmlns:a="http://schemas.openxmlformats.org/drawingml/2006/main">
              <a:rPr lang="vi" altLang="en-US" sz="2000" b="0" dirty="0">
                <a:ea typeface="ＭＳ Ｐゴシック" charset="-128"/>
              </a:rPr>
              <a:t>trên 7)</a:t>
            </a:r>
            <a:endParaRPr xmlns:a="http://schemas.openxmlformats.org/drawingml/2006/main" lang="en-US" altLang="en-US" sz="2000" b="0" dirty="0">
              <a:solidFill>
                <a:schemeClr val="tx2"/>
              </a:solidFill>
              <a:latin typeface="Times New Roman" panose="02020603050405020304" pitchFamily="18" charset="0"/>
              <a:cs typeface="Times New Roman" panose="02020603050405020304" pitchFamily="18" charset="0"/>
            </a:endParaRPr>
          </a:p>
        </p:txBody>
      </p:sp>
      <p:sp>
        <p:nvSpPr>
          <p:cNvPr id="3" name="Text Placeholder 2"/>
          <p:cNvSpPr>
            <a:spLocks noGrp="1"/>
          </p:cNvSpPr>
          <p:nvPr>
            <p:ph idx="1"/>
          </p:nvPr>
        </p:nvSpPr>
        <p:spPr>
          <a:xfrm>
            <a:off x="457200" y="1614716"/>
            <a:ext cx="3996813" cy="4669972"/>
          </a:xfrm>
        </p:spPr>
        <p:txBody>
          <a:bodyPr/>
          <a:lstStyle/>
          <a:p>
            <a:pPr xmlns:a="http://schemas.openxmlformats.org/drawingml/2006/main" indent="-256032">
              <a:buFont typeface="Wingdings" panose="05000000000000000000" pitchFamily="2" charset="2"/>
              <a:buNone/>
            </a:pPr>
            <a:r xmlns:a="http://schemas.openxmlformats.org/drawingml/2006/main">
              <a:rPr lang="vi" altLang="en-US" sz="2200" b="1" dirty="0">
                <a:solidFill>
                  <a:schemeClr val="tx2"/>
                </a:solidFill>
                <a:latin typeface="+mn-lt"/>
                <a:ea typeface="ＭＳ Ｐゴシック" charset="-128"/>
                <a:cs typeface="ＭＳ Ｐゴシック" charset="-128"/>
              </a:rPr>
              <a:t>4.1</a:t>
            </a:r>
            <a:r xmlns:a="http://schemas.openxmlformats.org/drawingml/2006/main">
              <a:rPr lang="vi" altLang="en-US" sz="2200" dirty="0">
                <a:solidFill>
                  <a:srgbClr val="CC0000"/>
                </a:solidFill>
                <a:latin typeface="+mn-lt"/>
                <a:ea typeface="ＭＳ Ｐゴシック" charset="-128"/>
                <a:cs typeface="ＭＳ Ｐゴシック" charset="-128"/>
              </a:rPr>
              <a:t> </a:t>
            </a:r>
            <a:r xmlns:a="http://schemas.openxmlformats.org/drawingml/2006/main">
              <a:rPr lang="vi" altLang="en-US" sz="2200" dirty="0">
                <a:solidFill>
                  <a:schemeClr val="tx1"/>
                </a:solidFill>
                <a:latin typeface="+mn-lt"/>
                <a:ea typeface="ＭＳ Ｐゴシック" charset="-128"/>
                <a:cs typeface="ＭＳ Ｐゴシック" charset="-128"/>
              </a:rPr>
              <a:t>Tổng quan về lớp Mạng</a:t>
            </a:r>
          </a:p>
          <a:p>
            <a:pPr xmlns:a="http://schemas.openxmlformats.org/drawingml/2006/main" lvl="1" indent="-283464"/>
            <a:r xmlns:a="http://schemas.openxmlformats.org/drawingml/2006/main">
              <a:rPr lang="vi" altLang="en-US" sz="2200" dirty="0">
                <a:solidFill>
                  <a:schemeClr val="tx1"/>
                </a:solidFill>
                <a:latin typeface="+mn-lt"/>
                <a:ea typeface="ＭＳ Ｐゴシック" charset="-128"/>
              </a:rPr>
              <a:t>mặt phẳng dữ liệu</a:t>
            </a:r>
          </a:p>
          <a:p>
            <a:pPr xmlns:a="http://schemas.openxmlformats.org/drawingml/2006/main" lvl="1" indent="-283464"/>
            <a:r xmlns:a="http://schemas.openxmlformats.org/drawingml/2006/main">
              <a:rPr lang="vi" altLang="en-US" sz="2200" dirty="0">
                <a:solidFill>
                  <a:schemeClr val="tx1"/>
                </a:solidFill>
                <a:latin typeface="+mn-lt"/>
                <a:ea typeface="ＭＳ Ｐゴシック" charset="-128"/>
              </a:rPr>
              <a:t>máy bay điều khiển</a:t>
            </a:r>
          </a:p>
          <a:p>
            <a:pPr xmlns:a="http://schemas.openxmlformats.org/drawingml/2006/main" indent="-256032">
              <a:buFont typeface="Wingdings" panose="05000000000000000000" pitchFamily="2" charset="2"/>
              <a:buNone/>
            </a:pPr>
            <a:r xmlns:a="http://schemas.openxmlformats.org/drawingml/2006/main">
              <a:rPr lang="vi" altLang="en-US" sz="2200" b="1" dirty="0">
                <a:solidFill>
                  <a:schemeClr val="tx2"/>
                </a:solidFill>
                <a:latin typeface="+mn-lt"/>
                <a:ea typeface="ＭＳ Ｐゴシック" charset="-128"/>
                <a:cs typeface="ＭＳ Ｐゴシック" charset="-128"/>
              </a:rPr>
              <a:t>4.2</a:t>
            </a:r>
            <a:r xmlns:a="http://schemas.openxmlformats.org/drawingml/2006/main">
              <a:rPr lang="vi" altLang="en-US" sz="2200" dirty="0">
                <a:latin typeface="+mn-lt"/>
                <a:ea typeface="ＭＳ Ｐゴシック" charset="-128"/>
                <a:cs typeface="ＭＳ Ｐゴシック" charset="-128"/>
              </a:rPr>
              <a:t> </a:t>
            </a:r>
            <a:r xmlns:a="http://schemas.openxmlformats.org/drawingml/2006/main">
              <a:rPr lang="vi" altLang="en-US" sz="2200" dirty="0" smtClean="0">
                <a:latin typeface="+mn-lt"/>
                <a:ea typeface="ＭＳ Ｐゴシック" charset="-128"/>
                <a:cs typeface="ＭＳ Ｐゴシック" charset="-128"/>
              </a:rPr>
              <a:t>Có gì bên </a:t>
            </a:r>
            <a:r xmlns:a="http://schemas.openxmlformats.org/drawingml/2006/main">
              <a:rPr lang="vi" altLang="ja-JP" sz="2200" dirty="0" smtClean="0">
                <a:latin typeface="+mn-lt"/>
                <a:ea typeface="ＭＳ Ｐゴシック" charset="-128"/>
                <a:cs typeface="ＭＳ Ｐゴシック" charset="-128"/>
              </a:rPr>
              <a:t>trong </a:t>
            </a:r>
            <a:r xmlns:a="http://schemas.openxmlformats.org/drawingml/2006/main">
              <a:rPr lang="vi" altLang="ja-JP" sz="2200" dirty="0">
                <a:latin typeface="+mn-lt"/>
                <a:ea typeface="ＭＳ Ｐゴシック" charset="-128"/>
                <a:cs typeface="ＭＳ Ｐゴシック" charset="-128"/>
              </a:rPr>
              <a:t>một bộ định tuyến</a:t>
            </a:r>
          </a:p>
          <a:p>
            <a:pPr xmlns:a="http://schemas.openxmlformats.org/drawingml/2006/main" indent="-256032">
              <a:buFont typeface="Wingdings" panose="05000000000000000000" pitchFamily="2" charset="2"/>
              <a:buNone/>
            </a:pPr>
            <a:r xmlns:a="http://schemas.openxmlformats.org/drawingml/2006/main">
              <a:rPr lang="vi" altLang="en-US" sz="2200" b="1" dirty="0">
                <a:solidFill>
                  <a:schemeClr val="tx2"/>
                </a:solidFill>
                <a:latin typeface="+mn-lt"/>
                <a:ea typeface="ＭＳ Ｐゴシック" charset="-128"/>
                <a:cs typeface="ＭＳ Ｐゴシック" charset="-128"/>
              </a:rPr>
              <a:t>4.3</a:t>
            </a:r>
            <a:r xmlns:a="http://schemas.openxmlformats.org/drawingml/2006/main">
              <a:rPr lang="vi" altLang="en-US" sz="2200" dirty="0">
                <a:latin typeface="+mn-lt"/>
                <a:ea typeface="ＭＳ Ｐゴシック" charset="-128"/>
                <a:cs typeface="ＭＳ Ｐゴシック" charset="-128"/>
              </a:rPr>
              <a:t> </a:t>
            </a:r>
            <a:r xmlns:a="http://schemas.openxmlformats.org/drawingml/2006/main">
              <a:rPr lang="vi" altLang="en-US" sz="2200" dirty="0" smtClean="0">
                <a:latin typeface="+mn-lt"/>
                <a:ea typeface="ＭＳ Ｐゴシック" charset="-128"/>
                <a:cs typeface="ＭＳ Ｐゴシック" charset="-128"/>
              </a:rPr>
              <a:t>Tôi</a:t>
            </a:r>
            <a:r xmlns:a="http://schemas.openxmlformats.org/drawingml/2006/main">
              <a:rPr lang="vi" altLang="en-US" sz="100" dirty="0" smtClean="0">
                <a:latin typeface="+mn-lt"/>
                <a:ea typeface="ＭＳ Ｐゴシック" charset="-128"/>
                <a:cs typeface="ＭＳ Ｐゴシック" charset="-128"/>
              </a:rPr>
              <a:t> </a:t>
            </a:r>
            <a:r xmlns:a="http://schemas.openxmlformats.org/drawingml/2006/main">
              <a:rPr lang="vi" altLang="en-US" sz="2200" dirty="0" smtClean="0">
                <a:latin typeface="+mn-lt"/>
                <a:ea typeface="ＭＳ Ｐゴシック" charset="-128"/>
                <a:cs typeface="ＭＳ Ｐゴシック" charset="-128"/>
              </a:rPr>
              <a:t>P </a:t>
            </a:r>
            <a:r xmlns:a="http://schemas.openxmlformats.org/drawingml/2006/main">
              <a:rPr lang="vi" altLang="en-US" sz="2200" dirty="0">
                <a:latin typeface="+mn-lt"/>
                <a:ea typeface="ＭＳ Ｐゴシック" charset="-128"/>
                <a:cs typeface="ＭＳ Ｐゴシック" charset="-128"/>
              </a:rPr>
              <a:t>: Giao thức Internet</a:t>
            </a:r>
          </a:p>
          <a:p>
            <a:pPr xmlns:a="http://schemas.openxmlformats.org/drawingml/2006/main" lvl="1" indent="-283464"/>
            <a:r xmlns:a="http://schemas.openxmlformats.org/drawingml/2006/main">
              <a:rPr lang="vi" altLang="en-US" sz="2200" dirty="0">
                <a:latin typeface="+mn-lt"/>
                <a:ea typeface="ＭＳ Ｐゴシック" charset="-128"/>
              </a:rPr>
              <a:t>định dạng datagram</a:t>
            </a:r>
          </a:p>
          <a:p>
            <a:pPr xmlns:a="http://schemas.openxmlformats.org/drawingml/2006/main" lvl="1" indent="-283464"/>
            <a:r xmlns:a="http://schemas.openxmlformats.org/drawingml/2006/main">
              <a:rPr lang="vi" altLang="en-US" sz="2200" dirty="0">
                <a:latin typeface="+mn-lt"/>
                <a:ea typeface="ＭＳ Ｐゴシック" charset="-128"/>
              </a:rPr>
              <a:t>sự phân mảnh</a:t>
            </a:r>
          </a:p>
          <a:p>
            <a:pPr xmlns:a="http://schemas.openxmlformats.org/drawingml/2006/main" lvl="1" indent="-283464"/>
            <a:r xmlns:a="http://schemas.openxmlformats.org/drawingml/2006/main">
              <a:rPr lang="vi" altLang="en-US" sz="2200" dirty="0" smtClean="0">
                <a:latin typeface="+mn-lt"/>
                <a:ea typeface="ＭＳ Ｐゴシック" charset="-128"/>
              </a:rPr>
              <a:t>Tôi</a:t>
            </a:r>
            <a:r xmlns:a="http://schemas.openxmlformats.org/drawingml/2006/main">
              <a:rPr lang="vi" altLang="en-US" sz="100" dirty="0" smtClean="0">
                <a:latin typeface="+mn-lt"/>
                <a:ea typeface="ＭＳ Ｐゴシック" charset="-128"/>
              </a:rPr>
              <a:t> </a:t>
            </a:r>
            <a:r xmlns:a="http://schemas.openxmlformats.org/drawingml/2006/main">
              <a:rPr lang="vi" altLang="en-US" sz="2200" dirty="0">
                <a:latin typeface="+mn-lt"/>
                <a:ea typeface="ＭＳ Ｐゴシック" charset="-128"/>
              </a:rPr>
              <a:t>địa chỉ </a:t>
            </a:r>
            <a:r xmlns:a="http://schemas.openxmlformats.org/drawingml/2006/main">
              <a:rPr lang="vi" altLang="en-US" sz="2200" dirty="0" smtClean="0">
                <a:latin typeface="+mn-lt"/>
                <a:ea typeface="ＭＳ Ｐゴシック" charset="-128"/>
              </a:rPr>
              <a:t>pv4</a:t>
            </a:r>
          </a:p>
          <a:p>
            <a:pPr xmlns:a="http://schemas.openxmlformats.org/drawingml/2006/main" lvl="1" indent="-283464"/>
            <a:r xmlns:a="http://schemas.openxmlformats.org/drawingml/2006/main">
              <a:rPr lang="vi" altLang="en-US" sz="2200" dirty="0" smtClean="0">
                <a:latin typeface="+mn-lt"/>
                <a:ea typeface="ＭＳ Ｐゴシック" charset="-128"/>
              </a:rPr>
              <a:t>dịch </a:t>
            </a:r>
            <a:r xmlns:a="http://schemas.openxmlformats.org/drawingml/2006/main">
              <a:rPr lang="vi" altLang="en-US" sz="2200" dirty="0">
                <a:latin typeface="+mn-lt"/>
                <a:ea typeface="ＭＳ Ｐゴシック" charset="-128"/>
              </a:rPr>
              <a:t>địa chỉ mạng</a:t>
            </a:r>
          </a:p>
          <a:p>
            <a:pPr xmlns:a="http://schemas.openxmlformats.org/drawingml/2006/main" lvl="1" indent="-283464"/>
            <a:r xmlns:a="http://schemas.openxmlformats.org/drawingml/2006/main">
              <a:rPr lang="vi" altLang="en-US" sz="2200" dirty="0">
                <a:latin typeface="+mn-lt"/>
                <a:ea typeface="ＭＳ Ｐゴシック" charset="-128"/>
              </a:rPr>
              <a:t>Tôi</a:t>
            </a:r>
            <a:r xmlns:a="http://schemas.openxmlformats.org/drawingml/2006/main">
              <a:rPr lang="vi" altLang="en-US" sz="100" dirty="0">
                <a:latin typeface="+mn-lt"/>
                <a:ea typeface="ＭＳ Ｐゴシック" charset="-128"/>
              </a:rPr>
              <a:t> </a:t>
            </a:r>
            <a:r xmlns:a="http://schemas.openxmlformats.org/drawingml/2006/main">
              <a:rPr lang="vi" altLang="en-US" sz="2200" dirty="0" smtClean="0">
                <a:latin typeface="+mn-lt"/>
                <a:ea typeface="ＭＳ Ｐゴシック" charset="-128"/>
              </a:rPr>
              <a:t>Pv6</a:t>
            </a:r>
            <a:endParaRPr xmlns:a="http://schemas.openxmlformats.org/drawingml/2006/main" lang="en-US" altLang="en-US" sz="2200" dirty="0">
              <a:latin typeface="+mn-lt"/>
              <a:ea typeface="ＭＳ Ｐゴシック" charset="-128"/>
              <a:cs typeface="ＭＳ Ｐゴシック" charset="-128"/>
            </a:endParaRPr>
          </a:p>
        </p:txBody>
      </p:sp>
      <p:sp>
        <p:nvSpPr>
          <p:cNvPr id="4" name="Content Placeholder 3"/>
          <p:cNvSpPr>
            <a:spLocks noGrp="1"/>
          </p:cNvSpPr>
          <p:nvPr>
            <p:ph idx="13"/>
          </p:nvPr>
        </p:nvSpPr>
        <p:spPr>
          <a:xfrm>
            <a:off x="4760686" y="1614714"/>
            <a:ext cx="3773714" cy="4281715"/>
          </a:xfrm>
        </p:spPr>
        <p:txBody>
          <a:bodyPr/>
          <a:lstStyle/>
          <a:p>
            <a:pPr xmlns:a="http://schemas.openxmlformats.org/drawingml/2006/main" indent="-256032">
              <a:buFont typeface="Wingdings" panose="05000000000000000000" pitchFamily="2" charset="2"/>
              <a:buNone/>
            </a:pPr>
            <a:r xmlns:a="http://schemas.openxmlformats.org/drawingml/2006/main">
              <a:rPr lang="vi" altLang="en-US" sz="2200" b="1" dirty="0">
                <a:solidFill>
                  <a:schemeClr val="tx2"/>
                </a:solidFill>
                <a:latin typeface="+mn-lt"/>
                <a:ea typeface="ＭＳ Ｐゴシック" charset="-128"/>
                <a:cs typeface="ＭＳ Ｐゴシック" charset="-128"/>
              </a:rPr>
              <a:t>4.4</a:t>
            </a:r>
            <a:r xmlns:a="http://schemas.openxmlformats.org/drawingml/2006/main">
              <a:rPr lang="vi" altLang="en-US" sz="2200" dirty="0">
                <a:latin typeface="+mn-lt"/>
                <a:ea typeface="ＭＳ Ｐゴシック" charset="-128"/>
                <a:cs typeface="ＭＳ Ｐゴシック" charset="-128"/>
              </a:rPr>
              <a:t> </a:t>
            </a:r>
            <a:r xmlns:a="http://schemas.openxmlformats.org/drawingml/2006/main">
              <a:rPr lang="vi" altLang="en-US" sz="2200" b="1" dirty="0">
                <a:latin typeface="+mn-lt"/>
                <a:ea typeface="ＭＳ Ｐゴシック" charset="-128"/>
                <a:cs typeface="ＭＳ Ｐゴシック" charset="-128"/>
              </a:rPr>
              <a:t>Chuyển tiếp tổng quát và S</a:t>
            </a:r>
            <a:r xmlns:a="http://schemas.openxmlformats.org/drawingml/2006/main">
              <a:rPr lang="vi" altLang="en-US" sz="100" b="1" dirty="0">
                <a:latin typeface="+mn-lt"/>
                <a:ea typeface="ＭＳ Ｐゴシック" charset="-128"/>
                <a:cs typeface="ＭＳ Ｐゴシック" charset="-128"/>
              </a:rPr>
              <a:t> </a:t>
            </a:r>
            <a:r xmlns:a="http://schemas.openxmlformats.org/drawingml/2006/main">
              <a:rPr lang="vi" altLang="en-US" sz="2200" b="1" dirty="0">
                <a:latin typeface="+mn-lt"/>
                <a:ea typeface="ＭＳ Ｐゴシック" charset="-128"/>
                <a:cs typeface="ＭＳ Ｐゴシック" charset="-128"/>
              </a:rPr>
              <a:t>Đ.</a:t>
            </a:r>
            <a:r xmlns:a="http://schemas.openxmlformats.org/drawingml/2006/main">
              <a:rPr lang="vi" altLang="en-US" sz="100" b="1" dirty="0">
                <a:latin typeface="+mn-lt"/>
                <a:ea typeface="ＭＳ Ｐゴシック" charset="-128"/>
                <a:cs typeface="ＭＳ Ｐゴシック" charset="-128"/>
              </a:rPr>
              <a:t> </a:t>
            </a:r>
            <a:r xmlns:a="http://schemas.openxmlformats.org/drawingml/2006/main">
              <a:rPr lang="vi" altLang="en-US" sz="2200" b="1" dirty="0">
                <a:latin typeface="+mn-lt"/>
                <a:ea typeface="ＭＳ Ｐゴシック" charset="-128"/>
                <a:cs typeface="ＭＳ Ｐゴシック" charset="-128"/>
              </a:rPr>
              <a:t>N</a:t>
            </a:r>
          </a:p>
          <a:p>
            <a:pPr xmlns:a="http://schemas.openxmlformats.org/drawingml/2006/main" lvl="1" indent="-283464"/>
            <a:r xmlns:a="http://schemas.openxmlformats.org/drawingml/2006/main">
              <a:rPr lang="vi" altLang="en-US" sz="2200" b="1" dirty="0" smtClean="0">
                <a:latin typeface="+mn-lt"/>
                <a:ea typeface="ＭＳ Ｐゴシック" charset="-128"/>
              </a:rPr>
              <a:t>trận đấu</a:t>
            </a:r>
          </a:p>
          <a:p>
            <a:pPr xmlns:a="http://schemas.openxmlformats.org/drawingml/2006/main" lvl="1" indent="-283464"/>
            <a:r xmlns:a="http://schemas.openxmlformats.org/drawingml/2006/main">
              <a:rPr lang="vi" altLang="en-US" sz="2200" b="1" dirty="0" smtClean="0">
                <a:latin typeface="+mn-lt"/>
                <a:ea typeface="ＭＳ Ｐゴシック" charset="-128"/>
              </a:rPr>
              <a:t>hoạt động</a:t>
            </a:r>
          </a:p>
          <a:p>
            <a:pPr xmlns:a="http://schemas.openxmlformats.org/drawingml/2006/main" lvl="1" indent="-283464"/>
            <a:r xmlns:a="http://schemas.openxmlformats.org/drawingml/2006/main">
              <a:rPr lang="vi" altLang="en-US" sz="2200" b="1" dirty="0" smtClean="0">
                <a:latin typeface="+mn-lt"/>
                <a:ea typeface="ＭＳ Ｐゴシック" charset="-128"/>
              </a:rPr>
              <a:t>Các ví dụ OpenFlow về hành động đối sánh cộng với hành động</a:t>
            </a:r>
            <a:endParaRPr xmlns:a="http://schemas.openxmlformats.org/drawingml/2006/main" lang="en-US" altLang="en-US" sz="2200" b="1" dirty="0">
              <a:latin typeface="+mn-lt"/>
              <a:ea typeface="ＭＳ Ｐゴシック" charset="-128"/>
            </a:endParaRPr>
          </a:p>
        </p:txBody>
      </p:sp>
    </p:spTree>
    <p:extLst>
      <p:ext uri="{BB962C8B-B14F-4D97-AF65-F5344CB8AC3E}">
        <p14:creationId xmlns:p14="http://schemas.microsoft.com/office/powerpoint/2010/main" val="395372089"/>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altLang="en-US" dirty="0">
                <a:solidFill>
                  <a:schemeClr val="tx2"/>
                </a:solidFill>
                <a:latin typeface="Times New Roman" panose="02020603050405020304" pitchFamily="18" charset="0"/>
                <a:cs typeface="Times New Roman" panose="02020603050405020304" pitchFamily="18" charset="0"/>
              </a:rPr>
              <a:t>Chuyển tiếp tổng quát và </a:t>
            </a:r>
            <a:r xmlns:a="http://schemas.openxmlformats.org/drawingml/2006/main">
              <a:rPr lang="vi" altLang="en-US" dirty="0" smtClean="0">
                <a:solidFill>
                  <a:schemeClr val="tx2"/>
                </a:solidFill>
                <a:latin typeface="Times New Roman" panose="02020603050405020304" pitchFamily="18" charset="0"/>
                <a:cs typeface="Times New Roman" panose="02020603050405020304" pitchFamily="18" charset="0"/>
              </a:rPr>
              <a:t>S</a:t>
            </a:r>
            <a:r xmlns:a="http://schemas.openxmlformats.org/drawingml/2006/main">
              <a:rPr lang="vi" altLang="en-US" sz="100" dirty="0" smtClean="0">
                <a:solidFill>
                  <a:schemeClr val="tx2"/>
                </a:solidFill>
                <a:latin typeface="Times New Roman" panose="02020603050405020304" pitchFamily="18" charset="0"/>
                <a:cs typeface="Times New Roman" panose="02020603050405020304" pitchFamily="18" charset="0"/>
              </a:rPr>
              <a:t> </a:t>
            </a:r>
            <a:r xmlns:a="http://schemas.openxmlformats.org/drawingml/2006/main">
              <a:rPr lang="vi" altLang="en-US" dirty="0" smtClean="0">
                <a:solidFill>
                  <a:schemeClr val="tx2"/>
                </a:solidFill>
                <a:latin typeface="Times New Roman" panose="02020603050405020304" pitchFamily="18" charset="0"/>
                <a:cs typeface="Times New Roman" panose="02020603050405020304" pitchFamily="18" charset="0"/>
              </a:rPr>
              <a:t>Đ.</a:t>
            </a:r>
            <a:r xmlns:a="http://schemas.openxmlformats.org/drawingml/2006/main">
              <a:rPr lang="vi" altLang="en-US" sz="100" dirty="0" smtClean="0">
                <a:solidFill>
                  <a:schemeClr val="tx2"/>
                </a:solidFill>
                <a:latin typeface="Times New Roman" panose="02020603050405020304" pitchFamily="18" charset="0"/>
                <a:cs typeface="Times New Roman" panose="02020603050405020304" pitchFamily="18" charset="0"/>
              </a:rPr>
              <a:t> </a:t>
            </a:r>
            <a:r xmlns:a="http://schemas.openxmlformats.org/drawingml/2006/main">
              <a:rPr lang="vi" altLang="en-US" dirty="0" smtClean="0">
                <a:solidFill>
                  <a:schemeClr val="tx2"/>
                </a:solidFill>
                <a:latin typeface="Times New Roman" panose="02020603050405020304" pitchFamily="18" charset="0"/>
                <a:cs typeface="Times New Roman" panose="02020603050405020304" pitchFamily="18" charset="0"/>
              </a:rPr>
              <a:t>N</a:t>
            </a:r>
            <a:endParaRPr xmlns:a="http://schemas.openxmlformats.org/drawingml/2006/main" lang="en-US" dirty="0">
              <a:solidFill>
                <a:schemeClr val="tx2"/>
              </a:solidFill>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457200" y="1600201"/>
            <a:ext cx="8229600" cy="852714"/>
          </a:xfrm>
        </p:spPr>
        <p:txBody>
          <a:bodyPr/>
          <a:lstStyle/>
          <a:p>
            <a:pPr xmlns:a="http://schemas.openxmlformats.org/drawingml/2006/main" marL="0" indent="0">
              <a:buNone/>
            </a:pPr>
            <a:r xmlns:a="http://schemas.openxmlformats.org/drawingml/2006/main">
              <a:rPr lang="vi" altLang="en-US" sz="2400" dirty="0">
                <a:latin typeface="+mn-lt"/>
              </a:rPr>
              <a:t>Mỗi bộ định tuyến chứa một </a:t>
            </a:r>
            <a:r xmlns:a="http://schemas.openxmlformats.org/drawingml/2006/main">
              <a:rPr lang="vi" altLang="en-US" sz="2400" b="1" dirty="0">
                <a:solidFill>
                  <a:schemeClr val="tx1"/>
                </a:solidFill>
                <a:latin typeface="+mn-lt"/>
              </a:rPr>
              <a:t>bảng lưu lượng </a:t>
            </a:r>
            <a:r xmlns:a="http://schemas.openxmlformats.org/drawingml/2006/main">
              <a:rPr lang="vi" altLang="en-US" sz="2400" dirty="0">
                <a:latin typeface="+mn-lt"/>
              </a:rPr>
              <a:t>được tính toán và phân phối theo </a:t>
            </a:r>
            <a:r xmlns:a="http://schemas.openxmlformats.org/drawingml/2006/main">
              <a:rPr lang="vi" altLang="en-US" sz="2400" b="1" dirty="0">
                <a:latin typeface="+mn-lt"/>
              </a:rPr>
              <a:t>logic</a:t>
            </a:r>
            <a:r xmlns:a="http://schemas.openxmlformats.org/drawingml/2006/main">
              <a:rPr lang="vi" altLang="en-US" sz="2400" i="1" dirty="0">
                <a:latin typeface="+mn-lt"/>
              </a:rPr>
              <a:t> </a:t>
            </a:r>
            <a:r xmlns:a="http://schemas.openxmlformats.org/drawingml/2006/main">
              <a:rPr lang="vi" altLang="en-US" sz="2400" b="1" dirty="0">
                <a:latin typeface="+mn-lt"/>
              </a:rPr>
              <a:t>tập trung</a:t>
            </a:r>
            <a:r xmlns:a="http://schemas.openxmlformats.org/drawingml/2006/main">
              <a:rPr lang="vi" altLang="en-US" sz="2400" i="1" dirty="0">
                <a:latin typeface="+mn-lt"/>
              </a:rPr>
              <a:t> </a:t>
            </a:r>
            <a:r xmlns:a="http://schemas.openxmlformats.org/drawingml/2006/main">
              <a:rPr lang="vi" altLang="en-US" sz="2400" dirty="0" smtClean="0">
                <a:latin typeface="+mn-lt"/>
              </a:rPr>
              <a:t>bộ điều khiển </a:t>
            </a:r>
            <a:endParaRPr xmlns:a="http://schemas.openxmlformats.org/drawingml/2006/main" lang="en-US" altLang="en-US" sz="2400" dirty="0">
              <a:latin typeface="+mn-lt"/>
            </a:endParaRPr>
            <a:r xmlns:a="http://schemas.openxmlformats.org/drawingml/2006/main">
              <a:rPr lang="vi" altLang="en-US" sz="2400" dirty="0">
                <a:latin typeface="+mn-lt"/>
              </a:rPr>
              <a:t>định tuyến</a:t>
            </a:r>
          </a:p>
        </p:txBody>
      </p:sp>
      <p:pic>
        <p:nvPicPr>
          <p:cNvPr id="4" name="Picture 3" descr="A diagram is divided into 2 sections with a horizontal dotted line. Section 1, above. Control plane. There is long part, logically centralized routing controller, with 5 small tables pointing down to tables in section 2. Section 2, below. Data plane. There are 5 tables that correspond with the tables above. There is an internet group with routers, and a packet. Tables. The first table is larger than the rest, so each row and column is visible. Local Flow Table has 3 rows and 3 columns. From left to right the columns are headers, counters, and actions. Each box in the table has 3 dots aligned horizontally. Internet group. There are 5 routers arranged in a pentagon. Each router is wired to 3 other routers. The left most router has 3 wires going right. 1, up towards top router. 2, lower right towards bottom right router. 3, down towards bottom left router. Packet. There are 3 parts. The last 2 parts have numbers. Part 1, blank. Part 2, 0 1 0 0. Part 3, 1 1 0 1. Notes, values in arriving packet’s header. The packet moves right toward the left most router, then down line 2 towards the bottom right route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7161" y="2740466"/>
            <a:ext cx="4609677" cy="3561512"/>
          </a:xfrm>
          <a:prstGeom prst="rect">
            <a:avLst/>
          </a:prstGeom>
        </p:spPr>
      </p:pic>
    </p:spTree>
    <p:extLst>
      <p:ext uri="{BB962C8B-B14F-4D97-AF65-F5344CB8AC3E}">
        <p14:creationId xmlns:p14="http://schemas.microsoft.com/office/powerpoint/2010/main" val="849924909"/>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xmlns:a="http://schemas.openxmlformats.org/drawingml/2006/main">
              <a:rPr lang="vi" dirty="0" smtClean="0"/>
              <a:t>Trừu tượng hóa mặt </a:t>
            </a:r>
            <a:r xmlns:a="http://schemas.openxmlformats.org/drawingml/2006/main">
              <a:rPr lang="vi" dirty="0"/>
              <a:t>phẳng dữ liệu OpenFlow </a:t>
            </a:r>
            <a:r xmlns:a="http://schemas.openxmlformats.org/drawingml/2006/main">
              <a:rPr lang="vi" sz="2000" b="0" dirty="0" smtClean="0"/>
              <a:t>(1 trên 2)</a:t>
            </a:r>
            <a:endParaRPr xmlns:a="http://schemas.openxmlformats.org/drawingml/2006/main" lang="en-US" sz="2000" b="0" dirty="0"/>
          </a:p>
        </p:txBody>
      </p:sp>
      <p:sp>
        <p:nvSpPr>
          <p:cNvPr id="5" name="Text Placeholder 4"/>
          <p:cNvSpPr>
            <a:spLocks noGrp="1"/>
          </p:cNvSpPr>
          <p:nvPr>
            <p:ph type="body" idx="1"/>
          </p:nvPr>
        </p:nvSpPr>
        <p:spPr>
          <a:xfrm>
            <a:off x="457200" y="1600200"/>
            <a:ext cx="8229600" cy="2726140"/>
          </a:xfrm>
        </p:spPr>
        <p:txBody>
          <a:bodyPr/>
          <a:lstStyle/>
          <a:p>
            <a:r xmlns:a="http://schemas.openxmlformats.org/drawingml/2006/main">
              <a:rPr lang="vi" altLang="en-US" sz="2000" b="1" dirty="0">
                <a:solidFill>
                  <a:schemeClr val="tx1"/>
                </a:solidFill>
                <a:latin typeface="+mn-lt"/>
                <a:ea typeface="ＭＳ Ｐゴシック" charset="-128"/>
                <a:cs typeface="ＭＳ Ｐゴシック" charset="-128"/>
              </a:rPr>
              <a:t>luồng: được xác định bởi các trường tiêu đề</a:t>
            </a:r>
          </a:p>
          <a:p>
            <a:r xmlns:a="http://schemas.openxmlformats.org/drawingml/2006/main">
              <a:rPr lang="vi" altLang="en-US" sz="2000" b="1" dirty="0">
                <a:solidFill>
                  <a:schemeClr val="tx1"/>
                </a:solidFill>
                <a:latin typeface="+mn-lt"/>
                <a:ea typeface="ＭＳ Ｐゴシック" charset="-128"/>
                <a:cs typeface="ＭＳ Ｐゴシック" charset="-128"/>
              </a:rPr>
              <a:t>chuyển tiếp tổng quát: quy tắc xử lý gói đơn giản</a:t>
            </a:r>
          </a:p>
          <a:p>
            <a:pPr xmlns:a="http://schemas.openxmlformats.org/drawingml/2006/main" lvl="1"/>
            <a:r xmlns:a="http://schemas.openxmlformats.org/drawingml/2006/main">
              <a:rPr lang="vi" altLang="en-US" sz="2000" b="1" dirty="0">
                <a:solidFill>
                  <a:schemeClr val="tx1"/>
                </a:solidFill>
                <a:latin typeface="+mn-lt"/>
                <a:ea typeface="ＭＳ Ｐゴシック" charset="-128"/>
              </a:rPr>
              <a:t>Hoa văn: phù hợp</a:t>
            </a:r>
            <a:r xmlns:a="http://schemas.openxmlformats.org/drawingml/2006/main">
              <a:rPr lang="vi" altLang="en-US" sz="2000" dirty="0">
                <a:solidFill>
                  <a:srgbClr val="000090"/>
                </a:solidFill>
                <a:latin typeface="+mn-lt"/>
                <a:ea typeface="ＭＳ Ｐゴシック" charset="-128"/>
              </a:rPr>
              <a:t> </a:t>
            </a:r>
            <a:r xmlns:a="http://schemas.openxmlformats.org/drawingml/2006/main">
              <a:rPr lang="vi" altLang="en-US" sz="2000" dirty="0">
                <a:latin typeface="+mn-lt"/>
                <a:ea typeface="ＭＳ Ｐゴシック" charset="-128"/>
              </a:rPr>
              <a:t>giá trị trong trường tiêu đề gói</a:t>
            </a:r>
          </a:p>
          <a:p>
            <a:pPr xmlns:a="http://schemas.openxmlformats.org/drawingml/2006/main" lvl="1"/>
            <a:r xmlns:a="http://schemas.openxmlformats.org/drawingml/2006/main">
              <a:rPr lang="vi" altLang="en-US" sz="2000" b="1" dirty="0">
                <a:solidFill>
                  <a:schemeClr val="tx1"/>
                </a:solidFill>
                <a:latin typeface="+mn-lt"/>
                <a:ea typeface="ＭＳ Ｐゴシック" charset="-128"/>
              </a:rPr>
              <a:t>Hành động: đối với gói phù hợp: </a:t>
            </a:r>
            <a:r xmlns:a="http://schemas.openxmlformats.org/drawingml/2006/main">
              <a:rPr lang="vi" altLang="en-US" sz="2000" dirty="0">
                <a:latin typeface="+mn-lt"/>
                <a:ea typeface="ＭＳ Ｐゴシック" charset="-128"/>
              </a:rPr>
              <a:t>thả, chuyển tiếp, sửa đổi, gói phù hợp hoặc gửi gói phù hợp đến </a:t>
            </a:r>
            <a:r xmlns:a="http://schemas.openxmlformats.org/drawingml/2006/main">
              <a:rPr lang="vi" altLang="en-US" sz="2000" dirty="0" smtClean="0">
                <a:latin typeface="+mn-lt"/>
                <a:ea typeface="ＭＳ Ｐゴシック" charset="-128"/>
              </a:rPr>
              <a:t>bộ điều khiển</a:t>
            </a:r>
            <a:endParaRPr xmlns:a="http://schemas.openxmlformats.org/drawingml/2006/main" lang="en-US" altLang="en-US" sz="2000" dirty="0">
              <a:latin typeface="+mn-lt"/>
              <a:ea typeface="ＭＳ Ｐゴシック" charset="-128"/>
            </a:endParaRPr>
          </a:p>
          <a:p>
            <a:pPr xmlns:a="http://schemas.openxmlformats.org/drawingml/2006/main" lvl="1"/>
            <a:r xmlns:a="http://schemas.openxmlformats.org/drawingml/2006/main">
              <a:rPr lang="vi" altLang="en-US" sz="2000" b="1" dirty="0">
                <a:solidFill>
                  <a:schemeClr val="tx1"/>
                </a:solidFill>
                <a:latin typeface="+mn-lt"/>
                <a:ea typeface="ＭＳ Ｐゴシック" charset="-128"/>
              </a:rPr>
              <a:t>Ưu tiên: </a:t>
            </a:r>
            <a:r xmlns:a="http://schemas.openxmlformats.org/drawingml/2006/main">
              <a:rPr lang="vi" altLang="en-US" sz="2000" dirty="0">
                <a:latin typeface="+mn-lt"/>
                <a:ea typeface="ＭＳ Ｐゴシック" charset="-128"/>
              </a:rPr>
              <a:t>phân biệt các mẫu chồng chéo</a:t>
            </a:r>
          </a:p>
          <a:p>
            <a:pPr xmlns:a="http://schemas.openxmlformats.org/drawingml/2006/main" lvl="1"/>
            <a:r xmlns:a="http://schemas.openxmlformats.org/drawingml/2006/main">
              <a:rPr lang="vi" altLang="en-US" sz="2000" b="1" dirty="0">
                <a:solidFill>
                  <a:schemeClr val="tx1"/>
                </a:solidFill>
                <a:latin typeface="+mn-lt"/>
                <a:ea typeface="ＭＳ Ｐゴシック" charset="-128"/>
              </a:rPr>
              <a:t>Bộ đếm: </a:t>
            </a:r>
            <a:r xmlns:a="http://schemas.openxmlformats.org/drawingml/2006/main">
              <a:rPr lang="vi" altLang="en-US" sz="2000" dirty="0">
                <a:latin typeface="+mn-lt"/>
                <a:ea typeface="ＭＳ Ｐゴシック" charset="-128"/>
              </a:rPr>
              <a:t>#byte và # </a:t>
            </a:r>
            <a:r xmlns:a="http://schemas.openxmlformats.org/drawingml/2006/main">
              <a:rPr lang="vi" altLang="en-US" sz="2000" dirty="0" smtClean="0">
                <a:latin typeface="+mn-lt"/>
                <a:ea typeface="ＭＳ Ｐゴシック" charset="-128"/>
              </a:rPr>
              <a:t>gói</a:t>
            </a:r>
            <a:endParaRPr xmlns:a="http://schemas.openxmlformats.org/drawingml/2006/main" lang="en-US" altLang="en-US" sz="2000" dirty="0">
              <a:latin typeface="+mn-lt"/>
              <a:ea typeface="ＭＳ Ｐゴシック" charset="-128"/>
            </a:endParaRPr>
          </a:p>
        </p:txBody>
      </p:sp>
      <p:pic>
        <p:nvPicPr>
          <p:cNvPr id="7" name="Picture 6" descr="A router has 1 wire extending on the left, and 3 wires extending on the right."/>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21982" y="4412396"/>
            <a:ext cx="3517900" cy="1117600"/>
          </a:xfrm>
          <a:prstGeom prst="rect">
            <a:avLst/>
          </a:prstGeom>
        </p:spPr>
      </p:pic>
      <p:sp>
        <p:nvSpPr>
          <p:cNvPr id="6" name="Text Placeholder 5"/>
          <p:cNvSpPr>
            <a:spLocks noGrp="1"/>
          </p:cNvSpPr>
          <p:nvPr>
            <p:ph type="body" idx="2"/>
          </p:nvPr>
        </p:nvSpPr>
        <p:spPr>
          <a:xfrm>
            <a:off x="457200" y="5418161"/>
            <a:ext cx="8229600" cy="708002"/>
          </a:xfrm>
        </p:spPr>
        <p:txBody>
          <a:bodyPr/>
          <a:lstStyle/>
          <a:p>
            <a:pPr xmlns:a="http://schemas.openxmlformats.org/drawingml/2006/main" marL="0" indent="0">
              <a:buNone/>
            </a:pPr>
            <a:r xmlns:a="http://schemas.openxmlformats.org/drawingml/2006/main">
              <a:rPr lang="vi" altLang="en-US" sz="2000" b="1" dirty="0">
                <a:latin typeface="+mn-lt"/>
              </a:rPr>
              <a:t>Bảng lưu lượng trong bộ định tuyến (được tính toán và phân phối bởi bộ điều khiển) xác định quy tắc khớp+hành động của bộ định </a:t>
            </a:r>
            <a:r xmlns:a="http://schemas.openxmlformats.org/drawingml/2006/main">
              <a:rPr lang="vi" altLang="en-US" sz="2000" b="1" dirty="0" smtClean="0">
                <a:latin typeface="+mn-lt"/>
              </a:rPr>
              <a:t>tuyến</a:t>
            </a:r>
            <a:endParaRPr xmlns:a="http://schemas.openxmlformats.org/drawingml/2006/main" lang="en-US" altLang="en-US" sz="2000" b="1" dirty="0">
              <a:latin typeface="+mn-lt"/>
            </a:endParaRPr>
          </a:p>
        </p:txBody>
      </p:sp>
    </p:spTree>
    <p:extLst>
      <p:ext uri="{BB962C8B-B14F-4D97-AF65-F5344CB8AC3E}">
        <p14:creationId xmlns:p14="http://schemas.microsoft.com/office/powerpoint/2010/main" val="15191933"/>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dirty="0"/>
              <a:t>Trừu tượng hóa mặt phẳng dữ liệu OpenFlow </a:t>
            </a:r>
            <a:r xmlns:a="http://schemas.openxmlformats.org/drawingml/2006/main">
              <a:rPr lang="vi" sz="2000" b="0" dirty="0" smtClean="0"/>
              <a:t>(2 </a:t>
            </a:r>
            <a:r xmlns:a="http://schemas.openxmlformats.org/drawingml/2006/main">
              <a:rPr lang="vi" sz="2000" b="0" dirty="0"/>
              <a:t>trên 2)</a:t>
            </a:r>
            <a:endParaRPr xmlns:a="http://schemas.openxmlformats.org/drawingml/2006/main" lang="en-US" dirty="0"/>
          </a:p>
        </p:txBody>
      </p:sp>
      <p:pic>
        <p:nvPicPr>
          <p:cNvPr id="5" name="Picture 4" descr="A box has 3 lines. Each line has a source and destination number with notes. Some of the numbers are blocked out with asterisks. Line 1. Source = 1 period 2 period asterisk period asterisk. Destination = 3 period 4 period 5 period asterisk. Notes, drop. Line 2. Source = asterisk period asterisk period asterisk period asterisk. Destination = 3 period 4 period asterisk period asterisk period. Notes, forward, 2. Line 3. Source = 10 period 1 period 2 period 3. Destination = asterisk period asterisk period asterisk period asterisk. Notes, send to controlle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0621" y="1579184"/>
            <a:ext cx="6590927" cy="1243025"/>
          </a:xfrm>
          <a:prstGeom prst="rect">
            <a:avLst/>
          </a:prstGeom>
        </p:spPr>
      </p:pic>
      <p:sp>
        <p:nvSpPr>
          <p:cNvPr id="4" name="Text Placeholder 3"/>
          <p:cNvSpPr>
            <a:spLocks noGrp="1"/>
          </p:cNvSpPr>
          <p:nvPr>
            <p:ph type="body" idx="1"/>
          </p:nvPr>
        </p:nvSpPr>
        <p:spPr>
          <a:xfrm>
            <a:off x="457200" y="3147573"/>
            <a:ext cx="8229600" cy="600501"/>
          </a:xfrm>
        </p:spPr>
        <p:txBody>
          <a:bodyPr/>
          <a:lstStyle/>
          <a:p>
            <a:pPr xmlns:a="http://schemas.openxmlformats.org/drawingml/2006/main" marL="0" indent="0">
              <a:buNone/>
            </a:pPr>
            <a:r xmlns:a="http://schemas.openxmlformats.org/drawingml/2006/main">
              <a:rPr lang="vi" altLang="en-US" sz="2400" dirty="0">
                <a:latin typeface="+mn-lt"/>
              </a:rPr>
              <a:t>* : </a:t>
            </a:r>
            <a:r xmlns:a="http://schemas.openxmlformats.org/drawingml/2006/main">
              <a:rPr lang="vi" altLang="en-US" sz="2400" dirty="0" smtClean="0">
                <a:latin typeface="+mn-lt"/>
              </a:rPr>
              <a:t>ký tự đại diện</a:t>
            </a:r>
            <a:endParaRPr xmlns:a="http://schemas.openxmlformats.org/drawingml/2006/main" lang="en-US" altLang="en-US" sz="2400" dirty="0">
              <a:latin typeface="+mn-lt"/>
            </a:endParaRPr>
          </a:p>
        </p:txBody>
      </p:sp>
    </p:spTree>
    <p:extLst>
      <p:ext uri="{BB962C8B-B14F-4D97-AF65-F5344CB8AC3E}">
        <p14:creationId xmlns:p14="http://schemas.microsoft.com/office/powerpoint/2010/main" val="983713917"/>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xmlns:a="http://schemas.openxmlformats.org/drawingml/2006/main">
              <a:rPr lang="vi" altLang="en-US" dirty="0">
                <a:ea typeface="ＭＳ Ｐゴシック" charset="-128"/>
              </a:rPr>
              <a:t>OpenFlow: Các mục trong bảng Flow</a:t>
            </a:r>
            <a:endParaRPr xmlns:a="http://schemas.openxmlformats.org/drawingml/2006/main" lang="en-US" dirty="0"/>
          </a:p>
        </p:txBody>
      </p:sp>
      <p:pic>
        <p:nvPicPr>
          <p:cNvPr id="5" name="Picture 4" descr="A bar of 3 parts. Each of the 3 parts point to a box. Main bar. Part 1, rule. Box. This box is a bar with 3 sections, and a total of 10 parts. Part 1, switch port. Section 1, link layer. Part 2, V L A N I D. Part 3, M A C s r c. Part 4, M A C d s t. Part 5, E t h type. Section 2, Network layer. Part 6, I P s r c. Part 7, I P D s t. Part 8, I P P r o t. Section 3, transport layer. Part 9, T C P s port. Part 10, T C P d port. Main bar. Part 2, Action. Box. This box has a list of 5 items. 1, forward packet to port or ports. 2, encapsulate and forward to controller. 3, drop packet. 4, send to normal processing pipeline. 5, modify fields. Main bar. Part 3, stats. Box. The box reads, packet + byte counter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6861" y="1634203"/>
            <a:ext cx="6830278" cy="4435755"/>
          </a:xfrm>
          <a:prstGeom prst="rect">
            <a:avLst/>
          </a:prstGeom>
        </p:spPr>
      </p:pic>
    </p:spTree>
    <p:extLst>
      <p:ext uri="{BB962C8B-B14F-4D97-AF65-F5344CB8AC3E}">
        <p14:creationId xmlns:p14="http://schemas.microsoft.com/office/powerpoint/2010/main" val="3971019257"/>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xmlns:a="http://schemas.openxmlformats.org/drawingml/2006/main">
              <a:rPr lang="vi" altLang="en-US" dirty="0" smtClean="0">
                <a:solidFill>
                  <a:schemeClr val="tx2"/>
                </a:solidFill>
                <a:latin typeface="Times New Roman" panose="02020603050405020304" pitchFamily="18" charset="0"/>
                <a:cs typeface="Times New Roman" panose="02020603050405020304" pitchFamily="18" charset="0"/>
              </a:rPr>
              <a:t>Ví dụ</a:t>
            </a:r>
            <a:r xmlns:a="http://schemas.openxmlformats.org/drawingml/2006/main">
              <a:rPr lang="vi" altLang="en-US" sz="3600" dirty="0" smtClean="0">
                <a:solidFill>
                  <a:schemeClr val="tx2"/>
                </a:solidFill>
                <a:latin typeface="Times New Roman" panose="02020603050405020304" pitchFamily="18" charset="0"/>
                <a:cs typeface="Times New Roman" panose="02020603050405020304" pitchFamily="18" charset="0"/>
              </a:rPr>
              <a:t> </a:t>
            </a:r>
            <a:r xmlns:a="http://schemas.openxmlformats.org/drawingml/2006/main">
              <a:rPr lang="vi" altLang="en-US" sz="2000" b="0" dirty="0" smtClean="0">
                <a:solidFill>
                  <a:schemeClr val="tx2"/>
                </a:solidFill>
                <a:latin typeface="Times New Roman" panose="02020603050405020304" pitchFamily="18" charset="0"/>
                <a:cs typeface="Times New Roman" panose="02020603050405020304" pitchFamily="18" charset="0"/>
              </a:rPr>
              <a:t>(1 của 2)</a:t>
            </a:r>
            <a:endParaRPr xmlns:a="http://schemas.openxmlformats.org/drawingml/2006/main" lang="en-US" sz="2000" b="0" dirty="0">
              <a:solidFill>
                <a:schemeClr val="tx2"/>
              </a:solidFill>
              <a:latin typeface="Times New Roman" panose="02020603050405020304" pitchFamily="18" charset="0"/>
              <a:cs typeface="Times New Roman" panose="02020603050405020304" pitchFamily="18" charset="0"/>
            </a:endParaRPr>
          </a:p>
        </p:txBody>
      </p:sp>
      <p:sp>
        <p:nvSpPr>
          <p:cNvPr id="7" name="Text Placeholder 6"/>
          <p:cNvSpPr>
            <a:spLocks noGrp="1"/>
          </p:cNvSpPr>
          <p:nvPr>
            <p:ph type="body" idx="1"/>
          </p:nvPr>
        </p:nvSpPr>
        <p:spPr>
          <a:xfrm>
            <a:off x="457200" y="1600200"/>
            <a:ext cx="8229600" cy="460829"/>
          </a:xfrm>
        </p:spPr>
        <p:txBody>
          <a:bodyPr/>
          <a:lstStyle/>
          <a:p>
            <a:pPr xmlns:a="http://schemas.openxmlformats.org/drawingml/2006/main" marL="0" indent="0">
              <a:buNone/>
            </a:pPr>
            <a:r xmlns:a="http://schemas.openxmlformats.org/drawingml/2006/main">
              <a:rPr lang="vi" altLang="en-US" sz="2400" b="1" dirty="0">
                <a:solidFill>
                  <a:schemeClr val="tx1"/>
                </a:solidFill>
                <a:latin typeface="+mn-lt"/>
              </a:rPr>
              <a:t>Chuyển tiếp dựa trên điểm đến </a:t>
            </a:r>
            <a:r xmlns:a="http://schemas.openxmlformats.org/drawingml/2006/main">
              <a:rPr lang="vi" altLang="en-US" sz="2400" b="1" dirty="0" smtClean="0">
                <a:solidFill>
                  <a:schemeClr val="tx1"/>
                </a:solidFill>
                <a:latin typeface="+mn-lt"/>
              </a:rPr>
              <a:t>:</a:t>
            </a:r>
            <a:endParaRPr xmlns:a="http://schemas.openxmlformats.org/drawingml/2006/main" lang="en-US" altLang="en-US" sz="2400" b="1" dirty="0">
              <a:solidFill>
                <a:schemeClr val="tx1"/>
              </a:solidFill>
              <a:latin typeface="+mn-lt"/>
            </a:endParaRPr>
          </a:p>
        </p:txBody>
      </p:sp>
      <p:pic>
        <p:nvPicPr>
          <p:cNvPr id="9" name="Picture 8" descr="A bar has 11 parts. Below each part is either a note or an asterisk. The last part is highlighted. Part 1. Switch port, asterisk. Part 2. M A C s r c, asterisk. Part 3. M A C d s t, asterisk. Part 4. E t h type, asterisk. Part 5. V L A N I D, asterisk. Part 6. I P s r c, asterisk. Part 7. I P d s t, 51 period 6 period 0 period 8. Part 8. I P P r o t, asterisk. Part 9. T C P s p o r t, asterisk. Part 10. T C P d p o r t, asterisk. Part 11. Action, port 6. Notes, I P datagrams destined to I P address 51 period 6 period 0 period 8 should be forwarded to router output port 6. "/>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1143" y="2169995"/>
            <a:ext cx="6565900" cy="1638300"/>
          </a:xfrm>
          <a:prstGeom prst="rect">
            <a:avLst/>
          </a:prstGeom>
        </p:spPr>
      </p:pic>
      <p:sp>
        <p:nvSpPr>
          <p:cNvPr id="8" name="Text Placeholder 7"/>
          <p:cNvSpPr>
            <a:spLocks noGrp="1"/>
          </p:cNvSpPr>
          <p:nvPr>
            <p:ph type="body" idx="2"/>
          </p:nvPr>
        </p:nvSpPr>
        <p:spPr>
          <a:xfrm>
            <a:off x="457200" y="3962400"/>
            <a:ext cx="1531257" cy="464457"/>
          </a:xfrm>
        </p:spPr>
        <p:txBody>
          <a:bodyPr/>
          <a:lstStyle/>
          <a:p>
            <a:pPr xmlns:a="http://schemas.openxmlformats.org/drawingml/2006/main" marL="0" indent="0">
              <a:buNone/>
            </a:pPr>
            <a:r xmlns:a="http://schemas.openxmlformats.org/drawingml/2006/main">
              <a:rPr lang="vi" altLang="en-US" sz="2400" b="1" dirty="0">
                <a:solidFill>
                  <a:schemeClr val="tx1"/>
                </a:solidFill>
                <a:latin typeface="+mn-lt"/>
              </a:rPr>
              <a:t>Tường lửa </a:t>
            </a:r>
            <a:r xmlns:a="http://schemas.openxmlformats.org/drawingml/2006/main">
              <a:rPr lang="vi" altLang="en-US" sz="2400" b="1" dirty="0" smtClean="0">
                <a:solidFill>
                  <a:schemeClr val="tx1"/>
                </a:solidFill>
                <a:latin typeface="+mn-lt"/>
              </a:rPr>
              <a:t>:</a:t>
            </a:r>
            <a:endParaRPr xmlns:a="http://schemas.openxmlformats.org/drawingml/2006/main" lang="en-US" altLang="en-US" sz="2400" b="1" dirty="0">
              <a:solidFill>
                <a:schemeClr val="tx1"/>
              </a:solidFill>
              <a:latin typeface="+mn-lt"/>
            </a:endParaRPr>
          </a:p>
        </p:txBody>
      </p:sp>
      <p:pic>
        <p:nvPicPr>
          <p:cNvPr id="10" name="Picture 9" descr="2 bars have 11 parts each. Below each part is either a note or an asterisk. The last part is highlighted. There are notes after each bar. Bar 1. Part 1. Switch port, asterisk. Part 2. M A C s r c, asterisk. Part 3. M A C d s t, asterisk. Part 4. E t h type, asterisk. Part 5. V L A N I D, asterisk. Part 6. I P s r c, asterisk. Part 7. I P d s t, asterisk. Part 8. I P P r o t, asterisk. Part 9. T C P s p o r t, asterisk. Part 10. T C P d p o r t, 22. Part 11. Forward, drop. Notes, do not forward, block, all datagrams destined to T C P port 22. Bar 2. Part 1. Switch port, asterisk. Part 2. M A C s r c, asterisk. Part 3. M A C d s t, asterisk. Part 4. E t h type, asterisk. Part 5. V L A N I D, asterisk. Part 6. I P s r c, 128 period 119 period 1 period 1. Part 7. I P d s t, asterisk. Part 8. I P P r o t, asterisk. Part 9. T C P s p o r t, asterisk. Part 10. T C P d p o r t, asterisk. Part 11. Forward, drop. Notes, do not forward, block, all datagrams sent by host 128 period 119 period 1 period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63037" y="4068792"/>
            <a:ext cx="5653694" cy="2296136"/>
          </a:xfrm>
          <a:prstGeom prst="rect">
            <a:avLst/>
          </a:prstGeom>
        </p:spPr>
      </p:pic>
    </p:spTree>
    <p:extLst>
      <p:ext uri="{BB962C8B-B14F-4D97-AF65-F5344CB8AC3E}">
        <p14:creationId xmlns:p14="http://schemas.microsoft.com/office/powerpoint/2010/main" val="1283351707"/>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xmlns:a="http://schemas.openxmlformats.org/drawingml/2006/main">
              <a:rPr lang="vi" altLang="en-US" dirty="0">
                <a:solidFill>
                  <a:schemeClr val="tx2"/>
                </a:solidFill>
                <a:latin typeface="Times New Roman" panose="02020603050405020304" pitchFamily="18" charset="0"/>
                <a:cs typeface="Times New Roman" panose="02020603050405020304" pitchFamily="18" charset="0"/>
              </a:rPr>
              <a:t>Ví dụ</a:t>
            </a:r>
            <a:r xmlns:a="http://schemas.openxmlformats.org/drawingml/2006/main">
              <a:rPr lang="vi" altLang="en-US" sz="3200" dirty="0">
                <a:solidFill>
                  <a:schemeClr val="tx2"/>
                </a:solidFill>
                <a:latin typeface="Times New Roman" panose="02020603050405020304" pitchFamily="18" charset="0"/>
                <a:cs typeface="Times New Roman" panose="02020603050405020304" pitchFamily="18" charset="0"/>
              </a:rPr>
              <a:t> </a:t>
            </a:r>
            <a:r xmlns:a="http://schemas.openxmlformats.org/drawingml/2006/main">
              <a:rPr lang="vi" altLang="en-US" sz="2000" b="0" dirty="0" smtClean="0">
                <a:solidFill>
                  <a:schemeClr val="tx2"/>
                </a:solidFill>
                <a:latin typeface="Times New Roman" panose="02020603050405020304" pitchFamily="18" charset="0"/>
                <a:cs typeface="Times New Roman" panose="02020603050405020304" pitchFamily="18" charset="0"/>
              </a:rPr>
              <a:t>(2 </a:t>
            </a:r>
            <a:r xmlns:a="http://schemas.openxmlformats.org/drawingml/2006/main">
              <a:rPr lang="vi" altLang="en-US" sz="2000" b="0" dirty="0">
                <a:solidFill>
                  <a:schemeClr val="tx2"/>
                </a:solidFill>
                <a:latin typeface="Times New Roman" panose="02020603050405020304" pitchFamily="18" charset="0"/>
                <a:cs typeface="Times New Roman" panose="02020603050405020304" pitchFamily="18" charset="0"/>
              </a:rPr>
              <a:t>trên 2)</a:t>
            </a:r>
            <a:endParaRPr xmlns:a="http://schemas.openxmlformats.org/drawingml/2006/main" lang="en-US" sz="2000" dirty="0"/>
          </a:p>
        </p:txBody>
      </p:sp>
      <p:sp>
        <p:nvSpPr>
          <p:cNvPr id="6" name="Text Placeholder 5"/>
          <p:cNvSpPr>
            <a:spLocks noGrp="1"/>
          </p:cNvSpPr>
          <p:nvPr>
            <p:ph type="body" idx="1"/>
          </p:nvPr>
        </p:nvSpPr>
        <p:spPr>
          <a:xfrm>
            <a:off x="457200" y="1600201"/>
            <a:ext cx="8229600" cy="518886"/>
          </a:xfrm>
        </p:spPr>
        <p:txBody>
          <a:bodyPr/>
          <a:lstStyle/>
          <a:p>
            <a:pPr xmlns:a="http://schemas.openxmlformats.org/drawingml/2006/main" marL="0" indent="0">
              <a:buNone/>
            </a:pPr>
            <a:r xmlns:a="http://schemas.openxmlformats.org/drawingml/2006/main">
              <a:rPr lang="vi" altLang="en-US" sz="2400" b="1" dirty="0">
                <a:solidFill>
                  <a:schemeClr val="tx1"/>
                </a:solidFill>
                <a:latin typeface="+mn-lt"/>
                <a:cs typeface="Times New Roman" panose="02020603050405020304" pitchFamily="18" charset="0"/>
              </a:rPr>
              <a:t>Chuyển tiếp lớp 2 (switch) dựa trên đích </a:t>
            </a:r>
            <a:r xmlns:a="http://schemas.openxmlformats.org/drawingml/2006/main">
              <a:rPr lang="vi" altLang="en-US" sz="2400" b="1" dirty="0" smtClean="0">
                <a:solidFill>
                  <a:schemeClr val="tx1"/>
                </a:solidFill>
                <a:latin typeface="+mn-lt"/>
                <a:cs typeface="Times New Roman" panose="02020603050405020304" pitchFamily="18" charset="0"/>
              </a:rPr>
              <a:t>:</a:t>
            </a:r>
            <a:endParaRPr xmlns:a="http://schemas.openxmlformats.org/drawingml/2006/main" lang="en-US" altLang="en-US" sz="2400" b="1" dirty="0">
              <a:solidFill>
                <a:schemeClr val="tx1"/>
              </a:solidFill>
              <a:latin typeface="+mn-lt"/>
              <a:cs typeface="Times New Roman" panose="02020603050405020304" pitchFamily="18" charset="0"/>
            </a:endParaRPr>
          </a:p>
        </p:txBody>
      </p:sp>
      <p:pic>
        <p:nvPicPr>
          <p:cNvPr id="7" name="Picture 6" descr="A bar has 11 parts. Below each part is either a note or an asterisk. The last part is highlighted. There are notes below the bar. Part 1. Switch port, asterisk. Part 2. M A C s r c, 22 colon A 7 colon 23 colon. 11 colon E 1 colon 0 2. Part 3. M A C d s t, asterisk. Part 4. E t h type, asterisk. Part 5. V L A N I D, asterisk. Part 6. I P s r c, asterisk. Part 7. I P d s t, asterisk. Part 8. I P P r o t, asterisk. Part 9. T C P s p o r t, asterisk. Part 10. T C P d p o r t, 22. Part 11. Action, port 3. Notes, layer 2 frames from M A C address 22 colon A 7 colon 23 colon 11 colon E 1 colon 0 2 should be forwarded to output port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5391" y="2432960"/>
            <a:ext cx="8173218" cy="1992080"/>
          </a:xfrm>
          <a:prstGeom prst="rect">
            <a:avLst/>
          </a:prstGeom>
        </p:spPr>
      </p:pic>
    </p:spTree>
    <p:extLst>
      <p:ext uri="{BB962C8B-B14F-4D97-AF65-F5344CB8AC3E}">
        <p14:creationId xmlns:p14="http://schemas.microsoft.com/office/powerpoint/2010/main" val="3588381223"/>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altLang="en-US" dirty="0">
                <a:solidFill>
                  <a:schemeClr val="tx2"/>
                </a:solidFill>
                <a:latin typeface="Times New Roman" panose="02020603050405020304" pitchFamily="18" charset="0"/>
                <a:ea typeface="ＭＳ Ｐゴシック" charset="-128"/>
                <a:cs typeface="Times New Roman" panose="02020603050405020304" pitchFamily="18" charset="0"/>
              </a:rPr>
              <a:t>Trừu tượng OpenFlow </a:t>
            </a:r>
            <a:r xmlns:a="http://schemas.openxmlformats.org/drawingml/2006/main">
              <a:rPr lang="vi" altLang="en-US" sz="2000" b="0" dirty="0" smtClean="0">
                <a:solidFill>
                  <a:schemeClr val="tx2"/>
                </a:solidFill>
                <a:latin typeface="Times New Roman" panose="02020603050405020304" pitchFamily="18" charset="0"/>
                <a:ea typeface="ＭＳ Ｐゴシック" charset="-128"/>
                <a:cs typeface="Times New Roman" panose="02020603050405020304" pitchFamily="18" charset="0"/>
              </a:rPr>
              <a:t>(1 </a:t>
            </a:r>
            <a:r xmlns:a="http://schemas.openxmlformats.org/drawingml/2006/main">
              <a:rPr lang="vi" altLang="en-US" sz="2000" b="0" dirty="0">
                <a:solidFill>
                  <a:schemeClr val="tx2"/>
                </a:solidFill>
                <a:latin typeface="Times New Roman" panose="02020603050405020304" pitchFamily="18" charset="0"/>
                <a:ea typeface="ＭＳ Ｐゴシック" charset="-128"/>
                <a:cs typeface="Times New Roman" panose="02020603050405020304" pitchFamily="18" charset="0"/>
              </a:rPr>
              <a:t>trên 2)</a:t>
            </a:r>
            <a:endParaRPr xmlns:a="http://schemas.openxmlformats.org/drawingml/2006/main" lang="en-US" dirty="0">
              <a:solidFill>
                <a:schemeClr val="tx2"/>
              </a:solidFill>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pPr xmlns:a="http://schemas.openxmlformats.org/drawingml/2006/main">
              <a:buClr>
                <a:schemeClr val="tx2"/>
              </a:buClr>
              <a:defRPr/>
            </a:pPr>
            <a:r xmlns:a="http://schemas.openxmlformats.org/drawingml/2006/main">
              <a:rPr lang="vi" altLang="en-US" sz="2400" b="1" dirty="0">
                <a:solidFill>
                  <a:schemeClr val="tx1"/>
                </a:solidFill>
                <a:latin typeface="+mn-lt"/>
              </a:rPr>
              <a:t>khớp + hành động: </a:t>
            </a:r>
            <a:r xmlns:a="http://schemas.openxmlformats.org/drawingml/2006/main">
              <a:rPr lang="vi" altLang="en-US" sz="2400" dirty="0">
                <a:solidFill>
                  <a:schemeClr val="tx1"/>
                </a:solidFill>
                <a:latin typeface="+mn-lt"/>
              </a:rPr>
              <a:t>hợp nhất các loại thiết bị khác nhau</a:t>
            </a:r>
          </a:p>
          <a:p>
            <a:pPr xmlns:a="http://schemas.openxmlformats.org/drawingml/2006/main">
              <a:buClr>
                <a:schemeClr val="tx2"/>
              </a:buClr>
              <a:defRPr/>
            </a:pPr>
            <a:r xmlns:a="http://schemas.openxmlformats.org/drawingml/2006/main">
              <a:rPr lang="vi" sz="2400" dirty="0" smtClean="0">
                <a:solidFill>
                  <a:schemeClr val="tx1"/>
                </a:solidFill>
                <a:latin typeface="+mn-lt"/>
              </a:rPr>
              <a:t>bộ định tuyến</a:t>
            </a:r>
            <a:endParaRPr xmlns:a="http://schemas.openxmlformats.org/drawingml/2006/main" lang="en-US" sz="2400" dirty="0">
              <a:solidFill>
                <a:schemeClr val="tx1"/>
              </a:solidFill>
              <a:latin typeface="+mn-lt"/>
            </a:endParaRPr>
          </a:p>
          <a:p>
            <a:pPr xmlns:a="http://schemas.openxmlformats.org/drawingml/2006/main" marL="741600" lvl="1" indent="-284400">
              <a:buClr>
                <a:schemeClr val="tx2"/>
              </a:buClr>
              <a:buSzPct val="101000"/>
              <a:buFont typeface="Arial" panose="020B0604020202020204" pitchFamily="34" charset="0"/>
              <a:buChar char="–"/>
              <a:defRPr/>
            </a:pPr>
            <a:r xmlns:a="http://schemas.openxmlformats.org/drawingml/2006/main">
              <a:rPr lang="vi" sz="2400" b="1" dirty="0">
                <a:solidFill>
                  <a:schemeClr val="tx1"/>
                </a:solidFill>
                <a:latin typeface="+mn-lt"/>
              </a:rPr>
              <a:t>trận đấu:</a:t>
            </a:r>
            <a:r xmlns:a="http://schemas.openxmlformats.org/drawingml/2006/main">
              <a:rPr lang="vi" sz="2400" i="1" dirty="0">
                <a:solidFill>
                  <a:schemeClr val="tx1"/>
                </a:solidFill>
                <a:latin typeface="+mn-lt"/>
              </a:rPr>
              <a:t> </a:t>
            </a:r>
            <a:r xmlns:a="http://schemas.openxmlformats.org/drawingml/2006/main">
              <a:rPr lang="vi" sz="2400" dirty="0">
                <a:solidFill>
                  <a:schemeClr val="tx1"/>
                </a:solidFill>
                <a:latin typeface="+mn-lt"/>
              </a:rPr>
              <a:t>điểm đến dài nhất </a:t>
            </a:r>
            <a:r xmlns:a="http://schemas.openxmlformats.org/drawingml/2006/main">
              <a:rPr lang="vi" sz="2400" dirty="0" smtClean="0">
                <a:solidFill>
                  <a:schemeClr val="tx1"/>
                </a:solidFill>
                <a:latin typeface="+mn-lt"/>
              </a:rPr>
              <a:t>tôi</a:t>
            </a:r>
            <a:r xmlns:a="http://schemas.openxmlformats.org/drawingml/2006/main">
              <a:rPr lang="vi" sz="100" dirty="0" smtClean="0">
                <a:solidFill>
                  <a:schemeClr val="tx1"/>
                </a:solidFill>
                <a:latin typeface="+mn-lt"/>
              </a:rPr>
              <a:t> </a:t>
            </a:r>
            <a:r xmlns:a="http://schemas.openxmlformats.org/drawingml/2006/main">
              <a:rPr lang="vi" sz="2400" dirty="0">
                <a:solidFill>
                  <a:schemeClr val="tx1"/>
                </a:solidFill>
                <a:latin typeface="+mn-lt"/>
              </a:rPr>
              <a:t>tiền tố </a:t>
            </a:r>
            <a:r xmlns:a="http://schemas.openxmlformats.org/drawingml/2006/main">
              <a:rPr lang="vi" sz="2400" dirty="0" smtClean="0">
                <a:solidFill>
                  <a:schemeClr val="tx1"/>
                </a:solidFill>
                <a:latin typeface="+mn-lt"/>
              </a:rPr>
              <a:t>P</a:t>
            </a:r>
          </a:p>
          <a:p>
            <a:pPr xmlns:a="http://schemas.openxmlformats.org/drawingml/2006/main" marL="741600" lvl="1" indent="-284400">
              <a:buClr>
                <a:schemeClr val="tx2"/>
              </a:buClr>
              <a:buSzPct val="101000"/>
              <a:buFont typeface="Arial" panose="020B0604020202020204" pitchFamily="34" charset="0"/>
              <a:buChar char="–"/>
              <a:defRPr/>
            </a:pPr>
            <a:r xmlns:a="http://schemas.openxmlformats.org/drawingml/2006/main">
              <a:rPr lang="vi" sz="2400" b="1" dirty="0">
                <a:solidFill>
                  <a:schemeClr val="tx1"/>
                </a:solidFill>
                <a:latin typeface="+mn-lt"/>
              </a:rPr>
              <a:t>hành động: </a:t>
            </a:r>
            <a:r xmlns:a="http://schemas.openxmlformats.org/drawingml/2006/main">
              <a:rPr lang="vi" sz="2400" dirty="0">
                <a:solidFill>
                  <a:schemeClr val="tx1"/>
                </a:solidFill>
                <a:latin typeface="+mn-lt"/>
              </a:rPr>
              <a:t>chuyển tiếp ra ngoài một liên kết</a:t>
            </a:r>
          </a:p>
          <a:p>
            <a:pPr xmlns:a="http://schemas.openxmlformats.org/drawingml/2006/main">
              <a:buClr>
                <a:schemeClr val="tx2"/>
              </a:buClr>
              <a:defRPr/>
            </a:pPr>
            <a:r xmlns:a="http://schemas.openxmlformats.org/drawingml/2006/main">
              <a:rPr lang="vi" sz="2400" dirty="0">
                <a:solidFill>
                  <a:schemeClr val="tx1"/>
                </a:solidFill>
                <a:latin typeface="+mn-lt"/>
              </a:rPr>
              <a:t>Công tắc điện</a:t>
            </a:r>
          </a:p>
          <a:p>
            <a:pPr xmlns:a="http://schemas.openxmlformats.org/drawingml/2006/main" marL="741600" lvl="1" indent="-284400">
              <a:buClr>
                <a:schemeClr val="tx2"/>
              </a:buClr>
              <a:buFont typeface="Arial" panose="020B0604020202020204" pitchFamily="34" charset="0"/>
              <a:buChar char="–"/>
              <a:defRPr/>
            </a:pPr>
            <a:r xmlns:a="http://schemas.openxmlformats.org/drawingml/2006/main">
              <a:rPr lang="vi" sz="2400" b="1" dirty="0">
                <a:solidFill>
                  <a:schemeClr val="tx1"/>
                </a:solidFill>
                <a:latin typeface="+mn-lt"/>
              </a:rPr>
              <a:t>khớp: </a:t>
            </a:r>
            <a:r xmlns:a="http://schemas.openxmlformats.org/drawingml/2006/main">
              <a:rPr lang="vi" sz="2400" dirty="0">
                <a:solidFill>
                  <a:schemeClr val="tx1"/>
                </a:solidFill>
                <a:latin typeface="+mn-lt"/>
              </a:rPr>
              <a:t>địa chỉ </a:t>
            </a:r>
            <a:r xmlns:a="http://schemas.openxmlformats.org/drawingml/2006/main">
              <a:rPr lang="vi" sz="2400" dirty="0" smtClean="0">
                <a:solidFill>
                  <a:schemeClr val="tx1"/>
                </a:solidFill>
                <a:latin typeface="+mn-lt"/>
              </a:rPr>
              <a:t>MAC </a:t>
            </a:r>
            <a:r xmlns:a="http://schemas.openxmlformats.org/drawingml/2006/main">
              <a:rPr lang="vi" sz="2400" dirty="0">
                <a:solidFill>
                  <a:schemeClr val="tx1"/>
                </a:solidFill>
                <a:latin typeface="+mn-lt"/>
              </a:rPr>
              <a:t>đích</a:t>
            </a:r>
          </a:p>
          <a:p>
            <a:pPr xmlns:a="http://schemas.openxmlformats.org/drawingml/2006/main" marL="741600" lvl="1" indent="-284400">
              <a:buClr>
                <a:schemeClr val="tx2"/>
              </a:buClr>
              <a:buFont typeface="Arial" panose="020B0604020202020204" pitchFamily="34" charset="0"/>
              <a:buChar char="–"/>
              <a:defRPr/>
            </a:pPr>
            <a:r xmlns:a="http://schemas.openxmlformats.org/drawingml/2006/main">
              <a:rPr lang="vi" sz="2400" b="1" dirty="0" smtClean="0">
                <a:solidFill>
                  <a:schemeClr val="tx1"/>
                </a:solidFill>
                <a:latin typeface="+mn-lt"/>
              </a:rPr>
              <a:t>hành động: </a:t>
            </a:r>
            <a:r xmlns:a="http://schemas.openxmlformats.org/drawingml/2006/main">
              <a:rPr lang="vi" sz="2400" dirty="0" smtClean="0">
                <a:solidFill>
                  <a:schemeClr val="tx1"/>
                </a:solidFill>
                <a:latin typeface="+mn-lt"/>
              </a:rPr>
              <a:t>chuyển tiếp hoặc lũ lụt</a:t>
            </a:r>
          </a:p>
        </p:txBody>
      </p:sp>
    </p:spTree>
    <p:extLst>
      <p:ext uri="{BB962C8B-B14F-4D97-AF65-F5344CB8AC3E}">
        <p14:creationId xmlns:p14="http://schemas.microsoft.com/office/powerpoint/2010/main" val="1085884536"/>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altLang="en-US" dirty="0" smtClean="0">
                <a:solidFill>
                  <a:schemeClr val="tx2"/>
                </a:solidFill>
                <a:latin typeface="Times New Roman" panose="02020603050405020304" pitchFamily="18" charset="0"/>
                <a:ea typeface="ＭＳ Ｐゴシック" charset="-128"/>
                <a:cs typeface="Times New Roman" panose="02020603050405020304" pitchFamily="18" charset="0"/>
              </a:rPr>
              <a:t>Trừu tượng </a:t>
            </a:r>
            <a:r xmlns:a="http://schemas.openxmlformats.org/drawingml/2006/main">
              <a:rPr lang="vi" altLang="en-US" dirty="0">
                <a:solidFill>
                  <a:schemeClr val="tx2"/>
                </a:solidFill>
                <a:latin typeface="Times New Roman" panose="02020603050405020304" pitchFamily="18" charset="0"/>
                <a:ea typeface="ＭＳ Ｐゴシック" charset="-128"/>
                <a:cs typeface="Times New Roman" panose="02020603050405020304" pitchFamily="18" charset="0"/>
              </a:rPr>
              <a:t>OpenFlow </a:t>
            </a:r>
            <a:r xmlns:a="http://schemas.openxmlformats.org/drawingml/2006/main">
              <a:rPr lang="vi" altLang="en-US" sz="2000" b="0" dirty="0" smtClean="0">
                <a:latin typeface="Times New Roman" panose="02020603050405020304" pitchFamily="18" charset="0"/>
                <a:ea typeface="ＭＳ Ｐゴシック" charset="-128"/>
                <a:cs typeface="Times New Roman" panose="02020603050405020304" pitchFamily="18" charset="0"/>
              </a:rPr>
              <a:t>(2 trên 2)</a:t>
            </a:r>
            <a:endParaRPr xmlns:a="http://schemas.openxmlformats.org/drawingml/2006/main" lang="en-US" sz="2000" b="0" dirty="0"/>
          </a:p>
        </p:txBody>
      </p:sp>
      <p:sp>
        <p:nvSpPr>
          <p:cNvPr id="3" name="Text Placeholder 2"/>
          <p:cNvSpPr>
            <a:spLocks noGrp="1"/>
          </p:cNvSpPr>
          <p:nvPr>
            <p:ph type="body" idx="1"/>
          </p:nvPr>
        </p:nvSpPr>
        <p:spPr/>
        <p:txBody>
          <a:bodyPr/>
          <a:lstStyle/>
          <a:p>
            <a:pPr xmlns:a="http://schemas.openxmlformats.org/drawingml/2006/main">
              <a:buClr>
                <a:schemeClr val="tx2"/>
              </a:buClr>
              <a:defRPr/>
            </a:pPr>
            <a:r xmlns:a="http://schemas.openxmlformats.org/drawingml/2006/main">
              <a:rPr lang="vi" sz="2400" dirty="0">
                <a:latin typeface="+mn-lt"/>
              </a:rPr>
              <a:t>Bức tường lửa</a:t>
            </a:r>
          </a:p>
          <a:p>
            <a:pPr xmlns:a="http://schemas.openxmlformats.org/drawingml/2006/main" marL="741600" lvl="1" indent="-284400">
              <a:buClr>
                <a:schemeClr val="tx2"/>
              </a:buClr>
              <a:buFont typeface="Arial" panose="020B0604020202020204" pitchFamily="34" charset="0"/>
              <a:buChar char="–"/>
              <a:defRPr/>
            </a:pPr>
            <a:r xmlns:a="http://schemas.openxmlformats.org/drawingml/2006/main">
              <a:rPr lang="vi" sz="2400" b="1" dirty="0">
                <a:solidFill>
                  <a:schemeClr val="tx1"/>
                </a:solidFill>
                <a:latin typeface="+mn-lt"/>
              </a:rPr>
              <a:t>trận đấu: </a:t>
            </a:r>
            <a:r xmlns:a="http://schemas.openxmlformats.org/drawingml/2006/main">
              <a:rPr lang="vi" sz="2400" dirty="0">
                <a:latin typeface="+mn-lt"/>
              </a:rPr>
              <a:t>tôi</a:t>
            </a:r>
            <a:r xmlns:a="http://schemas.openxmlformats.org/drawingml/2006/main">
              <a:rPr lang="vi" sz="100" dirty="0">
                <a:latin typeface="+mn-lt"/>
              </a:rPr>
              <a:t> </a:t>
            </a:r>
            <a:r xmlns:a="http://schemas.openxmlformats.org/drawingml/2006/main">
              <a:rPr lang="vi" sz="2400" dirty="0">
                <a:latin typeface="+mn-lt"/>
              </a:rPr>
              <a:t>Địa chỉ P và T</a:t>
            </a:r>
            <a:r xmlns:a="http://schemas.openxmlformats.org/drawingml/2006/main">
              <a:rPr lang="vi" sz="100" dirty="0">
                <a:latin typeface="+mn-lt"/>
              </a:rPr>
              <a:t> </a:t>
            </a:r>
            <a:r xmlns:a="http://schemas.openxmlformats.org/drawingml/2006/main">
              <a:rPr lang="vi" sz="2400" dirty="0">
                <a:latin typeface="+mn-lt"/>
              </a:rPr>
              <a:t>C</a:t>
            </a:r>
            <a:r xmlns:a="http://schemas.openxmlformats.org/drawingml/2006/main">
              <a:rPr lang="vi" sz="100" dirty="0">
                <a:latin typeface="+mn-lt"/>
              </a:rPr>
              <a:t> </a:t>
            </a:r>
            <a:r xmlns:a="http://schemas.openxmlformats.org/drawingml/2006/main">
              <a:rPr lang="vi" sz="2400" dirty="0">
                <a:latin typeface="+mn-lt"/>
              </a:rPr>
              <a:t>P/U</a:t>
            </a:r>
            <a:r xmlns:a="http://schemas.openxmlformats.org/drawingml/2006/main">
              <a:rPr lang="vi" sz="100" dirty="0">
                <a:latin typeface="+mn-lt"/>
              </a:rPr>
              <a:t> </a:t>
            </a:r>
            <a:r xmlns:a="http://schemas.openxmlformats.org/drawingml/2006/main">
              <a:rPr lang="vi" sz="2400" dirty="0">
                <a:latin typeface="+mn-lt"/>
              </a:rPr>
              <a:t>Đ.</a:t>
            </a:r>
            <a:r xmlns:a="http://schemas.openxmlformats.org/drawingml/2006/main">
              <a:rPr lang="vi" sz="100" dirty="0">
                <a:latin typeface="+mn-lt"/>
              </a:rPr>
              <a:t> </a:t>
            </a:r>
            <a:r xmlns:a="http://schemas.openxmlformats.org/drawingml/2006/main">
              <a:rPr lang="vi" sz="2400" dirty="0">
                <a:latin typeface="+mn-lt"/>
              </a:rPr>
              <a:t>số cổng P</a:t>
            </a:r>
          </a:p>
          <a:p>
            <a:pPr xmlns:a="http://schemas.openxmlformats.org/drawingml/2006/main" marL="741600" lvl="1" indent="-284400">
              <a:buClr>
                <a:schemeClr val="tx2"/>
              </a:buClr>
              <a:buFont typeface="Arial" panose="020B0604020202020204" pitchFamily="34" charset="0"/>
              <a:buChar char="–"/>
              <a:defRPr/>
            </a:pPr>
            <a:r xmlns:a="http://schemas.openxmlformats.org/drawingml/2006/main">
              <a:rPr lang="vi" sz="2400" b="1" dirty="0">
                <a:solidFill>
                  <a:schemeClr val="tx1"/>
                </a:solidFill>
                <a:latin typeface="+mn-lt"/>
              </a:rPr>
              <a:t>hành động: </a:t>
            </a:r>
            <a:r xmlns:a="http://schemas.openxmlformats.org/drawingml/2006/main">
              <a:rPr lang="vi" sz="2400" dirty="0">
                <a:latin typeface="+mn-lt"/>
              </a:rPr>
              <a:t>cho phép hoặc </a:t>
            </a:r>
            <a:r xmlns:a="http://schemas.openxmlformats.org/drawingml/2006/main">
              <a:rPr lang="vi" sz="2400" dirty="0" smtClean="0">
                <a:latin typeface="+mn-lt"/>
              </a:rPr>
              <a:t>từ chối</a:t>
            </a:r>
            <a:endParaRPr xmlns:a="http://schemas.openxmlformats.org/drawingml/2006/main" lang="en-US" sz="2400" dirty="0">
              <a:latin typeface="+mn-lt"/>
            </a:endParaRPr>
          </a:p>
          <a:p>
            <a:pPr xmlns:a="http://schemas.openxmlformats.org/drawingml/2006/main">
              <a:buClr>
                <a:schemeClr val="tx2"/>
              </a:buClr>
              <a:defRPr/>
            </a:pPr>
            <a:r xmlns:a="http://schemas.openxmlformats.org/drawingml/2006/main">
              <a:rPr lang="vi" sz="2400" dirty="0">
                <a:latin typeface="+mn-lt"/>
              </a:rPr>
              <a:t>N</a:t>
            </a:r>
            <a:r xmlns:a="http://schemas.openxmlformats.org/drawingml/2006/main">
              <a:rPr lang="vi" sz="100" dirty="0">
                <a:latin typeface="+mn-lt"/>
              </a:rPr>
              <a:t> </a:t>
            </a:r>
            <a:r xmlns:a="http://schemas.openxmlformats.org/drawingml/2006/main">
              <a:rPr lang="vi" sz="2400" dirty="0">
                <a:latin typeface="+mn-lt"/>
              </a:rPr>
              <a:t>Một</a:t>
            </a:r>
            <a:r xmlns:a="http://schemas.openxmlformats.org/drawingml/2006/main">
              <a:rPr lang="vi" sz="100" dirty="0">
                <a:latin typeface="+mn-lt"/>
              </a:rPr>
              <a:t> </a:t>
            </a:r>
            <a:r xmlns:a="http://schemas.openxmlformats.org/drawingml/2006/main">
              <a:rPr lang="vi" sz="2400" dirty="0">
                <a:latin typeface="+mn-lt"/>
              </a:rPr>
              <a:t>t</a:t>
            </a:r>
          </a:p>
          <a:p>
            <a:pPr xmlns:a="http://schemas.openxmlformats.org/drawingml/2006/main" marL="741600" lvl="1" indent="-284400">
              <a:buClr>
                <a:schemeClr val="tx2"/>
              </a:buClr>
              <a:buFont typeface="Arial" panose="020B0604020202020204" pitchFamily="34" charset="0"/>
              <a:buChar char="–"/>
              <a:defRPr/>
            </a:pPr>
            <a:r xmlns:a="http://schemas.openxmlformats.org/drawingml/2006/main">
              <a:rPr lang="vi" sz="2400" b="1" dirty="0">
                <a:solidFill>
                  <a:schemeClr val="tx1"/>
                </a:solidFill>
                <a:latin typeface="+mn-lt"/>
              </a:rPr>
              <a:t>trận đấu: </a:t>
            </a:r>
            <a:r xmlns:a="http://schemas.openxmlformats.org/drawingml/2006/main">
              <a:rPr lang="vi" sz="2400" dirty="0">
                <a:latin typeface="+mn-lt"/>
              </a:rPr>
              <a:t>tôi</a:t>
            </a:r>
            <a:r xmlns:a="http://schemas.openxmlformats.org/drawingml/2006/main">
              <a:rPr lang="vi" sz="100" dirty="0">
                <a:latin typeface="+mn-lt"/>
              </a:rPr>
              <a:t> </a:t>
            </a:r>
            <a:r xmlns:a="http://schemas.openxmlformats.org/drawingml/2006/main">
              <a:rPr lang="vi" sz="2400" dirty="0">
                <a:latin typeface="+mn-lt"/>
              </a:rPr>
              <a:t>Địa chỉ P và cổng</a:t>
            </a:r>
          </a:p>
          <a:p>
            <a:pPr xmlns:a="http://schemas.openxmlformats.org/drawingml/2006/main" marL="741600" lvl="1" indent="-284400">
              <a:buClr>
                <a:schemeClr val="tx2"/>
              </a:buClr>
              <a:buFont typeface="Arial" panose="020B0604020202020204" pitchFamily="34" charset="0"/>
              <a:buChar char="–"/>
              <a:defRPr/>
            </a:pPr>
            <a:r xmlns:a="http://schemas.openxmlformats.org/drawingml/2006/main">
              <a:rPr lang="vi" sz="2400" b="1" dirty="0">
                <a:solidFill>
                  <a:schemeClr val="tx1"/>
                </a:solidFill>
                <a:latin typeface="+mn-lt"/>
              </a:rPr>
              <a:t>hành động: </a:t>
            </a:r>
            <a:r xmlns:a="http://schemas.openxmlformats.org/drawingml/2006/main">
              <a:rPr lang="vi" sz="2400" dirty="0">
                <a:latin typeface="+mn-lt"/>
              </a:rPr>
              <a:t>viết lại địa chỉ và </a:t>
            </a:r>
            <a:r xmlns:a="http://schemas.openxmlformats.org/drawingml/2006/main">
              <a:rPr lang="vi" sz="2400" dirty="0" smtClean="0">
                <a:latin typeface="+mn-lt"/>
              </a:rPr>
              <a:t>cổng</a:t>
            </a:r>
            <a:endParaRPr xmlns:a="http://schemas.openxmlformats.org/drawingml/2006/main" lang="en-US" sz="2400" dirty="0">
              <a:latin typeface="+mn-lt"/>
            </a:endParaRPr>
          </a:p>
        </p:txBody>
      </p:sp>
    </p:spTree>
    <p:extLst>
      <p:ext uri="{BB962C8B-B14F-4D97-AF65-F5344CB8AC3E}">
        <p14:creationId xmlns:p14="http://schemas.microsoft.com/office/powerpoint/2010/main" val="1618791221"/>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altLang="en-US" dirty="0" smtClean="0">
                <a:latin typeface="Times New Roman" panose="02020603050405020304" pitchFamily="18" charset="0"/>
                <a:ea typeface="ＭＳ Ｐゴシック" charset="-128"/>
                <a:cs typeface="Times New Roman" panose="02020603050405020304" pitchFamily="18" charset="0"/>
              </a:rPr>
              <a:t>Ví dụ </a:t>
            </a:r>
            <a:endParaRPr xmlns:a="http://schemas.openxmlformats.org/drawingml/2006/main" lang="en-US" dirty="0">
              <a:latin typeface="Times New Roman" panose="02020603050405020304" pitchFamily="18" charset="0"/>
              <a:cs typeface="Times New Roman" panose="02020603050405020304" pitchFamily="18" charset="0"/>
            </a:endParaRPr>
            <a:r xmlns:a="http://schemas.openxmlformats.org/drawingml/2006/main">
              <a:rPr lang="vi" altLang="en-US" dirty="0">
                <a:latin typeface="Times New Roman" panose="02020603050405020304" pitchFamily="18" charset="0"/>
                <a:ea typeface="ＭＳ Ｐゴシック" charset="-128"/>
                <a:cs typeface="Times New Roman" panose="02020603050405020304" pitchFamily="18" charset="0"/>
              </a:rPr>
              <a:t>OpenFlow</a:t>
            </a:r>
          </a:p>
        </p:txBody>
      </p:sp>
      <p:sp>
        <p:nvSpPr>
          <p:cNvPr id="3" name="Text Placeholder 2"/>
          <p:cNvSpPr>
            <a:spLocks noGrp="1"/>
          </p:cNvSpPr>
          <p:nvPr>
            <p:ph type="body" idx="1"/>
          </p:nvPr>
        </p:nvSpPr>
        <p:spPr>
          <a:xfrm>
            <a:off x="457200" y="1600201"/>
            <a:ext cx="8302752" cy="859536"/>
          </a:xfrm>
        </p:spPr>
        <p:txBody>
          <a:bodyPr/>
          <a:lstStyle/>
          <a:p>
            <a:pPr xmlns:a="http://schemas.openxmlformats.org/drawingml/2006/main" marL="0" indent="0">
              <a:buNone/>
            </a:pPr>
            <a:r xmlns:a="http://schemas.openxmlformats.org/drawingml/2006/main">
              <a:rPr lang="vi" altLang="en-US" sz="2400" b="1" dirty="0">
                <a:solidFill>
                  <a:schemeClr val="tx1"/>
                </a:solidFill>
                <a:latin typeface="+mn-lt"/>
              </a:rPr>
              <a:t>Ví dụ: </a:t>
            </a:r>
            <a:r xmlns:a="http://schemas.openxmlformats.org/drawingml/2006/main">
              <a:rPr lang="vi" altLang="en-US" sz="2400" dirty="0">
                <a:latin typeface="+mn-lt"/>
              </a:rPr>
              <a:t>datagram từ máy chủ h5 và h6 nên được gửi đến h3 hoặc h4, qua s1 và từ đó đến </a:t>
            </a:r>
            <a:r xmlns:a="http://schemas.openxmlformats.org/drawingml/2006/main">
              <a:rPr lang="vi" altLang="en-US" sz="2400" dirty="0" smtClean="0">
                <a:latin typeface="+mn-lt"/>
              </a:rPr>
              <a:t>s2</a:t>
            </a:r>
            <a:endParaRPr xmlns:a="http://schemas.openxmlformats.org/drawingml/2006/main" lang="en-US" altLang="en-US" sz="2400" dirty="0">
              <a:latin typeface="+mn-lt"/>
            </a:endParaRPr>
          </a:p>
        </p:txBody>
      </p:sp>
      <p:pic>
        <p:nvPicPr>
          <p:cNvPr id="4" name="Picture 3" descr="A diagram has 3 labeled routers arranged in a right triangle with the right angle at the bottom left. Each router is wired to the router beside it, and wired to 2 P Cs each. Each wire is labeled with a number. Each router has a table. A dotted line connects each router to a server labeled, Open Flow Controller. Bottom left, right angle router, s 1. From the top of the s 1, a wire going up connects to the bottom of router S 3, 1. From the left of s 1, a wire connects to a P C, 2. P C, host h 1. 10 period 1 period 0 period 1. From the bottom of s 1, a wire connects to a P C, 3. P C, host h 2. 10 period 1 period 0 period 2. From the right side of s 1, a wire going right connects to the left side of router s 2. S 1 table. There is 1 row and 2 columns, match and action. Match. Ingress port = 1, I P s r c = 10 period 3 period asterisk period asterisk, I P d s t = 10 period 2 period asterisk period asterisk. Action. Forward, 4. Bottom right router, s 2. From the top left of s 2, a wire goes upward left and connects to router s 3, 1. From the left of s 2, a wire going left connects to s 1, 2. From the bottom left of s 2, a wire connects to a P C, 3. P C, host h 3. 10 period 2 period 0 period 3. From the right of s 2, a wire connects to a P C, 4. P C, host h 4. 10 period 2 period 0 period 4. S 2 table. There are 2 rows and 2 columns, match and action. Row 1. Match. Ingress port = 2, I P D s t = 10 period 2 period 0 period 3. Action. Forward, 3. Row 2. Match. Ingress port = 2, I P D s t = 10 period 2 period 0 period 4. Action. Forward, 4. Top left router, s 3. From the top of s 3, a wire goes up and connects to A P C, 1. P C, host h 6. 10 period 3 period 0 period 6. From the left of s 3, a wire connects to a P C, 2. P C, host h 5. 10 period 3 period 0 period 5. S 2 table. From the bottom of s 3, a wire goes down and connects to the top of s 1, 3. From the bottom right of s 3, a wire goes downward right and connects to s 2. S 3 table. There is 1 row and 2 columns, match and action. Match. I P s r c = 10 period 3 period asterisk period asterisk, I P D s t = 10 period 2 period asterisk period asterisk. Action. Forward, 3. "/>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6036" y="2906745"/>
            <a:ext cx="4971928" cy="3206849"/>
          </a:xfrm>
          <a:prstGeom prst="rect">
            <a:avLst/>
          </a:prstGeom>
        </p:spPr>
      </p:pic>
    </p:spTree>
    <p:extLst>
      <p:ext uri="{BB962C8B-B14F-4D97-AF65-F5344CB8AC3E}">
        <p14:creationId xmlns:p14="http://schemas.microsoft.com/office/powerpoint/2010/main" val="3678780827"/>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altLang="en-US" dirty="0" smtClean="0">
                <a:ea typeface="ＭＳ Ｐゴシック" charset="-128"/>
              </a:rPr>
              <a:t>Mục tiêu </a:t>
            </a:r>
            <a:r xmlns:a="http://schemas.openxmlformats.org/drawingml/2006/main">
              <a:rPr lang="vi" altLang="en-US" dirty="0">
                <a:ea typeface="ＭＳ Ｐゴシック" charset="-128"/>
              </a:rPr>
              <a:t>học tập </a:t>
            </a:r>
            <a:r xmlns:a="http://schemas.openxmlformats.org/drawingml/2006/main">
              <a:rPr lang="vi" altLang="en-US" sz="2000" b="0" dirty="0" smtClean="0">
                <a:ea typeface="ＭＳ Ｐゴシック" charset="-128"/>
              </a:rPr>
              <a:t>(7 </a:t>
            </a:r>
            <a:r xmlns:a="http://schemas.openxmlformats.org/drawingml/2006/main">
              <a:rPr lang="vi" altLang="en-US" sz="2000" b="0" dirty="0">
                <a:ea typeface="ＭＳ Ｐゴシック" charset="-128"/>
              </a:rPr>
              <a:t>trên 7)</a:t>
            </a:r>
            <a:endParaRPr xmlns:a="http://schemas.openxmlformats.org/drawingml/2006/main" lang="en-US" altLang="en-US" sz="2000" b="0" dirty="0">
              <a:solidFill>
                <a:schemeClr val="tx2"/>
              </a:solidFill>
              <a:latin typeface="Times New Roman" panose="02020603050405020304" pitchFamily="18" charset="0"/>
              <a:cs typeface="Times New Roman" panose="02020603050405020304" pitchFamily="18" charset="0"/>
            </a:endParaRPr>
          </a:p>
        </p:txBody>
      </p:sp>
      <p:sp>
        <p:nvSpPr>
          <p:cNvPr id="3" name="Text Placeholder 2"/>
          <p:cNvSpPr>
            <a:spLocks noGrp="1"/>
          </p:cNvSpPr>
          <p:nvPr>
            <p:ph idx="1"/>
          </p:nvPr>
        </p:nvSpPr>
        <p:spPr>
          <a:xfrm>
            <a:off x="473720" y="1607578"/>
            <a:ext cx="3936048" cy="4515380"/>
          </a:xfrm>
        </p:spPr>
        <p:txBody>
          <a:bodyPr/>
          <a:lstStyle/>
          <a:p>
            <a:pPr xmlns:a="http://schemas.openxmlformats.org/drawingml/2006/main">
              <a:buFont typeface="Wingdings" panose="05000000000000000000" pitchFamily="2" charset="2"/>
              <a:buNone/>
            </a:pPr>
            <a:r xmlns:a="http://schemas.openxmlformats.org/drawingml/2006/main">
              <a:rPr lang="vi" altLang="en-US" sz="2000" b="1" dirty="0">
                <a:solidFill>
                  <a:schemeClr val="tx2"/>
                </a:solidFill>
                <a:latin typeface="+mn-lt"/>
                <a:ea typeface="ＭＳ Ｐゴシック" charset="-128"/>
                <a:cs typeface="ＭＳ Ｐゴシック" charset="-128"/>
              </a:rPr>
              <a:t>4.1</a:t>
            </a:r>
            <a:r xmlns:a="http://schemas.openxmlformats.org/drawingml/2006/main">
              <a:rPr lang="vi" altLang="en-US" sz="2000" dirty="0">
                <a:solidFill>
                  <a:srgbClr val="CC0000"/>
                </a:solidFill>
                <a:latin typeface="+mn-lt"/>
                <a:ea typeface="ＭＳ Ｐゴシック" charset="-128"/>
                <a:cs typeface="ＭＳ Ｐゴシック" charset="-128"/>
              </a:rPr>
              <a:t> </a:t>
            </a:r>
            <a:r xmlns:a="http://schemas.openxmlformats.org/drawingml/2006/main">
              <a:rPr lang="vi" altLang="en-US" sz="2000" dirty="0">
                <a:solidFill>
                  <a:schemeClr val="tx1"/>
                </a:solidFill>
                <a:latin typeface="+mn-lt"/>
                <a:ea typeface="ＭＳ Ｐゴシック" charset="-128"/>
                <a:cs typeface="ＭＳ Ｐゴシック" charset="-128"/>
              </a:rPr>
              <a:t>Tổng quan về lớp Mạng</a:t>
            </a:r>
          </a:p>
          <a:p>
            <a:pPr xmlns:a="http://schemas.openxmlformats.org/drawingml/2006/main" lvl="1" indent="-283464"/>
            <a:r xmlns:a="http://schemas.openxmlformats.org/drawingml/2006/main">
              <a:rPr lang="vi" altLang="en-US" sz="2000" dirty="0">
                <a:solidFill>
                  <a:schemeClr val="tx1"/>
                </a:solidFill>
                <a:latin typeface="+mn-lt"/>
                <a:ea typeface="ＭＳ Ｐゴシック" charset="-128"/>
              </a:rPr>
              <a:t>mặt phẳng dữ liệu</a:t>
            </a:r>
          </a:p>
          <a:p>
            <a:pPr xmlns:a="http://schemas.openxmlformats.org/drawingml/2006/main" lvl="1" indent="-283464"/>
            <a:r xmlns:a="http://schemas.openxmlformats.org/drawingml/2006/main">
              <a:rPr lang="vi" altLang="en-US" sz="2000" dirty="0">
                <a:solidFill>
                  <a:schemeClr val="tx1"/>
                </a:solidFill>
                <a:latin typeface="+mn-lt"/>
                <a:ea typeface="ＭＳ Ｐゴシック" charset="-128"/>
              </a:rPr>
              <a:t>máy bay điều khiển</a:t>
            </a:r>
          </a:p>
          <a:p>
            <a:pPr xmlns:a="http://schemas.openxmlformats.org/drawingml/2006/main">
              <a:buFont typeface="Wingdings" panose="05000000000000000000" pitchFamily="2" charset="2"/>
              <a:buNone/>
            </a:pPr>
            <a:r xmlns:a="http://schemas.openxmlformats.org/drawingml/2006/main">
              <a:rPr lang="vi" altLang="en-US" sz="2000" b="1" dirty="0">
                <a:solidFill>
                  <a:schemeClr val="tx2"/>
                </a:solidFill>
                <a:latin typeface="+mn-lt"/>
                <a:ea typeface="ＭＳ Ｐゴシック" charset="-128"/>
                <a:cs typeface="ＭＳ Ｐゴシック" charset="-128"/>
              </a:rPr>
              <a:t>4.2</a:t>
            </a:r>
            <a:r xmlns:a="http://schemas.openxmlformats.org/drawingml/2006/main">
              <a:rPr lang="vi" altLang="en-US" sz="2000" dirty="0">
                <a:latin typeface="+mn-lt"/>
                <a:ea typeface="ＭＳ Ｐゴシック" charset="-128"/>
                <a:cs typeface="ＭＳ Ｐゴシック" charset="-128"/>
              </a:rPr>
              <a:t> </a:t>
            </a:r>
            <a:r xmlns:a="http://schemas.openxmlformats.org/drawingml/2006/main">
              <a:rPr lang="vi" altLang="en-US" sz="2000" dirty="0" smtClean="0">
                <a:latin typeface="+mn-lt"/>
                <a:ea typeface="ＭＳ Ｐゴシック" charset="-128"/>
                <a:cs typeface="ＭＳ Ｐゴシック" charset="-128"/>
              </a:rPr>
              <a:t>Có gì bên </a:t>
            </a:r>
            <a:r xmlns:a="http://schemas.openxmlformats.org/drawingml/2006/main">
              <a:rPr lang="vi" altLang="ja-JP" sz="2000" dirty="0" smtClean="0">
                <a:latin typeface="+mn-lt"/>
                <a:ea typeface="ＭＳ Ｐゴシック" charset="-128"/>
                <a:cs typeface="ＭＳ Ｐゴシック" charset="-128"/>
              </a:rPr>
              <a:t>trong </a:t>
            </a:r>
            <a:r xmlns:a="http://schemas.openxmlformats.org/drawingml/2006/main">
              <a:rPr lang="vi" altLang="ja-JP" sz="2000" dirty="0">
                <a:latin typeface="+mn-lt"/>
                <a:ea typeface="ＭＳ Ｐゴシック" charset="-128"/>
                <a:cs typeface="ＭＳ Ｐゴシック" charset="-128"/>
              </a:rPr>
              <a:t>một bộ định tuyến</a:t>
            </a:r>
          </a:p>
          <a:p>
            <a:pPr xmlns:a="http://schemas.openxmlformats.org/drawingml/2006/main">
              <a:buFont typeface="Wingdings" panose="05000000000000000000" pitchFamily="2" charset="2"/>
              <a:buNone/>
            </a:pPr>
            <a:r xmlns:a="http://schemas.openxmlformats.org/drawingml/2006/main">
              <a:rPr lang="vi" altLang="en-US" sz="2000" b="1" dirty="0">
                <a:solidFill>
                  <a:schemeClr val="tx2"/>
                </a:solidFill>
                <a:latin typeface="+mn-lt"/>
                <a:ea typeface="ＭＳ Ｐゴシック" charset="-128"/>
                <a:cs typeface="ＭＳ Ｐゴシック" charset="-128"/>
              </a:rPr>
              <a:t>4.3</a:t>
            </a:r>
            <a:r xmlns:a="http://schemas.openxmlformats.org/drawingml/2006/main">
              <a:rPr lang="vi" altLang="en-US" sz="2000" dirty="0">
                <a:latin typeface="+mn-lt"/>
                <a:ea typeface="ＭＳ Ｐゴシック" charset="-128"/>
                <a:cs typeface="ＭＳ Ｐゴシック" charset="-128"/>
              </a:rPr>
              <a:t> </a:t>
            </a:r>
            <a:r xmlns:a="http://schemas.openxmlformats.org/drawingml/2006/main">
              <a:rPr lang="vi" altLang="en-US" sz="2000" dirty="0" smtClean="0">
                <a:latin typeface="+mn-lt"/>
                <a:ea typeface="ＭＳ Ｐゴシック" charset="-128"/>
                <a:cs typeface="ＭＳ Ｐゴシック" charset="-128"/>
              </a:rPr>
              <a:t>Tôi</a:t>
            </a:r>
            <a:r xmlns:a="http://schemas.openxmlformats.org/drawingml/2006/main">
              <a:rPr lang="vi" altLang="en-US" sz="100" dirty="0" smtClean="0">
                <a:latin typeface="+mn-lt"/>
                <a:ea typeface="ＭＳ Ｐゴシック" charset="-128"/>
                <a:cs typeface="ＭＳ Ｐゴシック" charset="-128"/>
              </a:rPr>
              <a:t> </a:t>
            </a:r>
            <a:r xmlns:a="http://schemas.openxmlformats.org/drawingml/2006/main">
              <a:rPr lang="vi" altLang="en-US" sz="2000" dirty="0" smtClean="0">
                <a:latin typeface="+mn-lt"/>
                <a:ea typeface="ＭＳ Ｐゴシック" charset="-128"/>
                <a:cs typeface="ＭＳ Ｐゴシック" charset="-128"/>
              </a:rPr>
              <a:t>P </a:t>
            </a:r>
            <a:r xmlns:a="http://schemas.openxmlformats.org/drawingml/2006/main">
              <a:rPr lang="vi" altLang="en-US" sz="2000" dirty="0">
                <a:latin typeface="+mn-lt"/>
                <a:ea typeface="ＭＳ Ｐゴシック" charset="-128"/>
                <a:cs typeface="ＭＳ Ｐゴシック" charset="-128"/>
              </a:rPr>
              <a:t>: Giao thức Internet</a:t>
            </a:r>
          </a:p>
          <a:p>
            <a:pPr xmlns:a="http://schemas.openxmlformats.org/drawingml/2006/main" lvl="1" indent="-283464"/>
            <a:r xmlns:a="http://schemas.openxmlformats.org/drawingml/2006/main">
              <a:rPr lang="vi" altLang="en-US" sz="2000" dirty="0">
                <a:latin typeface="+mn-lt"/>
                <a:ea typeface="ＭＳ Ｐゴシック" charset="-128"/>
              </a:rPr>
              <a:t>định dạng datagram</a:t>
            </a:r>
          </a:p>
          <a:p>
            <a:pPr xmlns:a="http://schemas.openxmlformats.org/drawingml/2006/main" lvl="1" indent="-283464"/>
            <a:r xmlns:a="http://schemas.openxmlformats.org/drawingml/2006/main">
              <a:rPr lang="vi" altLang="en-US" sz="2000" dirty="0">
                <a:latin typeface="+mn-lt"/>
                <a:ea typeface="ＭＳ Ｐゴシック" charset="-128"/>
              </a:rPr>
              <a:t>sự phân mảnh</a:t>
            </a:r>
          </a:p>
          <a:p>
            <a:pPr xmlns:a="http://schemas.openxmlformats.org/drawingml/2006/main" lvl="1" indent="-283464"/>
            <a:r xmlns:a="http://schemas.openxmlformats.org/drawingml/2006/main">
              <a:rPr lang="vi" altLang="en-US" sz="2000" dirty="0" smtClean="0">
                <a:latin typeface="+mn-lt"/>
                <a:ea typeface="ＭＳ Ｐゴシック" charset="-128"/>
              </a:rPr>
              <a:t>Tôi</a:t>
            </a:r>
            <a:r xmlns:a="http://schemas.openxmlformats.org/drawingml/2006/main">
              <a:rPr lang="vi" altLang="en-US" sz="100" dirty="0" smtClean="0">
                <a:latin typeface="+mn-lt"/>
                <a:ea typeface="ＭＳ Ｐゴシック" charset="-128"/>
              </a:rPr>
              <a:t> </a:t>
            </a:r>
            <a:r xmlns:a="http://schemas.openxmlformats.org/drawingml/2006/main">
              <a:rPr lang="vi" altLang="en-US" sz="2000" dirty="0">
                <a:latin typeface="+mn-lt"/>
                <a:ea typeface="ＭＳ Ｐゴシック" charset="-128"/>
              </a:rPr>
              <a:t>địa chỉ </a:t>
            </a:r>
            <a:r xmlns:a="http://schemas.openxmlformats.org/drawingml/2006/main">
              <a:rPr lang="vi" altLang="en-US" sz="2000" dirty="0" smtClean="0">
                <a:latin typeface="+mn-lt"/>
                <a:ea typeface="ＭＳ Ｐゴシック" charset="-128"/>
              </a:rPr>
              <a:t>pv4</a:t>
            </a:r>
          </a:p>
          <a:p>
            <a:pPr xmlns:a="http://schemas.openxmlformats.org/drawingml/2006/main" lvl="1" indent="-283464"/>
            <a:r xmlns:a="http://schemas.openxmlformats.org/drawingml/2006/main">
              <a:rPr lang="vi" altLang="en-US" sz="2000" dirty="0" smtClean="0">
                <a:latin typeface="+mn-lt"/>
                <a:ea typeface="ＭＳ Ｐゴシック" charset="-128"/>
              </a:rPr>
              <a:t>dịch </a:t>
            </a:r>
            <a:r xmlns:a="http://schemas.openxmlformats.org/drawingml/2006/main">
              <a:rPr lang="vi" altLang="en-US" sz="2000" dirty="0">
                <a:latin typeface="+mn-lt"/>
                <a:ea typeface="ＭＳ Ｐゴシック" charset="-128"/>
              </a:rPr>
              <a:t>địa chỉ mạng</a:t>
            </a:r>
          </a:p>
          <a:p>
            <a:pPr xmlns:a="http://schemas.openxmlformats.org/drawingml/2006/main" lvl="1" indent="-283464"/>
            <a:r xmlns:a="http://schemas.openxmlformats.org/drawingml/2006/main">
              <a:rPr lang="vi" altLang="en-US" sz="2000" dirty="0">
                <a:latin typeface="+mn-lt"/>
                <a:ea typeface="ＭＳ Ｐゴシック" charset="-128"/>
              </a:rPr>
              <a:t>Tôi</a:t>
            </a:r>
            <a:r xmlns:a="http://schemas.openxmlformats.org/drawingml/2006/main">
              <a:rPr lang="vi" altLang="en-US" sz="100" dirty="0">
                <a:latin typeface="+mn-lt"/>
                <a:ea typeface="ＭＳ Ｐゴシック" charset="-128"/>
              </a:rPr>
              <a:t> </a:t>
            </a:r>
            <a:r xmlns:a="http://schemas.openxmlformats.org/drawingml/2006/main">
              <a:rPr lang="vi" altLang="en-US" sz="2000" dirty="0" smtClean="0">
                <a:latin typeface="+mn-lt"/>
                <a:ea typeface="ＭＳ Ｐゴシック" charset="-128"/>
              </a:rPr>
              <a:t>Pv6</a:t>
            </a:r>
          </a:p>
        </p:txBody>
      </p:sp>
      <p:sp>
        <p:nvSpPr>
          <p:cNvPr id="4" name="Content Placeholder 3"/>
          <p:cNvSpPr>
            <a:spLocks noGrp="1"/>
          </p:cNvSpPr>
          <p:nvPr>
            <p:ph idx="13"/>
          </p:nvPr>
        </p:nvSpPr>
        <p:spPr>
          <a:xfrm>
            <a:off x="4572001" y="1608766"/>
            <a:ext cx="4114800" cy="1635880"/>
          </a:xfrm>
        </p:spPr>
        <p:txBody>
          <a:bodyPr/>
          <a:lstStyle/>
          <a:p>
            <a:pPr xmlns:a="http://schemas.openxmlformats.org/drawingml/2006/main" marL="0" lvl="1" indent="0">
              <a:buNone/>
            </a:pPr>
            <a:r xmlns:a="http://schemas.openxmlformats.org/drawingml/2006/main">
              <a:rPr lang="vi" altLang="en-US" sz="2000" b="1" dirty="0">
                <a:solidFill>
                  <a:schemeClr val="tx2"/>
                </a:solidFill>
                <a:ea typeface="ＭＳ Ｐゴシック" charset="-128"/>
                <a:cs typeface="ＭＳ Ｐゴシック" charset="-128"/>
              </a:rPr>
              <a:t>4.4 </a:t>
            </a:r>
            <a:r xmlns:a="http://schemas.openxmlformats.org/drawingml/2006/main">
              <a:rPr lang="vi" altLang="en-US" sz="2000" dirty="0">
                <a:ea typeface="ＭＳ Ｐゴシック" charset="-128"/>
                <a:cs typeface="ＭＳ Ｐゴシック" charset="-128"/>
              </a:rPr>
              <a:t>Generalized Forward và S</a:t>
            </a:r>
            <a:r xmlns:a="http://schemas.openxmlformats.org/drawingml/2006/main">
              <a:rPr lang="vi" altLang="en-US" sz="100" dirty="0">
                <a:ea typeface="ＭＳ Ｐゴシック" charset="-128"/>
                <a:cs typeface="ＭＳ Ｐゴシック" charset="-128"/>
              </a:rPr>
              <a:t> </a:t>
            </a:r>
            <a:r xmlns:a="http://schemas.openxmlformats.org/drawingml/2006/main">
              <a:rPr lang="vi" altLang="en-US" sz="2000" dirty="0">
                <a:ea typeface="ＭＳ Ｐゴシック" charset="-128"/>
                <a:cs typeface="ＭＳ Ｐゴシック" charset="-128"/>
              </a:rPr>
              <a:t>Đ.</a:t>
            </a:r>
            <a:r xmlns:a="http://schemas.openxmlformats.org/drawingml/2006/main">
              <a:rPr lang="vi" altLang="en-US" sz="100" dirty="0">
                <a:ea typeface="ＭＳ Ｐゴシック" charset="-128"/>
                <a:cs typeface="ＭＳ Ｐゴシック" charset="-128"/>
              </a:rPr>
              <a:t> </a:t>
            </a:r>
            <a:r xmlns:a="http://schemas.openxmlformats.org/drawingml/2006/main">
              <a:rPr lang="vi" altLang="en-US" sz="2000" dirty="0" smtClean="0">
                <a:ea typeface="ＭＳ Ｐゴシック" charset="-128"/>
                <a:cs typeface="ＭＳ Ｐゴシック" charset="-128"/>
              </a:rPr>
              <a:t>N</a:t>
            </a:r>
            <a:endParaRPr xmlns:a="http://schemas.openxmlformats.org/drawingml/2006/main" lang="en-US" altLang="en-US" sz="2000" dirty="0" smtClean="0">
              <a:latin typeface="+mn-lt"/>
              <a:ea typeface="ＭＳ Ｐゴシック" charset="-128"/>
            </a:endParaRPr>
          </a:p>
          <a:p>
            <a:pPr xmlns:a="http://schemas.openxmlformats.org/drawingml/2006/main" lvl="1" indent="-283464"/>
            <a:r xmlns:a="http://schemas.openxmlformats.org/drawingml/2006/main">
              <a:rPr lang="vi" altLang="en-US" sz="2000" dirty="0" smtClean="0">
                <a:latin typeface="+mn-lt"/>
                <a:ea typeface="ＭＳ Ｐゴシック" charset="-128"/>
              </a:rPr>
              <a:t>Kết hợp cộng với hành động</a:t>
            </a:r>
            <a:endParaRPr xmlns:a="http://schemas.openxmlformats.org/drawingml/2006/main" lang="en-US" altLang="en-US" sz="2000" dirty="0">
              <a:latin typeface="+mn-lt"/>
              <a:ea typeface="ＭＳ Ｐゴシック" charset="-128"/>
            </a:endParaRPr>
          </a:p>
          <a:p>
            <a:pPr xmlns:a="http://schemas.openxmlformats.org/drawingml/2006/main" lvl="1" indent="-283464"/>
            <a:r xmlns:a="http://schemas.openxmlformats.org/drawingml/2006/main">
              <a:rPr lang="vi" altLang="en-US" sz="2000" dirty="0" smtClean="0">
                <a:latin typeface="+mn-lt"/>
                <a:ea typeface="ＭＳ Ｐゴシック" charset="-128"/>
              </a:rPr>
              <a:t>Các ví dụ OpenFlow về </a:t>
            </a:r>
            <a:r xmlns:a="http://schemas.openxmlformats.org/drawingml/2006/main">
              <a:rPr lang="vi" altLang="en-US" sz="2000" dirty="0">
                <a:latin typeface="+mn-lt"/>
                <a:ea typeface="ＭＳ Ｐゴシック" charset="-128"/>
              </a:rPr>
              <a:t>hành động đối sánh cộng với hành </a:t>
            </a:r>
            <a:r xmlns:a="http://schemas.openxmlformats.org/drawingml/2006/main">
              <a:rPr lang="vi" altLang="en-US" sz="2000" dirty="0" smtClean="0">
                <a:latin typeface="+mn-lt"/>
                <a:ea typeface="ＭＳ Ｐゴシック" charset="-128"/>
              </a:rPr>
              <a:t>động</a:t>
            </a:r>
            <a:endParaRPr xmlns:a="http://schemas.openxmlformats.org/drawingml/2006/main" lang="en-US" altLang="en-US" sz="2000" dirty="0">
              <a:latin typeface="+mn-lt"/>
              <a:ea typeface="ＭＳ Ｐゴシック" charset="-128"/>
            </a:endParaRPr>
          </a:p>
        </p:txBody>
      </p:sp>
      <p:sp>
        <p:nvSpPr>
          <p:cNvPr id="5" name="Content Placeholder 4"/>
          <p:cNvSpPr>
            <a:spLocks noGrp="1"/>
          </p:cNvSpPr>
          <p:nvPr>
            <p:ph idx="14"/>
          </p:nvPr>
        </p:nvSpPr>
        <p:spPr>
          <a:xfrm>
            <a:off x="4955458" y="3511305"/>
            <a:ext cx="3570881" cy="2477729"/>
          </a:xfrm>
        </p:spPr>
        <p:txBody>
          <a:bodyPr/>
          <a:lstStyle/>
          <a:p>
            <a:pPr xmlns:a="http://schemas.openxmlformats.org/drawingml/2006/main" marL="0" indent="0">
              <a:buFont typeface="Wingdings" panose="05000000000000000000" pitchFamily="2" charset="2"/>
              <a:buNone/>
            </a:pPr>
            <a:r xmlns:a="http://schemas.openxmlformats.org/drawingml/2006/main">
              <a:rPr lang="vi" altLang="en-US" sz="2000" b="1" dirty="0">
                <a:solidFill>
                  <a:schemeClr val="tx1"/>
                </a:solidFill>
                <a:latin typeface="+mn-lt"/>
              </a:rPr>
              <a:t>Câu hỏi: </a:t>
            </a:r>
            <a:r xmlns:a="http://schemas.openxmlformats.org/drawingml/2006/main">
              <a:rPr lang="vi" altLang="en-US" sz="2000" dirty="0">
                <a:latin typeface="+mn-lt"/>
              </a:rPr>
              <a:t>bảng chuyển tiếp (chuyển tiếp dựa trên đích) hoặc bảng luồng (chuyển tiếp tổng quát) được tính như thế nào?</a:t>
            </a:r>
          </a:p>
          <a:p>
            <a:pPr xmlns:a="http://schemas.openxmlformats.org/drawingml/2006/main" marL="0" indent="0">
              <a:buFont typeface="Wingdings" panose="05000000000000000000" pitchFamily="2" charset="2"/>
              <a:buNone/>
            </a:pPr>
            <a:r xmlns:a="http://schemas.openxmlformats.org/drawingml/2006/main">
              <a:rPr lang="vi" altLang="en-US" sz="2000" b="1" dirty="0">
                <a:solidFill>
                  <a:schemeClr val="tx1"/>
                </a:solidFill>
                <a:latin typeface="+mn-lt"/>
              </a:rPr>
              <a:t>Trả lời: </a:t>
            </a:r>
            <a:r xmlns:a="http://schemas.openxmlformats.org/drawingml/2006/main">
              <a:rPr lang="vi" altLang="en-US" sz="2000" dirty="0">
                <a:latin typeface="+mn-lt"/>
              </a:rPr>
              <a:t>bằng máy bay điều khiển (chương tiếp theo </a:t>
            </a:r>
            <a:r xmlns:a="http://schemas.openxmlformats.org/drawingml/2006/main">
              <a:rPr lang="vi" altLang="en-US" sz="2000" dirty="0" smtClean="0">
                <a:latin typeface="+mn-lt"/>
              </a:rPr>
              <a:t>)</a:t>
            </a:r>
            <a:endParaRPr xmlns:a="http://schemas.openxmlformats.org/drawingml/2006/main" lang="en-US" altLang="en-US" sz="2000" dirty="0">
              <a:latin typeface="+mn-lt"/>
            </a:endParaRPr>
          </a:p>
        </p:txBody>
      </p:sp>
    </p:spTree>
    <p:extLst>
      <p:ext uri="{BB962C8B-B14F-4D97-AF65-F5344CB8AC3E}">
        <p14:creationId xmlns:p14="http://schemas.microsoft.com/office/powerpoint/2010/main" val="1933141965"/>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vi" dirty="0">
                <a:solidFill>
                  <a:schemeClr val="lt2"/>
                </a:solidFill>
              </a:rPr>
              <a:t>bản quyền</a:t>
            </a:r>
            <a:endParaRPr xmlns:a="http://schemas.openxmlformats.org/drawingml/2006/main" lang="en-US" dirty="0"/>
          </a:p>
        </p:txBody>
      </p:sp>
      <p:pic>
        <p:nvPicPr>
          <p:cNvPr id="4" name="Picture 2" descr="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
          <p:cNvPicPr>
            <a:picLocks noChangeAspect="1" noChangeArrowheads="1"/>
          </p:cNvPicPr>
          <p:nvPr/>
        </p:nvPicPr>
        <p:blipFill>
          <a:blip r:embed="rId2"/>
          <a:srcRect/>
          <a:stretch>
            <a:fillRect/>
          </a:stretch>
        </p:blipFill>
        <p:spPr bwMode="auto">
          <a:xfrm>
            <a:off x="860425" y="2310096"/>
            <a:ext cx="7423150" cy="2438400"/>
          </a:xfrm>
          <a:prstGeom prst="rect">
            <a:avLst/>
          </a:prstGeom>
          <a:noFill/>
          <a:ln w="9525">
            <a:noFill/>
            <a:miter lim="800000"/>
            <a:headEnd/>
            <a:tailEnd/>
          </a:ln>
        </p:spPr>
      </p:pic>
    </p:spTree>
    <p:extLst>
      <p:ext uri="{BB962C8B-B14F-4D97-AF65-F5344CB8AC3E}">
        <p14:creationId xmlns:p14="http://schemas.microsoft.com/office/powerpoint/2010/main" val="964361951"/>
      </p:ext>
    </p:extLst>
  </p:cSld>
  <p:clrMapOvr>
    <a:masterClrMapping/>
  </p:clrMapOvr>
  <p:timing>
    <p:tnLst>
      <p:par>
        <p:cTn id="1" dur="indefinite" restart="never" nodeType="tmRoot"/>
      </p:par>
    </p:tnLst>
  </p:timing>
</p:sld>
</file>

<file path=ppt/theme/theme1.xml><?xml version="1.0" encoding="utf-8"?>
<a:theme xmlns:a="http://schemas.openxmlformats.org/drawingml/2006/main" name="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9808</TotalTime>
  <Words>3409</Words>
  <Application>Microsoft Office PowerPoint</Application>
  <PresentationFormat>On-screen Show (4:3)</PresentationFormat>
  <Paragraphs>477</Paragraphs>
  <Slides>78</Slides>
  <Notes>1</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78</vt:i4>
      </vt:variant>
    </vt:vector>
  </HeadingPairs>
  <TitlesOfParts>
    <vt:vector size="88" baseType="lpstr">
      <vt:lpstr>MS PGothic</vt:lpstr>
      <vt:lpstr>Arial</vt:lpstr>
      <vt:lpstr>Gill Sans MT</vt:lpstr>
      <vt:lpstr>Noto Sans Symbols</vt:lpstr>
      <vt:lpstr>Times New Roman</vt:lpstr>
      <vt:lpstr>Verdana</vt:lpstr>
      <vt:lpstr>Wingdings</vt:lpstr>
      <vt:lpstr>508 Lecture</vt:lpstr>
      <vt:lpstr>1_508 Lecture</vt:lpstr>
      <vt:lpstr>Equation</vt:lpstr>
      <vt:lpstr>Computer Networking: A Top Down Approach</vt:lpstr>
      <vt:lpstr>Learning Objectives (1 of 7)</vt:lpstr>
      <vt:lpstr>Chapter 4: Network Layer</vt:lpstr>
      <vt:lpstr>Network Layer</vt:lpstr>
      <vt:lpstr>Two Key Network-Layer Functions</vt:lpstr>
      <vt:lpstr>Network Layer: Data Plane, Control Plane</vt:lpstr>
      <vt:lpstr>Per-Router Control Plane</vt:lpstr>
      <vt:lpstr>Logically Centralized Control Plane</vt:lpstr>
      <vt:lpstr>Network Service Model</vt:lpstr>
      <vt:lpstr>Network Layer Service Models:</vt:lpstr>
      <vt:lpstr>Learning Objectives (2 of 7)</vt:lpstr>
      <vt:lpstr>Router Architecture Overview</vt:lpstr>
      <vt:lpstr>Input Port Functions (1 of 2)</vt:lpstr>
      <vt:lpstr>Input Port Functions (2 of 2)</vt:lpstr>
      <vt:lpstr>Destination-Based Forwarding</vt:lpstr>
      <vt:lpstr>Longest Prefix Matching (1 of 2)</vt:lpstr>
      <vt:lpstr>Longest Prefix Matching (2 of 2)</vt:lpstr>
      <vt:lpstr>Switching Fabrics</vt:lpstr>
      <vt:lpstr>Switching via Memory</vt:lpstr>
      <vt:lpstr>Switching via a Bus</vt:lpstr>
      <vt:lpstr>Switching via Interconnection Network</vt:lpstr>
      <vt:lpstr>Input Port Queuing</vt:lpstr>
      <vt:lpstr>Output Ports</vt:lpstr>
      <vt:lpstr>Output Port Queueing</vt:lpstr>
      <vt:lpstr>How Much Buffering?</vt:lpstr>
      <vt:lpstr>Scheduling Mechanisms</vt:lpstr>
      <vt:lpstr>Scheduling Policies: Priority</vt:lpstr>
      <vt:lpstr>Scheduling Policies: Round Robin</vt:lpstr>
      <vt:lpstr>Scheduling Policies: Weighted Fair Queuing</vt:lpstr>
      <vt:lpstr>Learning Objectives (3 of 7)</vt:lpstr>
      <vt:lpstr>The Internet Network Layer</vt:lpstr>
      <vt:lpstr>I P Datagram Format</vt:lpstr>
      <vt:lpstr>I P Fragmentation, Reassembly (1 of 2)</vt:lpstr>
      <vt:lpstr>I P Fragmentation, Reassembly (2 of 2)</vt:lpstr>
      <vt:lpstr>Learning Objectives (4 of 7)</vt:lpstr>
      <vt:lpstr>I P Addressing: Introduction (1 of 2)</vt:lpstr>
      <vt:lpstr>I P Addressing: Introduction (2 of 2)</vt:lpstr>
      <vt:lpstr>Subnets (1 of 3)</vt:lpstr>
      <vt:lpstr>Subnets (2 of 3)</vt:lpstr>
      <vt:lpstr>Subnets (3 of 3)</vt:lpstr>
      <vt:lpstr>I P Addressing: C I D R</vt:lpstr>
      <vt:lpstr>I P Addresses: How to Get One? (1 of 2)</vt:lpstr>
      <vt:lpstr>D H C P: Dynamic Host Configuration Protocol</vt:lpstr>
      <vt:lpstr>D H C P Client-Server Scenario (1 of 2)</vt:lpstr>
      <vt:lpstr>D H C P Client-Server Scenario (2 of 2)</vt:lpstr>
      <vt:lpstr>D H C P: More Than I P Addresses</vt:lpstr>
      <vt:lpstr>D H C P: Example (1 of 2)</vt:lpstr>
      <vt:lpstr>D H C P: Example (2 of 2)</vt:lpstr>
      <vt:lpstr>D H C P: Wireshark Output (Home LAN)</vt:lpstr>
      <vt:lpstr>I P Addresses: How to Get One? (2 of 2)</vt:lpstr>
      <vt:lpstr>Hierarchical Addressing: Route Aggregation</vt:lpstr>
      <vt:lpstr>Hierarchical Addressing: More Specific Routes</vt:lpstr>
      <vt:lpstr>I P Addressing: The Last Word</vt:lpstr>
      <vt:lpstr>N A T: Network Address Translation (1 of 5)</vt:lpstr>
      <vt:lpstr>N A T: Network Address Translation (2 of 5)</vt:lpstr>
      <vt:lpstr>N A T: Network Address Translation (3 of 5)</vt:lpstr>
      <vt:lpstr>N A T: Network Address Translation (4 of 5)</vt:lpstr>
      <vt:lpstr>N A T: Network Address Translation (5 of 5)</vt:lpstr>
      <vt:lpstr>Learning Objectives (5 of 7)</vt:lpstr>
      <vt:lpstr>I P v 6: Motivation</vt:lpstr>
      <vt:lpstr>I P v 6 Datagram Format</vt:lpstr>
      <vt:lpstr>Other Changes from I P v 4</vt:lpstr>
      <vt:lpstr>Transition from I P v 4 to I P v 6</vt:lpstr>
      <vt:lpstr>Tunneling (1 of 2)</vt:lpstr>
      <vt:lpstr>Tunneling (2 of 2)</vt:lpstr>
      <vt:lpstr>I P v 6: Adoption</vt:lpstr>
      <vt:lpstr>Learning Objectives (6 of 7)</vt:lpstr>
      <vt:lpstr>Generalized Forwarding and S D N</vt:lpstr>
      <vt:lpstr>OpenFlow Data Plane Abstraction (1 of 2)</vt:lpstr>
      <vt:lpstr>OpenFlow Data Plane Abstraction (2 of 2)</vt:lpstr>
      <vt:lpstr>OpenFlow: Flow Table Entries</vt:lpstr>
      <vt:lpstr>Example (1 of 2)</vt:lpstr>
      <vt:lpstr>Example (2 of 2)</vt:lpstr>
      <vt:lpstr>OpenFlow Abstraction (1 of 2)</vt:lpstr>
      <vt:lpstr>OpenFlow Abstraction (2 of 2)</vt:lpstr>
      <vt:lpstr>OpenFlow Example</vt:lpstr>
      <vt:lpstr>Learning Objectives (7 of 7)</vt:lpstr>
      <vt:lpstr>Copyright</vt:lpstr>
    </vt:vector>
  </TitlesOfParts>
  <Company>SPi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Networking: A Top Down Approach, 7e</dc:title>
  <dc:subject>Computer Science</dc:subject>
  <dc:creator>Kurose/Ross</dc:creator>
  <cp:keywords>Computer Networking</cp:keywords>
  <cp:lastModifiedBy>KV, Suman (Cognizant)</cp:lastModifiedBy>
  <cp:revision>1059</cp:revision>
  <dcterms:modified xsi:type="dcterms:W3CDTF">2018-03-23T04:19:35Z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UniqueId">
    <vt:lpwstr>682739</vt:lpwstr>
  </property>
  <property fmtid="{D5CDD505-2E9C-101B-9397-08002B2CF9AE}" pid="3" name="Offisync_ServerID">
    <vt:lpwstr>7e960520-0e88-4f05-9fa0-24079b61e486</vt:lpwstr>
  </property>
  <property fmtid="{D5CDD505-2E9C-101B-9397-08002B2CF9AE}" pid="4" name="Offisync_UpdateToken">
    <vt:lpwstr>2</vt:lpwstr>
  </property>
  <property fmtid="{D5CDD505-2E9C-101B-9397-08002B2CF9AE}" pid="5" name="Jive_VersionGuid">
    <vt:lpwstr>2e874262-9747-49d3-bf1e-677aeb587663</vt:lpwstr>
  </property>
  <property fmtid="{D5CDD505-2E9C-101B-9397-08002B2CF9AE}" pid="6" name="Offisync_ProviderInitializationData">
    <vt:lpwstr>https://neo.pearson.com</vt:lpwstr>
  </property>
  <property fmtid="{D5CDD505-2E9C-101B-9397-08002B2CF9AE}" pid="7" name="Jive_LatestUserAccountName">
    <vt:lpwstr>joel</vt:lpwstr>
  </property>
</Properties>
</file>