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5202" r:id="rId1"/>
    <p:sldMasterId id="2147485220" r:id="rId2"/>
  </p:sldMasterIdLst>
  <p:notesMasterIdLst>
    <p:notesMasterId r:id="rId112"/>
  </p:notesMasterIdLst>
  <p:sldIdLst>
    <p:sldId id="371" r:id="rId3"/>
    <p:sldId id="264" r:id="rId4"/>
    <p:sldId id="353" r:id="rId5"/>
    <p:sldId id="354" r:id="rId6"/>
    <p:sldId id="286" r:id="rId7"/>
    <p:sldId id="297" r:id="rId8"/>
    <p:sldId id="357" r:id="rId9"/>
    <p:sldId id="296" r:id="rId10"/>
    <p:sldId id="409" r:id="rId11"/>
    <p:sldId id="358" r:id="rId12"/>
    <p:sldId id="300" r:id="rId13"/>
    <p:sldId id="301" r:id="rId14"/>
    <p:sldId id="302" r:id="rId15"/>
    <p:sldId id="355" r:id="rId16"/>
    <p:sldId id="303" r:id="rId17"/>
    <p:sldId id="361" r:id="rId18"/>
    <p:sldId id="359" r:id="rId19"/>
    <p:sldId id="362" r:id="rId20"/>
    <p:sldId id="365" r:id="rId21"/>
    <p:sldId id="366" r:id="rId22"/>
    <p:sldId id="367" r:id="rId23"/>
    <p:sldId id="363" r:id="rId24"/>
    <p:sldId id="364" r:id="rId25"/>
    <p:sldId id="368" r:id="rId26"/>
    <p:sldId id="360" r:id="rId27"/>
    <p:sldId id="369" r:id="rId28"/>
    <p:sldId id="307" r:id="rId29"/>
    <p:sldId id="408" r:id="rId30"/>
    <p:sldId id="406" r:id="rId31"/>
    <p:sldId id="404" r:id="rId32"/>
    <p:sldId id="399" r:id="rId33"/>
    <p:sldId id="400" r:id="rId34"/>
    <p:sldId id="407" r:id="rId35"/>
    <p:sldId id="308" r:id="rId36"/>
    <p:sldId id="309" r:id="rId37"/>
    <p:sldId id="273" r:id="rId38"/>
    <p:sldId id="274" r:id="rId39"/>
    <p:sldId id="310" r:id="rId40"/>
    <p:sldId id="311" r:id="rId41"/>
    <p:sldId id="312" r:id="rId42"/>
    <p:sldId id="313" r:id="rId43"/>
    <p:sldId id="410" r:id="rId44"/>
    <p:sldId id="411" r:id="rId45"/>
    <p:sldId id="412" r:id="rId46"/>
    <p:sldId id="314" r:id="rId47"/>
    <p:sldId id="315" r:id="rId48"/>
    <p:sldId id="316" r:id="rId49"/>
    <p:sldId id="293" r:id="rId50"/>
    <p:sldId id="403" r:id="rId51"/>
    <p:sldId id="370" r:id="rId52"/>
    <p:sldId id="318" r:id="rId53"/>
    <p:sldId id="319" r:id="rId54"/>
    <p:sldId id="320" r:id="rId55"/>
    <p:sldId id="282" r:id="rId56"/>
    <p:sldId id="321" r:id="rId57"/>
    <p:sldId id="322" r:id="rId58"/>
    <p:sldId id="323" r:id="rId59"/>
    <p:sldId id="324" r:id="rId60"/>
    <p:sldId id="325" r:id="rId61"/>
    <p:sldId id="270" r:id="rId62"/>
    <p:sldId id="329" r:id="rId63"/>
    <p:sldId id="330" r:id="rId64"/>
    <p:sldId id="405" r:id="rId65"/>
    <p:sldId id="331" r:id="rId66"/>
    <p:sldId id="332" r:id="rId67"/>
    <p:sldId id="333" r:id="rId68"/>
    <p:sldId id="337" r:id="rId69"/>
    <p:sldId id="338" r:id="rId70"/>
    <p:sldId id="339" r:id="rId71"/>
    <p:sldId id="340" r:id="rId72"/>
    <p:sldId id="341" r:id="rId73"/>
    <p:sldId id="265" r:id="rId74"/>
    <p:sldId id="396" r:id="rId75"/>
    <p:sldId id="397" r:id="rId76"/>
    <p:sldId id="343" r:id="rId77"/>
    <p:sldId id="344" r:id="rId78"/>
    <p:sldId id="345" r:id="rId79"/>
    <p:sldId id="346" r:id="rId80"/>
    <p:sldId id="347" r:id="rId81"/>
    <p:sldId id="348" r:id="rId82"/>
    <p:sldId id="349" r:id="rId83"/>
    <p:sldId id="350" r:id="rId84"/>
    <p:sldId id="351" r:id="rId85"/>
    <p:sldId id="352" r:id="rId86"/>
    <p:sldId id="372" r:id="rId87"/>
    <p:sldId id="373" r:id="rId88"/>
    <p:sldId id="374" r:id="rId89"/>
    <p:sldId id="375" r:id="rId90"/>
    <p:sldId id="376" r:id="rId91"/>
    <p:sldId id="377" r:id="rId92"/>
    <p:sldId id="378" r:id="rId93"/>
    <p:sldId id="380" r:id="rId94"/>
    <p:sldId id="381" r:id="rId95"/>
    <p:sldId id="383" r:id="rId96"/>
    <p:sldId id="384" r:id="rId97"/>
    <p:sldId id="385" r:id="rId98"/>
    <p:sldId id="386" r:id="rId99"/>
    <p:sldId id="387" r:id="rId100"/>
    <p:sldId id="388" r:id="rId101"/>
    <p:sldId id="389" r:id="rId102"/>
    <p:sldId id="390" r:id="rId103"/>
    <p:sldId id="391" r:id="rId104"/>
    <p:sldId id="392" r:id="rId105"/>
    <p:sldId id="393" r:id="rId106"/>
    <p:sldId id="394" r:id="rId107"/>
    <p:sldId id="395" r:id="rId108"/>
    <p:sldId id="268" r:id="rId109"/>
    <p:sldId id="284" r:id="rId110"/>
    <p:sldId id="278" r:id="rId1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Kiểu Trung bình 2 - Màu chủ đề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29" autoAdjust="0"/>
    <p:restoredTop sz="94706"/>
  </p:normalViewPr>
  <p:slideViewPr>
    <p:cSldViewPr snapToGrid="0" snapToObjects="1">
      <p:cViewPr varScale="1">
        <p:scale>
          <a:sx n="73" d="100"/>
          <a:sy n="73" d="100"/>
        </p:scale>
        <p:origin x="474"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117" Type="http://schemas.microsoft.com/office/2015/10/relationships/revisionInfo" Target="revisionInfo.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notesMaster" Target="notesMasters/notesMaster1.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slide" Target="slides/slide72.xml"/><Relationship Id="rId79" Type="http://schemas.openxmlformats.org/officeDocument/2006/relationships/slide" Target="slides/slide77.xml"/><Relationship Id="rId87" Type="http://schemas.openxmlformats.org/officeDocument/2006/relationships/slide" Target="slides/slide85.xml"/><Relationship Id="rId102" Type="http://schemas.openxmlformats.org/officeDocument/2006/relationships/slide" Target="slides/slide100.xml"/><Relationship Id="rId110" Type="http://schemas.openxmlformats.org/officeDocument/2006/relationships/slide" Target="slides/slide108.xml"/><Relationship Id="rId115" Type="http://schemas.openxmlformats.org/officeDocument/2006/relationships/theme" Target="theme/theme1.xml"/><Relationship Id="rId5" Type="http://schemas.openxmlformats.org/officeDocument/2006/relationships/slide" Target="slides/slide3.xml"/><Relationship Id="rId61" Type="http://schemas.openxmlformats.org/officeDocument/2006/relationships/slide" Target="slides/slide59.xml"/><Relationship Id="rId82" Type="http://schemas.openxmlformats.org/officeDocument/2006/relationships/slide" Target="slides/slide80.xml"/><Relationship Id="rId90" Type="http://schemas.openxmlformats.org/officeDocument/2006/relationships/slide" Target="slides/slide88.xml"/><Relationship Id="rId95" Type="http://schemas.openxmlformats.org/officeDocument/2006/relationships/slide" Target="slides/slide93.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13"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slide" Target="slides/slide83.xml"/><Relationship Id="rId93" Type="http://schemas.openxmlformats.org/officeDocument/2006/relationships/slide" Target="slides/slide91.xml"/><Relationship Id="rId98" Type="http://schemas.openxmlformats.org/officeDocument/2006/relationships/slide" Target="slides/slide9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103" Type="http://schemas.openxmlformats.org/officeDocument/2006/relationships/slide" Target="slides/slide101.xml"/><Relationship Id="rId108" Type="http://schemas.openxmlformats.org/officeDocument/2006/relationships/slide" Target="slides/slide106.xml"/><Relationship Id="rId116"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slide" Target="slides/slide94.xml"/><Relationship Id="rId111" Type="http://schemas.openxmlformats.org/officeDocument/2006/relationships/slide" Target="slides/slide109.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6" Type="http://schemas.openxmlformats.org/officeDocument/2006/relationships/slide" Target="slides/slide104.xml"/><Relationship Id="rId114" Type="http://schemas.openxmlformats.org/officeDocument/2006/relationships/viewProps" Target="viewProp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87870A-8D01-AC4F-AE91-B411ED1BA627}" type="datetimeFigureOut">
              <a:rPr lang="en-US" smtClean="0"/>
              <a:t>12/27/2017</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CB002B-E259-6C48-8E19-5F3F15DC6E77}" type="slidenum">
              <a:rPr lang="en-US" smtClean="0"/>
              <a:t>‹#›</a:t>
            </a:fld>
            <a:endParaRPr lang="en-US"/>
          </a:p>
        </p:txBody>
      </p:sp>
    </p:spTree>
    <p:extLst>
      <p:ext uri="{BB962C8B-B14F-4D97-AF65-F5344CB8AC3E}">
        <p14:creationId xmlns:p14="http://schemas.microsoft.com/office/powerpoint/2010/main" val="13890278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7">
            <a:extLst>
              <a:ext uri="{FF2B5EF4-FFF2-40B4-BE49-F238E27FC236}">
                <a16:creationId xmlns:a16="http://schemas.microsoft.com/office/drawing/2014/main" id="{7610F20D-17CE-4692-9ADE-5C5D997E24E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Arial" panose="020B0604020202020204" pitchFamily="34" charset="0"/>
                <a:ea typeface="ＭＳ Ｐゴシック" panose="020B0600070205080204" pitchFamily="34" charset="-128"/>
              </a:defRPr>
            </a:lvl1pPr>
            <a:lvl2pPr marL="742950" indent="-285750" defTabSz="966788">
              <a:defRPr sz="2400">
                <a:solidFill>
                  <a:schemeClr val="tx1"/>
                </a:solidFill>
                <a:latin typeface="Arial" panose="020B0604020202020204" pitchFamily="34" charset="0"/>
                <a:ea typeface="ＭＳ Ｐゴシック" panose="020B0600070205080204" pitchFamily="34" charset="-128"/>
              </a:defRPr>
            </a:lvl2pPr>
            <a:lvl3pPr marL="1143000" indent="-228600" defTabSz="966788">
              <a:defRPr sz="2400">
                <a:solidFill>
                  <a:schemeClr val="tx1"/>
                </a:solidFill>
                <a:latin typeface="Arial" panose="020B0604020202020204" pitchFamily="34" charset="0"/>
                <a:ea typeface="ＭＳ Ｐゴシック" panose="020B0600070205080204" pitchFamily="34" charset="-128"/>
              </a:defRPr>
            </a:lvl3pPr>
            <a:lvl4pPr marL="1600200" indent="-228600" defTabSz="966788">
              <a:defRPr sz="2400">
                <a:solidFill>
                  <a:schemeClr val="tx1"/>
                </a:solidFill>
                <a:latin typeface="Arial" panose="020B0604020202020204" pitchFamily="34" charset="0"/>
                <a:ea typeface="ＭＳ Ｐゴシック" panose="020B0600070205080204" pitchFamily="34" charset="-128"/>
              </a:defRPr>
            </a:lvl4pPr>
            <a:lvl5pPr marL="2057400" indent="-228600" defTabSz="966788">
              <a:defRPr sz="2400">
                <a:solidFill>
                  <a:schemeClr val="tx1"/>
                </a:solidFill>
                <a:latin typeface="Arial" panose="020B060402020202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C504B83A-6BD8-4189-AFD4-F3EB57623FF9}" type="slidenum">
              <a:rPr lang="en-US" altLang="en-US" sz="1300">
                <a:latin typeface="Times New Roman" panose="02020603050405020304" pitchFamily="18" charset="0"/>
              </a:rPr>
              <a:pPr/>
              <a:t>3</a:t>
            </a:fld>
            <a:endParaRPr lang="en-US" altLang="en-US" sz="1300">
              <a:latin typeface="Times New Roman" panose="02020603050405020304" pitchFamily="18" charset="0"/>
            </a:endParaRPr>
          </a:p>
        </p:txBody>
      </p:sp>
      <p:sp>
        <p:nvSpPr>
          <p:cNvPr id="139267" name="Rectangle 2">
            <a:extLst>
              <a:ext uri="{FF2B5EF4-FFF2-40B4-BE49-F238E27FC236}">
                <a16:creationId xmlns:a16="http://schemas.microsoft.com/office/drawing/2014/main" id="{3B1BD3A9-0D76-4CD3-B591-D5580F4F73CC}"/>
              </a:ext>
            </a:extLst>
          </p:cNvPr>
          <p:cNvSpPr>
            <a:spLocks noGrp="1" noRot="1" noChangeAspect="1" noChangeArrowheads="1" noTextEdit="1"/>
          </p:cNvSpPr>
          <p:nvPr>
            <p:ph type="sldImg"/>
          </p:nvPr>
        </p:nvSpPr>
        <p:spPr>
          <a:ln/>
        </p:spPr>
      </p:sp>
      <p:sp>
        <p:nvSpPr>
          <p:cNvPr id="139268" name="Rectangle 3">
            <a:extLst>
              <a:ext uri="{FF2B5EF4-FFF2-40B4-BE49-F238E27FC236}">
                <a16:creationId xmlns:a16="http://schemas.microsoft.com/office/drawing/2014/main" id="{1E1636F4-28B6-45C1-B108-3A468CF3FE4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endParaRPr>
          </a:p>
        </p:txBody>
      </p:sp>
    </p:spTree>
    <p:extLst>
      <p:ext uri="{BB962C8B-B14F-4D97-AF65-F5344CB8AC3E}">
        <p14:creationId xmlns:p14="http://schemas.microsoft.com/office/powerpoint/2010/main" val="40035903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7">
            <a:extLst>
              <a:ext uri="{FF2B5EF4-FFF2-40B4-BE49-F238E27FC236}">
                <a16:creationId xmlns:a16="http://schemas.microsoft.com/office/drawing/2014/main" id="{EA229363-EB1D-4AAC-A760-27B416541DF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ea typeface="ＭＳ Ｐゴシック" panose="020B0600070205080204" pitchFamily="34" charset="-128"/>
              </a:defRPr>
            </a:lvl1pPr>
            <a:lvl2pPr marL="742950" indent="-285750" defTabSz="966788">
              <a:defRPr>
                <a:solidFill>
                  <a:schemeClr val="tx1"/>
                </a:solidFill>
                <a:latin typeface="Arial" panose="020B0604020202020204" pitchFamily="34" charset="0"/>
                <a:ea typeface="ＭＳ Ｐゴシック" panose="020B0600070205080204" pitchFamily="34" charset="-128"/>
              </a:defRPr>
            </a:lvl2pPr>
            <a:lvl3pPr marL="1143000" indent="-228600" defTabSz="966788">
              <a:defRPr>
                <a:solidFill>
                  <a:schemeClr val="tx1"/>
                </a:solidFill>
                <a:latin typeface="Arial" panose="020B0604020202020204" pitchFamily="34" charset="0"/>
                <a:ea typeface="ＭＳ Ｐゴシック" panose="020B0600070205080204" pitchFamily="34" charset="-128"/>
              </a:defRPr>
            </a:lvl3pPr>
            <a:lvl4pPr marL="1600200" indent="-228600" defTabSz="966788">
              <a:defRPr>
                <a:solidFill>
                  <a:schemeClr val="tx1"/>
                </a:solidFill>
                <a:latin typeface="Arial" panose="020B0604020202020204" pitchFamily="34" charset="0"/>
                <a:ea typeface="ＭＳ Ｐゴシック" panose="020B0600070205080204" pitchFamily="34" charset="-128"/>
              </a:defRPr>
            </a:lvl4pPr>
            <a:lvl5pPr marL="2057400" indent="-228600" defTabSz="966788">
              <a:defRPr>
                <a:solidFill>
                  <a:schemeClr val="tx1"/>
                </a:solidFill>
                <a:latin typeface="Arial" panose="020B060402020202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33382D23-1A56-49FF-BAE9-C3702799BA97}" type="slidenum">
              <a:rPr lang="en-US" altLang="en-US">
                <a:latin typeface="Times New Roman" panose="02020603050405020304" pitchFamily="18" charset="0"/>
              </a:rPr>
              <a:pPr/>
              <a:t>46</a:t>
            </a:fld>
            <a:endParaRPr lang="en-US" altLang="en-US">
              <a:latin typeface="Times New Roman" panose="02020603050405020304" pitchFamily="18" charset="0"/>
            </a:endParaRPr>
          </a:p>
        </p:txBody>
      </p:sp>
      <p:sp>
        <p:nvSpPr>
          <p:cNvPr id="162819" name="Rectangle 2">
            <a:extLst>
              <a:ext uri="{FF2B5EF4-FFF2-40B4-BE49-F238E27FC236}">
                <a16:creationId xmlns:a16="http://schemas.microsoft.com/office/drawing/2014/main" id="{30D390D6-5CA6-4F75-8BC3-DDAE9ECFAB46}"/>
              </a:ext>
            </a:extLst>
          </p:cNvPr>
          <p:cNvSpPr>
            <a:spLocks noGrp="1" noRot="1" noChangeAspect="1" noChangeArrowheads="1" noTextEdit="1"/>
          </p:cNvSpPr>
          <p:nvPr>
            <p:ph type="sldImg"/>
          </p:nvPr>
        </p:nvSpPr>
        <p:spPr>
          <a:ln/>
        </p:spPr>
      </p:sp>
      <p:sp>
        <p:nvSpPr>
          <p:cNvPr id="162820" name="Rectangle 3">
            <a:extLst>
              <a:ext uri="{FF2B5EF4-FFF2-40B4-BE49-F238E27FC236}">
                <a16:creationId xmlns:a16="http://schemas.microsoft.com/office/drawing/2014/main" id="{E5D7299E-AA57-4BB7-AB4C-792ACA84324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23718403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7">
            <a:extLst>
              <a:ext uri="{FF2B5EF4-FFF2-40B4-BE49-F238E27FC236}">
                <a16:creationId xmlns:a16="http://schemas.microsoft.com/office/drawing/2014/main" id="{1381002E-59CA-47BB-96AF-FC432E79576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ea typeface="ＭＳ Ｐゴシック" panose="020B0600070205080204" pitchFamily="34" charset="-128"/>
              </a:defRPr>
            </a:lvl1pPr>
            <a:lvl2pPr marL="742950" indent="-285750" defTabSz="966788">
              <a:defRPr>
                <a:solidFill>
                  <a:schemeClr val="tx1"/>
                </a:solidFill>
                <a:latin typeface="Arial" panose="020B0604020202020204" pitchFamily="34" charset="0"/>
                <a:ea typeface="ＭＳ Ｐゴシック" panose="020B0600070205080204" pitchFamily="34" charset="-128"/>
              </a:defRPr>
            </a:lvl2pPr>
            <a:lvl3pPr marL="1143000" indent="-228600" defTabSz="966788">
              <a:defRPr>
                <a:solidFill>
                  <a:schemeClr val="tx1"/>
                </a:solidFill>
                <a:latin typeface="Arial" panose="020B0604020202020204" pitchFamily="34" charset="0"/>
                <a:ea typeface="ＭＳ Ｐゴシック" panose="020B0600070205080204" pitchFamily="34" charset="-128"/>
              </a:defRPr>
            </a:lvl3pPr>
            <a:lvl4pPr marL="1600200" indent="-228600" defTabSz="966788">
              <a:defRPr>
                <a:solidFill>
                  <a:schemeClr val="tx1"/>
                </a:solidFill>
                <a:latin typeface="Arial" panose="020B0604020202020204" pitchFamily="34" charset="0"/>
                <a:ea typeface="ＭＳ Ｐゴシック" panose="020B0600070205080204" pitchFamily="34" charset="-128"/>
              </a:defRPr>
            </a:lvl4pPr>
            <a:lvl5pPr marL="2057400" indent="-228600" defTabSz="966788">
              <a:defRPr>
                <a:solidFill>
                  <a:schemeClr val="tx1"/>
                </a:solidFill>
                <a:latin typeface="Arial" panose="020B060402020202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7C929B8D-5534-4B46-8113-4463F027C0FB}" type="slidenum">
              <a:rPr lang="en-US" altLang="en-US">
                <a:latin typeface="Times New Roman" panose="02020603050405020304" pitchFamily="18" charset="0"/>
              </a:rPr>
              <a:pPr/>
              <a:t>47</a:t>
            </a:fld>
            <a:endParaRPr lang="en-US" altLang="en-US">
              <a:latin typeface="Times New Roman" panose="02020603050405020304" pitchFamily="18" charset="0"/>
            </a:endParaRPr>
          </a:p>
        </p:txBody>
      </p:sp>
      <p:sp>
        <p:nvSpPr>
          <p:cNvPr id="163843" name="Rectangle 2">
            <a:extLst>
              <a:ext uri="{FF2B5EF4-FFF2-40B4-BE49-F238E27FC236}">
                <a16:creationId xmlns:a16="http://schemas.microsoft.com/office/drawing/2014/main" id="{BAB3D84D-67B2-49DC-ABAC-BECEB2F05815}"/>
              </a:ext>
            </a:extLst>
          </p:cNvPr>
          <p:cNvSpPr>
            <a:spLocks noGrp="1" noRot="1" noChangeAspect="1" noChangeArrowheads="1" noTextEdit="1"/>
          </p:cNvSpPr>
          <p:nvPr>
            <p:ph type="sldImg"/>
          </p:nvPr>
        </p:nvSpPr>
        <p:spPr>
          <a:ln/>
        </p:spPr>
      </p:sp>
      <p:sp>
        <p:nvSpPr>
          <p:cNvPr id="163844" name="Rectangle 3">
            <a:extLst>
              <a:ext uri="{FF2B5EF4-FFF2-40B4-BE49-F238E27FC236}">
                <a16:creationId xmlns:a16="http://schemas.microsoft.com/office/drawing/2014/main" id="{8E60648B-0F96-44FE-819E-15D826B357F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39390091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7">
            <a:extLst>
              <a:ext uri="{FF2B5EF4-FFF2-40B4-BE49-F238E27FC236}">
                <a16:creationId xmlns:a16="http://schemas.microsoft.com/office/drawing/2014/main" id="{80FB7094-DF44-49E3-90C6-25F70AB32F7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ea typeface="ＭＳ Ｐゴシック" panose="020B0600070205080204" pitchFamily="34" charset="-128"/>
              </a:defRPr>
            </a:lvl1pPr>
            <a:lvl2pPr marL="742950" indent="-285750" defTabSz="966788">
              <a:defRPr>
                <a:solidFill>
                  <a:schemeClr val="tx1"/>
                </a:solidFill>
                <a:latin typeface="Arial" panose="020B0604020202020204" pitchFamily="34" charset="0"/>
                <a:ea typeface="ＭＳ Ｐゴシック" panose="020B0600070205080204" pitchFamily="34" charset="-128"/>
              </a:defRPr>
            </a:lvl2pPr>
            <a:lvl3pPr marL="1143000" indent="-228600" defTabSz="966788">
              <a:defRPr>
                <a:solidFill>
                  <a:schemeClr val="tx1"/>
                </a:solidFill>
                <a:latin typeface="Arial" panose="020B0604020202020204" pitchFamily="34" charset="0"/>
                <a:ea typeface="ＭＳ Ｐゴシック" panose="020B0600070205080204" pitchFamily="34" charset="-128"/>
              </a:defRPr>
            </a:lvl3pPr>
            <a:lvl4pPr marL="1600200" indent="-228600" defTabSz="966788">
              <a:defRPr>
                <a:solidFill>
                  <a:schemeClr val="tx1"/>
                </a:solidFill>
                <a:latin typeface="Arial" panose="020B0604020202020204" pitchFamily="34" charset="0"/>
                <a:ea typeface="ＭＳ Ｐゴシック" panose="020B0600070205080204" pitchFamily="34" charset="-128"/>
              </a:defRPr>
            </a:lvl4pPr>
            <a:lvl5pPr marL="2057400" indent="-228600" defTabSz="966788">
              <a:defRPr>
                <a:solidFill>
                  <a:schemeClr val="tx1"/>
                </a:solidFill>
                <a:latin typeface="Arial" panose="020B060402020202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17C35401-95C7-43C6-A4E7-C0426A939C07}" type="slidenum">
              <a:rPr lang="en-US" altLang="en-US">
                <a:latin typeface="Times New Roman" panose="02020603050405020304" pitchFamily="18" charset="0"/>
              </a:rPr>
              <a:pPr/>
              <a:t>50</a:t>
            </a:fld>
            <a:endParaRPr lang="en-US" altLang="en-US">
              <a:latin typeface="Times New Roman" panose="02020603050405020304" pitchFamily="18" charset="0"/>
            </a:endParaRPr>
          </a:p>
        </p:txBody>
      </p:sp>
      <p:sp>
        <p:nvSpPr>
          <p:cNvPr id="164867" name="Rectangle 2">
            <a:extLst>
              <a:ext uri="{FF2B5EF4-FFF2-40B4-BE49-F238E27FC236}">
                <a16:creationId xmlns:a16="http://schemas.microsoft.com/office/drawing/2014/main" id="{C63B6B0E-2A44-4538-B113-DAF2501A2FFE}"/>
              </a:ext>
            </a:extLst>
          </p:cNvPr>
          <p:cNvSpPr>
            <a:spLocks noGrp="1" noRot="1" noChangeAspect="1" noChangeArrowheads="1" noTextEdit="1"/>
          </p:cNvSpPr>
          <p:nvPr>
            <p:ph type="sldImg"/>
          </p:nvPr>
        </p:nvSpPr>
        <p:spPr>
          <a:ln/>
        </p:spPr>
      </p:sp>
      <p:sp>
        <p:nvSpPr>
          <p:cNvPr id="164868" name="Rectangle 3">
            <a:extLst>
              <a:ext uri="{FF2B5EF4-FFF2-40B4-BE49-F238E27FC236}">
                <a16:creationId xmlns:a16="http://schemas.microsoft.com/office/drawing/2014/main" id="{24BA3A6A-F67C-42F4-9B82-C9B6CF8E0F5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229454633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êu đề Bản chiếu">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vi-VN"/>
              <a:t>Bấm để sửa kiểu tiêu đề Bản cái</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vi-VN"/>
              <a:t>Bấm để chỉnh sửa kiểu tiêu đề phụ của Bản cái</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B57D6C8A-402C-1B42-88EA-180ED90B780A}" type="datetimeFigureOut">
              <a:rPr lang="en-US" smtClean="0"/>
              <a:t>12/27/2017</a:t>
            </a:fld>
            <a:endParaRPr lang="en-US"/>
          </a:p>
        </p:txBody>
      </p:sp>
      <p:sp>
        <p:nvSpPr>
          <p:cNvPr id="5" name="Footer Placeholder 4"/>
          <p:cNvSpPr>
            <a:spLocks noGrp="1"/>
          </p:cNvSpPr>
          <p:nvPr>
            <p:ph type="ftr" sz="quarter" idx="11"/>
          </p:nvPr>
        </p:nvSpPr>
        <p:spPr>
          <a:xfrm>
            <a:off x="3962399" y="5870575"/>
            <a:ext cx="4893958" cy="377825"/>
          </a:xfrm>
        </p:spPr>
        <p:txBody>
          <a:bodyPr/>
          <a:lstStyle/>
          <a:p>
            <a:endParaRPr lang="en-US"/>
          </a:p>
        </p:txBody>
      </p:sp>
      <p:sp>
        <p:nvSpPr>
          <p:cNvPr id="6" name="Slide Number Placeholder 5"/>
          <p:cNvSpPr>
            <a:spLocks noGrp="1"/>
          </p:cNvSpPr>
          <p:nvPr>
            <p:ph type="sldNum" sz="quarter" idx="12"/>
          </p:nvPr>
        </p:nvSpPr>
        <p:spPr>
          <a:xfrm>
            <a:off x="10608958" y="5870575"/>
            <a:ext cx="551167" cy="377825"/>
          </a:xfrm>
        </p:spPr>
        <p:txBody>
          <a:bodyPr/>
          <a:lstStyle/>
          <a:p>
            <a:fld id="{94E6333A-2DED-1C48-B065-6145639674D8}" type="slidenum">
              <a:rPr lang="en-US" smtClean="0"/>
              <a:t>‹#›</a:t>
            </a:fld>
            <a:endParaRPr lang="en-US"/>
          </a:p>
        </p:txBody>
      </p:sp>
    </p:spTree>
    <p:extLst>
      <p:ext uri="{BB962C8B-B14F-4D97-AF65-F5344CB8AC3E}">
        <p14:creationId xmlns:p14="http://schemas.microsoft.com/office/powerpoint/2010/main" val="1590007729"/>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êu đề và Nội dung">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vi-VN"/>
              <a:t>Bấm để sửa kiểu tiêu đề Bản cái</a:t>
            </a:r>
            <a:endParaRPr lang="en-US" dirty="0"/>
          </a:p>
        </p:txBody>
      </p:sp>
      <p:sp>
        <p:nvSpPr>
          <p:cNvPr id="3" name="Content Placeholder 2"/>
          <p:cNvSpPr>
            <a:spLocks noGrp="1"/>
          </p:cNvSpPr>
          <p:nvPr>
            <p:ph idx="1"/>
          </p:nvPr>
        </p:nvSpPr>
        <p:spPr/>
        <p:txBody>
          <a:bodyPr anchor="ctr"/>
          <a:lstStyle/>
          <a:p>
            <a:pPr lvl="0"/>
            <a:r>
              <a:rPr lang="vi-VN"/>
              <a:t>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4" name="Date Placeholder 3"/>
          <p:cNvSpPr>
            <a:spLocks noGrp="1"/>
          </p:cNvSpPr>
          <p:nvPr>
            <p:ph type="dt" sz="half" idx="10"/>
          </p:nvPr>
        </p:nvSpPr>
        <p:spPr/>
        <p:txBody>
          <a:bodyPr/>
          <a:lstStyle/>
          <a:p>
            <a:fld id="{B57D6C8A-402C-1B42-88EA-180ED90B780A}" type="datetimeFigureOut">
              <a:rPr lang="en-US" smtClean="0"/>
              <a:t>12/27/2017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4E6333A-2DED-1C48-B065-6145639674D8}" type="slidenum">
              <a:rPr lang="en-US" smtClean="0"/>
              <a:t>‹#›</a:t>
            </a:fld>
            <a:endParaRPr lang="en-US"/>
          </a:p>
        </p:txBody>
      </p:sp>
    </p:spTree>
    <p:extLst>
      <p:ext uri="{BB962C8B-B14F-4D97-AF65-F5344CB8AC3E}">
        <p14:creationId xmlns:p14="http://schemas.microsoft.com/office/powerpoint/2010/main" val="11617754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Đầu trang của Phầ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vi-VN"/>
              <a:t>Bấm để sửa kiểu tiêu đề Bản cái</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vi-VN"/>
              <a:t>Chỉnh sửa kiểu văn bản của Bản cái</a:t>
            </a:r>
          </a:p>
        </p:txBody>
      </p:sp>
      <p:sp>
        <p:nvSpPr>
          <p:cNvPr id="4" name="Date Placeholder 3"/>
          <p:cNvSpPr>
            <a:spLocks noGrp="1"/>
          </p:cNvSpPr>
          <p:nvPr>
            <p:ph type="dt" sz="half" idx="10"/>
          </p:nvPr>
        </p:nvSpPr>
        <p:spPr/>
        <p:txBody>
          <a:bodyPr/>
          <a:lstStyle/>
          <a:p>
            <a:fld id="{B57D6C8A-402C-1B42-88EA-180ED90B780A}" type="datetimeFigureOut">
              <a:rPr lang="en-US" smtClean="0"/>
              <a:t>12/27/2017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4E6333A-2DED-1C48-B065-6145639674D8}" type="slidenum">
              <a:rPr lang="en-US" smtClean="0"/>
              <a:t>‹#›</a:t>
            </a:fld>
            <a:endParaRPr lang="en-US"/>
          </a:p>
        </p:txBody>
      </p:sp>
    </p:spTree>
    <p:extLst>
      <p:ext uri="{BB962C8B-B14F-4D97-AF65-F5344CB8AC3E}">
        <p14:creationId xmlns:p14="http://schemas.microsoft.com/office/powerpoint/2010/main" val="35904389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Hai Nội dung">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vi-VN"/>
              <a:t>Bấm để sửa kiểu tiêu đề Bản cái</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vi-VN"/>
              <a:t>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vi-VN"/>
              <a:t>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5" name="Date Placeholder 4"/>
          <p:cNvSpPr>
            <a:spLocks noGrp="1"/>
          </p:cNvSpPr>
          <p:nvPr>
            <p:ph type="dt" sz="half" idx="10"/>
          </p:nvPr>
        </p:nvSpPr>
        <p:spPr/>
        <p:txBody>
          <a:bodyPr/>
          <a:lstStyle/>
          <a:p>
            <a:fld id="{B57D6C8A-402C-1B42-88EA-180ED90B780A}" type="datetimeFigureOut">
              <a:rPr lang="en-US" smtClean="0"/>
              <a:t>12/27/2017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4E6333A-2DED-1C48-B065-6145639674D8}" type="slidenum">
              <a:rPr lang="en-US" smtClean="0"/>
              <a:t>‹#›</a:t>
            </a:fld>
            <a:endParaRPr lang="en-US"/>
          </a:p>
        </p:txBody>
      </p:sp>
    </p:spTree>
    <p:extLst>
      <p:ext uri="{BB962C8B-B14F-4D97-AF65-F5344CB8AC3E}">
        <p14:creationId xmlns:p14="http://schemas.microsoft.com/office/powerpoint/2010/main" val="204841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hép so sánh">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vi-VN"/>
              <a:t>Bấm để sửa kiểu tiêu đề Bản cái</a:t>
            </a:r>
            <a:endParaRPr lang="en-US" dirty="0"/>
          </a:p>
        </p:txBody>
      </p:sp>
      <p:sp>
        <p:nvSpPr>
          <p:cNvPr id="3" name="Text Placeholder 2"/>
          <p:cNvSpPr>
            <a:spLocks noGrp="1"/>
          </p:cNvSpPr>
          <p:nvPr>
            <p:ph type="body" idx="1" hasCustomPrompt="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vi-VN"/>
              <a:t>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5" name="Text Placeholder 4"/>
          <p:cNvSpPr>
            <a:spLocks noGrp="1"/>
          </p:cNvSpPr>
          <p:nvPr>
            <p:ph type="body" sz="quarter" idx="3" hasCustomPrompt="1"/>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vi-VN"/>
              <a:t>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7" name="Date Placeholder 6"/>
          <p:cNvSpPr>
            <a:spLocks noGrp="1"/>
          </p:cNvSpPr>
          <p:nvPr>
            <p:ph type="dt" sz="half" idx="10"/>
          </p:nvPr>
        </p:nvSpPr>
        <p:spPr/>
        <p:txBody>
          <a:bodyPr/>
          <a:lstStyle/>
          <a:p>
            <a:fld id="{B57D6C8A-402C-1B42-88EA-180ED90B780A}" type="datetimeFigureOut">
              <a:rPr lang="en-US" smtClean="0"/>
              <a:t>12/27/2017</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4E6333A-2DED-1C48-B065-6145639674D8}" type="slidenum">
              <a:rPr lang="en-US" smtClean="0"/>
              <a:t>‹#›</a:t>
            </a:fld>
            <a:endParaRPr lang="en-US"/>
          </a:p>
        </p:txBody>
      </p:sp>
    </p:spTree>
    <p:extLst>
      <p:ext uri="{BB962C8B-B14F-4D97-AF65-F5344CB8AC3E}">
        <p14:creationId xmlns:p14="http://schemas.microsoft.com/office/powerpoint/2010/main" val="13141061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hỉ Tiêu đề">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vi-VN"/>
              <a:t>Bấm để sửa kiểu tiêu đề Bản cái</a:t>
            </a:r>
            <a:endParaRPr lang="en-US" dirty="0"/>
          </a:p>
        </p:txBody>
      </p:sp>
      <p:sp>
        <p:nvSpPr>
          <p:cNvPr id="3" name="Date Placeholder 2"/>
          <p:cNvSpPr>
            <a:spLocks noGrp="1"/>
          </p:cNvSpPr>
          <p:nvPr>
            <p:ph type="dt" sz="half" idx="10"/>
          </p:nvPr>
        </p:nvSpPr>
        <p:spPr/>
        <p:txBody>
          <a:bodyPr/>
          <a:lstStyle/>
          <a:p>
            <a:fld id="{B57D6C8A-402C-1B42-88EA-180ED90B780A}" type="datetimeFigureOut">
              <a:rPr lang="en-US" smtClean="0"/>
              <a:t>12/27/2017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4E6333A-2DED-1C48-B065-6145639674D8}" type="slidenum">
              <a:rPr lang="en-US" smtClean="0"/>
              <a:t>‹#›</a:t>
            </a:fld>
            <a:endParaRPr lang="en-US"/>
          </a:p>
        </p:txBody>
      </p:sp>
    </p:spTree>
    <p:extLst>
      <p:ext uri="{BB962C8B-B14F-4D97-AF65-F5344CB8AC3E}">
        <p14:creationId xmlns:p14="http://schemas.microsoft.com/office/powerpoint/2010/main" val="14369447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rống">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B57D6C8A-402C-1B42-88EA-180ED90B780A}" type="datetimeFigureOut">
              <a:rPr lang="en-US" smtClean="0"/>
              <a:t>12/27/2017</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4E6333A-2DED-1C48-B065-6145639674D8}" type="slidenum">
              <a:rPr lang="en-US" smtClean="0"/>
              <a:t>‹#›</a:t>
            </a:fld>
            <a:endParaRPr lang="en-US"/>
          </a:p>
        </p:txBody>
      </p:sp>
    </p:spTree>
    <p:extLst>
      <p:ext uri="{BB962C8B-B14F-4D97-AF65-F5344CB8AC3E}">
        <p14:creationId xmlns:p14="http://schemas.microsoft.com/office/powerpoint/2010/main" val="431168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Nội dung với Chú thích">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vi-VN"/>
              <a:t>Bấm để sửa kiểu tiêu đề Bản cái</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vi-VN"/>
              <a:t>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vi-VN"/>
              <a:t>Chỉnh sửa kiểu văn bản của Bản cái</a:t>
            </a:r>
          </a:p>
        </p:txBody>
      </p:sp>
      <p:sp>
        <p:nvSpPr>
          <p:cNvPr id="5" name="Date Placeholder 4"/>
          <p:cNvSpPr>
            <a:spLocks noGrp="1"/>
          </p:cNvSpPr>
          <p:nvPr>
            <p:ph type="dt" sz="half" idx="10"/>
          </p:nvPr>
        </p:nvSpPr>
        <p:spPr/>
        <p:txBody>
          <a:bodyPr/>
          <a:lstStyle/>
          <a:p>
            <a:fld id="{B57D6C8A-402C-1B42-88EA-180ED90B780A}" type="datetimeFigureOut">
              <a:rPr lang="en-US" smtClean="0"/>
              <a:t>12/27/2017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4E6333A-2DED-1C48-B065-6145639674D8}" type="slidenum">
              <a:rPr lang="en-US" smtClean="0"/>
              <a:t>‹#›</a:t>
            </a:fld>
            <a:endParaRPr lang="en-US"/>
          </a:p>
        </p:txBody>
      </p:sp>
    </p:spTree>
    <p:extLst>
      <p:ext uri="{BB962C8B-B14F-4D97-AF65-F5344CB8AC3E}">
        <p14:creationId xmlns:p14="http://schemas.microsoft.com/office/powerpoint/2010/main" val="29979720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Ảnh với Chú thích">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vi-VN"/>
              <a:t>Bấm để sửa kiểu tiêu đề Bản cái</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vi-VN"/>
              <a:t>Bấm biểu tượng để thêm hình ảnh</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vi-VN"/>
              <a:t>Chỉnh sửa kiểu văn bản của Bản cái</a:t>
            </a:r>
          </a:p>
        </p:txBody>
      </p:sp>
      <p:sp>
        <p:nvSpPr>
          <p:cNvPr id="5" name="Date Placeholder 4"/>
          <p:cNvSpPr>
            <a:spLocks noGrp="1"/>
          </p:cNvSpPr>
          <p:nvPr>
            <p:ph type="dt" sz="half" idx="10"/>
          </p:nvPr>
        </p:nvSpPr>
        <p:spPr/>
        <p:txBody>
          <a:bodyPr/>
          <a:lstStyle/>
          <a:p>
            <a:fld id="{B57D6C8A-402C-1B42-88EA-180ED90B780A}" type="datetimeFigureOut">
              <a:rPr lang="en-US" smtClean="0"/>
              <a:t>12/27/2017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4E6333A-2DED-1C48-B065-6145639674D8}" type="slidenum">
              <a:rPr lang="en-US" smtClean="0"/>
              <a:t>‹#›</a:t>
            </a:fld>
            <a:endParaRPr lang="en-US"/>
          </a:p>
        </p:txBody>
      </p:sp>
    </p:spTree>
    <p:extLst>
      <p:ext uri="{BB962C8B-B14F-4D97-AF65-F5344CB8AC3E}">
        <p14:creationId xmlns:p14="http://schemas.microsoft.com/office/powerpoint/2010/main" val="23939966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Ảnh Toàn cảnh cùng với Chú thích">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vi-VN"/>
              <a:t>Bấm để sửa kiểu tiêu đề Bản cái</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vi-VN"/>
              <a:t>Bấm biểu tượng để thêm hình ảnh</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vi-VN"/>
              <a:t>Chỉnh sửa kiểu văn bản của Bản cái</a:t>
            </a:r>
          </a:p>
        </p:txBody>
      </p:sp>
      <p:sp>
        <p:nvSpPr>
          <p:cNvPr id="5" name="Date Placeholder 4"/>
          <p:cNvSpPr>
            <a:spLocks noGrp="1"/>
          </p:cNvSpPr>
          <p:nvPr>
            <p:ph type="dt" sz="half" idx="10"/>
          </p:nvPr>
        </p:nvSpPr>
        <p:spPr/>
        <p:txBody>
          <a:bodyPr/>
          <a:lstStyle/>
          <a:p>
            <a:fld id="{B57D6C8A-402C-1B42-88EA-180ED90B780A}" type="datetimeFigureOut">
              <a:rPr lang="en-US" smtClean="0"/>
              <a:t>12/27/2017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4E6333A-2DED-1C48-B065-6145639674D8}" type="slidenum">
              <a:rPr lang="en-US" smtClean="0"/>
              <a:t>‹#›</a:t>
            </a:fld>
            <a:endParaRPr lang="en-US"/>
          </a:p>
        </p:txBody>
      </p:sp>
    </p:spTree>
    <p:extLst>
      <p:ext uri="{BB962C8B-B14F-4D97-AF65-F5344CB8AC3E}">
        <p14:creationId xmlns:p14="http://schemas.microsoft.com/office/powerpoint/2010/main" val="4666061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êu đề và Chú thích">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vi-VN"/>
              <a:t>Bấm để sửa kiểu tiêu đề Bản cái</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vi-VN"/>
              <a:t>Chỉnh sửa kiểu văn bản của Bản cái</a:t>
            </a:r>
          </a:p>
        </p:txBody>
      </p:sp>
      <p:sp>
        <p:nvSpPr>
          <p:cNvPr id="4" name="Date Placeholder 3"/>
          <p:cNvSpPr>
            <a:spLocks noGrp="1"/>
          </p:cNvSpPr>
          <p:nvPr>
            <p:ph type="dt" sz="half" idx="10"/>
          </p:nvPr>
        </p:nvSpPr>
        <p:spPr/>
        <p:txBody>
          <a:bodyPr/>
          <a:lstStyle/>
          <a:p>
            <a:fld id="{B57D6C8A-402C-1B42-88EA-180ED90B780A}" type="datetimeFigureOut">
              <a:rPr lang="en-US" smtClean="0"/>
              <a:t>12/27/2017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4E6333A-2DED-1C48-B065-6145639674D8}" type="slidenum">
              <a:rPr lang="en-US" smtClean="0"/>
              <a:t>‹#›</a:t>
            </a:fld>
            <a:endParaRPr lang="en-US"/>
          </a:p>
        </p:txBody>
      </p:sp>
    </p:spTree>
    <p:extLst>
      <p:ext uri="{BB962C8B-B14F-4D97-AF65-F5344CB8AC3E}">
        <p14:creationId xmlns:p14="http://schemas.microsoft.com/office/powerpoint/2010/main" val="26111589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rích dẫn cùng với Chú thích">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vi-VN"/>
              <a:t>Bấm để sửa kiểu tiêu đề Bản cái</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vi-VN"/>
              <a:t>Chỉnh sửa kiểu văn bản của Bản cái</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vi-VN"/>
              <a:t>Chỉnh sửa kiểu văn bản của Bản cái</a:t>
            </a:r>
          </a:p>
        </p:txBody>
      </p:sp>
      <p:sp>
        <p:nvSpPr>
          <p:cNvPr id="4" name="Date Placeholder 3"/>
          <p:cNvSpPr>
            <a:spLocks noGrp="1"/>
          </p:cNvSpPr>
          <p:nvPr>
            <p:ph type="dt" sz="half" idx="10"/>
          </p:nvPr>
        </p:nvSpPr>
        <p:spPr/>
        <p:txBody>
          <a:bodyPr/>
          <a:lstStyle/>
          <a:p>
            <a:fld id="{B57D6C8A-402C-1B42-88EA-180ED90B780A}" type="datetimeFigureOut">
              <a:rPr lang="en-US" smtClean="0"/>
              <a:t>12/27/2017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4E6333A-2DED-1C48-B065-6145639674D8}" type="slidenum">
              <a:rPr lang="en-US" smtClean="0"/>
              <a:t>‹#›</a:t>
            </a:fld>
            <a:endParaRPr lang="en-US"/>
          </a:p>
        </p:txBody>
      </p:sp>
    </p:spTree>
    <p:extLst>
      <p:ext uri="{BB962C8B-B14F-4D97-AF65-F5344CB8AC3E}">
        <p14:creationId xmlns:p14="http://schemas.microsoft.com/office/powerpoint/2010/main" val="13435536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Danh Thiếp">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vi-VN"/>
              <a:t>Bấm để sửa kiểu tiêu đề Bản cái</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vi-VN"/>
              <a:t>Chỉnh sửa kiểu văn bản của Bản cái</a:t>
            </a:r>
          </a:p>
        </p:txBody>
      </p:sp>
      <p:sp>
        <p:nvSpPr>
          <p:cNvPr id="4" name="Date Placeholder 3"/>
          <p:cNvSpPr>
            <a:spLocks noGrp="1"/>
          </p:cNvSpPr>
          <p:nvPr>
            <p:ph type="dt" sz="half" idx="10"/>
          </p:nvPr>
        </p:nvSpPr>
        <p:spPr/>
        <p:txBody>
          <a:bodyPr/>
          <a:lstStyle/>
          <a:p>
            <a:fld id="{B57D6C8A-402C-1B42-88EA-180ED90B780A}" type="datetimeFigureOut">
              <a:rPr lang="en-US" smtClean="0"/>
              <a:t>12/27/2017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4E6333A-2DED-1C48-B065-6145639674D8}" type="slidenum">
              <a:rPr lang="en-US" smtClean="0"/>
              <a:t>‹#›</a:t>
            </a:fld>
            <a:endParaRPr lang="en-US"/>
          </a:p>
        </p:txBody>
      </p:sp>
    </p:spTree>
    <p:extLst>
      <p:ext uri="{BB962C8B-B14F-4D97-AF65-F5344CB8AC3E}">
        <p14:creationId xmlns:p14="http://schemas.microsoft.com/office/powerpoint/2010/main" val="23981484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ích dẫn Danh Thiếp">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vi-VN"/>
              <a:t>Bấm để sửa kiểu tiêu đề Bản cái</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vi-VN"/>
              <a:t>Chỉnh sửa kiểu văn bản của Bản cái</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vi-VN"/>
              <a:t>Chỉnh sửa kiểu văn bản của Bản cái</a:t>
            </a:r>
          </a:p>
        </p:txBody>
      </p:sp>
      <p:sp>
        <p:nvSpPr>
          <p:cNvPr id="4" name="Date Placeholder 3"/>
          <p:cNvSpPr>
            <a:spLocks noGrp="1"/>
          </p:cNvSpPr>
          <p:nvPr>
            <p:ph type="dt" sz="half" idx="10"/>
          </p:nvPr>
        </p:nvSpPr>
        <p:spPr/>
        <p:txBody>
          <a:bodyPr/>
          <a:lstStyle/>
          <a:p>
            <a:fld id="{B57D6C8A-402C-1B42-88EA-180ED90B780A}" type="datetimeFigureOut">
              <a:rPr lang="en-US" smtClean="0"/>
              <a:t>12/27/2017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4E6333A-2DED-1C48-B065-6145639674D8}" type="slidenum">
              <a:rPr lang="en-US" smtClean="0"/>
              <a:t>‹#›</a:t>
            </a:fld>
            <a:endParaRPr lang="en-US"/>
          </a:p>
        </p:txBody>
      </p:sp>
    </p:spTree>
    <p:extLst>
      <p:ext uri="{BB962C8B-B14F-4D97-AF65-F5344CB8AC3E}">
        <p14:creationId xmlns:p14="http://schemas.microsoft.com/office/powerpoint/2010/main" val="48585665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Đúng hoặc Sai">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vi-VN"/>
              <a:t>Bấm để sửa kiểu tiêu đề Bản cái</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vi-VN"/>
              <a:t>Chỉnh sửa kiểu văn bản của Bản cái</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vi-VN"/>
              <a:t>Chỉnh sửa kiểu văn bản của Bản cái</a:t>
            </a:r>
          </a:p>
        </p:txBody>
      </p:sp>
      <p:sp>
        <p:nvSpPr>
          <p:cNvPr id="4" name="Date Placeholder 3"/>
          <p:cNvSpPr>
            <a:spLocks noGrp="1"/>
          </p:cNvSpPr>
          <p:nvPr>
            <p:ph type="dt" sz="half" idx="10"/>
          </p:nvPr>
        </p:nvSpPr>
        <p:spPr/>
        <p:txBody>
          <a:bodyPr/>
          <a:lstStyle/>
          <a:p>
            <a:fld id="{B57D6C8A-402C-1B42-88EA-180ED90B780A}" type="datetimeFigureOut">
              <a:rPr lang="en-US" smtClean="0"/>
              <a:t>12/27/2017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4E6333A-2DED-1C48-B065-6145639674D8}" type="slidenum">
              <a:rPr lang="en-US" smtClean="0"/>
              <a:t>‹#›</a:t>
            </a:fld>
            <a:endParaRPr lang="en-US"/>
          </a:p>
        </p:txBody>
      </p:sp>
    </p:spTree>
    <p:extLst>
      <p:ext uri="{BB962C8B-B14F-4D97-AF65-F5344CB8AC3E}">
        <p14:creationId xmlns:p14="http://schemas.microsoft.com/office/powerpoint/2010/main" val="19416578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êu đề và Văn bản Dọc">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8" name="Title 1"/>
          <p:cNvSpPr>
            <a:spLocks noGrp="1"/>
          </p:cNvSpPr>
          <p:nvPr>
            <p:ph type="title"/>
          </p:nvPr>
        </p:nvSpPr>
        <p:spPr>
          <a:xfrm>
            <a:off x="685801" y="609600"/>
            <a:ext cx="10131425" cy="1456267"/>
          </a:xfrm>
        </p:spPr>
        <p:txBody>
          <a:bodyPr/>
          <a:lstStyle/>
          <a:p>
            <a:r>
              <a:rPr lang="vi-VN"/>
              <a:t>Bấm để sửa kiểu tiêu đề Bản cái</a:t>
            </a:r>
            <a:endParaRPr lang="en-US" dirty="0"/>
          </a:p>
        </p:txBody>
      </p:sp>
      <p:sp>
        <p:nvSpPr>
          <p:cNvPr id="3" name="Vertical Text Placeholder 2"/>
          <p:cNvSpPr>
            <a:spLocks noGrp="1"/>
          </p:cNvSpPr>
          <p:nvPr>
            <p:ph type="body" orient="vert" idx="1"/>
          </p:nvPr>
        </p:nvSpPr>
        <p:spPr/>
        <p:txBody>
          <a:bodyPr vert="eaVert" anchor="t"/>
          <a:lstStyle/>
          <a:p>
            <a:pPr lvl="0"/>
            <a:r>
              <a:rPr lang="vi-VN"/>
              <a:t>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4" name="Date Placeholder 3"/>
          <p:cNvSpPr>
            <a:spLocks noGrp="1"/>
          </p:cNvSpPr>
          <p:nvPr>
            <p:ph type="dt" sz="half" idx="10"/>
          </p:nvPr>
        </p:nvSpPr>
        <p:spPr/>
        <p:txBody>
          <a:bodyPr/>
          <a:lstStyle/>
          <a:p>
            <a:fld id="{B57D6C8A-402C-1B42-88EA-180ED90B780A}" type="datetimeFigureOut">
              <a:rPr lang="en-US" smtClean="0"/>
              <a:t>12/27/2017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4E6333A-2DED-1C48-B065-6145639674D8}" type="slidenum">
              <a:rPr lang="en-US" smtClean="0"/>
              <a:t>‹#›</a:t>
            </a:fld>
            <a:endParaRPr lang="en-US"/>
          </a:p>
        </p:txBody>
      </p:sp>
    </p:spTree>
    <p:extLst>
      <p:ext uri="{BB962C8B-B14F-4D97-AF65-F5344CB8AC3E}">
        <p14:creationId xmlns:p14="http://schemas.microsoft.com/office/powerpoint/2010/main" val="27133834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iêu đề Dọc và Văn bả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vi-VN"/>
              <a:t>Bấm để sửa kiểu tiêu đề Bản cái</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vi-VN"/>
              <a:t>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4" name="Date Placeholder 3"/>
          <p:cNvSpPr>
            <a:spLocks noGrp="1"/>
          </p:cNvSpPr>
          <p:nvPr>
            <p:ph type="dt" sz="half" idx="10"/>
          </p:nvPr>
        </p:nvSpPr>
        <p:spPr/>
        <p:txBody>
          <a:bodyPr/>
          <a:lstStyle/>
          <a:p>
            <a:fld id="{B57D6C8A-402C-1B42-88EA-180ED90B780A}" type="datetimeFigureOut">
              <a:rPr lang="en-US" smtClean="0"/>
              <a:t>12/27/2017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4E6333A-2DED-1C48-B065-6145639674D8}" type="slidenum">
              <a:rPr lang="en-US" smtClean="0"/>
              <a:t>‹#›</a:t>
            </a:fld>
            <a:endParaRPr lang="en-US"/>
          </a:p>
        </p:txBody>
      </p:sp>
    </p:spTree>
    <p:extLst>
      <p:ext uri="{BB962C8B-B14F-4D97-AF65-F5344CB8AC3E}">
        <p14:creationId xmlns:p14="http://schemas.microsoft.com/office/powerpoint/2010/main" val="413409074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No Contents">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8" name="正方形/長方形 7"/>
          <p:cNvSpPr/>
          <p:nvPr userDrawn="1"/>
        </p:nvSpPr>
        <p:spPr>
          <a:xfrm>
            <a:off x="2159221" y="932723"/>
            <a:ext cx="2160427" cy="4800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Tree>
    <p:extLst>
      <p:ext uri="{BB962C8B-B14F-4D97-AF65-F5344CB8AC3E}">
        <p14:creationId xmlns:p14="http://schemas.microsoft.com/office/powerpoint/2010/main" val="42367364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Tiêu đề Bản chiếu">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vi-VN"/>
              <a:t>Bấm để sửa kiểu tiêu đề Bản cái</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vi-VN"/>
              <a:t>Bấm để chỉnh sửa kiểu tiêu đề phụ của Bản cái</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B57D6C8A-402C-1B42-88EA-180ED90B780A}" type="datetimeFigureOut">
              <a:rPr lang="en-US" smtClean="0"/>
              <a:t>12/27/2017</a:t>
            </a:fld>
            <a:endParaRPr lang="en-US"/>
          </a:p>
        </p:txBody>
      </p:sp>
      <p:sp>
        <p:nvSpPr>
          <p:cNvPr id="5" name="Footer Placeholder 4"/>
          <p:cNvSpPr>
            <a:spLocks noGrp="1"/>
          </p:cNvSpPr>
          <p:nvPr>
            <p:ph type="ftr" sz="quarter" idx="11"/>
          </p:nvPr>
        </p:nvSpPr>
        <p:spPr>
          <a:xfrm>
            <a:off x="3962399" y="5870575"/>
            <a:ext cx="4893958" cy="377825"/>
          </a:xfrm>
        </p:spPr>
        <p:txBody>
          <a:bodyPr/>
          <a:lstStyle/>
          <a:p>
            <a:endParaRPr lang="en-US"/>
          </a:p>
        </p:txBody>
      </p:sp>
      <p:sp>
        <p:nvSpPr>
          <p:cNvPr id="6" name="Slide Number Placeholder 5"/>
          <p:cNvSpPr>
            <a:spLocks noGrp="1"/>
          </p:cNvSpPr>
          <p:nvPr>
            <p:ph type="sldNum" sz="quarter" idx="12"/>
          </p:nvPr>
        </p:nvSpPr>
        <p:spPr>
          <a:xfrm>
            <a:off x="10608958" y="5870575"/>
            <a:ext cx="551167" cy="377825"/>
          </a:xfrm>
        </p:spPr>
        <p:txBody>
          <a:bodyPr/>
          <a:lstStyle/>
          <a:p>
            <a:fld id="{94E6333A-2DED-1C48-B065-6145639674D8}" type="slidenum">
              <a:rPr lang="en-US" smtClean="0"/>
              <a:t>‹#›</a:t>
            </a:fld>
            <a:endParaRPr lang="en-US"/>
          </a:p>
        </p:txBody>
      </p:sp>
    </p:spTree>
    <p:extLst>
      <p:ext uri="{BB962C8B-B14F-4D97-AF65-F5344CB8AC3E}">
        <p14:creationId xmlns:p14="http://schemas.microsoft.com/office/powerpoint/2010/main" val="1818079774"/>
      </p:ext>
    </p:extLst>
  </p:cSld>
  <p:clrMapOvr>
    <a:overrideClrMapping bg1="dk1" tx1="lt1" bg2="dk2" tx2="lt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Tiêu đề và Nội dung">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vi-VN"/>
              <a:t>Bấm để sửa kiểu tiêu đề Bản cái</a:t>
            </a:r>
            <a:endParaRPr lang="en-US" dirty="0"/>
          </a:p>
        </p:txBody>
      </p:sp>
      <p:sp>
        <p:nvSpPr>
          <p:cNvPr id="3" name="Content Placeholder 2"/>
          <p:cNvSpPr>
            <a:spLocks noGrp="1"/>
          </p:cNvSpPr>
          <p:nvPr>
            <p:ph idx="1"/>
          </p:nvPr>
        </p:nvSpPr>
        <p:spPr/>
        <p:txBody>
          <a:bodyPr anchor="ctr"/>
          <a:lstStyle/>
          <a:p>
            <a:pPr lvl="0"/>
            <a:r>
              <a:rPr lang="vi-VN"/>
              <a:t>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4" name="Date Placeholder 3"/>
          <p:cNvSpPr>
            <a:spLocks noGrp="1"/>
          </p:cNvSpPr>
          <p:nvPr>
            <p:ph type="dt" sz="half" idx="10"/>
          </p:nvPr>
        </p:nvSpPr>
        <p:spPr/>
        <p:txBody>
          <a:bodyPr/>
          <a:lstStyle/>
          <a:p>
            <a:fld id="{B57D6C8A-402C-1B42-88EA-180ED90B780A}" type="datetimeFigureOut">
              <a:rPr lang="en-US" smtClean="0"/>
              <a:t>12/27/2017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4E6333A-2DED-1C48-B065-6145639674D8}" type="slidenum">
              <a:rPr lang="en-US" smtClean="0"/>
              <a:t>‹#›</a:t>
            </a:fld>
            <a:endParaRPr lang="en-US"/>
          </a:p>
        </p:txBody>
      </p:sp>
    </p:spTree>
    <p:extLst>
      <p:ext uri="{BB962C8B-B14F-4D97-AF65-F5344CB8AC3E}">
        <p14:creationId xmlns:p14="http://schemas.microsoft.com/office/powerpoint/2010/main" val="216241977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reserve="1">
  <p:cSld name="Đầu trang của Phầ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vi-VN"/>
              <a:t>Bấm để sửa kiểu tiêu đề Bản cái</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vi-VN"/>
              <a:t>Chỉnh sửa kiểu văn bản của Bản cái</a:t>
            </a:r>
          </a:p>
        </p:txBody>
      </p:sp>
      <p:sp>
        <p:nvSpPr>
          <p:cNvPr id="4" name="Date Placeholder 3"/>
          <p:cNvSpPr>
            <a:spLocks noGrp="1"/>
          </p:cNvSpPr>
          <p:nvPr>
            <p:ph type="dt" sz="half" idx="10"/>
          </p:nvPr>
        </p:nvSpPr>
        <p:spPr/>
        <p:txBody>
          <a:bodyPr/>
          <a:lstStyle/>
          <a:p>
            <a:fld id="{B57D6C8A-402C-1B42-88EA-180ED90B780A}" type="datetimeFigureOut">
              <a:rPr lang="en-US" smtClean="0"/>
              <a:t>12/27/2017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4E6333A-2DED-1C48-B065-6145639674D8}" type="slidenum">
              <a:rPr lang="en-US" smtClean="0"/>
              <a:t>‹#›</a:t>
            </a:fld>
            <a:endParaRPr lang="en-US"/>
          </a:p>
        </p:txBody>
      </p:sp>
    </p:spTree>
    <p:extLst>
      <p:ext uri="{BB962C8B-B14F-4D97-AF65-F5344CB8AC3E}">
        <p14:creationId xmlns:p14="http://schemas.microsoft.com/office/powerpoint/2010/main" val="38206278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Hai Nội dung">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vi-VN"/>
              <a:t>Bấm để sửa kiểu tiêu đề Bản cái</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vi-VN"/>
              <a:t>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vi-VN"/>
              <a:t>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5" name="Date Placeholder 4"/>
          <p:cNvSpPr>
            <a:spLocks noGrp="1"/>
          </p:cNvSpPr>
          <p:nvPr>
            <p:ph type="dt" sz="half" idx="10"/>
          </p:nvPr>
        </p:nvSpPr>
        <p:spPr/>
        <p:txBody>
          <a:bodyPr/>
          <a:lstStyle/>
          <a:p>
            <a:fld id="{B57D6C8A-402C-1B42-88EA-180ED90B780A}" type="datetimeFigureOut">
              <a:rPr lang="en-US" smtClean="0"/>
              <a:t>12/27/2017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4E6333A-2DED-1C48-B065-6145639674D8}" type="slidenum">
              <a:rPr lang="en-US" smtClean="0"/>
              <a:t>‹#›</a:t>
            </a:fld>
            <a:endParaRPr lang="en-US"/>
          </a:p>
        </p:txBody>
      </p:sp>
    </p:spTree>
    <p:extLst>
      <p:ext uri="{BB962C8B-B14F-4D97-AF65-F5344CB8AC3E}">
        <p14:creationId xmlns:p14="http://schemas.microsoft.com/office/powerpoint/2010/main" val="270317325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Phép so sánh">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vi-VN"/>
              <a:t>Bấm để sửa kiểu tiêu đề Bản cái</a:t>
            </a:r>
            <a:endParaRPr lang="en-US" dirty="0"/>
          </a:p>
        </p:txBody>
      </p:sp>
      <p:sp>
        <p:nvSpPr>
          <p:cNvPr id="3" name="Text Placeholder 2"/>
          <p:cNvSpPr>
            <a:spLocks noGrp="1"/>
          </p:cNvSpPr>
          <p:nvPr>
            <p:ph type="body" idx="1" hasCustomPrompt="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vi-VN"/>
              <a:t>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5" name="Text Placeholder 4"/>
          <p:cNvSpPr>
            <a:spLocks noGrp="1"/>
          </p:cNvSpPr>
          <p:nvPr>
            <p:ph type="body" sz="quarter" idx="3" hasCustomPrompt="1"/>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vi-VN"/>
              <a:t>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7" name="Date Placeholder 6"/>
          <p:cNvSpPr>
            <a:spLocks noGrp="1"/>
          </p:cNvSpPr>
          <p:nvPr>
            <p:ph type="dt" sz="half" idx="10"/>
          </p:nvPr>
        </p:nvSpPr>
        <p:spPr/>
        <p:txBody>
          <a:bodyPr/>
          <a:lstStyle/>
          <a:p>
            <a:fld id="{B57D6C8A-402C-1B42-88EA-180ED90B780A}" type="datetimeFigureOut">
              <a:rPr lang="en-US" smtClean="0"/>
              <a:t>12/27/2017</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4E6333A-2DED-1C48-B065-6145639674D8}" type="slidenum">
              <a:rPr lang="en-US" smtClean="0"/>
              <a:t>‹#›</a:t>
            </a:fld>
            <a:endParaRPr lang="en-US"/>
          </a:p>
        </p:txBody>
      </p:sp>
    </p:spTree>
    <p:extLst>
      <p:ext uri="{BB962C8B-B14F-4D97-AF65-F5344CB8AC3E}">
        <p14:creationId xmlns:p14="http://schemas.microsoft.com/office/powerpoint/2010/main" val="355987061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Chỉ Tiêu đề">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vi-VN"/>
              <a:t>Bấm để sửa kiểu tiêu đề Bản cái</a:t>
            </a:r>
            <a:endParaRPr lang="en-US" dirty="0"/>
          </a:p>
        </p:txBody>
      </p:sp>
      <p:sp>
        <p:nvSpPr>
          <p:cNvPr id="3" name="Date Placeholder 2"/>
          <p:cNvSpPr>
            <a:spLocks noGrp="1"/>
          </p:cNvSpPr>
          <p:nvPr>
            <p:ph type="dt" sz="half" idx="10"/>
          </p:nvPr>
        </p:nvSpPr>
        <p:spPr/>
        <p:txBody>
          <a:bodyPr/>
          <a:lstStyle/>
          <a:p>
            <a:fld id="{B57D6C8A-402C-1B42-88EA-180ED90B780A}" type="datetimeFigureOut">
              <a:rPr lang="en-US" smtClean="0"/>
              <a:t>12/27/2017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4E6333A-2DED-1C48-B065-6145639674D8}" type="slidenum">
              <a:rPr lang="en-US" smtClean="0"/>
              <a:t>‹#›</a:t>
            </a:fld>
            <a:endParaRPr lang="en-US"/>
          </a:p>
        </p:txBody>
      </p:sp>
    </p:spTree>
    <p:extLst>
      <p:ext uri="{BB962C8B-B14F-4D97-AF65-F5344CB8AC3E}">
        <p14:creationId xmlns:p14="http://schemas.microsoft.com/office/powerpoint/2010/main" val="398866848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Trống">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B57D6C8A-402C-1B42-88EA-180ED90B780A}" type="datetimeFigureOut">
              <a:rPr lang="en-US" smtClean="0"/>
              <a:t>12/27/2017</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4E6333A-2DED-1C48-B065-6145639674D8}" type="slidenum">
              <a:rPr lang="en-US" smtClean="0"/>
              <a:t>‹#›</a:t>
            </a:fld>
            <a:endParaRPr lang="en-US"/>
          </a:p>
        </p:txBody>
      </p:sp>
    </p:spTree>
    <p:extLst>
      <p:ext uri="{BB962C8B-B14F-4D97-AF65-F5344CB8AC3E}">
        <p14:creationId xmlns:p14="http://schemas.microsoft.com/office/powerpoint/2010/main" val="34818441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Tx" preserve="1">
  <p:cSld name="Nội dung với Chú thích">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vi-VN"/>
              <a:t>Bấm để sửa kiểu tiêu đề Bản cái</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vi-VN"/>
              <a:t>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vi-VN"/>
              <a:t>Chỉnh sửa kiểu văn bản của Bản cái</a:t>
            </a:r>
          </a:p>
        </p:txBody>
      </p:sp>
      <p:sp>
        <p:nvSpPr>
          <p:cNvPr id="5" name="Date Placeholder 4"/>
          <p:cNvSpPr>
            <a:spLocks noGrp="1"/>
          </p:cNvSpPr>
          <p:nvPr>
            <p:ph type="dt" sz="half" idx="10"/>
          </p:nvPr>
        </p:nvSpPr>
        <p:spPr/>
        <p:txBody>
          <a:bodyPr/>
          <a:lstStyle/>
          <a:p>
            <a:fld id="{B57D6C8A-402C-1B42-88EA-180ED90B780A}" type="datetimeFigureOut">
              <a:rPr lang="en-US" smtClean="0"/>
              <a:t>12/27/2017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4E6333A-2DED-1C48-B065-6145639674D8}" type="slidenum">
              <a:rPr lang="en-US" smtClean="0"/>
              <a:t>‹#›</a:t>
            </a:fld>
            <a:endParaRPr lang="en-US"/>
          </a:p>
        </p:txBody>
      </p:sp>
    </p:spTree>
    <p:extLst>
      <p:ext uri="{BB962C8B-B14F-4D97-AF65-F5344CB8AC3E}">
        <p14:creationId xmlns:p14="http://schemas.microsoft.com/office/powerpoint/2010/main" val="302123583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picTx" preserve="1">
  <p:cSld name="Ảnh với Chú thích">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vi-VN"/>
              <a:t>Bấm để sửa kiểu tiêu đề Bản cái</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vi-VN"/>
              <a:t>Bấm biểu tượng để thêm hình ảnh</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vi-VN"/>
              <a:t>Chỉnh sửa kiểu văn bản của Bản cái</a:t>
            </a:r>
          </a:p>
        </p:txBody>
      </p:sp>
      <p:sp>
        <p:nvSpPr>
          <p:cNvPr id="5" name="Date Placeholder 4"/>
          <p:cNvSpPr>
            <a:spLocks noGrp="1"/>
          </p:cNvSpPr>
          <p:nvPr>
            <p:ph type="dt" sz="half" idx="10"/>
          </p:nvPr>
        </p:nvSpPr>
        <p:spPr/>
        <p:txBody>
          <a:bodyPr/>
          <a:lstStyle/>
          <a:p>
            <a:fld id="{B57D6C8A-402C-1B42-88EA-180ED90B780A}" type="datetimeFigureOut">
              <a:rPr lang="en-US" smtClean="0"/>
              <a:t>12/27/2017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4E6333A-2DED-1C48-B065-6145639674D8}" type="slidenum">
              <a:rPr lang="en-US" smtClean="0"/>
              <a:t>‹#›</a:t>
            </a:fld>
            <a:endParaRPr lang="en-US"/>
          </a:p>
        </p:txBody>
      </p:sp>
    </p:spTree>
    <p:extLst>
      <p:ext uri="{BB962C8B-B14F-4D97-AF65-F5344CB8AC3E}">
        <p14:creationId xmlns:p14="http://schemas.microsoft.com/office/powerpoint/2010/main" val="413172186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Ảnh Toàn cảnh cùng với Chú thích">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vi-VN"/>
              <a:t>Bấm để sửa kiểu tiêu đề Bản cái</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vi-VN"/>
              <a:t>Bấm biểu tượng để thêm hình ảnh</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vi-VN"/>
              <a:t>Chỉnh sửa kiểu văn bản của Bản cái</a:t>
            </a:r>
          </a:p>
        </p:txBody>
      </p:sp>
      <p:sp>
        <p:nvSpPr>
          <p:cNvPr id="5" name="Date Placeholder 4"/>
          <p:cNvSpPr>
            <a:spLocks noGrp="1"/>
          </p:cNvSpPr>
          <p:nvPr>
            <p:ph type="dt" sz="half" idx="10"/>
          </p:nvPr>
        </p:nvSpPr>
        <p:spPr/>
        <p:txBody>
          <a:bodyPr/>
          <a:lstStyle/>
          <a:p>
            <a:fld id="{B57D6C8A-402C-1B42-88EA-180ED90B780A}" type="datetimeFigureOut">
              <a:rPr lang="en-US" smtClean="0"/>
              <a:t>12/27/2017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4E6333A-2DED-1C48-B065-6145639674D8}" type="slidenum">
              <a:rPr lang="en-US" smtClean="0"/>
              <a:t>‹#›</a:t>
            </a:fld>
            <a:endParaRPr lang="en-US"/>
          </a:p>
        </p:txBody>
      </p:sp>
    </p:spTree>
    <p:extLst>
      <p:ext uri="{BB962C8B-B14F-4D97-AF65-F5344CB8AC3E}">
        <p14:creationId xmlns:p14="http://schemas.microsoft.com/office/powerpoint/2010/main" val="380012341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êu đề và Chú thích">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vi-VN"/>
              <a:t>Bấm để sửa kiểu tiêu đề Bản cái</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vi-VN"/>
              <a:t>Chỉnh sửa kiểu văn bản của Bản cái</a:t>
            </a:r>
          </a:p>
        </p:txBody>
      </p:sp>
      <p:sp>
        <p:nvSpPr>
          <p:cNvPr id="4" name="Date Placeholder 3"/>
          <p:cNvSpPr>
            <a:spLocks noGrp="1"/>
          </p:cNvSpPr>
          <p:nvPr>
            <p:ph type="dt" sz="half" idx="10"/>
          </p:nvPr>
        </p:nvSpPr>
        <p:spPr/>
        <p:txBody>
          <a:bodyPr/>
          <a:lstStyle/>
          <a:p>
            <a:fld id="{B57D6C8A-402C-1B42-88EA-180ED90B780A}" type="datetimeFigureOut">
              <a:rPr lang="en-US" smtClean="0"/>
              <a:t>12/27/2017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4E6333A-2DED-1C48-B065-6145639674D8}" type="slidenum">
              <a:rPr lang="en-US" smtClean="0"/>
              <a:t>‹#›</a:t>
            </a:fld>
            <a:endParaRPr lang="en-US"/>
          </a:p>
        </p:txBody>
      </p:sp>
    </p:spTree>
    <p:extLst>
      <p:ext uri="{BB962C8B-B14F-4D97-AF65-F5344CB8AC3E}">
        <p14:creationId xmlns:p14="http://schemas.microsoft.com/office/powerpoint/2010/main" val="133172039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rích dẫn cùng với Chú thích">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vi-VN"/>
              <a:t>Bấm để sửa kiểu tiêu đề Bản cái</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vi-VN"/>
              <a:t>Chỉnh sửa kiểu văn bản của Bản cái</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vi-VN"/>
              <a:t>Chỉnh sửa kiểu văn bản của Bản cái</a:t>
            </a:r>
          </a:p>
        </p:txBody>
      </p:sp>
      <p:sp>
        <p:nvSpPr>
          <p:cNvPr id="4" name="Date Placeholder 3"/>
          <p:cNvSpPr>
            <a:spLocks noGrp="1"/>
          </p:cNvSpPr>
          <p:nvPr>
            <p:ph type="dt" sz="half" idx="10"/>
          </p:nvPr>
        </p:nvSpPr>
        <p:spPr/>
        <p:txBody>
          <a:bodyPr/>
          <a:lstStyle/>
          <a:p>
            <a:fld id="{B57D6C8A-402C-1B42-88EA-180ED90B780A}" type="datetimeFigureOut">
              <a:rPr lang="en-US" smtClean="0"/>
              <a:t>12/27/2017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4E6333A-2DED-1C48-B065-6145639674D8}" type="slidenum">
              <a:rPr lang="en-US" smtClean="0"/>
              <a:t>‹#›</a:t>
            </a:fld>
            <a:endParaRPr lang="en-US"/>
          </a:p>
        </p:txBody>
      </p:sp>
    </p:spTree>
    <p:extLst>
      <p:ext uri="{BB962C8B-B14F-4D97-AF65-F5344CB8AC3E}">
        <p14:creationId xmlns:p14="http://schemas.microsoft.com/office/powerpoint/2010/main" val="2824863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Danh Thiếp">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vi-VN"/>
              <a:t>Bấm để sửa kiểu tiêu đề Bản cái</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vi-VN"/>
              <a:t>Chỉnh sửa kiểu văn bản của Bản cái</a:t>
            </a:r>
          </a:p>
        </p:txBody>
      </p:sp>
      <p:sp>
        <p:nvSpPr>
          <p:cNvPr id="4" name="Date Placeholder 3"/>
          <p:cNvSpPr>
            <a:spLocks noGrp="1"/>
          </p:cNvSpPr>
          <p:nvPr>
            <p:ph type="dt" sz="half" idx="10"/>
          </p:nvPr>
        </p:nvSpPr>
        <p:spPr/>
        <p:txBody>
          <a:bodyPr/>
          <a:lstStyle/>
          <a:p>
            <a:fld id="{B57D6C8A-402C-1B42-88EA-180ED90B780A}" type="datetimeFigureOut">
              <a:rPr lang="en-US" smtClean="0"/>
              <a:t>12/27/2017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4E6333A-2DED-1C48-B065-6145639674D8}" type="slidenum">
              <a:rPr lang="en-US" smtClean="0"/>
              <a:t>‹#›</a:t>
            </a:fld>
            <a:endParaRPr lang="en-US"/>
          </a:p>
        </p:txBody>
      </p:sp>
    </p:spTree>
    <p:extLst>
      <p:ext uri="{BB962C8B-B14F-4D97-AF65-F5344CB8AC3E}">
        <p14:creationId xmlns:p14="http://schemas.microsoft.com/office/powerpoint/2010/main" val="170590074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rích dẫn Danh Thiếp">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vi-VN"/>
              <a:t>Bấm để sửa kiểu tiêu đề Bản cái</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vi-VN"/>
              <a:t>Chỉnh sửa kiểu văn bản của Bản cái</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vi-VN"/>
              <a:t>Chỉnh sửa kiểu văn bản của Bản cái</a:t>
            </a:r>
          </a:p>
        </p:txBody>
      </p:sp>
      <p:sp>
        <p:nvSpPr>
          <p:cNvPr id="4" name="Date Placeholder 3"/>
          <p:cNvSpPr>
            <a:spLocks noGrp="1"/>
          </p:cNvSpPr>
          <p:nvPr>
            <p:ph type="dt" sz="half" idx="10"/>
          </p:nvPr>
        </p:nvSpPr>
        <p:spPr/>
        <p:txBody>
          <a:bodyPr/>
          <a:lstStyle/>
          <a:p>
            <a:fld id="{B57D6C8A-402C-1B42-88EA-180ED90B780A}" type="datetimeFigureOut">
              <a:rPr lang="en-US" smtClean="0"/>
              <a:t>12/27/2017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4E6333A-2DED-1C48-B065-6145639674D8}" type="slidenum">
              <a:rPr lang="en-US" smtClean="0"/>
              <a:t>‹#›</a:t>
            </a:fld>
            <a:endParaRPr lang="en-US"/>
          </a:p>
        </p:txBody>
      </p:sp>
    </p:spTree>
    <p:extLst>
      <p:ext uri="{BB962C8B-B14F-4D97-AF65-F5344CB8AC3E}">
        <p14:creationId xmlns:p14="http://schemas.microsoft.com/office/powerpoint/2010/main" val="379080688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Đúng hoặc Sai">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vi-VN"/>
              <a:t>Bấm để sửa kiểu tiêu đề Bản cái</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vi-VN"/>
              <a:t>Chỉnh sửa kiểu văn bản của Bản cái</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vi-VN"/>
              <a:t>Chỉnh sửa kiểu văn bản của Bản cái</a:t>
            </a:r>
          </a:p>
        </p:txBody>
      </p:sp>
      <p:sp>
        <p:nvSpPr>
          <p:cNvPr id="4" name="Date Placeholder 3"/>
          <p:cNvSpPr>
            <a:spLocks noGrp="1"/>
          </p:cNvSpPr>
          <p:nvPr>
            <p:ph type="dt" sz="half" idx="10"/>
          </p:nvPr>
        </p:nvSpPr>
        <p:spPr/>
        <p:txBody>
          <a:bodyPr/>
          <a:lstStyle/>
          <a:p>
            <a:fld id="{B57D6C8A-402C-1B42-88EA-180ED90B780A}" type="datetimeFigureOut">
              <a:rPr lang="en-US" smtClean="0"/>
              <a:t>12/27/2017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4E6333A-2DED-1C48-B065-6145639674D8}" type="slidenum">
              <a:rPr lang="en-US" smtClean="0"/>
              <a:t>‹#›</a:t>
            </a:fld>
            <a:endParaRPr lang="en-US"/>
          </a:p>
        </p:txBody>
      </p:sp>
    </p:spTree>
    <p:extLst>
      <p:ext uri="{BB962C8B-B14F-4D97-AF65-F5344CB8AC3E}">
        <p14:creationId xmlns:p14="http://schemas.microsoft.com/office/powerpoint/2010/main" val="277181209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êu đề và Văn bản Dọc">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vi-VN"/>
              <a:t>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4" name="Date Placeholder 3"/>
          <p:cNvSpPr>
            <a:spLocks noGrp="1"/>
          </p:cNvSpPr>
          <p:nvPr>
            <p:ph type="dt" sz="half" idx="10"/>
          </p:nvPr>
        </p:nvSpPr>
        <p:spPr/>
        <p:txBody>
          <a:bodyPr/>
          <a:lstStyle/>
          <a:p>
            <a:fld id="{B57D6C8A-402C-1B42-88EA-180ED90B780A}" type="datetimeFigureOut">
              <a:rPr lang="en-US" smtClean="0"/>
              <a:t>12/27/2017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4E6333A-2DED-1C48-B065-6145639674D8}" type="slidenum">
              <a:rPr lang="en-US" smtClean="0"/>
              <a:t>‹#›</a:t>
            </a:fld>
            <a:endParaRPr lang="en-US"/>
          </a:p>
        </p:txBody>
      </p:sp>
      <p:sp>
        <p:nvSpPr>
          <p:cNvPr id="8" name="Title 1"/>
          <p:cNvSpPr>
            <a:spLocks noGrp="1"/>
          </p:cNvSpPr>
          <p:nvPr>
            <p:ph type="title"/>
          </p:nvPr>
        </p:nvSpPr>
        <p:spPr>
          <a:xfrm>
            <a:off x="685801" y="609600"/>
            <a:ext cx="10131425" cy="1456267"/>
          </a:xfrm>
        </p:spPr>
        <p:txBody>
          <a:bodyPr/>
          <a:lstStyle/>
          <a:p>
            <a:r>
              <a:rPr lang="vi-VN"/>
              <a:t>Bấm để sửa kiểu tiêu đề Bản cái</a:t>
            </a:r>
            <a:endParaRPr lang="en-US" dirty="0"/>
          </a:p>
        </p:txBody>
      </p:sp>
    </p:spTree>
    <p:extLst>
      <p:ext uri="{BB962C8B-B14F-4D97-AF65-F5344CB8AC3E}">
        <p14:creationId xmlns:p14="http://schemas.microsoft.com/office/powerpoint/2010/main" val="109003815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Tiêu đề Dọc và Văn bả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vi-VN"/>
              <a:t>Bấm để sửa kiểu tiêu đề Bản cái</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vi-VN"/>
              <a:t>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4" name="Date Placeholder 3"/>
          <p:cNvSpPr>
            <a:spLocks noGrp="1"/>
          </p:cNvSpPr>
          <p:nvPr>
            <p:ph type="dt" sz="half" idx="10"/>
          </p:nvPr>
        </p:nvSpPr>
        <p:spPr/>
        <p:txBody>
          <a:bodyPr/>
          <a:lstStyle/>
          <a:p>
            <a:fld id="{B57D6C8A-402C-1B42-88EA-180ED90B780A}" type="datetimeFigureOut">
              <a:rPr lang="en-US" smtClean="0"/>
              <a:t>12/27/2017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4E6333A-2DED-1C48-B065-6145639674D8}" type="slidenum">
              <a:rPr lang="en-US" smtClean="0"/>
              <a:t>‹#›</a:t>
            </a:fld>
            <a:endParaRPr lang="en-US"/>
          </a:p>
        </p:txBody>
      </p:sp>
    </p:spTree>
    <p:extLst>
      <p:ext uri="{BB962C8B-B14F-4D97-AF65-F5344CB8AC3E}">
        <p14:creationId xmlns:p14="http://schemas.microsoft.com/office/powerpoint/2010/main" val="725378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6.xml"/><Relationship Id="rId13" Type="http://schemas.openxmlformats.org/officeDocument/2006/relationships/slideLayout" Target="../slideLayouts/slideLayout31.xml"/><Relationship Id="rId18" Type="http://schemas.openxmlformats.org/officeDocument/2006/relationships/theme" Target="../theme/theme2.xml"/><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slideLayout" Target="../slideLayouts/slideLayout30.xml"/><Relationship Id="rId17" Type="http://schemas.openxmlformats.org/officeDocument/2006/relationships/slideLayout" Target="../slideLayouts/slideLayout35.xml"/><Relationship Id="rId2" Type="http://schemas.openxmlformats.org/officeDocument/2006/relationships/slideLayout" Target="../slideLayouts/slideLayout20.xml"/><Relationship Id="rId16" Type="http://schemas.openxmlformats.org/officeDocument/2006/relationships/slideLayout" Target="../slideLayouts/slideLayout34.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5" Type="http://schemas.openxmlformats.org/officeDocument/2006/relationships/slideLayout" Target="../slideLayouts/slideLayout33.xml"/><Relationship Id="rId10" Type="http://schemas.openxmlformats.org/officeDocument/2006/relationships/slideLayout" Target="../slideLayouts/slideLayout28.xml"/><Relationship Id="rId4" Type="http://schemas.openxmlformats.org/officeDocument/2006/relationships/slideLayout" Target="../slideLayouts/slideLayout22.xml"/><Relationship Id="rId9" Type="http://schemas.openxmlformats.org/officeDocument/2006/relationships/slideLayout" Target="../slideLayouts/slideLayout27.xml"/><Relationship Id="rId14"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vi-VN"/>
              <a:t>Bấm để sửa kiểu tiêu đề Bản cái</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vi-VN"/>
              <a:t>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57D6C8A-402C-1B42-88EA-180ED90B780A}" type="datetimeFigureOut">
              <a:rPr lang="en-US" smtClean="0"/>
              <a:t>12/27/2017</a:t>
            </a:fld>
            <a:endParaRPr lang="en-US"/>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94E6333A-2DED-1C48-B065-6145639674D8}" type="slidenum">
              <a:rPr lang="en-US" smtClean="0"/>
              <a:t>‹#›</a:t>
            </a:fld>
            <a:endParaRPr lang="en-US"/>
          </a:p>
        </p:txBody>
      </p:sp>
    </p:spTree>
    <p:extLst>
      <p:ext uri="{BB962C8B-B14F-4D97-AF65-F5344CB8AC3E}">
        <p14:creationId xmlns:p14="http://schemas.microsoft.com/office/powerpoint/2010/main" val="3445443412"/>
      </p:ext>
    </p:extLst>
  </p:cSld>
  <p:clrMap bg1="dk1" tx1="lt1" bg2="dk2" tx2="lt2" accent1="accent1" accent2="accent2" accent3="accent3" accent4="accent4" accent5="accent5" accent6="accent6" hlink="hlink" folHlink="folHlink"/>
  <p:sldLayoutIdLst>
    <p:sldLayoutId id="2147485203" r:id="rId1"/>
    <p:sldLayoutId id="2147485204" r:id="rId2"/>
    <p:sldLayoutId id="2147485205" r:id="rId3"/>
    <p:sldLayoutId id="2147485206" r:id="rId4"/>
    <p:sldLayoutId id="2147485207" r:id="rId5"/>
    <p:sldLayoutId id="2147485208" r:id="rId6"/>
    <p:sldLayoutId id="2147485209" r:id="rId7"/>
    <p:sldLayoutId id="2147485210" r:id="rId8"/>
    <p:sldLayoutId id="2147485211" r:id="rId9"/>
    <p:sldLayoutId id="2147485212" r:id="rId10"/>
    <p:sldLayoutId id="2147485213" r:id="rId11"/>
    <p:sldLayoutId id="2147485214" r:id="rId12"/>
    <p:sldLayoutId id="2147485215" r:id="rId13"/>
    <p:sldLayoutId id="2147485216" r:id="rId14"/>
    <p:sldLayoutId id="2147485217" r:id="rId15"/>
    <p:sldLayoutId id="2147485218" r:id="rId16"/>
    <p:sldLayoutId id="2147485219" r:id="rId17"/>
    <p:sldLayoutId id="2147485239" r:id="rId18"/>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vi-VN"/>
              <a:t>Bấm để sửa kiểu tiêu đề Bản cái</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vi-VN"/>
              <a:t>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57D6C8A-402C-1B42-88EA-180ED90B780A}" type="datetimeFigureOut">
              <a:rPr lang="en-US" smtClean="0"/>
              <a:t>12/27/2017</a:t>
            </a:fld>
            <a:endParaRPr lang="en-US"/>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94E6333A-2DED-1C48-B065-6145639674D8}" type="slidenum">
              <a:rPr lang="en-US" smtClean="0"/>
              <a:t>‹#›</a:t>
            </a:fld>
            <a:endParaRPr lang="en-US"/>
          </a:p>
        </p:txBody>
      </p:sp>
    </p:spTree>
    <p:extLst>
      <p:ext uri="{BB962C8B-B14F-4D97-AF65-F5344CB8AC3E}">
        <p14:creationId xmlns:p14="http://schemas.microsoft.com/office/powerpoint/2010/main" val="1699626737"/>
      </p:ext>
    </p:extLst>
  </p:cSld>
  <p:clrMap bg1="dk1" tx1="lt1" bg2="dk2" tx2="lt2" accent1="accent1" accent2="accent2" accent3="accent3" accent4="accent4" accent5="accent5" accent6="accent6" hlink="hlink" folHlink="folHlink"/>
  <p:sldLayoutIdLst>
    <p:sldLayoutId id="2147485221" r:id="rId1"/>
    <p:sldLayoutId id="2147485222" r:id="rId2"/>
    <p:sldLayoutId id="2147485223" r:id="rId3"/>
    <p:sldLayoutId id="2147485224" r:id="rId4"/>
    <p:sldLayoutId id="2147485225" r:id="rId5"/>
    <p:sldLayoutId id="2147485226" r:id="rId6"/>
    <p:sldLayoutId id="2147485227" r:id="rId7"/>
    <p:sldLayoutId id="2147485228" r:id="rId8"/>
    <p:sldLayoutId id="2147485229" r:id="rId9"/>
    <p:sldLayoutId id="2147485230" r:id="rId10"/>
    <p:sldLayoutId id="2147485231" r:id="rId11"/>
    <p:sldLayoutId id="2147485232" r:id="rId12"/>
    <p:sldLayoutId id="2147485233" r:id="rId13"/>
    <p:sldLayoutId id="2147485234" r:id="rId14"/>
    <p:sldLayoutId id="2147485235" r:id="rId15"/>
    <p:sldLayoutId id="2147485236" r:id="rId16"/>
    <p:sldLayoutId id="2147485237"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18" Type="http://schemas.openxmlformats.org/officeDocument/2006/relationships/image" Target="../media/image24.png"/><Relationship Id="rId3" Type="http://schemas.openxmlformats.org/officeDocument/2006/relationships/image" Target="../media/image9.png"/><Relationship Id="rId21" Type="http://schemas.openxmlformats.org/officeDocument/2006/relationships/image" Target="../media/image5.png"/><Relationship Id="rId7" Type="http://schemas.openxmlformats.org/officeDocument/2006/relationships/image" Target="../media/image13.png"/><Relationship Id="rId12" Type="http://schemas.openxmlformats.org/officeDocument/2006/relationships/image" Target="../media/image18.png"/><Relationship Id="rId17" Type="http://schemas.openxmlformats.org/officeDocument/2006/relationships/image" Target="../media/image23.png"/><Relationship Id="rId2" Type="http://schemas.openxmlformats.org/officeDocument/2006/relationships/image" Target="../media/image8.png"/><Relationship Id="rId16" Type="http://schemas.openxmlformats.org/officeDocument/2006/relationships/image" Target="../media/image22.png"/><Relationship Id="rId20" Type="http://schemas.openxmlformats.org/officeDocument/2006/relationships/image" Target="../media/image26.png"/><Relationship Id="rId1" Type="http://schemas.openxmlformats.org/officeDocument/2006/relationships/slideLayout" Target="../slideLayouts/slideLayout4.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image" Target="../media/image11.png"/><Relationship Id="rId15" Type="http://schemas.openxmlformats.org/officeDocument/2006/relationships/image" Target="../media/image21.png"/><Relationship Id="rId10" Type="http://schemas.openxmlformats.org/officeDocument/2006/relationships/image" Target="../media/image16.png"/><Relationship Id="rId19" Type="http://schemas.openxmlformats.org/officeDocument/2006/relationships/image" Target="../media/image25.png"/><Relationship Id="rId4" Type="http://schemas.openxmlformats.org/officeDocument/2006/relationships/image" Target="../media/image10.png"/><Relationship Id="rId9" Type="http://schemas.openxmlformats.org/officeDocument/2006/relationships/image" Target="../media/image15.png"/><Relationship Id="rId14" Type="http://schemas.openxmlformats.org/officeDocument/2006/relationships/image" Target="../media/image20.png"/></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30.png"/><Relationship Id="rId4" Type="http://schemas.openxmlformats.org/officeDocument/2006/relationships/image" Target="../media/image29.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30.png"/></Relationships>
</file>

<file path=ppt/slides/_rels/slide5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9.xml"/></Relationships>
</file>

<file path=ppt/slides/_rels/slide6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9.xml"/><Relationship Id="rId4" Type="http://schemas.openxmlformats.org/officeDocument/2006/relationships/image" Target="../media/image36.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7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8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8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8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8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8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8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8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1FA5367A-A335-4833-B156-A51C16073180}"/>
              </a:ext>
            </a:extLst>
          </p:cNvPr>
          <p:cNvSpPr>
            <a:spLocks noGrp="1"/>
          </p:cNvSpPr>
          <p:nvPr>
            <p:ph type="title"/>
          </p:nvPr>
        </p:nvSpPr>
        <p:spPr/>
        <p:txBody>
          <a:bodyPr/>
          <a:lstStyle/>
          <a:p>
            <a:r>
              <a:rPr lang="en-US" dirty="0" err="1"/>
              <a:t>CẤU</a:t>
            </a:r>
            <a:r>
              <a:rPr lang="en-US" dirty="0"/>
              <a:t> </a:t>
            </a:r>
            <a:r>
              <a:rPr lang="en-US" dirty="0" err="1"/>
              <a:t>TRÚC</a:t>
            </a:r>
            <a:r>
              <a:rPr lang="en-US" dirty="0"/>
              <a:t> </a:t>
            </a:r>
            <a:r>
              <a:rPr lang="en-US" dirty="0" err="1"/>
              <a:t>ĐỀ</a:t>
            </a:r>
            <a:r>
              <a:rPr lang="en-US" dirty="0"/>
              <a:t> </a:t>
            </a:r>
            <a:r>
              <a:rPr lang="en-US" dirty="0" err="1"/>
              <a:t>THI</a:t>
            </a:r>
            <a:r>
              <a:rPr lang="en-US" dirty="0"/>
              <a:t> </a:t>
            </a:r>
            <a:r>
              <a:rPr lang="en-US" dirty="0" err="1"/>
              <a:t>CUỐI</a:t>
            </a:r>
            <a:r>
              <a:rPr lang="en-US" dirty="0"/>
              <a:t> </a:t>
            </a:r>
            <a:r>
              <a:rPr lang="en-US" dirty="0" err="1"/>
              <a:t>KÌ</a:t>
            </a:r>
            <a:r>
              <a:rPr lang="en-US" dirty="0"/>
              <a:t> </a:t>
            </a:r>
          </a:p>
        </p:txBody>
      </p:sp>
      <p:sp>
        <p:nvSpPr>
          <p:cNvPr id="3" name="Chỗ dành sẵn cho Nội dung 2">
            <a:extLst>
              <a:ext uri="{FF2B5EF4-FFF2-40B4-BE49-F238E27FC236}">
                <a16:creationId xmlns:a16="http://schemas.microsoft.com/office/drawing/2014/main" id="{DEDD8D43-2B04-453A-88FE-F305CE9F7F58}"/>
              </a:ext>
            </a:extLst>
          </p:cNvPr>
          <p:cNvSpPr>
            <a:spLocks noGrp="1"/>
          </p:cNvSpPr>
          <p:nvPr>
            <p:ph idx="1"/>
          </p:nvPr>
        </p:nvSpPr>
        <p:spPr/>
        <p:txBody>
          <a:bodyPr>
            <a:normAutofit/>
          </a:bodyPr>
          <a:lstStyle/>
          <a:p>
            <a:pPr>
              <a:buFont typeface="Wingdings" panose="05000000000000000000" pitchFamily="2" charset="2"/>
              <a:buChar char="Ø"/>
            </a:pPr>
            <a:r>
              <a:rPr lang="en-US" sz="4000" dirty="0"/>
              <a:t>10% </a:t>
            </a:r>
            <a:r>
              <a:rPr lang="en-US" sz="4000" dirty="0" err="1"/>
              <a:t>TẦNG</a:t>
            </a:r>
            <a:r>
              <a:rPr lang="en-US" sz="4000" dirty="0"/>
              <a:t> APPLICATION</a:t>
            </a:r>
          </a:p>
          <a:p>
            <a:pPr>
              <a:buFont typeface="Wingdings" panose="05000000000000000000" pitchFamily="2" charset="2"/>
              <a:buChar char="Ø"/>
            </a:pPr>
            <a:r>
              <a:rPr lang="en-US" sz="4000" dirty="0"/>
              <a:t>10% </a:t>
            </a:r>
            <a:r>
              <a:rPr lang="en-US" sz="4000" dirty="0" err="1"/>
              <a:t>TẦNG</a:t>
            </a:r>
            <a:r>
              <a:rPr lang="en-US" sz="4000" dirty="0"/>
              <a:t> TRANSPORT</a:t>
            </a:r>
          </a:p>
          <a:p>
            <a:pPr>
              <a:buFont typeface="Wingdings" panose="05000000000000000000" pitchFamily="2" charset="2"/>
              <a:buChar char="Ø"/>
            </a:pPr>
            <a:r>
              <a:rPr lang="en-US" sz="4000" dirty="0"/>
              <a:t>50% </a:t>
            </a:r>
            <a:r>
              <a:rPr lang="en-US" sz="4000" dirty="0" err="1"/>
              <a:t>TẦNG</a:t>
            </a:r>
            <a:r>
              <a:rPr lang="en-US" sz="4000" dirty="0"/>
              <a:t> NETWORK</a:t>
            </a:r>
          </a:p>
          <a:p>
            <a:pPr>
              <a:buFont typeface="Wingdings" panose="05000000000000000000" pitchFamily="2" charset="2"/>
              <a:buChar char="Ø"/>
            </a:pPr>
            <a:r>
              <a:rPr lang="en-US" sz="4000" dirty="0"/>
              <a:t>30% </a:t>
            </a:r>
            <a:r>
              <a:rPr lang="en-US" sz="4000" dirty="0" err="1"/>
              <a:t>TẦNG</a:t>
            </a:r>
            <a:r>
              <a:rPr lang="en-US" sz="4000" dirty="0"/>
              <a:t> DATA LINK</a:t>
            </a:r>
          </a:p>
        </p:txBody>
      </p:sp>
    </p:spTree>
    <p:extLst>
      <p:ext uri="{BB962C8B-B14F-4D97-AF65-F5344CB8AC3E}">
        <p14:creationId xmlns:p14="http://schemas.microsoft.com/office/powerpoint/2010/main" val="4278681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Effect transition="in" filter="barn(inVertical)">
                                      <p:cBhvr>
                                        <p:cTn id="13" dur="500"/>
                                        <p:tgtEl>
                                          <p:spTgt spid="3">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wipe(down)">
                                      <p:cBhvr>
                                        <p:cTn id="18" dur="500"/>
                                        <p:tgtEl>
                                          <p:spTgt spid="3">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Effect transition="in" filter="circle(in)">
                                      <p:cBhvr>
                                        <p:cTn id="23" dur="2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1" y="2403231"/>
            <a:ext cx="10131425" cy="1456267"/>
          </a:xfrm>
        </p:spPr>
        <p:txBody>
          <a:bodyPr/>
          <a:lstStyle/>
          <a:p>
            <a:pPr algn="ctr"/>
            <a:r>
              <a:rPr lang="en-US" i="1" dirty="0"/>
              <a:t>Review </a:t>
            </a:r>
            <a:r>
              <a:rPr lang="en-US" i="1" dirty="0" err="1"/>
              <a:t>kiến</a:t>
            </a:r>
            <a:r>
              <a:rPr lang="en-US" i="1" dirty="0"/>
              <a:t> </a:t>
            </a:r>
            <a:r>
              <a:rPr lang="en-US" i="1" dirty="0" err="1"/>
              <a:t>thức</a:t>
            </a:r>
            <a:r>
              <a:rPr lang="en-US" i="1" dirty="0"/>
              <a:t> </a:t>
            </a:r>
            <a:r>
              <a:rPr lang="en-US" i="1" dirty="0" err="1"/>
              <a:t>giữa</a:t>
            </a:r>
            <a:r>
              <a:rPr lang="en-US" i="1" dirty="0"/>
              <a:t> </a:t>
            </a:r>
            <a:r>
              <a:rPr lang="en-US" i="1" dirty="0" err="1"/>
              <a:t>kì</a:t>
            </a:r>
            <a:endParaRPr lang="en-US" i="1" dirty="0"/>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13124873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700" name="Rectangle 168">
            <a:extLst>
              <a:ext uri="{FF2B5EF4-FFF2-40B4-BE49-F238E27FC236}">
                <a16:creationId xmlns:a16="http://schemas.microsoft.com/office/drawing/2014/main" id="{32A75F68-AE52-4587-803B-B31D5A75F47B}"/>
              </a:ext>
            </a:extLst>
          </p:cNvPr>
          <p:cNvSpPr>
            <a:spLocks noGrp="1" noChangeArrowheads="1"/>
          </p:cNvSpPr>
          <p:nvPr>
            <p:ph type="title"/>
          </p:nvPr>
        </p:nvSpPr>
        <p:spPr>
          <a:xfrm>
            <a:off x="6902450" y="-164835"/>
            <a:ext cx="10131425" cy="1456267"/>
          </a:xfrm>
        </p:spPr>
        <p:txBody>
          <a:bodyPr/>
          <a:lstStyle/>
          <a:p>
            <a:pPr eaLnBrk="1" hangingPunct="1"/>
            <a:r>
              <a:rPr lang="en-US" altLang="en-US" dirty="0" err="1">
                <a:latin typeface="Comic Sans MS" panose="030F0702030302020204" pitchFamily="66" charset="0"/>
                <a:ea typeface="ＭＳ Ｐゴシック" panose="020B0600070205080204" pitchFamily="34" charset="-128"/>
              </a:rPr>
              <a:t>Đóng</a:t>
            </a:r>
            <a:r>
              <a:rPr lang="en-US" altLang="en-US" dirty="0">
                <a:latin typeface="Comic Sans MS" panose="030F0702030302020204" pitchFamily="66" charset="0"/>
                <a:ea typeface="ＭＳ Ｐゴシック" panose="020B0600070205080204" pitchFamily="34" charset="-128"/>
              </a:rPr>
              <a:t> </a:t>
            </a:r>
            <a:r>
              <a:rPr lang="en-US" altLang="en-US" dirty="0" err="1">
                <a:latin typeface="Comic Sans MS" panose="030F0702030302020204" pitchFamily="66" charset="0"/>
                <a:ea typeface="ＭＳ Ｐゴシック" panose="020B0600070205080204" pitchFamily="34" charset="-128"/>
              </a:rPr>
              <a:t>gói</a:t>
            </a:r>
            <a:endParaRPr lang="en-US" altLang="en-US" dirty="0">
              <a:latin typeface="Comic Sans MS" panose="030F0702030302020204" pitchFamily="66" charset="0"/>
              <a:ea typeface="ＭＳ Ｐゴシック" panose="020B0600070205080204" pitchFamily="34" charset="-128"/>
            </a:endParaRPr>
          </a:p>
        </p:txBody>
      </p:sp>
      <p:sp>
        <p:nvSpPr>
          <p:cNvPr id="70658" name="Footer Placeholder 2">
            <a:extLst>
              <a:ext uri="{FF2B5EF4-FFF2-40B4-BE49-F238E27FC236}">
                <a16:creationId xmlns:a16="http://schemas.microsoft.com/office/drawing/2014/main" id="{047ABACC-B75E-4690-ABA8-DB5B1FC22780}"/>
              </a:ext>
            </a:extLst>
          </p:cNvPr>
          <p:cNvSpPr>
            <a:spLocks noGrp="1"/>
          </p:cNvSpPr>
          <p:nvPr>
            <p:ph type="ftr" sz="quarter" idx="4294967295"/>
          </p:nvPr>
        </p:nvSpPr>
        <p:spPr>
          <a:xfrm>
            <a:off x="0" y="0"/>
            <a:ext cx="0" cy="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sz="1200">
                <a:latin typeface="Tahoma" panose="020B0604030504040204" pitchFamily="34" charset="0"/>
              </a:rPr>
              <a:t>Giới thiệu</a:t>
            </a:r>
          </a:p>
        </p:txBody>
      </p:sp>
      <p:sp>
        <p:nvSpPr>
          <p:cNvPr id="70708" name="Slide Number Placeholder 3">
            <a:extLst>
              <a:ext uri="{FF2B5EF4-FFF2-40B4-BE49-F238E27FC236}">
                <a16:creationId xmlns:a16="http://schemas.microsoft.com/office/drawing/2014/main" id="{3DF1D1C6-7FB5-48D5-9BDB-3FD6703BDAF6}"/>
              </a:ext>
            </a:extLst>
          </p:cNvPr>
          <p:cNvSpPr>
            <a:spLocks noGrp="1"/>
          </p:cNvSpPr>
          <p:nvPr>
            <p:ph type="sldNum" sz="quarter" idx="4294967295"/>
          </p:nvPr>
        </p:nvSpPr>
        <p:spPr>
          <a:xfrm>
            <a:off x="0" y="0"/>
            <a:ext cx="0" cy="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sz="1200">
                <a:latin typeface="Tahoma" panose="020B0604030504040204" pitchFamily="34" charset="0"/>
              </a:rPr>
              <a:t>1-</a:t>
            </a:r>
            <a:fld id="{35C80209-6082-45F2-9B9D-2593694EAE7F}" type="slidenum">
              <a:rPr lang="en-US" altLang="en-US" sz="1200">
                <a:latin typeface="Tahoma" panose="020B0604030504040204" pitchFamily="34" charset="0"/>
              </a:rPr>
              <a:pPr/>
              <a:t>3</a:t>
            </a:fld>
            <a:endParaRPr lang="en-US" altLang="en-US" sz="1200">
              <a:latin typeface="Tahoma" panose="020B0604030504040204" pitchFamily="34" charset="0"/>
            </a:endParaRPr>
          </a:p>
        </p:txBody>
      </p:sp>
      <p:pic>
        <p:nvPicPr>
          <p:cNvPr id="70659" name="Picture 193" descr="underline_base">
            <a:extLst>
              <a:ext uri="{FF2B5EF4-FFF2-40B4-BE49-F238E27FC236}">
                <a16:creationId xmlns:a16="http://schemas.microsoft.com/office/drawing/2014/main" id="{5EF92ABD-CCCB-45B9-88DF-FE46C93A5844}"/>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07176" y="795338"/>
            <a:ext cx="3370263"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660" name="Freeform 99">
            <a:extLst>
              <a:ext uri="{FF2B5EF4-FFF2-40B4-BE49-F238E27FC236}">
                <a16:creationId xmlns:a16="http://schemas.microsoft.com/office/drawing/2014/main" id="{2E0B6C89-227D-40D2-9DE7-8D88D384F0A7}"/>
              </a:ext>
            </a:extLst>
          </p:cNvPr>
          <p:cNvSpPr>
            <a:spLocks/>
          </p:cNvSpPr>
          <p:nvPr/>
        </p:nvSpPr>
        <p:spPr bwMode="auto">
          <a:xfrm>
            <a:off x="8502650" y="4156076"/>
            <a:ext cx="655638" cy="1135063"/>
          </a:xfrm>
          <a:custGeom>
            <a:avLst/>
            <a:gdLst>
              <a:gd name="T0" fmla="*/ 2147483647 w 413"/>
              <a:gd name="T1" fmla="*/ 2147483647 h 715"/>
              <a:gd name="T2" fmla="*/ 2147483647 w 413"/>
              <a:gd name="T3" fmla="*/ 0 h 715"/>
              <a:gd name="T4" fmla="*/ 0 w 413"/>
              <a:gd name="T5" fmla="*/ 2147483647 h 715"/>
              <a:gd name="T6" fmla="*/ 2147483647 w 413"/>
              <a:gd name="T7" fmla="*/ 2147483647 h 715"/>
              <a:gd name="T8" fmla="*/ 2147483647 w 413"/>
              <a:gd name="T9" fmla="*/ 2147483647 h 715"/>
              <a:gd name="T10" fmla="*/ 0 60000 65536"/>
              <a:gd name="T11" fmla="*/ 0 60000 65536"/>
              <a:gd name="T12" fmla="*/ 0 60000 65536"/>
              <a:gd name="T13" fmla="*/ 0 60000 65536"/>
              <a:gd name="T14" fmla="*/ 0 60000 65536"/>
              <a:gd name="T15" fmla="*/ 0 w 413"/>
              <a:gd name="T16" fmla="*/ 0 h 715"/>
              <a:gd name="T17" fmla="*/ 413 w 413"/>
              <a:gd name="T18" fmla="*/ 715 h 715"/>
            </a:gdLst>
            <a:ahLst/>
            <a:cxnLst>
              <a:cxn ang="T10">
                <a:pos x="T0" y="T1"/>
              </a:cxn>
              <a:cxn ang="T11">
                <a:pos x="T2" y="T3"/>
              </a:cxn>
              <a:cxn ang="T12">
                <a:pos x="T4" y="T5"/>
              </a:cxn>
              <a:cxn ang="T13">
                <a:pos x="T6" y="T7"/>
              </a:cxn>
              <a:cxn ang="T14">
                <a:pos x="T8" y="T9"/>
              </a:cxn>
            </a:cxnLst>
            <a:rect l="T15" t="T16" r="T17" b="T18"/>
            <a:pathLst>
              <a:path w="413" h="715">
                <a:moveTo>
                  <a:pt x="413" y="570"/>
                </a:moveTo>
                <a:lnTo>
                  <a:pt x="9" y="0"/>
                </a:lnTo>
                <a:lnTo>
                  <a:pt x="0" y="604"/>
                </a:lnTo>
                <a:lnTo>
                  <a:pt x="397" y="715"/>
                </a:lnTo>
                <a:lnTo>
                  <a:pt x="413" y="570"/>
                </a:lnTo>
                <a:close/>
              </a:path>
            </a:pathLst>
          </a:custGeom>
          <a:gradFill rotWithShape="1">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70661" name="Freeform 3">
            <a:extLst>
              <a:ext uri="{FF2B5EF4-FFF2-40B4-BE49-F238E27FC236}">
                <a16:creationId xmlns:a16="http://schemas.microsoft.com/office/drawing/2014/main" id="{F8F79518-948F-48A1-9CD1-59DEE0ABD7AB}"/>
              </a:ext>
            </a:extLst>
          </p:cNvPr>
          <p:cNvSpPr>
            <a:spLocks/>
          </p:cNvSpPr>
          <p:nvPr/>
        </p:nvSpPr>
        <p:spPr bwMode="auto">
          <a:xfrm>
            <a:off x="8653464" y="2246314"/>
            <a:ext cx="638175" cy="852487"/>
          </a:xfrm>
          <a:custGeom>
            <a:avLst/>
            <a:gdLst>
              <a:gd name="T0" fmla="*/ 2147483647 w 402"/>
              <a:gd name="T1" fmla="*/ 2147483647 h 537"/>
              <a:gd name="T2" fmla="*/ 2147483647 w 402"/>
              <a:gd name="T3" fmla="*/ 0 h 537"/>
              <a:gd name="T4" fmla="*/ 0 w 402"/>
              <a:gd name="T5" fmla="*/ 2147483647 h 537"/>
              <a:gd name="T6" fmla="*/ 2147483647 w 402"/>
              <a:gd name="T7" fmla="*/ 2147483647 h 537"/>
              <a:gd name="T8" fmla="*/ 2147483647 w 402"/>
              <a:gd name="T9" fmla="*/ 2147483647 h 537"/>
              <a:gd name="T10" fmla="*/ 0 60000 65536"/>
              <a:gd name="T11" fmla="*/ 0 60000 65536"/>
              <a:gd name="T12" fmla="*/ 0 60000 65536"/>
              <a:gd name="T13" fmla="*/ 0 60000 65536"/>
              <a:gd name="T14" fmla="*/ 0 60000 65536"/>
              <a:gd name="T15" fmla="*/ 0 w 402"/>
              <a:gd name="T16" fmla="*/ 0 h 537"/>
              <a:gd name="T17" fmla="*/ 402 w 402"/>
              <a:gd name="T18" fmla="*/ 537 h 537"/>
            </a:gdLst>
            <a:ahLst/>
            <a:cxnLst>
              <a:cxn ang="T10">
                <a:pos x="T0" y="T1"/>
              </a:cxn>
              <a:cxn ang="T11">
                <a:pos x="T2" y="T3"/>
              </a:cxn>
              <a:cxn ang="T12">
                <a:pos x="T4" y="T5"/>
              </a:cxn>
              <a:cxn ang="T13">
                <a:pos x="T6" y="T7"/>
              </a:cxn>
              <a:cxn ang="T14">
                <a:pos x="T8" y="T9"/>
              </a:cxn>
            </a:cxnLst>
            <a:rect l="T15" t="T16" r="T17" b="T18"/>
            <a:pathLst>
              <a:path w="402" h="537">
                <a:moveTo>
                  <a:pt x="402" y="363"/>
                </a:moveTo>
                <a:lnTo>
                  <a:pt x="28" y="0"/>
                </a:lnTo>
                <a:lnTo>
                  <a:pt x="0" y="470"/>
                </a:lnTo>
                <a:lnTo>
                  <a:pt x="242" y="537"/>
                </a:lnTo>
                <a:lnTo>
                  <a:pt x="402" y="363"/>
                </a:lnTo>
                <a:close/>
              </a:path>
            </a:pathLst>
          </a:custGeom>
          <a:gradFill rotWithShape="1">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nvGrpSpPr>
          <p:cNvPr id="70662" name="Group 180">
            <a:extLst>
              <a:ext uri="{FF2B5EF4-FFF2-40B4-BE49-F238E27FC236}">
                <a16:creationId xmlns:a16="http://schemas.microsoft.com/office/drawing/2014/main" id="{74ED6FB9-6EC8-40C1-B911-3E3DD65958C5}"/>
              </a:ext>
            </a:extLst>
          </p:cNvPr>
          <p:cNvGrpSpPr>
            <a:grpSpLocks/>
          </p:cNvGrpSpPr>
          <p:nvPr/>
        </p:nvGrpSpPr>
        <p:grpSpPr bwMode="auto">
          <a:xfrm>
            <a:off x="8853488" y="2754313"/>
            <a:ext cx="1052512" cy="355600"/>
            <a:chOff x="4410" y="1365"/>
            <a:chExt cx="663" cy="224"/>
          </a:xfrm>
        </p:grpSpPr>
        <p:sp>
          <p:nvSpPr>
            <p:cNvPr id="70796" name="Rectangle 181">
              <a:extLst>
                <a:ext uri="{FF2B5EF4-FFF2-40B4-BE49-F238E27FC236}">
                  <a16:creationId xmlns:a16="http://schemas.microsoft.com/office/drawing/2014/main" id="{8C62AF27-11FC-45E1-9404-86A202FB2B4E}"/>
                </a:ext>
              </a:extLst>
            </p:cNvPr>
            <p:cNvSpPr>
              <a:spLocks noChangeArrowheads="1"/>
            </p:cNvSpPr>
            <p:nvPr/>
          </p:nvSpPr>
          <p:spPr bwMode="auto">
            <a:xfrm>
              <a:off x="4410" y="1500"/>
              <a:ext cx="495" cy="87"/>
            </a:xfrm>
            <a:prstGeom prst="rect">
              <a:avLst/>
            </a:prstGeom>
            <a:gradFill rotWithShape="1">
              <a:gsLst>
                <a:gs pos="0">
                  <a:srgbClr val="009999"/>
                </a:gs>
                <a:gs pos="100000">
                  <a:srgbClr val="FFFFFF"/>
                </a:gs>
              </a:gsLst>
              <a:lin ang="0" scaled="1"/>
            </a:gra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70797" name="AutoShape 182">
              <a:extLst>
                <a:ext uri="{FF2B5EF4-FFF2-40B4-BE49-F238E27FC236}">
                  <a16:creationId xmlns:a16="http://schemas.microsoft.com/office/drawing/2014/main" id="{640E04BA-3FDE-4ED9-ADF4-2D0B6FB2B6E5}"/>
                </a:ext>
              </a:extLst>
            </p:cNvPr>
            <p:cNvSpPr>
              <a:spLocks noChangeArrowheads="1"/>
            </p:cNvSpPr>
            <p:nvPr/>
          </p:nvSpPr>
          <p:spPr bwMode="auto">
            <a:xfrm>
              <a:off x="4410" y="1368"/>
              <a:ext cx="663" cy="135"/>
            </a:xfrm>
            <a:prstGeom prst="parallelogram">
              <a:avLst>
                <a:gd name="adj" fmla="val 122778"/>
              </a:avLst>
            </a:prstGeom>
            <a:gradFill rotWithShape="1">
              <a:gsLst>
                <a:gs pos="0">
                  <a:srgbClr val="009999"/>
                </a:gs>
                <a:gs pos="100000">
                  <a:srgbClr val="FFFFFF"/>
                </a:gs>
              </a:gsLst>
              <a:lin ang="0" scaled="1"/>
            </a:gra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70798" name="Freeform 183">
              <a:extLst>
                <a:ext uri="{FF2B5EF4-FFF2-40B4-BE49-F238E27FC236}">
                  <a16:creationId xmlns:a16="http://schemas.microsoft.com/office/drawing/2014/main" id="{1AFECC2D-361A-4CDA-9E3D-BFB22B5AB6D9}"/>
                </a:ext>
              </a:extLst>
            </p:cNvPr>
            <p:cNvSpPr>
              <a:spLocks/>
            </p:cNvSpPr>
            <p:nvPr/>
          </p:nvSpPr>
          <p:spPr bwMode="auto">
            <a:xfrm>
              <a:off x="4904" y="1365"/>
              <a:ext cx="169" cy="224"/>
            </a:xfrm>
            <a:custGeom>
              <a:avLst/>
              <a:gdLst>
                <a:gd name="T0" fmla="*/ 0 w 169"/>
                <a:gd name="T1" fmla="*/ 138 h 224"/>
                <a:gd name="T2" fmla="*/ 0 w 169"/>
                <a:gd name="T3" fmla="*/ 224 h 224"/>
                <a:gd name="T4" fmla="*/ 169 w 169"/>
                <a:gd name="T5" fmla="*/ 77 h 224"/>
                <a:gd name="T6" fmla="*/ 169 w 169"/>
                <a:gd name="T7" fmla="*/ 0 h 224"/>
                <a:gd name="T8" fmla="*/ 0 w 169"/>
                <a:gd name="T9" fmla="*/ 138 h 224"/>
                <a:gd name="T10" fmla="*/ 0 60000 65536"/>
                <a:gd name="T11" fmla="*/ 0 60000 65536"/>
                <a:gd name="T12" fmla="*/ 0 60000 65536"/>
                <a:gd name="T13" fmla="*/ 0 60000 65536"/>
                <a:gd name="T14" fmla="*/ 0 60000 65536"/>
                <a:gd name="T15" fmla="*/ 0 w 169"/>
                <a:gd name="T16" fmla="*/ 0 h 224"/>
                <a:gd name="T17" fmla="*/ 169 w 169"/>
                <a:gd name="T18" fmla="*/ 224 h 224"/>
              </a:gdLst>
              <a:ahLst/>
              <a:cxnLst>
                <a:cxn ang="T10">
                  <a:pos x="T0" y="T1"/>
                </a:cxn>
                <a:cxn ang="T11">
                  <a:pos x="T2" y="T3"/>
                </a:cxn>
                <a:cxn ang="T12">
                  <a:pos x="T4" y="T5"/>
                </a:cxn>
                <a:cxn ang="T13">
                  <a:pos x="T6" y="T7"/>
                </a:cxn>
                <a:cxn ang="T14">
                  <a:pos x="T8" y="T9"/>
                </a:cxn>
              </a:cxnLst>
              <a:rect l="T15" t="T16" r="T17" b="T18"/>
              <a:pathLst>
                <a:path w="169" h="224">
                  <a:moveTo>
                    <a:pt x="0" y="138"/>
                  </a:moveTo>
                  <a:lnTo>
                    <a:pt x="0" y="224"/>
                  </a:lnTo>
                  <a:lnTo>
                    <a:pt x="169" y="77"/>
                  </a:lnTo>
                  <a:lnTo>
                    <a:pt x="169" y="0"/>
                  </a:lnTo>
                  <a:lnTo>
                    <a:pt x="0" y="138"/>
                  </a:lnTo>
                  <a:close/>
                </a:path>
              </a:pathLst>
            </a:custGeom>
            <a:solidFill>
              <a:srgbClr val="BBE0E3"/>
            </a:solidFill>
            <a:ln w="6350">
              <a:solidFill>
                <a:srgbClr val="000000"/>
              </a:solidFill>
              <a:round/>
              <a:headEnd/>
              <a:tailEnd/>
            </a:ln>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70799" name="Freeform 184">
              <a:extLst>
                <a:ext uri="{FF2B5EF4-FFF2-40B4-BE49-F238E27FC236}">
                  <a16:creationId xmlns:a16="http://schemas.microsoft.com/office/drawing/2014/main" id="{239DBD54-688F-4DA3-8673-907E045149F3}"/>
                </a:ext>
              </a:extLst>
            </p:cNvPr>
            <p:cNvSpPr>
              <a:spLocks/>
            </p:cNvSpPr>
            <p:nvPr/>
          </p:nvSpPr>
          <p:spPr bwMode="auto">
            <a:xfrm>
              <a:off x="4475" y="1395"/>
              <a:ext cx="506" cy="80"/>
            </a:xfrm>
            <a:custGeom>
              <a:avLst/>
              <a:gdLst>
                <a:gd name="T0" fmla="*/ 0 w 280"/>
                <a:gd name="T1" fmla="*/ 5947 h 63"/>
                <a:gd name="T2" fmla="*/ 2836274 w 280"/>
                <a:gd name="T3" fmla="*/ 5784 h 63"/>
                <a:gd name="T4" fmla="*/ 16738841 w 280"/>
                <a:gd name="T5" fmla="*/ 0 h 63"/>
                <a:gd name="T6" fmla="*/ 21370763 w 280"/>
                <a:gd name="T7" fmla="*/ 0 h 63"/>
                <a:gd name="T8" fmla="*/ 0 60000 65536"/>
                <a:gd name="T9" fmla="*/ 0 60000 65536"/>
                <a:gd name="T10" fmla="*/ 0 60000 65536"/>
                <a:gd name="T11" fmla="*/ 0 60000 65536"/>
                <a:gd name="T12" fmla="*/ 0 w 280"/>
                <a:gd name="T13" fmla="*/ 0 h 63"/>
                <a:gd name="T14" fmla="*/ 280 w 280"/>
                <a:gd name="T15" fmla="*/ 63 h 63"/>
              </a:gdLst>
              <a:ahLst/>
              <a:cxnLst>
                <a:cxn ang="T8">
                  <a:pos x="T0" y="T1"/>
                </a:cxn>
                <a:cxn ang="T9">
                  <a:pos x="T2" y="T3"/>
                </a:cxn>
                <a:cxn ang="T10">
                  <a:pos x="T4" y="T5"/>
                </a:cxn>
                <a:cxn ang="T11">
                  <a:pos x="T6" y="T7"/>
                </a:cxn>
              </a:cxnLst>
              <a:rect l="T12" t="T13" r="T14" b="T15"/>
              <a:pathLst>
                <a:path w="280" h="63">
                  <a:moveTo>
                    <a:pt x="0" y="63"/>
                  </a:moveTo>
                  <a:lnTo>
                    <a:pt x="37" y="62"/>
                  </a:lnTo>
                  <a:lnTo>
                    <a:pt x="219" y="0"/>
                  </a:lnTo>
                  <a:lnTo>
                    <a:pt x="280" y="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70800" name="Freeform 185">
              <a:extLst>
                <a:ext uri="{FF2B5EF4-FFF2-40B4-BE49-F238E27FC236}">
                  <a16:creationId xmlns:a16="http://schemas.microsoft.com/office/drawing/2014/main" id="{0C2FB046-0271-422D-9B4B-09E0A6909E4A}"/>
                </a:ext>
              </a:extLst>
            </p:cNvPr>
            <p:cNvSpPr>
              <a:spLocks/>
            </p:cNvSpPr>
            <p:nvPr/>
          </p:nvSpPr>
          <p:spPr bwMode="auto">
            <a:xfrm>
              <a:off x="4593" y="1391"/>
              <a:ext cx="293" cy="93"/>
            </a:xfrm>
            <a:custGeom>
              <a:avLst/>
              <a:gdLst>
                <a:gd name="T0" fmla="*/ 0 w 293"/>
                <a:gd name="T1" fmla="*/ 0 h 93"/>
                <a:gd name="T2" fmla="*/ 67 w 293"/>
                <a:gd name="T3" fmla="*/ 1 h 93"/>
                <a:gd name="T4" fmla="*/ 195 w 293"/>
                <a:gd name="T5" fmla="*/ 93 h 93"/>
                <a:gd name="T6" fmla="*/ 293 w 293"/>
                <a:gd name="T7" fmla="*/ 93 h 93"/>
                <a:gd name="T8" fmla="*/ 0 60000 65536"/>
                <a:gd name="T9" fmla="*/ 0 60000 65536"/>
                <a:gd name="T10" fmla="*/ 0 60000 65536"/>
                <a:gd name="T11" fmla="*/ 0 60000 65536"/>
                <a:gd name="T12" fmla="*/ 0 w 293"/>
                <a:gd name="T13" fmla="*/ 0 h 93"/>
                <a:gd name="T14" fmla="*/ 293 w 293"/>
                <a:gd name="T15" fmla="*/ 93 h 93"/>
              </a:gdLst>
              <a:ahLst/>
              <a:cxnLst>
                <a:cxn ang="T8">
                  <a:pos x="T0" y="T1"/>
                </a:cxn>
                <a:cxn ang="T9">
                  <a:pos x="T2" y="T3"/>
                </a:cxn>
                <a:cxn ang="T10">
                  <a:pos x="T4" y="T5"/>
                </a:cxn>
                <a:cxn ang="T11">
                  <a:pos x="T6" y="T7"/>
                </a:cxn>
              </a:cxnLst>
              <a:rect l="T12" t="T13" r="T14" b="T15"/>
              <a:pathLst>
                <a:path w="293" h="93">
                  <a:moveTo>
                    <a:pt x="0" y="0"/>
                  </a:moveTo>
                  <a:lnTo>
                    <a:pt x="67" y="1"/>
                  </a:lnTo>
                  <a:lnTo>
                    <a:pt x="195" y="93"/>
                  </a:lnTo>
                  <a:lnTo>
                    <a:pt x="293" y="93"/>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grpSp>
        <p:nvGrpSpPr>
          <p:cNvPr id="70663" name="Group 170">
            <a:extLst>
              <a:ext uri="{FF2B5EF4-FFF2-40B4-BE49-F238E27FC236}">
                <a16:creationId xmlns:a16="http://schemas.microsoft.com/office/drawing/2014/main" id="{714F4699-3741-41E8-A685-E114B1FA7C28}"/>
              </a:ext>
            </a:extLst>
          </p:cNvPr>
          <p:cNvGrpSpPr>
            <a:grpSpLocks/>
          </p:cNvGrpSpPr>
          <p:nvPr/>
        </p:nvGrpSpPr>
        <p:grpSpPr bwMode="auto">
          <a:xfrm>
            <a:off x="8916988" y="5013326"/>
            <a:ext cx="881062" cy="422275"/>
            <a:chOff x="2356" y="1300"/>
            <a:chExt cx="555" cy="194"/>
          </a:xfrm>
        </p:grpSpPr>
        <p:sp>
          <p:nvSpPr>
            <p:cNvPr id="70788" name="Oval 407">
              <a:extLst>
                <a:ext uri="{FF2B5EF4-FFF2-40B4-BE49-F238E27FC236}">
                  <a16:creationId xmlns:a16="http://schemas.microsoft.com/office/drawing/2014/main" id="{368AF5E0-E158-4C87-979A-BB016A1662DC}"/>
                </a:ext>
              </a:extLst>
            </p:cNvPr>
            <p:cNvSpPr>
              <a:spLocks noChangeArrowheads="1"/>
            </p:cNvSpPr>
            <p:nvPr/>
          </p:nvSpPr>
          <p:spPr bwMode="auto">
            <a:xfrm>
              <a:off x="2357" y="1385"/>
              <a:ext cx="551" cy="109"/>
            </a:xfrm>
            <a:prstGeom prst="ellipse">
              <a:avLst/>
            </a:prstGeom>
            <a:gradFill rotWithShape="1">
              <a:gsLst>
                <a:gs pos="0">
                  <a:srgbClr val="009999"/>
                </a:gs>
                <a:gs pos="100000">
                  <a:srgbClr val="FFFFFF"/>
                </a:gs>
              </a:gsLst>
              <a:lin ang="0" scaled="1"/>
            </a:gra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latin typeface="Times New Roman" panose="02020603050405020304" pitchFamily="18" charset="0"/>
              </a:endParaRPr>
            </a:p>
          </p:txBody>
        </p:sp>
        <p:sp>
          <p:nvSpPr>
            <p:cNvPr id="70789" name="Rectangle 410">
              <a:extLst>
                <a:ext uri="{FF2B5EF4-FFF2-40B4-BE49-F238E27FC236}">
                  <a16:creationId xmlns:a16="http://schemas.microsoft.com/office/drawing/2014/main" id="{5B7DF5F9-2B68-4F52-A4F2-05DF42FE171A}"/>
                </a:ext>
              </a:extLst>
            </p:cNvPr>
            <p:cNvSpPr>
              <a:spLocks noChangeArrowheads="1"/>
            </p:cNvSpPr>
            <p:nvPr/>
          </p:nvSpPr>
          <p:spPr bwMode="auto">
            <a:xfrm>
              <a:off x="2357" y="1374"/>
              <a:ext cx="554" cy="66"/>
            </a:xfrm>
            <a:prstGeom prst="rect">
              <a:avLst/>
            </a:prstGeom>
            <a:gradFill rotWithShape="1">
              <a:gsLst>
                <a:gs pos="0">
                  <a:srgbClr val="009999"/>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en-US" altLang="en-US">
                <a:latin typeface="Times New Roman" panose="02020603050405020304" pitchFamily="18" charset="0"/>
              </a:endParaRPr>
            </a:p>
          </p:txBody>
        </p:sp>
        <p:sp>
          <p:nvSpPr>
            <p:cNvPr id="70790" name="Oval 411">
              <a:extLst>
                <a:ext uri="{FF2B5EF4-FFF2-40B4-BE49-F238E27FC236}">
                  <a16:creationId xmlns:a16="http://schemas.microsoft.com/office/drawing/2014/main" id="{BD6C1BC6-BBA1-446D-8EF9-6927E6F9B6B5}"/>
                </a:ext>
              </a:extLst>
            </p:cNvPr>
            <p:cNvSpPr>
              <a:spLocks noChangeArrowheads="1"/>
            </p:cNvSpPr>
            <p:nvPr/>
          </p:nvSpPr>
          <p:spPr bwMode="auto">
            <a:xfrm>
              <a:off x="2356" y="1300"/>
              <a:ext cx="551" cy="127"/>
            </a:xfrm>
            <a:prstGeom prst="ellipse">
              <a:avLst/>
            </a:prstGeom>
            <a:gradFill rotWithShape="1">
              <a:gsLst>
                <a:gs pos="0">
                  <a:srgbClr val="009999"/>
                </a:gs>
                <a:gs pos="100000">
                  <a:srgbClr val="FFFFFF"/>
                </a:gs>
              </a:gsLst>
              <a:lin ang="0" scaled="1"/>
            </a:gra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latin typeface="Times New Roman" panose="02020603050405020304" pitchFamily="18" charset="0"/>
              </a:endParaRPr>
            </a:p>
          </p:txBody>
        </p:sp>
        <p:grpSp>
          <p:nvGrpSpPr>
            <p:cNvPr id="70791" name="Group 174">
              <a:extLst>
                <a:ext uri="{FF2B5EF4-FFF2-40B4-BE49-F238E27FC236}">
                  <a16:creationId xmlns:a16="http://schemas.microsoft.com/office/drawing/2014/main" id="{EB88C525-15EF-4BAD-BEBF-005F0A251597}"/>
                </a:ext>
              </a:extLst>
            </p:cNvPr>
            <p:cNvGrpSpPr>
              <a:grpSpLocks/>
            </p:cNvGrpSpPr>
            <p:nvPr/>
          </p:nvGrpSpPr>
          <p:grpSpPr bwMode="auto">
            <a:xfrm>
              <a:off x="2468" y="1332"/>
              <a:ext cx="310" cy="60"/>
              <a:chOff x="2468" y="1332"/>
              <a:chExt cx="310" cy="60"/>
            </a:xfrm>
          </p:grpSpPr>
          <p:sp>
            <p:nvSpPr>
              <p:cNvPr id="70794" name="Freeform 175">
                <a:extLst>
                  <a:ext uri="{FF2B5EF4-FFF2-40B4-BE49-F238E27FC236}">
                    <a16:creationId xmlns:a16="http://schemas.microsoft.com/office/drawing/2014/main" id="{5102BBBA-917B-4CAB-837E-B008571D88CD}"/>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70795" name="Freeform 176">
                <a:extLst>
                  <a:ext uri="{FF2B5EF4-FFF2-40B4-BE49-F238E27FC236}">
                    <a16:creationId xmlns:a16="http://schemas.microsoft.com/office/drawing/2014/main" id="{2D201716-BF78-4CBE-BCCC-986BED0CEC26}"/>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sp>
          <p:nvSpPr>
            <p:cNvPr id="70792" name="Line 177">
              <a:extLst>
                <a:ext uri="{FF2B5EF4-FFF2-40B4-BE49-F238E27FC236}">
                  <a16:creationId xmlns:a16="http://schemas.microsoft.com/office/drawing/2014/main" id="{A628447B-8163-42DA-864D-58297BD7169A}"/>
                </a:ext>
              </a:extLst>
            </p:cNvPr>
            <p:cNvSpPr>
              <a:spLocks noChangeShapeType="1"/>
            </p:cNvSpPr>
            <p:nvPr/>
          </p:nvSpPr>
          <p:spPr bwMode="auto">
            <a:xfrm>
              <a:off x="2357" y="1361"/>
              <a:ext cx="0" cy="8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793" name="Line 178">
              <a:extLst>
                <a:ext uri="{FF2B5EF4-FFF2-40B4-BE49-F238E27FC236}">
                  <a16:creationId xmlns:a16="http://schemas.microsoft.com/office/drawing/2014/main" id="{6FC489AD-CF7F-40B4-9EBB-479DC3AE15D0}"/>
                </a:ext>
              </a:extLst>
            </p:cNvPr>
            <p:cNvSpPr>
              <a:spLocks noChangeShapeType="1"/>
            </p:cNvSpPr>
            <p:nvPr/>
          </p:nvSpPr>
          <p:spPr bwMode="auto">
            <a:xfrm>
              <a:off x="2907" y="1363"/>
              <a:ext cx="0" cy="8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70664" name="Freeform 2">
            <a:extLst>
              <a:ext uri="{FF2B5EF4-FFF2-40B4-BE49-F238E27FC236}">
                <a16:creationId xmlns:a16="http://schemas.microsoft.com/office/drawing/2014/main" id="{1316EF92-AACC-4336-A613-188BE532C388}"/>
              </a:ext>
            </a:extLst>
          </p:cNvPr>
          <p:cNvSpPr>
            <a:spLocks/>
          </p:cNvSpPr>
          <p:nvPr/>
        </p:nvSpPr>
        <p:spPr bwMode="auto">
          <a:xfrm>
            <a:off x="5341939" y="1447801"/>
            <a:ext cx="4048125" cy="3833813"/>
          </a:xfrm>
          <a:custGeom>
            <a:avLst/>
            <a:gdLst>
              <a:gd name="T0" fmla="*/ 2147483647 w 2550"/>
              <a:gd name="T1" fmla="*/ 0 h 2415"/>
              <a:gd name="T2" fmla="*/ 2147483647 w 2550"/>
              <a:gd name="T3" fmla="*/ 0 h 2415"/>
              <a:gd name="T4" fmla="*/ 2147483647 w 2550"/>
              <a:gd name="T5" fmla="*/ 2147483647 h 2415"/>
              <a:gd name="T6" fmla="*/ 0 w 2550"/>
              <a:gd name="T7" fmla="*/ 2147483647 h 2415"/>
              <a:gd name="T8" fmla="*/ 0 60000 65536"/>
              <a:gd name="T9" fmla="*/ 0 60000 65536"/>
              <a:gd name="T10" fmla="*/ 0 60000 65536"/>
              <a:gd name="T11" fmla="*/ 0 60000 65536"/>
              <a:gd name="T12" fmla="*/ 0 w 2550"/>
              <a:gd name="T13" fmla="*/ 0 h 2415"/>
              <a:gd name="T14" fmla="*/ 2550 w 2550"/>
              <a:gd name="T15" fmla="*/ 2415 h 2415"/>
            </a:gdLst>
            <a:ahLst/>
            <a:cxnLst>
              <a:cxn ang="T8">
                <a:pos x="T0" y="T1"/>
              </a:cxn>
              <a:cxn ang="T9">
                <a:pos x="T2" y="T3"/>
              </a:cxn>
              <a:cxn ang="T10">
                <a:pos x="T4" y="T5"/>
              </a:cxn>
              <a:cxn ang="T11">
                <a:pos x="T6" y="T7"/>
              </a:cxn>
            </a:cxnLst>
            <a:rect l="T12" t="T13" r="T14" b="T15"/>
            <a:pathLst>
              <a:path w="2550" h="2415">
                <a:moveTo>
                  <a:pt x="592" y="0"/>
                </a:moveTo>
                <a:lnTo>
                  <a:pt x="2544" y="0"/>
                </a:lnTo>
                <a:lnTo>
                  <a:pt x="2550" y="2415"/>
                </a:lnTo>
                <a:lnTo>
                  <a:pt x="0" y="2415"/>
                </a:lnTo>
              </a:path>
            </a:pathLst>
          </a:custGeom>
          <a:noFill/>
          <a:ln w="9525">
            <a:solidFill>
              <a:schemeClr val="bg2"/>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70665" name="Text Box 8">
            <a:extLst>
              <a:ext uri="{FF2B5EF4-FFF2-40B4-BE49-F238E27FC236}">
                <a16:creationId xmlns:a16="http://schemas.microsoft.com/office/drawing/2014/main" id="{D03CA872-17F4-4A56-98EF-C4C9B4CF0939}"/>
              </a:ext>
            </a:extLst>
          </p:cNvPr>
          <p:cNvSpPr txBox="1">
            <a:spLocks noChangeArrowheads="1"/>
          </p:cNvSpPr>
          <p:nvPr/>
        </p:nvSpPr>
        <p:spPr bwMode="auto">
          <a:xfrm>
            <a:off x="4240214" y="223838"/>
            <a:ext cx="10429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i="1">
                <a:solidFill>
                  <a:srgbClr val="000099"/>
                </a:solidFill>
              </a:rPr>
              <a:t>nguồn</a:t>
            </a:r>
          </a:p>
        </p:txBody>
      </p:sp>
      <p:sp>
        <p:nvSpPr>
          <p:cNvPr id="70666" name="Freeform 10">
            <a:extLst>
              <a:ext uri="{FF2B5EF4-FFF2-40B4-BE49-F238E27FC236}">
                <a16:creationId xmlns:a16="http://schemas.microsoft.com/office/drawing/2014/main" id="{090AA68F-713F-47E2-B38A-E8347D2AA6AE}"/>
              </a:ext>
            </a:extLst>
          </p:cNvPr>
          <p:cNvSpPr>
            <a:spLocks/>
          </p:cNvSpPr>
          <p:nvPr/>
        </p:nvSpPr>
        <p:spPr bwMode="auto">
          <a:xfrm>
            <a:off x="5392738" y="650876"/>
            <a:ext cx="360362" cy="1577975"/>
          </a:xfrm>
          <a:custGeom>
            <a:avLst/>
            <a:gdLst>
              <a:gd name="T0" fmla="*/ 2147483647 w 267"/>
              <a:gd name="T1" fmla="*/ 2147483647 h 1186"/>
              <a:gd name="T2" fmla="*/ 0 w 267"/>
              <a:gd name="T3" fmla="*/ 0 h 1186"/>
              <a:gd name="T4" fmla="*/ 0 w 267"/>
              <a:gd name="T5" fmla="*/ 2147483647 h 1186"/>
              <a:gd name="T6" fmla="*/ 2147483647 w 267"/>
              <a:gd name="T7" fmla="*/ 2147483647 h 1186"/>
              <a:gd name="T8" fmla="*/ 2147483647 w 267"/>
              <a:gd name="T9" fmla="*/ 2147483647 h 1186"/>
              <a:gd name="T10" fmla="*/ 0 60000 65536"/>
              <a:gd name="T11" fmla="*/ 0 60000 65536"/>
              <a:gd name="T12" fmla="*/ 0 60000 65536"/>
              <a:gd name="T13" fmla="*/ 0 60000 65536"/>
              <a:gd name="T14" fmla="*/ 0 60000 65536"/>
              <a:gd name="T15" fmla="*/ 0 w 267"/>
              <a:gd name="T16" fmla="*/ 0 h 1186"/>
              <a:gd name="T17" fmla="*/ 267 w 267"/>
              <a:gd name="T18" fmla="*/ 1186 h 1186"/>
            </a:gdLst>
            <a:ahLst/>
            <a:cxnLst>
              <a:cxn ang="T10">
                <a:pos x="T0" y="T1"/>
              </a:cxn>
              <a:cxn ang="T11">
                <a:pos x="T2" y="T3"/>
              </a:cxn>
              <a:cxn ang="T12">
                <a:pos x="T4" y="T5"/>
              </a:cxn>
              <a:cxn ang="T13">
                <a:pos x="T6" y="T7"/>
              </a:cxn>
              <a:cxn ang="T14">
                <a:pos x="T8" y="T9"/>
              </a:cxn>
            </a:cxnLst>
            <a:rect l="T15" t="T16" r="T17" b="T18"/>
            <a:pathLst>
              <a:path w="267" h="1186">
                <a:moveTo>
                  <a:pt x="254" y="466"/>
                </a:moveTo>
                <a:lnTo>
                  <a:pt x="0" y="0"/>
                </a:lnTo>
                <a:lnTo>
                  <a:pt x="0" y="1186"/>
                </a:lnTo>
                <a:lnTo>
                  <a:pt x="267" y="652"/>
                </a:lnTo>
                <a:lnTo>
                  <a:pt x="254" y="466"/>
                </a:lnTo>
                <a:close/>
              </a:path>
            </a:pathLst>
          </a:custGeom>
          <a:gradFill rotWithShape="1">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70667" name="Rectangle 23">
            <a:extLst>
              <a:ext uri="{FF2B5EF4-FFF2-40B4-BE49-F238E27FC236}">
                <a16:creationId xmlns:a16="http://schemas.microsoft.com/office/drawing/2014/main" id="{DC0DA829-D1E1-417D-82E2-5180DB557C35}"/>
              </a:ext>
            </a:extLst>
          </p:cNvPr>
          <p:cNvSpPr>
            <a:spLocks noChangeArrowheads="1"/>
          </p:cNvSpPr>
          <p:nvPr/>
        </p:nvSpPr>
        <p:spPr bwMode="auto">
          <a:xfrm>
            <a:off x="4168775" y="660401"/>
            <a:ext cx="1296988" cy="1546225"/>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70668" name="Rectangle 24">
            <a:extLst>
              <a:ext uri="{FF2B5EF4-FFF2-40B4-BE49-F238E27FC236}">
                <a16:creationId xmlns:a16="http://schemas.microsoft.com/office/drawing/2014/main" id="{48981CC2-01CF-475E-B114-A06B4AAAEE64}"/>
              </a:ext>
            </a:extLst>
          </p:cNvPr>
          <p:cNvSpPr>
            <a:spLocks noChangeArrowheads="1"/>
          </p:cNvSpPr>
          <p:nvPr/>
        </p:nvSpPr>
        <p:spPr bwMode="auto">
          <a:xfrm>
            <a:off x="4121151" y="731838"/>
            <a:ext cx="1273175" cy="1536700"/>
          </a:xfrm>
          <a:prstGeom prst="rect">
            <a:avLst/>
          </a:prstGeom>
          <a:solidFill>
            <a:schemeClr val="bg1"/>
          </a:solidFill>
          <a:ln w="2857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70669" name="Line 25">
            <a:extLst>
              <a:ext uri="{FF2B5EF4-FFF2-40B4-BE49-F238E27FC236}">
                <a16:creationId xmlns:a16="http://schemas.microsoft.com/office/drawing/2014/main" id="{6D1996CF-9E5E-458C-89B4-122061C65DDB}"/>
              </a:ext>
            </a:extLst>
          </p:cNvPr>
          <p:cNvSpPr>
            <a:spLocks noChangeShapeType="1"/>
          </p:cNvSpPr>
          <p:nvPr/>
        </p:nvSpPr>
        <p:spPr bwMode="auto">
          <a:xfrm>
            <a:off x="4121150" y="1049339"/>
            <a:ext cx="1263650" cy="31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0670" name="Text Box 26">
            <a:extLst>
              <a:ext uri="{FF2B5EF4-FFF2-40B4-BE49-F238E27FC236}">
                <a16:creationId xmlns:a16="http://schemas.microsoft.com/office/drawing/2014/main" id="{342C0FE3-0CD1-4F08-A9DB-78172F13D529}"/>
              </a:ext>
            </a:extLst>
          </p:cNvPr>
          <p:cNvSpPr txBox="1">
            <a:spLocks noChangeArrowheads="1"/>
          </p:cNvSpPr>
          <p:nvPr/>
        </p:nvSpPr>
        <p:spPr bwMode="auto">
          <a:xfrm>
            <a:off x="4078289" y="698500"/>
            <a:ext cx="1317625"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lnSpc>
                <a:spcPct val="110000"/>
              </a:lnSpc>
            </a:pPr>
            <a:r>
              <a:rPr lang="en-US" altLang="en-US" sz="1800"/>
              <a:t>application</a:t>
            </a:r>
          </a:p>
          <a:p>
            <a:pPr algn="ctr">
              <a:lnSpc>
                <a:spcPct val="110000"/>
              </a:lnSpc>
            </a:pPr>
            <a:r>
              <a:rPr lang="en-US" altLang="en-US" sz="1800"/>
              <a:t>transport</a:t>
            </a:r>
          </a:p>
          <a:p>
            <a:pPr algn="ctr">
              <a:lnSpc>
                <a:spcPct val="110000"/>
              </a:lnSpc>
            </a:pPr>
            <a:r>
              <a:rPr lang="en-US" altLang="en-US" sz="1800"/>
              <a:t>network</a:t>
            </a:r>
          </a:p>
          <a:p>
            <a:pPr algn="ctr">
              <a:lnSpc>
                <a:spcPct val="110000"/>
              </a:lnSpc>
            </a:pPr>
            <a:r>
              <a:rPr lang="en-US" altLang="en-US" sz="1800"/>
              <a:t>link</a:t>
            </a:r>
          </a:p>
          <a:p>
            <a:pPr algn="ctr">
              <a:lnSpc>
                <a:spcPct val="110000"/>
              </a:lnSpc>
            </a:pPr>
            <a:r>
              <a:rPr lang="en-US" altLang="en-US" sz="1800"/>
              <a:t>physical</a:t>
            </a:r>
          </a:p>
        </p:txBody>
      </p:sp>
      <p:sp>
        <p:nvSpPr>
          <p:cNvPr id="70671" name="Line 27">
            <a:extLst>
              <a:ext uri="{FF2B5EF4-FFF2-40B4-BE49-F238E27FC236}">
                <a16:creationId xmlns:a16="http://schemas.microsoft.com/office/drawing/2014/main" id="{A47A3320-54EF-4B5D-8BBB-6FC1998C9759}"/>
              </a:ext>
            </a:extLst>
          </p:cNvPr>
          <p:cNvSpPr>
            <a:spLocks noChangeShapeType="1"/>
          </p:cNvSpPr>
          <p:nvPr/>
        </p:nvSpPr>
        <p:spPr bwMode="auto">
          <a:xfrm>
            <a:off x="4129088" y="1370014"/>
            <a:ext cx="1263650" cy="31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0672" name="Line 28">
            <a:extLst>
              <a:ext uri="{FF2B5EF4-FFF2-40B4-BE49-F238E27FC236}">
                <a16:creationId xmlns:a16="http://schemas.microsoft.com/office/drawing/2014/main" id="{BB62F50A-8E61-4F06-9C60-70BA07DCB4F7}"/>
              </a:ext>
            </a:extLst>
          </p:cNvPr>
          <p:cNvSpPr>
            <a:spLocks noChangeShapeType="1"/>
          </p:cNvSpPr>
          <p:nvPr/>
        </p:nvSpPr>
        <p:spPr bwMode="auto">
          <a:xfrm>
            <a:off x="4133850" y="1651001"/>
            <a:ext cx="1263650" cy="31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0673" name="Line 29">
            <a:extLst>
              <a:ext uri="{FF2B5EF4-FFF2-40B4-BE49-F238E27FC236}">
                <a16:creationId xmlns:a16="http://schemas.microsoft.com/office/drawing/2014/main" id="{6542EDD2-67DE-4CA8-8E94-899C08B2EB96}"/>
              </a:ext>
            </a:extLst>
          </p:cNvPr>
          <p:cNvSpPr>
            <a:spLocks noChangeShapeType="1"/>
          </p:cNvSpPr>
          <p:nvPr/>
        </p:nvSpPr>
        <p:spPr bwMode="auto">
          <a:xfrm>
            <a:off x="4133850" y="1927226"/>
            <a:ext cx="1263650" cy="31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5" name="Group 39">
            <a:extLst>
              <a:ext uri="{FF2B5EF4-FFF2-40B4-BE49-F238E27FC236}">
                <a16:creationId xmlns:a16="http://schemas.microsoft.com/office/drawing/2014/main" id="{0C2C774E-F85D-4713-AD52-376C8EE4D2AB}"/>
              </a:ext>
            </a:extLst>
          </p:cNvPr>
          <p:cNvGrpSpPr>
            <a:grpSpLocks/>
          </p:cNvGrpSpPr>
          <p:nvPr/>
        </p:nvGrpSpPr>
        <p:grpSpPr bwMode="auto">
          <a:xfrm>
            <a:off x="2743200" y="1368426"/>
            <a:ext cx="1208088" cy="303213"/>
            <a:chOff x="501" y="1990"/>
            <a:chExt cx="761" cy="191"/>
          </a:xfrm>
        </p:grpSpPr>
        <p:sp>
          <p:nvSpPr>
            <p:cNvPr id="70782" name="Rectangle 40">
              <a:extLst>
                <a:ext uri="{FF2B5EF4-FFF2-40B4-BE49-F238E27FC236}">
                  <a16:creationId xmlns:a16="http://schemas.microsoft.com/office/drawing/2014/main" id="{5F849CA7-0779-499A-B8D9-DE6F037EB04B}"/>
                </a:ext>
              </a:extLst>
            </p:cNvPr>
            <p:cNvSpPr>
              <a:spLocks noChangeArrowheads="1"/>
            </p:cNvSpPr>
            <p:nvPr/>
          </p:nvSpPr>
          <p:spPr bwMode="auto">
            <a:xfrm>
              <a:off x="501" y="2007"/>
              <a:ext cx="682" cy="162"/>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70783" name="Rectangle 41">
              <a:extLst>
                <a:ext uri="{FF2B5EF4-FFF2-40B4-BE49-F238E27FC236}">
                  <a16:creationId xmlns:a16="http://schemas.microsoft.com/office/drawing/2014/main" id="{44D67F78-9E15-4E34-B46D-6BB16857BD19}"/>
                </a:ext>
              </a:extLst>
            </p:cNvPr>
            <p:cNvSpPr>
              <a:spLocks noChangeArrowheads="1"/>
            </p:cNvSpPr>
            <p:nvPr/>
          </p:nvSpPr>
          <p:spPr bwMode="auto">
            <a:xfrm>
              <a:off x="704" y="1990"/>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r>
                <a:rPr lang="en-US" altLang="en-US" sz="1400"/>
                <a:t>H</a:t>
              </a:r>
              <a:r>
                <a:rPr lang="en-US" altLang="en-US" sz="1800" baseline="-25000"/>
                <a:t>t</a:t>
              </a:r>
            </a:p>
          </p:txBody>
        </p:sp>
        <p:sp>
          <p:nvSpPr>
            <p:cNvPr id="70784" name="Rectangle 42">
              <a:extLst>
                <a:ext uri="{FF2B5EF4-FFF2-40B4-BE49-F238E27FC236}">
                  <a16:creationId xmlns:a16="http://schemas.microsoft.com/office/drawing/2014/main" id="{F4CC618F-8196-4785-A2E6-DD7AA3277B39}"/>
                </a:ext>
              </a:extLst>
            </p:cNvPr>
            <p:cNvSpPr>
              <a:spLocks noChangeArrowheads="1"/>
            </p:cNvSpPr>
            <p:nvPr/>
          </p:nvSpPr>
          <p:spPr bwMode="auto">
            <a:xfrm>
              <a:off x="518" y="1990"/>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r>
                <a:rPr lang="en-US" altLang="en-US" sz="1400"/>
                <a:t>H</a:t>
              </a:r>
              <a:r>
                <a:rPr lang="en-US" altLang="en-US" sz="1800" baseline="-25000"/>
                <a:t>n</a:t>
              </a:r>
            </a:p>
          </p:txBody>
        </p:sp>
        <p:sp>
          <p:nvSpPr>
            <p:cNvPr id="70785" name="Rectangle 43">
              <a:extLst>
                <a:ext uri="{FF2B5EF4-FFF2-40B4-BE49-F238E27FC236}">
                  <a16:creationId xmlns:a16="http://schemas.microsoft.com/office/drawing/2014/main" id="{D4545AA0-374A-4082-A597-0D863710C99B}"/>
                </a:ext>
              </a:extLst>
            </p:cNvPr>
            <p:cNvSpPr>
              <a:spLocks noChangeArrowheads="1"/>
            </p:cNvSpPr>
            <p:nvPr/>
          </p:nvSpPr>
          <p:spPr bwMode="auto">
            <a:xfrm>
              <a:off x="834" y="1991"/>
              <a:ext cx="428"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r>
                <a:rPr lang="en-US" altLang="en-US" sz="1400"/>
                <a:t>M</a:t>
              </a:r>
            </a:p>
          </p:txBody>
        </p:sp>
        <p:sp>
          <p:nvSpPr>
            <p:cNvPr id="70786" name="Line 44">
              <a:extLst>
                <a:ext uri="{FF2B5EF4-FFF2-40B4-BE49-F238E27FC236}">
                  <a16:creationId xmlns:a16="http://schemas.microsoft.com/office/drawing/2014/main" id="{40B11677-7379-480C-A2DB-F8DE71610806}"/>
                </a:ext>
              </a:extLst>
            </p:cNvPr>
            <p:cNvSpPr>
              <a:spLocks noChangeShapeType="1"/>
            </p:cNvSpPr>
            <p:nvPr/>
          </p:nvSpPr>
          <p:spPr bwMode="auto">
            <a:xfrm>
              <a:off x="688" y="2013"/>
              <a:ext cx="0" cy="15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787" name="Line 45">
              <a:extLst>
                <a:ext uri="{FF2B5EF4-FFF2-40B4-BE49-F238E27FC236}">
                  <a16:creationId xmlns:a16="http://schemas.microsoft.com/office/drawing/2014/main" id="{F2BECE11-084C-4139-9F4F-C4292FDDEC4D}"/>
                </a:ext>
              </a:extLst>
            </p:cNvPr>
            <p:cNvSpPr>
              <a:spLocks noChangeShapeType="1"/>
            </p:cNvSpPr>
            <p:nvPr/>
          </p:nvSpPr>
          <p:spPr bwMode="auto">
            <a:xfrm>
              <a:off x="880" y="2010"/>
              <a:ext cx="0" cy="1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12645" name="Text Box 5">
            <a:extLst>
              <a:ext uri="{FF2B5EF4-FFF2-40B4-BE49-F238E27FC236}">
                <a16:creationId xmlns:a16="http://schemas.microsoft.com/office/drawing/2014/main" id="{984DFD84-3305-40E4-A7A9-EB7188C22FAB}"/>
              </a:ext>
            </a:extLst>
          </p:cNvPr>
          <p:cNvSpPr txBox="1">
            <a:spLocks noChangeArrowheads="1"/>
          </p:cNvSpPr>
          <p:nvPr/>
        </p:nvSpPr>
        <p:spPr bwMode="auto">
          <a:xfrm>
            <a:off x="1919288" y="996950"/>
            <a:ext cx="96361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sz="1600">
                <a:solidFill>
                  <a:srgbClr val="CC0000"/>
                </a:solidFill>
              </a:rPr>
              <a:t>segment</a:t>
            </a:r>
          </a:p>
        </p:txBody>
      </p:sp>
      <p:grpSp>
        <p:nvGrpSpPr>
          <p:cNvPr id="6" name="Group 178">
            <a:extLst>
              <a:ext uri="{FF2B5EF4-FFF2-40B4-BE49-F238E27FC236}">
                <a16:creationId xmlns:a16="http://schemas.microsoft.com/office/drawing/2014/main" id="{C8888B42-947C-4E54-9D96-2A244EF72B42}"/>
              </a:ext>
            </a:extLst>
          </p:cNvPr>
          <p:cNvGrpSpPr>
            <a:grpSpLocks/>
          </p:cNvGrpSpPr>
          <p:nvPr/>
        </p:nvGrpSpPr>
        <p:grpSpPr bwMode="auto">
          <a:xfrm>
            <a:off x="3057526" y="1033463"/>
            <a:ext cx="301625" cy="292100"/>
            <a:chOff x="1962" y="2058"/>
            <a:chExt cx="190" cy="184"/>
          </a:xfrm>
        </p:grpSpPr>
        <p:sp>
          <p:nvSpPr>
            <p:cNvPr id="70780" name="Rectangle 47">
              <a:extLst>
                <a:ext uri="{FF2B5EF4-FFF2-40B4-BE49-F238E27FC236}">
                  <a16:creationId xmlns:a16="http://schemas.microsoft.com/office/drawing/2014/main" id="{62BFD02E-43D7-46FE-8437-8C41CA4C7FC7}"/>
                </a:ext>
              </a:extLst>
            </p:cNvPr>
            <p:cNvSpPr>
              <a:spLocks noChangeArrowheads="1"/>
            </p:cNvSpPr>
            <p:nvPr/>
          </p:nvSpPr>
          <p:spPr bwMode="auto">
            <a:xfrm>
              <a:off x="1962" y="2075"/>
              <a:ext cx="177" cy="162"/>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70781" name="Rectangle 48">
              <a:extLst>
                <a:ext uri="{FF2B5EF4-FFF2-40B4-BE49-F238E27FC236}">
                  <a16:creationId xmlns:a16="http://schemas.microsoft.com/office/drawing/2014/main" id="{36D374F2-AA88-4C3D-96C9-FB86DC2F8604}"/>
                </a:ext>
              </a:extLst>
            </p:cNvPr>
            <p:cNvSpPr>
              <a:spLocks noChangeArrowheads="1"/>
            </p:cNvSpPr>
            <p:nvPr/>
          </p:nvSpPr>
          <p:spPr bwMode="auto">
            <a:xfrm>
              <a:off x="1965" y="2058"/>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r>
                <a:rPr lang="en-US" altLang="en-US" sz="1400"/>
                <a:t>H</a:t>
              </a:r>
              <a:r>
                <a:rPr lang="en-US" altLang="en-US" sz="1800" baseline="-25000"/>
                <a:t>t</a:t>
              </a:r>
            </a:p>
          </p:txBody>
        </p:sp>
      </p:grpSp>
      <p:sp>
        <p:nvSpPr>
          <p:cNvPr id="112644" name="Text Box 4">
            <a:extLst>
              <a:ext uri="{FF2B5EF4-FFF2-40B4-BE49-F238E27FC236}">
                <a16:creationId xmlns:a16="http://schemas.microsoft.com/office/drawing/2014/main" id="{DB343F82-AB87-41AB-93E8-31342B712B36}"/>
              </a:ext>
            </a:extLst>
          </p:cNvPr>
          <p:cNvSpPr txBox="1">
            <a:spLocks noChangeArrowheads="1"/>
          </p:cNvSpPr>
          <p:nvPr/>
        </p:nvSpPr>
        <p:spPr bwMode="auto">
          <a:xfrm>
            <a:off x="1719264" y="1336675"/>
            <a:ext cx="10429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sz="1600">
                <a:solidFill>
                  <a:srgbClr val="CC0000"/>
                </a:solidFill>
              </a:rPr>
              <a:t>datagram</a:t>
            </a:r>
          </a:p>
        </p:txBody>
      </p:sp>
      <p:sp>
        <p:nvSpPr>
          <p:cNvPr id="70678" name="Text Box 54">
            <a:extLst>
              <a:ext uri="{FF2B5EF4-FFF2-40B4-BE49-F238E27FC236}">
                <a16:creationId xmlns:a16="http://schemas.microsoft.com/office/drawing/2014/main" id="{03B2C9F7-E890-4E1C-870C-48ABC0F4B5B5}"/>
              </a:ext>
            </a:extLst>
          </p:cNvPr>
          <p:cNvSpPr txBox="1">
            <a:spLocks noChangeArrowheads="1"/>
          </p:cNvSpPr>
          <p:nvPr/>
        </p:nvSpPr>
        <p:spPr bwMode="auto">
          <a:xfrm>
            <a:off x="3071814" y="4157663"/>
            <a:ext cx="6683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sz="2000" i="1">
                <a:solidFill>
                  <a:srgbClr val="000099"/>
                </a:solidFill>
              </a:rPr>
              <a:t>đích</a:t>
            </a:r>
          </a:p>
        </p:txBody>
      </p:sp>
      <p:sp>
        <p:nvSpPr>
          <p:cNvPr id="70679" name="Freeform 56">
            <a:extLst>
              <a:ext uri="{FF2B5EF4-FFF2-40B4-BE49-F238E27FC236}">
                <a16:creationId xmlns:a16="http://schemas.microsoft.com/office/drawing/2014/main" id="{BD7721E5-2630-418C-8036-D63755798F1B}"/>
              </a:ext>
            </a:extLst>
          </p:cNvPr>
          <p:cNvSpPr>
            <a:spLocks/>
          </p:cNvSpPr>
          <p:nvPr/>
        </p:nvSpPr>
        <p:spPr bwMode="auto">
          <a:xfrm>
            <a:off x="4503738" y="4540251"/>
            <a:ext cx="360362" cy="1577975"/>
          </a:xfrm>
          <a:custGeom>
            <a:avLst/>
            <a:gdLst>
              <a:gd name="T0" fmla="*/ 2147483647 w 267"/>
              <a:gd name="T1" fmla="*/ 2147483647 h 1186"/>
              <a:gd name="T2" fmla="*/ 0 w 267"/>
              <a:gd name="T3" fmla="*/ 0 h 1186"/>
              <a:gd name="T4" fmla="*/ 0 w 267"/>
              <a:gd name="T5" fmla="*/ 2147483647 h 1186"/>
              <a:gd name="T6" fmla="*/ 2147483647 w 267"/>
              <a:gd name="T7" fmla="*/ 2147483647 h 1186"/>
              <a:gd name="T8" fmla="*/ 2147483647 w 267"/>
              <a:gd name="T9" fmla="*/ 2147483647 h 1186"/>
              <a:gd name="T10" fmla="*/ 0 60000 65536"/>
              <a:gd name="T11" fmla="*/ 0 60000 65536"/>
              <a:gd name="T12" fmla="*/ 0 60000 65536"/>
              <a:gd name="T13" fmla="*/ 0 60000 65536"/>
              <a:gd name="T14" fmla="*/ 0 60000 65536"/>
              <a:gd name="T15" fmla="*/ 0 w 267"/>
              <a:gd name="T16" fmla="*/ 0 h 1186"/>
              <a:gd name="T17" fmla="*/ 267 w 267"/>
              <a:gd name="T18" fmla="*/ 1186 h 1186"/>
            </a:gdLst>
            <a:ahLst/>
            <a:cxnLst>
              <a:cxn ang="T10">
                <a:pos x="T0" y="T1"/>
              </a:cxn>
              <a:cxn ang="T11">
                <a:pos x="T2" y="T3"/>
              </a:cxn>
              <a:cxn ang="T12">
                <a:pos x="T4" y="T5"/>
              </a:cxn>
              <a:cxn ang="T13">
                <a:pos x="T6" y="T7"/>
              </a:cxn>
              <a:cxn ang="T14">
                <a:pos x="T8" y="T9"/>
              </a:cxn>
            </a:cxnLst>
            <a:rect l="T15" t="T16" r="T17" b="T18"/>
            <a:pathLst>
              <a:path w="267" h="1186">
                <a:moveTo>
                  <a:pt x="254" y="466"/>
                </a:moveTo>
                <a:lnTo>
                  <a:pt x="0" y="0"/>
                </a:lnTo>
                <a:lnTo>
                  <a:pt x="0" y="1186"/>
                </a:lnTo>
                <a:lnTo>
                  <a:pt x="267" y="652"/>
                </a:lnTo>
                <a:lnTo>
                  <a:pt x="254" y="466"/>
                </a:lnTo>
                <a:close/>
              </a:path>
            </a:pathLst>
          </a:custGeom>
          <a:gradFill rotWithShape="1">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70680" name="Rectangle 57">
            <a:extLst>
              <a:ext uri="{FF2B5EF4-FFF2-40B4-BE49-F238E27FC236}">
                <a16:creationId xmlns:a16="http://schemas.microsoft.com/office/drawing/2014/main" id="{14514FB6-9598-4C0D-B4E6-966DDD63C5B9}"/>
              </a:ext>
            </a:extLst>
          </p:cNvPr>
          <p:cNvSpPr>
            <a:spLocks noChangeArrowheads="1"/>
          </p:cNvSpPr>
          <p:nvPr/>
        </p:nvSpPr>
        <p:spPr bwMode="auto">
          <a:xfrm>
            <a:off x="3279775" y="4546601"/>
            <a:ext cx="1296988" cy="1546225"/>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70681" name="Rectangle 58">
            <a:extLst>
              <a:ext uri="{FF2B5EF4-FFF2-40B4-BE49-F238E27FC236}">
                <a16:creationId xmlns:a16="http://schemas.microsoft.com/office/drawing/2014/main" id="{5321CBB7-116E-4700-8852-A511B30F8F9E}"/>
              </a:ext>
            </a:extLst>
          </p:cNvPr>
          <p:cNvSpPr>
            <a:spLocks noChangeArrowheads="1"/>
          </p:cNvSpPr>
          <p:nvPr/>
        </p:nvSpPr>
        <p:spPr bwMode="auto">
          <a:xfrm>
            <a:off x="3232151" y="4618038"/>
            <a:ext cx="1273175" cy="1536700"/>
          </a:xfrm>
          <a:prstGeom prst="rect">
            <a:avLst/>
          </a:prstGeom>
          <a:solidFill>
            <a:schemeClr val="bg1"/>
          </a:solidFill>
          <a:ln w="2857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70682" name="Line 59">
            <a:extLst>
              <a:ext uri="{FF2B5EF4-FFF2-40B4-BE49-F238E27FC236}">
                <a16:creationId xmlns:a16="http://schemas.microsoft.com/office/drawing/2014/main" id="{CB3E11E0-726B-47CD-9A16-F13774629518}"/>
              </a:ext>
            </a:extLst>
          </p:cNvPr>
          <p:cNvSpPr>
            <a:spLocks noChangeShapeType="1"/>
          </p:cNvSpPr>
          <p:nvPr/>
        </p:nvSpPr>
        <p:spPr bwMode="auto">
          <a:xfrm>
            <a:off x="3232150" y="4935539"/>
            <a:ext cx="1263650" cy="31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0683" name="Text Box 60">
            <a:extLst>
              <a:ext uri="{FF2B5EF4-FFF2-40B4-BE49-F238E27FC236}">
                <a16:creationId xmlns:a16="http://schemas.microsoft.com/office/drawing/2014/main" id="{9A6F7B6D-E82A-41BF-83A7-46CEB782B5BB}"/>
              </a:ext>
            </a:extLst>
          </p:cNvPr>
          <p:cNvSpPr txBox="1">
            <a:spLocks noChangeArrowheads="1"/>
          </p:cNvSpPr>
          <p:nvPr/>
        </p:nvSpPr>
        <p:spPr bwMode="auto">
          <a:xfrm>
            <a:off x="3189289" y="4584700"/>
            <a:ext cx="1317625"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lnSpc>
                <a:spcPct val="110000"/>
              </a:lnSpc>
            </a:pPr>
            <a:r>
              <a:rPr lang="en-US" altLang="en-US" sz="1800"/>
              <a:t>application</a:t>
            </a:r>
          </a:p>
          <a:p>
            <a:pPr algn="ctr">
              <a:lnSpc>
                <a:spcPct val="110000"/>
              </a:lnSpc>
            </a:pPr>
            <a:r>
              <a:rPr lang="en-US" altLang="en-US" sz="1800"/>
              <a:t>transport</a:t>
            </a:r>
          </a:p>
          <a:p>
            <a:pPr algn="ctr">
              <a:lnSpc>
                <a:spcPct val="110000"/>
              </a:lnSpc>
            </a:pPr>
            <a:r>
              <a:rPr lang="en-US" altLang="en-US" sz="1800"/>
              <a:t>network</a:t>
            </a:r>
          </a:p>
          <a:p>
            <a:pPr algn="ctr">
              <a:lnSpc>
                <a:spcPct val="110000"/>
              </a:lnSpc>
            </a:pPr>
            <a:r>
              <a:rPr lang="en-US" altLang="en-US" sz="1800"/>
              <a:t>link</a:t>
            </a:r>
          </a:p>
          <a:p>
            <a:pPr algn="ctr">
              <a:lnSpc>
                <a:spcPct val="110000"/>
              </a:lnSpc>
            </a:pPr>
            <a:r>
              <a:rPr lang="en-US" altLang="en-US" sz="1800"/>
              <a:t>physical</a:t>
            </a:r>
          </a:p>
        </p:txBody>
      </p:sp>
      <p:sp>
        <p:nvSpPr>
          <p:cNvPr id="70684" name="Line 61">
            <a:extLst>
              <a:ext uri="{FF2B5EF4-FFF2-40B4-BE49-F238E27FC236}">
                <a16:creationId xmlns:a16="http://schemas.microsoft.com/office/drawing/2014/main" id="{88C0FEE7-51A5-4668-B6EA-D113F7EB6D7D}"/>
              </a:ext>
            </a:extLst>
          </p:cNvPr>
          <p:cNvSpPr>
            <a:spLocks noChangeShapeType="1"/>
          </p:cNvSpPr>
          <p:nvPr/>
        </p:nvSpPr>
        <p:spPr bwMode="auto">
          <a:xfrm>
            <a:off x="3240088" y="5256214"/>
            <a:ext cx="1263650" cy="31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0685" name="Line 62">
            <a:extLst>
              <a:ext uri="{FF2B5EF4-FFF2-40B4-BE49-F238E27FC236}">
                <a16:creationId xmlns:a16="http://schemas.microsoft.com/office/drawing/2014/main" id="{028EE0CB-98F2-4DD0-9B5E-BE84817DBCD9}"/>
              </a:ext>
            </a:extLst>
          </p:cNvPr>
          <p:cNvSpPr>
            <a:spLocks noChangeShapeType="1"/>
          </p:cNvSpPr>
          <p:nvPr/>
        </p:nvSpPr>
        <p:spPr bwMode="auto">
          <a:xfrm>
            <a:off x="3244850" y="5537201"/>
            <a:ext cx="1263650" cy="31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0686" name="Line 63">
            <a:extLst>
              <a:ext uri="{FF2B5EF4-FFF2-40B4-BE49-F238E27FC236}">
                <a16:creationId xmlns:a16="http://schemas.microsoft.com/office/drawing/2014/main" id="{4459D27D-9DC7-4369-BF92-7F149D1CF390}"/>
              </a:ext>
            </a:extLst>
          </p:cNvPr>
          <p:cNvSpPr>
            <a:spLocks noChangeShapeType="1"/>
          </p:cNvSpPr>
          <p:nvPr/>
        </p:nvSpPr>
        <p:spPr bwMode="auto">
          <a:xfrm>
            <a:off x="3244850" y="5813426"/>
            <a:ext cx="1263650" cy="31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70687" name="Group 64">
            <a:extLst>
              <a:ext uri="{FF2B5EF4-FFF2-40B4-BE49-F238E27FC236}">
                <a16:creationId xmlns:a16="http://schemas.microsoft.com/office/drawing/2014/main" id="{6DFA1653-F396-4EFF-8529-4A4CFD54075C}"/>
              </a:ext>
            </a:extLst>
          </p:cNvPr>
          <p:cNvGrpSpPr>
            <a:grpSpLocks/>
          </p:cNvGrpSpPr>
          <p:nvPr/>
        </p:nvGrpSpPr>
        <p:grpSpPr bwMode="auto">
          <a:xfrm>
            <a:off x="1676400" y="5527676"/>
            <a:ext cx="1479550" cy="303213"/>
            <a:chOff x="332" y="2224"/>
            <a:chExt cx="932" cy="191"/>
          </a:xfrm>
        </p:grpSpPr>
        <p:sp>
          <p:nvSpPr>
            <p:cNvPr id="70772" name="Rectangle 65">
              <a:extLst>
                <a:ext uri="{FF2B5EF4-FFF2-40B4-BE49-F238E27FC236}">
                  <a16:creationId xmlns:a16="http://schemas.microsoft.com/office/drawing/2014/main" id="{FB8C2ED4-ED32-4010-B676-7CDD907082AB}"/>
                </a:ext>
              </a:extLst>
            </p:cNvPr>
            <p:cNvSpPr>
              <a:spLocks noChangeArrowheads="1"/>
            </p:cNvSpPr>
            <p:nvPr/>
          </p:nvSpPr>
          <p:spPr bwMode="auto">
            <a:xfrm>
              <a:off x="345" y="2241"/>
              <a:ext cx="840" cy="162"/>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70773" name="Rectangle 66">
              <a:extLst>
                <a:ext uri="{FF2B5EF4-FFF2-40B4-BE49-F238E27FC236}">
                  <a16:creationId xmlns:a16="http://schemas.microsoft.com/office/drawing/2014/main" id="{AA1519DA-B133-4085-9FDF-1F62E17E0163}"/>
                </a:ext>
              </a:extLst>
            </p:cNvPr>
            <p:cNvSpPr>
              <a:spLocks noChangeArrowheads="1"/>
            </p:cNvSpPr>
            <p:nvPr/>
          </p:nvSpPr>
          <p:spPr bwMode="auto">
            <a:xfrm>
              <a:off x="706" y="2224"/>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r>
                <a:rPr lang="en-US" altLang="en-US" sz="1400"/>
                <a:t>H</a:t>
              </a:r>
              <a:r>
                <a:rPr lang="en-US" altLang="en-US" sz="1800" baseline="-25000"/>
                <a:t>t</a:t>
              </a:r>
            </a:p>
          </p:txBody>
        </p:sp>
        <p:sp>
          <p:nvSpPr>
            <p:cNvPr id="70774" name="Rectangle 67">
              <a:extLst>
                <a:ext uri="{FF2B5EF4-FFF2-40B4-BE49-F238E27FC236}">
                  <a16:creationId xmlns:a16="http://schemas.microsoft.com/office/drawing/2014/main" id="{6E2B7635-9ABD-4B34-AC3C-E6A71B8CD25B}"/>
                </a:ext>
              </a:extLst>
            </p:cNvPr>
            <p:cNvSpPr>
              <a:spLocks noChangeArrowheads="1"/>
            </p:cNvSpPr>
            <p:nvPr/>
          </p:nvSpPr>
          <p:spPr bwMode="auto">
            <a:xfrm>
              <a:off x="520" y="2224"/>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r>
                <a:rPr lang="en-US" altLang="en-US" sz="1400"/>
                <a:t>H</a:t>
              </a:r>
              <a:r>
                <a:rPr lang="en-US" altLang="en-US" sz="1800" baseline="-25000"/>
                <a:t>n</a:t>
              </a:r>
            </a:p>
          </p:txBody>
        </p:sp>
        <p:sp>
          <p:nvSpPr>
            <p:cNvPr id="70775" name="Rectangle 68">
              <a:extLst>
                <a:ext uri="{FF2B5EF4-FFF2-40B4-BE49-F238E27FC236}">
                  <a16:creationId xmlns:a16="http://schemas.microsoft.com/office/drawing/2014/main" id="{8AB33AA9-413E-4B9D-AB08-9304BD33932B}"/>
                </a:ext>
              </a:extLst>
            </p:cNvPr>
            <p:cNvSpPr>
              <a:spLocks noChangeArrowheads="1"/>
            </p:cNvSpPr>
            <p:nvPr/>
          </p:nvSpPr>
          <p:spPr bwMode="auto">
            <a:xfrm>
              <a:off x="332" y="2224"/>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r>
                <a:rPr lang="en-US" altLang="en-US" sz="1400"/>
                <a:t>H</a:t>
              </a:r>
              <a:r>
                <a:rPr lang="en-US" altLang="en-US" sz="1800" baseline="-25000"/>
                <a:t>l</a:t>
              </a:r>
            </a:p>
          </p:txBody>
        </p:sp>
        <p:sp>
          <p:nvSpPr>
            <p:cNvPr id="70776" name="Rectangle 69">
              <a:extLst>
                <a:ext uri="{FF2B5EF4-FFF2-40B4-BE49-F238E27FC236}">
                  <a16:creationId xmlns:a16="http://schemas.microsoft.com/office/drawing/2014/main" id="{C2E4F0F5-A568-4677-83FA-FF870B1EC8C2}"/>
                </a:ext>
              </a:extLst>
            </p:cNvPr>
            <p:cNvSpPr>
              <a:spLocks noChangeArrowheads="1"/>
            </p:cNvSpPr>
            <p:nvPr/>
          </p:nvSpPr>
          <p:spPr bwMode="auto">
            <a:xfrm>
              <a:off x="836" y="2225"/>
              <a:ext cx="428"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r>
                <a:rPr lang="en-US" altLang="en-US" sz="1400"/>
                <a:t>M</a:t>
              </a:r>
            </a:p>
          </p:txBody>
        </p:sp>
        <p:sp>
          <p:nvSpPr>
            <p:cNvPr id="70777" name="Line 70">
              <a:extLst>
                <a:ext uri="{FF2B5EF4-FFF2-40B4-BE49-F238E27FC236}">
                  <a16:creationId xmlns:a16="http://schemas.microsoft.com/office/drawing/2014/main" id="{9BD3C356-39B7-431A-8354-7676E6C58E00}"/>
                </a:ext>
              </a:extLst>
            </p:cNvPr>
            <p:cNvSpPr>
              <a:spLocks noChangeShapeType="1"/>
            </p:cNvSpPr>
            <p:nvPr/>
          </p:nvSpPr>
          <p:spPr bwMode="auto">
            <a:xfrm>
              <a:off x="510" y="2241"/>
              <a:ext cx="0" cy="1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778" name="Line 71">
              <a:extLst>
                <a:ext uri="{FF2B5EF4-FFF2-40B4-BE49-F238E27FC236}">
                  <a16:creationId xmlns:a16="http://schemas.microsoft.com/office/drawing/2014/main" id="{F3A77876-24E4-4D0B-868A-DEBF23179A3A}"/>
                </a:ext>
              </a:extLst>
            </p:cNvPr>
            <p:cNvSpPr>
              <a:spLocks noChangeShapeType="1"/>
            </p:cNvSpPr>
            <p:nvPr/>
          </p:nvSpPr>
          <p:spPr bwMode="auto">
            <a:xfrm>
              <a:off x="690" y="2247"/>
              <a:ext cx="0" cy="15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779" name="Line 72">
              <a:extLst>
                <a:ext uri="{FF2B5EF4-FFF2-40B4-BE49-F238E27FC236}">
                  <a16:creationId xmlns:a16="http://schemas.microsoft.com/office/drawing/2014/main" id="{8673BFD3-FF89-4F6B-8BDD-88ED04540621}"/>
                </a:ext>
              </a:extLst>
            </p:cNvPr>
            <p:cNvSpPr>
              <a:spLocks noChangeShapeType="1"/>
            </p:cNvSpPr>
            <p:nvPr/>
          </p:nvSpPr>
          <p:spPr bwMode="auto">
            <a:xfrm>
              <a:off x="882" y="2244"/>
              <a:ext cx="0" cy="1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70688" name="Group 73">
            <a:extLst>
              <a:ext uri="{FF2B5EF4-FFF2-40B4-BE49-F238E27FC236}">
                <a16:creationId xmlns:a16="http://schemas.microsoft.com/office/drawing/2014/main" id="{F81AFBD8-F154-4AEC-A2E2-91AD64A7F63E}"/>
              </a:ext>
            </a:extLst>
          </p:cNvPr>
          <p:cNvGrpSpPr>
            <a:grpSpLocks/>
          </p:cNvGrpSpPr>
          <p:nvPr/>
        </p:nvGrpSpPr>
        <p:grpSpPr bwMode="auto">
          <a:xfrm>
            <a:off x="1944689" y="5229226"/>
            <a:ext cx="1208087" cy="303213"/>
            <a:chOff x="501" y="1990"/>
            <a:chExt cx="761" cy="191"/>
          </a:xfrm>
        </p:grpSpPr>
        <p:sp>
          <p:nvSpPr>
            <p:cNvPr id="70766" name="Rectangle 74">
              <a:extLst>
                <a:ext uri="{FF2B5EF4-FFF2-40B4-BE49-F238E27FC236}">
                  <a16:creationId xmlns:a16="http://schemas.microsoft.com/office/drawing/2014/main" id="{F43CC47E-D6EB-4F89-985F-81F727051B24}"/>
                </a:ext>
              </a:extLst>
            </p:cNvPr>
            <p:cNvSpPr>
              <a:spLocks noChangeArrowheads="1"/>
            </p:cNvSpPr>
            <p:nvPr/>
          </p:nvSpPr>
          <p:spPr bwMode="auto">
            <a:xfrm>
              <a:off x="501" y="2007"/>
              <a:ext cx="682" cy="162"/>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70767" name="Rectangle 75">
              <a:extLst>
                <a:ext uri="{FF2B5EF4-FFF2-40B4-BE49-F238E27FC236}">
                  <a16:creationId xmlns:a16="http://schemas.microsoft.com/office/drawing/2014/main" id="{63FB3DF5-BCE6-46AD-9397-5C9C0BBC88C2}"/>
                </a:ext>
              </a:extLst>
            </p:cNvPr>
            <p:cNvSpPr>
              <a:spLocks noChangeArrowheads="1"/>
            </p:cNvSpPr>
            <p:nvPr/>
          </p:nvSpPr>
          <p:spPr bwMode="auto">
            <a:xfrm>
              <a:off x="704" y="1990"/>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r>
                <a:rPr lang="en-US" altLang="en-US" sz="1400"/>
                <a:t>H</a:t>
              </a:r>
              <a:r>
                <a:rPr lang="en-US" altLang="en-US" sz="1800" baseline="-25000"/>
                <a:t>t</a:t>
              </a:r>
            </a:p>
          </p:txBody>
        </p:sp>
        <p:sp>
          <p:nvSpPr>
            <p:cNvPr id="70768" name="Rectangle 76">
              <a:extLst>
                <a:ext uri="{FF2B5EF4-FFF2-40B4-BE49-F238E27FC236}">
                  <a16:creationId xmlns:a16="http://schemas.microsoft.com/office/drawing/2014/main" id="{73A4640D-93C1-45FE-AE3A-A21B95324CA0}"/>
                </a:ext>
              </a:extLst>
            </p:cNvPr>
            <p:cNvSpPr>
              <a:spLocks noChangeArrowheads="1"/>
            </p:cNvSpPr>
            <p:nvPr/>
          </p:nvSpPr>
          <p:spPr bwMode="auto">
            <a:xfrm>
              <a:off x="518" y="1990"/>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r>
                <a:rPr lang="en-US" altLang="en-US" sz="1400"/>
                <a:t>H</a:t>
              </a:r>
              <a:r>
                <a:rPr lang="en-US" altLang="en-US" sz="1800" baseline="-25000"/>
                <a:t>n</a:t>
              </a:r>
            </a:p>
          </p:txBody>
        </p:sp>
        <p:sp>
          <p:nvSpPr>
            <p:cNvPr id="70769" name="Rectangle 77">
              <a:extLst>
                <a:ext uri="{FF2B5EF4-FFF2-40B4-BE49-F238E27FC236}">
                  <a16:creationId xmlns:a16="http://schemas.microsoft.com/office/drawing/2014/main" id="{88CC97CF-33BD-467E-8CC5-AEA3F82AA48A}"/>
                </a:ext>
              </a:extLst>
            </p:cNvPr>
            <p:cNvSpPr>
              <a:spLocks noChangeArrowheads="1"/>
            </p:cNvSpPr>
            <p:nvPr/>
          </p:nvSpPr>
          <p:spPr bwMode="auto">
            <a:xfrm>
              <a:off x="834" y="1991"/>
              <a:ext cx="428"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r>
                <a:rPr lang="en-US" altLang="en-US" sz="1400"/>
                <a:t>M</a:t>
              </a:r>
            </a:p>
          </p:txBody>
        </p:sp>
        <p:sp>
          <p:nvSpPr>
            <p:cNvPr id="70770" name="Line 78">
              <a:extLst>
                <a:ext uri="{FF2B5EF4-FFF2-40B4-BE49-F238E27FC236}">
                  <a16:creationId xmlns:a16="http://schemas.microsoft.com/office/drawing/2014/main" id="{5143D006-3DC3-49A9-B071-60996D4EC0B0}"/>
                </a:ext>
              </a:extLst>
            </p:cNvPr>
            <p:cNvSpPr>
              <a:spLocks noChangeShapeType="1"/>
            </p:cNvSpPr>
            <p:nvPr/>
          </p:nvSpPr>
          <p:spPr bwMode="auto">
            <a:xfrm>
              <a:off x="688" y="2013"/>
              <a:ext cx="0" cy="15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771" name="Line 79">
              <a:extLst>
                <a:ext uri="{FF2B5EF4-FFF2-40B4-BE49-F238E27FC236}">
                  <a16:creationId xmlns:a16="http://schemas.microsoft.com/office/drawing/2014/main" id="{AAAB50C8-D17B-4A11-953A-4FB7AAF5F923}"/>
                </a:ext>
              </a:extLst>
            </p:cNvPr>
            <p:cNvSpPr>
              <a:spLocks noChangeShapeType="1"/>
            </p:cNvSpPr>
            <p:nvPr/>
          </p:nvSpPr>
          <p:spPr bwMode="auto">
            <a:xfrm>
              <a:off x="880" y="2010"/>
              <a:ext cx="0" cy="1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70689" name="Group 80">
            <a:extLst>
              <a:ext uri="{FF2B5EF4-FFF2-40B4-BE49-F238E27FC236}">
                <a16:creationId xmlns:a16="http://schemas.microsoft.com/office/drawing/2014/main" id="{9F92CC9C-ABAA-4C47-8EFF-FB73D3F7035C}"/>
              </a:ext>
            </a:extLst>
          </p:cNvPr>
          <p:cNvGrpSpPr>
            <a:grpSpLocks/>
          </p:cNvGrpSpPr>
          <p:nvPr/>
        </p:nvGrpSpPr>
        <p:grpSpPr bwMode="auto">
          <a:xfrm>
            <a:off x="2247900" y="4921251"/>
            <a:ext cx="890588" cy="303213"/>
            <a:chOff x="645" y="1734"/>
            <a:chExt cx="561" cy="191"/>
          </a:xfrm>
        </p:grpSpPr>
        <p:sp>
          <p:nvSpPr>
            <p:cNvPr id="70762" name="Rectangle 81">
              <a:extLst>
                <a:ext uri="{FF2B5EF4-FFF2-40B4-BE49-F238E27FC236}">
                  <a16:creationId xmlns:a16="http://schemas.microsoft.com/office/drawing/2014/main" id="{268AB158-88DA-4541-BA33-33DCE652BBB7}"/>
                </a:ext>
              </a:extLst>
            </p:cNvPr>
            <p:cNvSpPr>
              <a:spLocks noChangeArrowheads="1"/>
            </p:cNvSpPr>
            <p:nvPr/>
          </p:nvSpPr>
          <p:spPr bwMode="auto">
            <a:xfrm>
              <a:off x="645" y="1751"/>
              <a:ext cx="482" cy="162"/>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70763" name="Rectangle 82">
              <a:extLst>
                <a:ext uri="{FF2B5EF4-FFF2-40B4-BE49-F238E27FC236}">
                  <a16:creationId xmlns:a16="http://schemas.microsoft.com/office/drawing/2014/main" id="{5652597F-71F4-45DC-992F-2863EBAE9870}"/>
                </a:ext>
              </a:extLst>
            </p:cNvPr>
            <p:cNvSpPr>
              <a:spLocks noChangeArrowheads="1"/>
            </p:cNvSpPr>
            <p:nvPr/>
          </p:nvSpPr>
          <p:spPr bwMode="auto">
            <a:xfrm>
              <a:off x="648" y="1734"/>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r>
                <a:rPr lang="en-US" altLang="en-US" sz="1400"/>
                <a:t>H</a:t>
              </a:r>
              <a:r>
                <a:rPr lang="en-US" altLang="en-US" sz="1800" baseline="-25000"/>
                <a:t>t</a:t>
              </a:r>
            </a:p>
          </p:txBody>
        </p:sp>
        <p:sp>
          <p:nvSpPr>
            <p:cNvPr id="70764" name="Rectangle 83">
              <a:extLst>
                <a:ext uri="{FF2B5EF4-FFF2-40B4-BE49-F238E27FC236}">
                  <a16:creationId xmlns:a16="http://schemas.microsoft.com/office/drawing/2014/main" id="{E7C630A4-1277-4791-9188-89A9E023ED40}"/>
                </a:ext>
              </a:extLst>
            </p:cNvPr>
            <p:cNvSpPr>
              <a:spLocks noChangeArrowheads="1"/>
            </p:cNvSpPr>
            <p:nvPr/>
          </p:nvSpPr>
          <p:spPr bwMode="auto">
            <a:xfrm>
              <a:off x="778" y="1735"/>
              <a:ext cx="428"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r>
                <a:rPr lang="en-US" altLang="en-US" sz="1400"/>
                <a:t>M</a:t>
              </a:r>
            </a:p>
          </p:txBody>
        </p:sp>
        <p:sp>
          <p:nvSpPr>
            <p:cNvPr id="70765" name="Line 84">
              <a:extLst>
                <a:ext uri="{FF2B5EF4-FFF2-40B4-BE49-F238E27FC236}">
                  <a16:creationId xmlns:a16="http://schemas.microsoft.com/office/drawing/2014/main" id="{B12624EA-CFF8-4EEA-B33C-CEFF7110BC17}"/>
                </a:ext>
              </a:extLst>
            </p:cNvPr>
            <p:cNvSpPr>
              <a:spLocks noChangeShapeType="1"/>
            </p:cNvSpPr>
            <p:nvPr/>
          </p:nvSpPr>
          <p:spPr bwMode="auto">
            <a:xfrm>
              <a:off x="824" y="1754"/>
              <a:ext cx="0" cy="1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70690" name="Group 85">
            <a:extLst>
              <a:ext uri="{FF2B5EF4-FFF2-40B4-BE49-F238E27FC236}">
                <a16:creationId xmlns:a16="http://schemas.microsoft.com/office/drawing/2014/main" id="{D19205DF-DF81-4669-A49F-A5C75A2AE7DE}"/>
              </a:ext>
            </a:extLst>
          </p:cNvPr>
          <p:cNvGrpSpPr>
            <a:grpSpLocks/>
          </p:cNvGrpSpPr>
          <p:nvPr/>
        </p:nvGrpSpPr>
        <p:grpSpPr bwMode="auto">
          <a:xfrm>
            <a:off x="2454275" y="4610101"/>
            <a:ext cx="679450" cy="301625"/>
            <a:chOff x="780" y="1553"/>
            <a:chExt cx="428" cy="190"/>
          </a:xfrm>
        </p:grpSpPr>
        <p:sp>
          <p:nvSpPr>
            <p:cNvPr id="70760" name="Rectangle 86">
              <a:extLst>
                <a:ext uri="{FF2B5EF4-FFF2-40B4-BE49-F238E27FC236}">
                  <a16:creationId xmlns:a16="http://schemas.microsoft.com/office/drawing/2014/main" id="{E029770A-86F8-4A4F-B212-A6EDFF80F0B6}"/>
                </a:ext>
              </a:extLst>
            </p:cNvPr>
            <p:cNvSpPr>
              <a:spLocks noChangeArrowheads="1"/>
            </p:cNvSpPr>
            <p:nvPr/>
          </p:nvSpPr>
          <p:spPr bwMode="auto">
            <a:xfrm>
              <a:off x="817" y="1569"/>
              <a:ext cx="312" cy="162"/>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70761" name="Rectangle 87">
              <a:extLst>
                <a:ext uri="{FF2B5EF4-FFF2-40B4-BE49-F238E27FC236}">
                  <a16:creationId xmlns:a16="http://schemas.microsoft.com/office/drawing/2014/main" id="{9ED8CF77-C4DA-4239-9DDC-0A0AED2EAE24}"/>
                </a:ext>
              </a:extLst>
            </p:cNvPr>
            <p:cNvSpPr>
              <a:spLocks noChangeArrowheads="1"/>
            </p:cNvSpPr>
            <p:nvPr/>
          </p:nvSpPr>
          <p:spPr bwMode="auto">
            <a:xfrm>
              <a:off x="780" y="1553"/>
              <a:ext cx="428"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r>
                <a:rPr lang="en-US" altLang="en-US" sz="1400"/>
                <a:t>M</a:t>
              </a:r>
            </a:p>
          </p:txBody>
        </p:sp>
      </p:grpSp>
      <p:grpSp>
        <p:nvGrpSpPr>
          <p:cNvPr id="70691" name="Group 88">
            <a:extLst>
              <a:ext uri="{FF2B5EF4-FFF2-40B4-BE49-F238E27FC236}">
                <a16:creationId xmlns:a16="http://schemas.microsoft.com/office/drawing/2014/main" id="{8B21A4E0-36D8-425B-88B5-6075C9090173}"/>
              </a:ext>
            </a:extLst>
          </p:cNvPr>
          <p:cNvGrpSpPr>
            <a:grpSpLocks/>
          </p:cNvGrpSpPr>
          <p:nvPr/>
        </p:nvGrpSpPr>
        <p:grpSpPr bwMode="auto">
          <a:xfrm>
            <a:off x="7178676" y="4164013"/>
            <a:ext cx="1387475" cy="1035050"/>
            <a:chOff x="3601" y="168"/>
            <a:chExt cx="874" cy="652"/>
          </a:xfrm>
        </p:grpSpPr>
        <p:sp>
          <p:nvSpPr>
            <p:cNvPr id="70755" name="Rectangle 89">
              <a:extLst>
                <a:ext uri="{FF2B5EF4-FFF2-40B4-BE49-F238E27FC236}">
                  <a16:creationId xmlns:a16="http://schemas.microsoft.com/office/drawing/2014/main" id="{0CED1618-AE77-45F4-A653-38F5F3F662F1}"/>
                </a:ext>
              </a:extLst>
            </p:cNvPr>
            <p:cNvSpPr>
              <a:spLocks noChangeArrowheads="1"/>
            </p:cNvSpPr>
            <p:nvPr/>
          </p:nvSpPr>
          <p:spPr bwMode="auto">
            <a:xfrm>
              <a:off x="3658" y="168"/>
              <a:ext cx="817" cy="596"/>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70756" name="Rectangle 90">
              <a:extLst>
                <a:ext uri="{FF2B5EF4-FFF2-40B4-BE49-F238E27FC236}">
                  <a16:creationId xmlns:a16="http://schemas.microsoft.com/office/drawing/2014/main" id="{5A150FCA-D2A6-4E1E-BC47-8DCB63A1A99C}"/>
                </a:ext>
              </a:extLst>
            </p:cNvPr>
            <p:cNvSpPr>
              <a:spLocks noChangeArrowheads="1"/>
            </p:cNvSpPr>
            <p:nvPr/>
          </p:nvSpPr>
          <p:spPr bwMode="auto">
            <a:xfrm>
              <a:off x="3628" y="213"/>
              <a:ext cx="802" cy="596"/>
            </a:xfrm>
            <a:prstGeom prst="rect">
              <a:avLst/>
            </a:prstGeom>
            <a:solidFill>
              <a:schemeClr val="bg1"/>
            </a:solidFill>
            <a:ln w="2857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70757" name="Line 91">
              <a:extLst>
                <a:ext uri="{FF2B5EF4-FFF2-40B4-BE49-F238E27FC236}">
                  <a16:creationId xmlns:a16="http://schemas.microsoft.com/office/drawing/2014/main" id="{B14840E9-ED5B-4FF1-9556-71E645A51F01}"/>
                </a:ext>
              </a:extLst>
            </p:cNvPr>
            <p:cNvSpPr>
              <a:spLocks noChangeShapeType="1"/>
            </p:cNvSpPr>
            <p:nvPr/>
          </p:nvSpPr>
          <p:spPr bwMode="auto">
            <a:xfrm>
              <a:off x="3628" y="413"/>
              <a:ext cx="796"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0758" name="Text Box 92">
              <a:extLst>
                <a:ext uri="{FF2B5EF4-FFF2-40B4-BE49-F238E27FC236}">
                  <a16:creationId xmlns:a16="http://schemas.microsoft.com/office/drawing/2014/main" id="{5AFBED23-E67F-47E1-95AC-D6137244D7CB}"/>
                </a:ext>
              </a:extLst>
            </p:cNvPr>
            <p:cNvSpPr txBox="1">
              <a:spLocks noChangeArrowheads="1"/>
            </p:cNvSpPr>
            <p:nvPr/>
          </p:nvSpPr>
          <p:spPr bwMode="auto">
            <a:xfrm>
              <a:off x="3601" y="192"/>
              <a:ext cx="830" cy="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lnSpc>
                  <a:spcPct val="110000"/>
                </a:lnSpc>
              </a:pPr>
              <a:r>
                <a:rPr lang="en-US" altLang="en-US" sz="1800"/>
                <a:t>network</a:t>
              </a:r>
            </a:p>
            <a:p>
              <a:pPr algn="ctr">
                <a:lnSpc>
                  <a:spcPct val="110000"/>
                </a:lnSpc>
              </a:pPr>
              <a:r>
                <a:rPr lang="en-US" altLang="en-US" sz="1800"/>
                <a:t>link</a:t>
              </a:r>
            </a:p>
            <a:p>
              <a:pPr algn="ctr">
                <a:lnSpc>
                  <a:spcPct val="110000"/>
                </a:lnSpc>
              </a:pPr>
              <a:r>
                <a:rPr lang="en-US" altLang="en-US" sz="1800"/>
                <a:t>physical</a:t>
              </a:r>
            </a:p>
          </p:txBody>
        </p:sp>
        <p:sp>
          <p:nvSpPr>
            <p:cNvPr id="70759" name="Line 93">
              <a:extLst>
                <a:ext uri="{FF2B5EF4-FFF2-40B4-BE49-F238E27FC236}">
                  <a16:creationId xmlns:a16="http://schemas.microsoft.com/office/drawing/2014/main" id="{405D5051-0A78-42A6-9247-7D53445EF03A}"/>
                </a:ext>
              </a:extLst>
            </p:cNvPr>
            <p:cNvSpPr>
              <a:spLocks noChangeShapeType="1"/>
            </p:cNvSpPr>
            <p:nvPr/>
          </p:nvSpPr>
          <p:spPr bwMode="auto">
            <a:xfrm>
              <a:off x="3633" y="615"/>
              <a:ext cx="796"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70692" name="Group 94">
            <a:extLst>
              <a:ext uri="{FF2B5EF4-FFF2-40B4-BE49-F238E27FC236}">
                <a16:creationId xmlns:a16="http://schemas.microsoft.com/office/drawing/2014/main" id="{C2B3BA5B-49A3-4655-8267-BCB9563D9D29}"/>
              </a:ext>
            </a:extLst>
          </p:cNvPr>
          <p:cNvGrpSpPr>
            <a:grpSpLocks/>
          </p:cNvGrpSpPr>
          <p:nvPr/>
        </p:nvGrpSpPr>
        <p:grpSpPr bwMode="auto">
          <a:xfrm>
            <a:off x="7345364" y="2271714"/>
            <a:ext cx="1387475" cy="733425"/>
            <a:chOff x="4696" y="597"/>
            <a:chExt cx="874" cy="462"/>
          </a:xfrm>
        </p:grpSpPr>
        <p:sp>
          <p:nvSpPr>
            <p:cNvPr id="70751" name="Rectangle 95">
              <a:extLst>
                <a:ext uri="{FF2B5EF4-FFF2-40B4-BE49-F238E27FC236}">
                  <a16:creationId xmlns:a16="http://schemas.microsoft.com/office/drawing/2014/main" id="{833E9BCE-671E-4565-A79A-921A02182907}"/>
                </a:ext>
              </a:extLst>
            </p:cNvPr>
            <p:cNvSpPr>
              <a:spLocks noChangeArrowheads="1"/>
            </p:cNvSpPr>
            <p:nvPr/>
          </p:nvSpPr>
          <p:spPr bwMode="auto">
            <a:xfrm>
              <a:off x="4753" y="597"/>
              <a:ext cx="817" cy="416"/>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70752" name="Rectangle 96">
              <a:extLst>
                <a:ext uri="{FF2B5EF4-FFF2-40B4-BE49-F238E27FC236}">
                  <a16:creationId xmlns:a16="http://schemas.microsoft.com/office/drawing/2014/main" id="{D3DD4565-1FEE-4F1F-8F04-5EA8D3B2B501}"/>
                </a:ext>
              </a:extLst>
            </p:cNvPr>
            <p:cNvSpPr>
              <a:spLocks noChangeArrowheads="1"/>
            </p:cNvSpPr>
            <p:nvPr/>
          </p:nvSpPr>
          <p:spPr bwMode="auto">
            <a:xfrm>
              <a:off x="4723" y="642"/>
              <a:ext cx="802" cy="413"/>
            </a:xfrm>
            <a:prstGeom prst="rect">
              <a:avLst/>
            </a:prstGeom>
            <a:solidFill>
              <a:schemeClr val="bg1"/>
            </a:solidFill>
            <a:ln w="2857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70753" name="Line 97">
              <a:extLst>
                <a:ext uri="{FF2B5EF4-FFF2-40B4-BE49-F238E27FC236}">
                  <a16:creationId xmlns:a16="http://schemas.microsoft.com/office/drawing/2014/main" id="{576C520F-AEE4-4EE1-96A8-189CE2D5EF63}"/>
                </a:ext>
              </a:extLst>
            </p:cNvPr>
            <p:cNvSpPr>
              <a:spLocks noChangeShapeType="1"/>
            </p:cNvSpPr>
            <p:nvPr/>
          </p:nvSpPr>
          <p:spPr bwMode="auto">
            <a:xfrm>
              <a:off x="4723" y="842"/>
              <a:ext cx="796"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0754" name="Text Box 98">
              <a:extLst>
                <a:ext uri="{FF2B5EF4-FFF2-40B4-BE49-F238E27FC236}">
                  <a16:creationId xmlns:a16="http://schemas.microsoft.com/office/drawing/2014/main" id="{291769B9-CF74-4BFE-ADEF-3497C9668E98}"/>
                </a:ext>
              </a:extLst>
            </p:cNvPr>
            <p:cNvSpPr txBox="1">
              <a:spLocks noChangeArrowheads="1"/>
            </p:cNvSpPr>
            <p:nvPr/>
          </p:nvSpPr>
          <p:spPr bwMode="auto">
            <a:xfrm>
              <a:off x="4696" y="621"/>
              <a:ext cx="83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lnSpc>
                  <a:spcPct val="110000"/>
                </a:lnSpc>
              </a:pPr>
              <a:r>
                <a:rPr lang="en-US" altLang="en-US" sz="1800"/>
                <a:t>link</a:t>
              </a:r>
            </a:p>
            <a:p>
              <a:pPr algn="ctr">
                <a:lnSpc>
                  <a:spcPct val="110000"/>
                </a:lnSpc>
              </a:pPr>
              <a:r>
                <a:rPr lang="en-US" altLang="en-US" sz="1800"/>
                <a:t>physical</a:t>
              </a:r>
            </a:p>
          </p:txBody>
        </p:sp>
      </p:grpSp>
      <p:sp>
        <p:nvSpPr>
          <p:cNvPr id="70693" name="Freeform 114">
            <a:extLst>
              <a:ext uri="{FF2B5EF4-FFF2-40B4-BE49-F238E27FC236}">
                <a16:creationId xmlns:a16="http://schemas.microsoft.com/office/drawing/2014/main" id="{252128D1-0742-48A2-AD9D-6137C25D980D}"/>
              </a:ext>
            </a:extLst>
          </p:cNvPr>
          <p:cNvSpPr>
            <a:spLocks/>
          </p:cNvSpPr>
          <p:nvPr/>
        </p:nvSpPr>
        <p:spPr bwMode="auto">
          <a:xfrm>
            <a:off x="3352800" y="533400"/>
            <a:ext cx="5264150" cy="5494338"/>
          </a:xfrm>
          <a:custGeom>
            <a:avLst/>
            <a:gdLst>
              <a:gd name="T0" fmla="*/ 2147483647 w 3316"/>
              <a:gd name="T1" fmla="*/ 0 h 3461"/>
              <a:gd name="T2" fmla="*/ 2147483647 w 3316"/>
              <a:gd name="T3" fmla="*/ 2147483647 h 3461"/>
              <a:gd name="T4" fmla="*/ 2147483647 w 3316"/>
              <a:gd name="T5" fmla="*/ 2147483647 h 3461"/>
              <a:gd name="T6" fmla="*/ 2147483647 w 3316"/>
              <a:gd name="T7" fmla="*/ 2147483647 h 3461"/>
              <a:gd name="T8" fmla="*/ 2147483647 w 3316"/>
              <a:gd name="T9" fmla="*/ 2147483647 h 3461"/>
              <a:gd name="T10" fmla="*/ 2147483647 w 3316"/>
              <a:gd name="T11" fmla="*/ 2147483647 h 3461"/>
              <a:gd name="T12" fmla="*/ 2147483647 w 3316"/>
              <a:gd name="T13" fmla="*/ 2147483647 h 3461"/>
              <a:gd name="T14" fmla="*/ 2147483647 w 3316"/>
              <a:gd name="T15" fmla="*/ 2147483647 h 3461"/>
              <a:gd name="T16" fmla="*/ 2147483647 w 3316"/>
              <a:gd name="T17" fmla="*/ 2147483647 h 3461"/>
              <a:gd name="T18" fmla="*/ 2147483647 w 3316"/>
              <a:gd name="T19" fmla="*/ 2147483647 h 3461"/>
              <a:gd name="T20" fmla="*/ 2147483647 w 3316"/>
              <a:gd name="T21" fmla="*/ 2147483647 h 3461"/>
              <a:gd name="T22" fmla="*/ 0 w 3316"/>
              <a:gd name="T23" fmla="*/ 2147483647 h 3461"/>
              <a:gd name="T24" fmla="*/ 0 w 3316"/>
              <a:gd name="T25" fmla="*/ 2147483647 h 346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316"/>
              <a:gd name="T40" fmla="*/ 0 h 3461"/>
              <a:gd name="T41" fmla="*/ 3316 w 3316"/>
              <a:gd name="T42" fmla="*/ 3461 h 346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316" h="3461">
                <a:moveTo>
                  <a:pt x="872" y="0"/>
                </a:moveTo>
                <a:lnTo>
                  <a:pt x="878" y="1481"/>
                </a:lnTo>
                <a:lnTo>
                  <a:pt x="2612" y="1481"/>
                </a:lnTo>
                <a:lnTo>
                  <a:pt x="2612" y="1179"/>
                </a:lnTo>
                <a:lnTo>
                  <a:pt x="3294" y="1179"/>
                </a:lnTo>
                <a:lnTo>
                  <a:pt x="3316" y="3131"/>
                </a:lnTo>
                <a:lnTo>
                  <a:pt x="3148" y="2986"/>
                </a:lnTo>
                <a:lnTo>
                  <a:pt x="3143" y="2387"/>
                </a:lnTo>
                <a:lnTo>
                  <a:pt x="2505" y="2387"/>
                </a:lnTo>
                <a:lnTo>
                  <a:pt x="2505" y="3070"/>
                </a:lnTo>
                <a:lnTo>
                  <a:pt x="1057" y="3461"/>
                </a:lnTo>
                <a:lnTo>
                  <a:pt x="0" y="3461"/>
                </a:lnTo>
                <a:lnTo>
                  <a:pt x="0" y="2505"/>
                </a:lnTo>
              </a:path>
            </a:pathLst>
          </a:custGeom>
          <a:noFill/>
          <a:ln w="28575">
            <a:solidFill>
              <a:srgbClr val="CC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nvGrpSpPr>
          <p:cNvPr id="70694" name="Group 115">
            <a:extLst>
              <a:ext uri="{FF2B5EF4-FFF2-40B4-BE49-F238E27FC236}">
                <a16:creationId xmlns:a16="http://schemas.microsoft.com/office/drawing/2014/main" id="{C914C770-AF61-46FD-94D3-A1CAA35E27B6}"/>
              </a:ext>
            </a:extLst>
          </p:cNvPr>
          <p:cNvGrpSpPr>
            <a:grpSpLocks/>
          </p:cNvGrpSpPr>
          <p:nvPr/>
        </p:nvGrpSpPr>
        <p:grpSpPr bwMode="auto">
          <a:xfrm>
            <a:off x="5762625" y="4546601"/>
            <a:ext cx="1479550" cy="303213"/>
            <a:chOff x="332" y="2224"/>
            <a:chExt cx="932" cy="191"/>
          </a:xfrm>
        </p:grpSpPr>
        <p:sp>
          <p:nvSpPr>
            <p:cNvPr id="70743" name="Rectangle 116">
              <a:extLst>
                <a:ext uri="{FF2B5EF4-FFF2-40B4-BE49-F238E27FC236}">
                  <a16:creationId xmlns:a16="http://schemas.microsoft.com/office/drawing/2014/main" id="{2676FB57-4F6B-4F7B-8EC4-DE18E700E738}"/>
                </a:ext>
              </a:extLst>
            </p:cNvPr>
            <p:cNvSpPr>
              <a:spLocks noChangeArrowheads="1"/>
            </p:cNvSpPr>
            <p:nvPr/>
          </p:nvSpPr>
          <p:spPr bwMode="auto">
            <a:xfrm>
              <a:off x="345" y="2241"/>
              <a:ext cx="840" cy="162"/>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70744" name="Rectangle 117">
              <a:extLst>
                <a:ext uri="{FF2B5EF4-FFF2-40B4-BE49-F238E27FC236}">
                  <a16:creationId xmlns:a16="http://schemas.microsoft.com/office/drawing/2014/main" id="{2E2680D3-8EB3-4A4B-9D05-9AC2DE8C0151}"/>
                </a:ext>
              </a:extLst>
            </p:cNvPr>
            <p:cNvSpPr>
              <a:spLocks noChangeArrowheads="1"/>
            </p:cNvSpPr>
            <p:nvPr/>
          </p:nvSpPr>
          <p:spPr bwMode="auto">
            <a:xfrm>
              <a:off x="706" y="2224"/>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r>
                <a:rPr lang="en-US" altLang="en-US" sz="1400"/>
                <a:t>H</a:t>
              </a:r>
              <a:r>
                <a:rPr lang="en-US" altLang="en-US" sz="1800" baseline="-25000"/>
                <a:t>t</a:t>
              </a:r>
            </a:p>
          </p:txBody>
        </p:sp>
        <p:sp>
          <p:nvSpPr>
            <p:cNvPr id="70745" name="Rectangle 118">
              <a:extLst>
                <a:ext uri="{FF2B5EF4-FFF2-40B4-BE49-F238E27FC236}">
                  <a16:creationId xmlns:a16="http://schemas.microsoft.com/office/drawing/2014/main" id="{470C5EF2-8791-4B28-ABF8-50C77B98F6EC}"/>
                </a:ext>
              </a:extLst>
            </p:cNvPr>
            <p:cNvSpPr>
              <a:spLocks noChangeArrowheads="1"/>
            </p:cNvSpPr>
            <p:nvPr/>
          </p:nvSpPr>
          <p:spPr bwMode="auto">
            <a:xfrm>
              <a:off x="520" y="2224"/>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r>
                <a:rPr lang="en-US" altLang="en-US" sz="1400"/>
                <a:t>H</a:t>
              </a:r>
              <a:r>
                <a:rPr lang="en-US" altLang="en-US" sz="1800" baseline="-25000"/>
                <a:t>n</a:t>
              </a:r>
            </a:p>
          </p:txBody>
        </p:sp>
        <p:sp>
          <p:nvSpPr>
            <p:cNvPr id="70746" name="Rectangle 119">
              <a:extLst>
                <a:ext uri="{FF2B5EF4-FFF2-40B4-BE49-F238E27FC236}">
                  <a16:creationId xmlns:a16="http://schemas.microsoft.com/office/drawing/2014/main" id="{49ACA1F4-F473-4DD6-848A-9B1763D71A2C}"/>
                </a:ext>
              </a:extLst>
            </p:cNvPr>
            <p:cNvSpPr>
              <a:spLocks noChangeArrowheads="1"/>
            </p:cNvSpPr>
            <p:nvPr/>
          </p:nvSpPr>
          <p:spPr bwMode="auto">
            <a:xfrm>
              <a:off x="332" y="2224"/>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r>
                <a:rPr lang="en-US" altLang="en-US" sz="1400"/>
                <a:t>H</a:t>
              </a:r>
              <a:r>
                <a:rPr lang="en-US" altLang="en-US" sz="1800" baseline="-25000"/>
                <a:t>l</a:t>
              </a:r>
            </a:p>
          </p:txBody>
        </p:sp>
        <p:sp>
          <p:nvSpPr>
            <p:cNvPr id="70747" name="Rectangle 120">
              <a:extLst>
                <a:ext uri="{FF2B5EF4-FFF2-40B4-BE49-F238E27FC236}">
                  <a16:creationId xmlns:a16="http://schemas.microsoft.com/office/drawing/2014/main" id="{8A6612CF-D6BD-483B-88F7-9F3979B68361}"/>
                </a:ext>
              </a:extLst>
            </p:cNvPr>
            <p:cNvSpPr>
              <a:spLocks noChangeArrowheads="1"/>
            </p:cNvSpPr>
            <p:nvPr/>
          </p:nvSpPr>
          <p:spPr bwMode="auto">
            <a:xfrm>
              <a:off x="836" y="2225"/>
              <a:ext cx="428"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r>
                <a:rPr lang="en-US" altLang="en-US" sz="1400"/>
                <a:t>M</a:t>
              </a:r>
            </a:p>
          </p:txBody>
        </p:sp>
        <p:sp>
          <p:nvSpPr>
            <p:cNvPr id="70748" name="Line 121">
              <a:extLst>
                <a:ext uri="{FF2B5EF4-FFF2-40B4-BE49-F238E27FC236}">
                  <a16:creationId xmlns:a16="http://schemas.microsoft.com/office/drawing/2014/main" id="{7BCF01CA-2377-4F96-B20A-CBD893C4FDFE}"/>
                </a:ext>
              </a:extLst>
            </p:cNvPr>
            <p:cNvSpPr>
              <a:spLocks noChangeShapeType="1"/>
            </p:cNvSpPr>
            <p:nvPr/>
          </p:nvSpPr>
          <p:spPr bwMode="auto">
            <a:xfrm>
              <a:off x="510" y="2241"/>
              <a:ext cx="0" cy="1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749" name="Line 122">
              <a:extLst>
                <a:ext uri="{FF2B5EF4-FFF2-40B4-BE49-F238E27FC236}">
                  <a16:creationId xmlns:a16="http://schemas.microsoft.com/office/drawing/2014/main" id="{1B760BDF-4F16-4026-AE2E-588D315B86F5}"/>
                </a:ext>
              </a:extLst>
            </p:cNvPr>
            <p:cNvSpPr>
              <a:spLocks noChangeShapeType="1"/>
            </p:cNvSpPr>
            <p:nvPr/>
          </p:nvSpPr>
          <p:spPr bwMode="auto">
            <a:xfrm>
              <a:off x="690" y="2247"/>
              <a:ext cx="0" cy="15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750" name="Line 123">
              <a:extLst>
                <a:ext uri="{FF2B5EF4-FFF2-40B4-BE49-F238E27FC236}">
                  <a16:creationId xmlns:a16="http://schemas.microsoft.com/office/drawing/2014/main" id="{12E996B4-0D2B-45D3-A6D4-A0E6015043C4}"/>
                </a:ext>
              </a:extLst>
            </p:cNvPr>
            <p:cNvSpPr>
              <a:spLocks noChangeShapeType="1"/>
            </p:cNvSpPr>
            <p:nvPr/>
          </p:nvSpPr>
          <p:spPr bwMode="auto">
            <a:xfrm>
              <a:off x="882" y="2244"/>
              <a:ext cx="0" cy="1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70695" name="Group 124">
            <a:extLst>
              <a:ext uri="{FF2B5EF4-FFF2-40B4-BE49-F238E27FC236}">
                <a16:creationId xmlns:a16="http://schemas.microsoft.com/office/drawing/2014/main" id="{0E8650D4-BC49-442E-A725-E3F89AC9CB87}"/>
              </a:ext>
            </a:extLst>
          </p:cNvPr>
          <p:cNvGrpSpPr>
            <a:grpSpLocks/>
          </p:cNvGrpSpPr>
          <p:nvPr/>
        </p:nvGrpSpPr>
        <p:grpSpPr bwMode="auto">
          <a:xfrm>
            <a:off x="6021389" y="4240213"/>
            <a:ext cx="1208087" cy="303212"/>
            <a:chOff x="501" y="1990"/>
            <a:chExt cx="761" cy="191"/>
          </a:xfrm>
        </p:grpSpPr>
        <p:sp>
          <p:nvSpPr>
            <p:cNvPr id="70737" name="Rectangle 125">
              <a:extLst>
                <a:ext uri="{FF2B5EF4-FFF2-40B4-BE49-F238E27FC236}">
                  <a16:creationId xmlns:a16="http://schemas.microsoft.com/office/drawing/2014/main" id="{F66CA54F-B698-4FDC-BE2C-0154BB030C58}"/>
                </a:ext>
              </a:extLst>
            </p:cNvPr>
            <p:cNvSpPr>
              <a:spLocks noChangeArrowheads="1"/>
            </p:cNvSpPr>
            <p:nvPr/>
          </p:nvSpPr>
          <p:spPr bwMode="auto">
            <a:xfrm>
              <a:off x="501" y="2007"/>
              <a:ext cx="682" cy="162"/>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70738" name="Rectangle 126">
              <a:extLst>
                <a:ext uri="{FF2B5EF4-FFF2-40B4-BE49-F238E27FC236}">
                  <a16:creationId xmlns:a16="http://schemas.microsoft.com/office/drawing/2014/main" id="{E1AA9FA6-3198-446F-918E-B8BEFF67BE2F}"/>
                </a:ext>
              </a:extLst>
            </p:cNvPr>
            <p:cNvSpPr>
              <a:spLocks noChangeArrowheads="1"/>
            </p:cNvSpPr>
            <p:nvPr/>
          </p:nvSpPr>
          <p:spPr bwMode="auto">
            <a:xfrm>
              <a:off x="704" y="1990"/>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r>
                <a:rPr lang="en-US" altLang="en-US" sz="1400"/>
                <a:t>H</a:t>
              </a:r>
              <a:r>
                <a:rPr lang="en-US" altLang="en-US" sz="1800" baseline="-25000"/>
                <a:t>t</a:t>
              </a:r>
            </a:p>
          </p:txBody>
        </p:sp>
        <p:sp>
          <p:nvSpPr>
            <p:cNvPr id="70739" name="Rectangle 127">
              <a:extLst>
                <a:ext uri="{FF2B5EF4-FFF2-40B4-BE49-F238E27FC236}">
                  <a16:creationId xmlns:a16="http://schemas.microsoft.com/office/drawing/2014/main" id="{75B5E8A2-572A-49DA-BB10-E14F3A7E85CB}"/>
                </a:ext>
              </a:extLst>
            </p:cNvPr>
            <p:cNvSpPr>
              <a:spLocks noChangeArrowheads="1"/>
            </p:cNvSpPr>
            <p:nvPr/>
          </p:nvSpPr>
          <p:spPr bwMode="auto">
            <a:xfrm>
              <a:off x="518" y="1990"/>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r>
                <a:rPr lang="en-US" altLang="en-US" sz="1400"/>
                <a:t>H</a:t>
              </a:r>
              <a:r>
                <a:rPr lang="en-US" altLang="en-US" sz="1800" baseline="-25000"/>
                <a:t>n</a:t>
              </a:r>
            </a:p>
          </p:txBody>
        </p:sp>
        <p:sp>
          <p:nvSpPr>
            <p:cNvPr id="70740" name="Rectangle 128">
              <a:extLst>
                <a:ext uri="{FF2B5EF4-FFF2-40B4-BE49-F238E27FC236}">
                  <a16:creationId xmlns:a16="http://schemas.microsoft.com/office/drawing/2014/main" id="{7640A733-ACC1-4C7E-9FF3-B91BF0FF41D8}"/>
                </a:ext>
              </a:extLst>
            </p:cNvPr>
            <p:cNvSpPr>
              <a:spLocks noChangeArrowheads="1"/>
            </p:cNvSpPr>
            <p:nvPr/>
          </p:nvSpPr>
          <p:spPr bwMode="auto">
            <a:xfrm>
              <a:off x="834" y="1991"/>
              <a:ext cx="428"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r>
                <a:rPr lang="en-US" altLang="en-US" sz="1400"/>
                <a:t>M</a:t>
              </a:r>
            </a:p>
          </p:txBody>
        </p:sp>
        <p:sp>
          <p:nvSpPr>
            <p:cNvPr id="70741" name="Line 129">
              <a:extLst>
                <a:ext uri="{FF2B5EF4-FFF2-40B4-BE49-F238E27FC236}">
                  <a16:creationId xmlns:a16="http://schemas.microsoft.com/office/drawing/2014/main" id="{E5006180-C4BE-40B0-8CCE-2F2268D7EA7B}"/>
                </a:ext>
              </a:extLst>
            </p:cNvPr>
            <p:cNvSpPr>
              <a:spLocks noChangeShapeType="1"/>
            </p:cNvSpPr>
            <p:nvPr/>
          </p:nvSpPr>
          <p:spPr bwMode="auto">
            <a:xfrm>
              <a:off x="688" y="2013"/>
              <a:ext cx="0" cy="15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742" name="Line 130">
              <a:extLst>
                <a:ext uri="{FF2B5EF4-FFF2-40B4-BE49-F238E27FC236}">
                  <a16:creationId xmlns:a16="http://schemas.microsoft.com/office/drawing/2014/main" id="{7334F2B1-717E-4320-8A07-9C10DA1D5C83}"/>
                </a:ext>
              </a:extLst>
            </p:cNvPr>
            <p:cNvSpPr>
              <a:spLocks noChangeShapeType="1"/>
            </p:cNvSpPr>
            <p:nvPr/>
          </p:nvSpPr>
          <p:spPr bwMode="auto">
            <a:xfrm>
              <a:off x="880" y="2010"/>
              <a:ext cx="0" cy="1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5" name="Group 140">
            <a:extLst>
              <a:ext uri="{FF2B5EF4-FFF2-40B4-BE49-F238E27FC236}">
                <a16:creationId xmlns:a16="http://schemas.microsoft.com/office/drawing/2014/main" id="{2B28D6CC-9451-4E80-99E6-070AE6E1B64D}"/>
              </a:ext>
            </a:extLst>
          </p:cNvPr>
          <p:cNvGrpSpPr>
            <a:grpSpLocks/>
          </p:cNvGrpSpPr>
          <p:nvPr/>
        </p:nvGrpSpPr>
        <p:grpSpPr bwMode="auto">
          <a:xfrm>
            <a:off x="8793164" y="4606926"/>
            <a:ext cx="1208087" cy="303213"/>
            <a:chOff x="501" y="1990"/>
            <a:chExt cx="761" cy="191"/>
          </a:xfrm>
        </p:grpSpPr>
        <p:sp>
          <p:nvSpPr>
            <p:cNvPr id="70731" name="Rectangle 141">
              <a:extLst>
                <a:ext uri="{FF2B5EF4-FFF2-40B4-BE49-F238E27FC236}">
                  <a16:creationId xmlns:a16="http://schemas.microsoft.com/office/drawing/2014/main" id="{86762E42-95DA-45C8-A62B-534EE55DC64E}"/>
                </a:ext>
              </a:extLst>
            </p:cNvPr>
            <p:cNvSpPr>
              <a:spLocks noChangeArrowheads="1"/>
            </p:cNvSpPr>
            <p:nvPr/>
          </p:nvSpPr>
          <p:spPr bwMode="auto">
            <a:xfrm>
              <a:off x="501" y="2007"/>
              <a:ext cx="682" cy="162"/>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70732" name="Rectangle 142">
              <a:extLst>
                <a:ext uri="{FF2B5EF4-FFF2-40B4-BE49-F238E27FC236}">
                  <a16:creationId xmlns:a16="http://schemas.microsoft.com/office/drawing/2014/main" id="{BE2985DE-DD1E-4D80-B8F7-4AF2611282B6}"/>
                </a:ext>
              </a:extLst>
            </p:cNvPr>
            <p:cNvSpPr>
              <a:spLocks noChangeArrowheads="1"/>
            </p:cNvSpPr>
            <p:nvPr/>
          </p:nvSpPr>
          <p:spPr bwMode="auto">
            <a:xfrm>
              <a:off x="704" y="1990"/>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r>
                <a:rPr lang="en-US" altLang="en-US" sz="1400"/>
                <a:t>H</a:t>
              </a:r>
              <a:r>
                <a:rPr lang="en-US" altLang="en-US" sz="1800" baseline="-25000"/>
                <a:t>t</a:t>
              </a:r>
            </a:p>
          </p:txBody>
        </p:sp>
        <p:sp>
          <p:nvSpPr>
            <p:cNvPr id="70733" name="Rectangle 143">
              <a:extLst>
                <a:ext uri="{FF2B5EF4-FFF2-40B4-BE49-F238E27FC236}">
                  <a16:creationId xmlns:a16="http://schemas.microsoft.com/office/drawing/2014/main" id="{46AE8D5F-404F-4042-B656-EC80798160C3}"/>
                </a:ext>
              </a:extLst>
            </p:cNvPr>
            <p:cNvSpPr>
              <a:spLocks noChangeArrowheads="1"/>
            </p:cNvSpPr>
            <p:nvPr/>
          </p:nvSpPr>
          <p:spPr bwMode="auto">
            <a:xfrm>
              <a:off x="518" y="1990"/>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r>
                <a:rPr lang="en-US" altLang="en-US" sz="1400"/>
                <a:t>H</a:t>
              </a:r>
              <a:r>
                <a:rPr lang="en-US" altLang="en-US" sz="1800" baseline="-25000"/>
                <a:t>n</a:t>
              </a:r>
            </a:p>
          </p:txBody>
        </p:sp>
        <p:sp>
          <p:nvSpPr>
            <p:cNvPr id="70734" name="Rectangle 144">
              <a:extLst>
                <a:ext uri="{FF2B5EF4-FFF2-40B4-BE49-F238E27FC236}">
                  <a16:creationId xmlns:a16="http://schemas.microsoft.com/office/drawing/2014/main" id="{860B86A9-137A-4764-AB15-87BF3C60A6A2}"/>
                </a:ext>
              </a:extLst>
            </p:cNvPr>
            <p:cNvSpPr>
              <a:spLocks noChangeArrowheads="1"/>
            </p:cNvSpPr>
            <p:nvPr/>
          </p:nvSpPr>
          <p:spPr bwMode="auto">
            <a:xfrm>
              <a:off x="834" y="1991"/>
              <a:ext cx="428"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r>
                <a:rPr lang="en-US" altLang="en-US" sz="1400"/>
                <a:t>M</a:t>
              </a:r>
            </a:p>
          </p:txBody>
        </p:sp>
        <p:sp>
          <p:nvSpPr>
            <p:cNvPr id="70735" name="Line 145">
              <a:extLst>
                <a:ext uri="{FF2B5EF4-FFF2-40B4-BE49-F238E27FC236}">
                  <a16:creationId xmlns:a16="http://schemas.microsoft.com/office/drawing/2014/main" id="{96DE390D-10C0-433A-B799-C4C3DB6B5FDD}"/>
                </a:ext>
              </a:extLst>
            </p:cNvPr>
            <p:cNvSpPr>
              <a:spLocks noChangeShapeType="1"/>
            </p:cNvSpPr>
            <p:nvPr/>
          </p:nvSpPr>
          <p:spPr bwMode="auto">
            <a:xfrm>
              <a:off x="688" y="2013"/>
              <a:ext cx="0" cy="15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736" name="Line 146">
              <a:extLst>
                <a:ext uri="{FF2B5EF4-FFF2-40B4-BE49-F238E27FC236}">
                  <a16:creationId xmlns:a16="http://schemas.microsoft.com/office/drawing/2014/main" id="{D56EE51E-8451-43D0-8231-8D0243C10CE8}"/>
                </a:ext>
              </a:extLst>
            </p:cNvPr>
            <p:cNvSpPr>
              <a:spLocks noChangeShapeType="1"/>
            </p:cNvSpPr>
            <p:nvPr/>
          </p:nvSpPr>
          <p:spPr bwMode="auto">
            <a:xfrm>
              <a:off x="880" y="2010"/>
              <a:ext cx="0" cy="1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6" name="Group 156">
            <a:extLst>
              <a:ext uri="{FF2B5EF4-FFF2-40B4-BE49-F238E27FC236}">
                <a16:creationId xmlns:a16="http://schemas.microsoft.com/office/drawing/2014/main" id="{9DCD17D0-FC57-4343-AB19-AA16E9C04F18}"/>
              </a:ext>
            </a:extLst>
          </p:cNvPr>
          <p:cNvGrpSpPr>
            <a:grpSpLocks/>
          </p:cNvGrpSpPr>
          <p:nvPr/>
        </p:nvGrpSpPr>
        <p:grpSpPr bwMode="auto">
          <a:xfrm>
            <a:off x="2462213" y="1665288"/>
            <a:ext cx="1479550" cy="303212"/>
            <a:chOff x="332" y="2224"/>
            <a:chExt cx="932" cy="191"/>
          </a:xfrm>
        </p:grpSpPr>
        <p:sp>
          <p:nvSpPr>
            <p:cNvPr id="70723" name="Rectangle 157">
              <a:extLst>
                <a:ext uri="{FF2B5EF4-FFF2-40B4-BE49-F238E27FC236}">
                  <a16:creationId xmlns:a16="http://schemas.microsoft.com/office/drawing/2014/main" id="{04FB1554-53F0-4090-B1E9-81D3163EED64}"/>
                </a:ext>
              </a:extLst>
            </p:cNvPr>
            <p:cNvSpPr>
              <a:spLocks noChangeArrowheads="1"/>
            </p:cNvSpPr>
            <p:nvPr/>
          </p:nvSpPr>
          <p:spPr bwMode="auto">
            <a:xfrm>
              <a:off x="345" y="2241"/>
              <a:ext cx="840" cy="162"/>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70724" name="Rectangle 158">
              <a:extLst>
                <a:ext uri="{FF2B5EF4-FFF2-40B4-BE49-F238E27FC236}">
                  <a16:creationId xmlns:a16="http://schemas.microsoft.com/office/drawing/2014/main" id="{373D0D51-218D-42C3-9924-EDDBE68E354F}"/>
                </a:ext>
              </a:extLst>
            </p:cNvPr>
            <p:cNvSpPr>
              <a:spLocks noChangeArrowheads="1"/>
            </p:cNvSpPr>
            <p:nvPr/>
          </p:nvSpPr>
          <p:spPr bwMode="auto">
            <a:xfrm>
              <a:off x="706" y="2224"/>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r>
                <a:rPr lang="en-US" altLang="en-US" sz="1400"/>
                <a:t>H</a:t>
              </a:r>
              <a:r>
                <a:rPr lang="en-US" altLang="en-US" sz="1800" baseline="-25000"/>
                <a:t>t</a:t>
              </a:r>
            </a:p>
          </p:txBody>
        </p:sp>
        <p:sp>
          <p:nvSpPr>
            <p:cNvPr id="70725" name="Rectangle 159">
              <a:extLst>
                <a:ext uri="{FF2B5EF4-FFF2-40B4-BE49-F238E27FC236}">
                  <a16:creationId xmlns:a16="http://schemas.microsoft.com/office/drawing/2014/main" id="{BAA6C019-7B0E-4FCF-90FB-03BFD4309AAD}"/>
                </a:ext>
              </a:extLst>
            </p:cNvPr>
            <p:cNvSpPr>
              <a:spLocks noChangeArrowheads="1"/>
            </p:cNvSpPr>
            <p:nvPr/>
          </p:nvSpPr>
          <p:spPr bwMode="auto">
            <a:xfrm>
              <a:off x="520" y="2224"/>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r>
                <a:rPr lang="en-US" altLang="en-US" sz="1400"/>
                <a:t>H</a:t>
              </a:r>
              <a:r>
                <a:rPr lang="en-US" altLang="en-US" sz="1800" baseline="-25000"/>
                <a:t>n</a:t>
              </a:r>
            </a:p>
          </p:txBody>
        </p:sp>
        <p:sp>
          <p:nvSpPr>
            <p:cNvPr id="70726" name="Rectangle 160">
              <a:extLst>
                <a:ext uri="{FF2B5EF4-FFF2-40B4-BE49-F238E27FC236}">
                  <a16:creationId xmlns:a16="http://schemas.microsoft.com/office/drawing/2014/main" id="{E2A963C5-EB17-4FB8-A7AB-7F4885B1BBB2}"/>
                </a:ext>
              </a:extLst>
            </p:cNvPr>
            <p:cNvSpPr>
              <a:spLocks noChangeArrowheads="1"/>
            </p:cNvSpPr>
            <p:nvPr/>
          </p:nvSpPr>
          <p:spPr bwMode="auto">
            <a:xfrm>
              <a:off x="332" y="2224"/>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r>
                <a:rPr lang="en-US" altLang="en-US" sz="1400"/>
                <a:t>H</a:t>
              </a:r>
              <a:r>
                <a:rPr lang="en-US" altLang="en-US" sz="1800" baseline="-25000"/>
                <a:t>l</a:t>
              </a:r>
            </a:p>
          </p:txBody>
        </p:sp>
        <p:sp>
          <p:nvSpPr>
            <p:cNvPr id="70727" name="Rectangle 161">
              <a:extLst>
                <a:ext uri="{FF2B5EF4-FFF2-40B4-BE49-F238E27FC236}">
                  <a16:creationId xmlns:a16="http://schemas.microsoft.com/office/drawing/2014/main" id="{11D5707F-C019-46F1-9A49-6C817EF7EAA7}"/>
                </a:ext>
              </a:extLst>
            </p:cNvPr>
            <p:cNvSpPr>
              <a:spLocks noChangeArrowheads="1"/>
            </p:cNvSpPr>
            <p:nvPr/>
          </p:nvSpPr>
          <p:spPr bwMode="auto">
            <a:xfrm>
              <a:off x="836" y="2225"/>
              <a:ext cx="428"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r>
                <a:rPr lang="en-US" altLang="en-US" sz="1400"/>
                <a:t>M</a:t>
              </a:r>
            </a:p>
          </p:txBody>
        </p:sp>
        <p:sp>
          <p:nvSpPr>
            <p:cNvPr id="70728" name="Line 162">
              <a:extLst>
                <a:ext uri="{FF2B5EF4-FFF2-40B4-BE49-F238E27FC236}">
                  <a16:creationId xmlns:a16="http://schemas.microsoft.com/office/drawing/2014/main" id="{B8B8AB79-08D0-42CF-A892-9B7665591466}"/>
                </a:ext>
              </a:extLst>
            </p:cNvPr>
            <p:cNvSpPr>
              <a:spLocks noChangeShapeType="1"/>
            </p:cNvSpPr>
            <p:nvPr/>
          </p:nvSpPr>
          <p:spPr bwMode="auto">
            <a:xfrm>
              <a:off x="510" y="2241"/>
              <a:ext cx="0" cy="1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729" name="Line 163">
              <a:extLst>
                <a:ext uri="{FF2B5EF4-FFF2-40B4-BE49-F238E27FC236}">
                  <a16:creationId xmlns:a16="http://schemas.microsoft.com/office/drawing/2014/main" id="{6B5C1850-B693-479B-B7D3-F5D662E69C09}"/>
                </a:ext>
              </a:extLst>
            </p:cNvPr>
            <p:cNvSpPr>
              <a:spLocks noChangeShapeType="1"/>
            </p:cNvSpPr>
            <p:nvPr/>
          </p:nvSpPr>
          <p:spPr bwMode="auto">
            <a:xfrm>
              <a:off x="690" y="2247"/>
              <a:ext cx="0" cy="15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730" name="Line 164">
              <a:extLst>
                <a:ext uri="{FF2B5EF4-FFF2-40B4-BE49-F238E27FC236}">
                  <a16:creationId xmlns:a16="http://schemas.microsoft.com/office/drawing/2014/main" id="{E3D354A2-3EBA-4597-9ABD-B0DB7B3CFEF7}"/>
                </a:ext>
              </a:extLst>
            </p:cNvPr>
            <p:cNvSpPr>
              <a:spLocks noChangeShapeType="1"/>
            </p:cNvSpPr>
            <p:nvPr/>
          </p:nvSpPr>
          <p:spPr bwMode="auto">
            <a:xfrm>
              <a:off x="882" y="2244"/>
              <a:ext cx="0" cy="1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70698" name="Text Box 166">
            <a:extLst>
              <a:ext uri="{FF2B5EF4-FFF2-40B4-BE49-F238E27FC236}">
                <a16:creationId xmlns:a16="http://schemas.microsoft.com/office/drawing/2014/main" id="{4BD2A3B4-75AA-430B-A6A7-9B89CB4BA2BB}"/>
              </a:ext>
            </a:extLst>
          </p:cNvPr>
          <p:cNvSpPr txBox="1">
            <a:spLocks noChangeArrowheads="1"/>
          </p:cNvSpPr>
          <p:nvPr/>
        </p:nvSpPr>
        <p:spPr bwMode="auto">
          <a:xfrm>
            <a:off x="9213851" y="5411788"/>
            <a:ext cx="1350963"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b="1"/>
              <a:t>Bộ </a:t>
            </a:r>
          </a:p>
          <a:p>
            <a:pPr eaLnBrk="1" hangingPunct="1"/>
            <a:r>
              <a:rPr lang="en-US" altLang="en-US" sz="1800" b="1"/>
              <a:t>định tuyến</a:t>
            </a:r>
          </a:p>
        </p:txBody>
      </p:sp>
      <p:sp>
        <p:nvSpPr>
          <p:cNvPr id="70699" name="Text Box 167">
            <a:extLst>
              <a:ext uri="{FF2B5EF4-FFF2-40B4-BE49-F238E27FC236}">
                <a16:creationId xmlns:a16="http://schemas.microsoft.com/office/drawing/2014/main" id="{3055C0C3-7035-4D06-BCD2-5444F2431EE8}"/>
              </a:ext>
            </a:extLst>
          </p:cNvPr>
          <p:cNvSpPr txBox="1">
            <a:spLocks noChangeArrowheads="1"/>
          </p:cNvSpPr>
          <p:nvPr/>
        </p:nvSpPr>
        <p:spPr bwMode="auto">
          <a:xfrm>
            <a:off x="9072564" y="3098801"/>
            <a:ext cx="1697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b="1"/>
              <a:t>Bộ</a:t>
            </a:r>
          </a:p>
          <a:p>
            <a:pPr eaLnBrk="1" hangingPunct="1"/>
            <a:r>
              <a:rPr lang="en-US" altLang="en-US" sz="1800" b="1"/>
              <a:t>Chuyển mạch</a:t>
            </a:r>
          </a:p>
        </p:txBody>
      </p:sp>
      <p:sp>
        <p:nvSpPr>
          <p:cNvPr id="112814" name="Text Box 174">
            <a:extLst>
              <a:ext uri="{FF2B5EF4-FFF2-40B4-BE49-F238E27FC236}">
                <a16:creationId xmlns:a16="http://schemas.microsoft.com/office/drawing/2014/main" id="{C99BDDE3-C6F2-4AD8-B8DE-67D5B670E6DC}"/>
              </a:ext>
            </a:extLst>
          </p:cNvPr>
          <p:cNvSpPr txBox="1">
            <a:spLocks noChangeArrowheads="1"/>
          </p:cNvSpPr>
          <p:nvPr/>
        </p:nvSpPr>
        <p:spPr bwMode="auto">
          <a:xfrm>
            <a:off x="2227263" y="692150"/>
            <a:ext cx="10080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sz="1600">
                <a:solidFill>
                  <a:srgbClr val="CC0000"/>
                </a:solidFill>
              </a:rPr>
              <a:t>message</a:t>
            </a:r>
          </a:p>
        </p:txBody>
      </p:sp>
      <p:grpSp>
        <p:nvGrpSpPr>
          <p:cNvPr id="17" name="Group 175">
            <a:extLst>
              <a:ext uri="{FF2B5EF4-FFF2-40B4-BE49-F238E27FC236}">
                <a16:creationId xmlns:a16="http://schemas.microsoft.com/office/drawing/2014/main" id="{301D5BAB-D469-4280-8D6A-AA964759227D}"/>
              </a:ext>
            </a:extLst>
          </p:cNvPr>
          <p:cNvGrpSpPr>
            <a:grpSpLocks/>
          </p:cNvGrpSpPr>
          <p:nvPr/>
        </p:nvGrpSpPr>
        <p:grpSpPr bwMode="auto">
          <a:xfrm>
            <a:off x="3287713" y="719139"/>
            <a:ext cx="679450" cy="301625"/>
            <a:chOff x="780" y="1553"/>
            <a:chExt cx="428" cy="190"/>
          </a:xfrm>
        </p:grpSpPr>
        <p:sp>
          <p:nvSpPr>
            <p:cNvPr id="70721" name="Rectangle 176">
              <a:extLst>
                <a:ext uri="{FF2B5EF4-FFF2-40B4-BE49-F238E27FC236}">
                  <a16:creationId xmlns:a16="http://schemas.microsoft.com/office/drawing/2014/main" id="{BAADF59F-DB65-492B-958F-1D5D3303A6D3}"/>
                </a:ext>
              </a:extLst>
            </p:cNvPr>
            <p:cNvSpPr>
              <a:spLocks noChangeArrowheads="1"/>
            </p:cNvSpPr>
            <p:nvPr/>
          </p:nvSpPr>
          <p:spPr bwMode="auto">
            <a:xfrm>
              <a:off x="817" y="1569"/>
              <a:ext cx="312" cy="162"/>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70722" name="Rectangle 177">
              <a:extLst>
                <a:ext uri="{FF2B5EF4-FFF2-40B4-BE49-F238E27FC236}">
                  <a16:creationId xmlns:a16="http://schemas.microsoft.com/office/drawing/2014/main" id="{0DCEC5EE-3DD6-4FFD-9152-107CA8782A06}"/>
                </a:ext>
              </a:extLst>
            </p:cNvPr>
            <p:cNvSpPr>
              <a:spLocks noChangeArrowheads="1"/>
            </p:cNvSpPr>
            <p:nvPr/>
          </p:nvSpPr>
          <p:spPr bwMode="auto">
            <a:xfrm>
              <a:off x="780" y="1553"/>
              <a:ext cx="428"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r>
                <a:rPr lang="en-US" altLang="en-US" sz="1400"/>
                <a:t>M</a:t>
              </a:r>
            </a:p>
          </p:txBody>
        </p:sp>
      </p:grpSp>
      <p:grpSp>
        <p:nvGrpSpPr>
          <p:cNvPr id="18" name="Group 185">
            <a:extLst>
              <a:ext uri="{FF2B5EF4-FFF2-40B4-BE49-F238E27FC236}">
                <a16:creationId xmlns:a16="http://schemas.microsoft.com/office/drawing/2014/main" id="{A6476007-C6A5-48B2-B18B-59D6D1B8D42E}"/>
              </a:ext>
            </a:extLst>
          </p:cNvPr>
          <p:cNvGrpSpPr>
            <a:grpSpLocks/>
          </p:cNvGrpSpPr>
          <p:nvPr/>
        </p:nvGrpSpPr>
        <p:grpSpPr bwMode="auto">
          <a:xfrm>
            <a:off x="3052764" y="1039814"/>
            <a:ext cx="903287" cy="301625"/>
            <a:chOff x="1851" y="2046"/>
            <a:chExt cx="569" cy="190"/>
          </a:xfrm>
        </p:grpSpPr>
        <p:grpSp>
          <p:nvGrpSpPr>
            <p:cNvPr id="70715" name="Group 179">
              <a:extLst>
                <a:ext uri="{FF2B5EF4-FFF2-40B4-BE49-F238E27FC236}">
                  <a16:creationId xmlns:a16="http://schemas.microsoft.com/office/drawing/2014/main" id="{D2947FEA-C309-4E15-B827-9493180F737D}"/>
                </a:ext>
              </a:extLst>
            </p:cNvPr>
            <p:cNvGrpSpPr>
              <a:grpSpLocks/>
            </p:cNvGrpSpPr>
            <p:nvPr/>
          </p:nvGrpSpPr>
          <p:grpSpPr bwMode="auto">
            <a:xfrm>
              <a:off x="1851" y="2047"/>
              <a:ext cx="190" cy="184"/>
              <a:chOff x="1962" y="2058"/>
              <a:chExt cx="190" cy="184"/>
            </a:xfrm>
          </p:grpSpPr>
          <p:sp>
            <p:nvSpPr>
              <p:cNvPr id="70719" name="Rectangle 180">
                <a:extLst>
                  <a:ext uri="{FF2B5EF4-FFF2-40B4-BE49-F238E27FC236}">
                    <a16:creationId xmlns:a16="http://schemas.microsoft.com/office/drawing/2014/main" id="{0452FBA7-825E-4816-A2CD-149C59FA5BB2}"/>
                  </a:ext>
                </a:extLst>
              </p:cNvPr>
              <p:cNvSpPr>
                <a:spLocks noChangeArrowheads="1"/>
              </p:cNvSpPr>
              <p:nvPr/>
            </p:nvSpPr>
            <p:spPr bwMode="auto">
              <a:xfrm>
                <a:off x="1962" y="2075"/>
                <a:ext cx="177" cy="162"/>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70720" name="Rectangle 181">
                <a:extLst>
                  <a:ext uri="{FF2B5EF4-FFF2-40B4-BE49-F238E27FC236}">
                    <a16:creationId xmlns:a16="http://schemas.microsoft.com/office/drawing/2014/main" id="{508B4F59-27ED-4962-A41F-CE148BC96943}"/>
                  </a:ext>
                </a:extLst>
              </p:cNvPr>
              <p:cNvSpPr>
                <a:spLocks noChangeArrowheads="1"/>
              </p:cNvSpPr>
              <p:nvPr/>
            </p:nvSpPr>
            <p:spPr bwMode="auto">
              <a:xfrm>
                <a:off x="1965" y="2058"/>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r>
                  <a:rPr lang="en-US" altLang="en-US" sz="1400"/>
                  <a:t>H</a:t>
                </a:r>
                <a:r>
                  <a:rPr lang="en-US" altLang="en-US" sz="1800" baseline="-25000"/>
                  <a:t>t</a:t>
                </a:r>
              </a:p>
            </p:txBody>
          </p:sp>
        </p:grpSp>
        <p:grpSp>
          <p:nvGrpSpPr>
            <p:cNvPr id="70716" name="Group 182">
              <a:extLst>
                <a:ext uri="{FF2B5EF4-FFF2-40B4-BE49-F238E27FC236}">
                  <a16:creationId xmlns:a16="http://schemas.microsoft.com/office/drawing/2014/main" id="{F554B8DE-4806-4D16-AE56-2F014B01D997}"/>
                </a:ext>
              </a:extLst>
            </p:cNvPr>
            <p:cNvGrpSpPr>
              <a:grpSpLocks/>
            </p:cNvGrpSpPr>
            <p:nvPr/>
          </p:nvGrpSpPr>
          <p:grpSpPr bwMode="auto">
            <a:xfrm>
              <a:off x="1992" y="2046"/>
              <a:ext cx="428" cy="190"/>
              <a:chOff x="780" y="1553"/>
              <a:chExt cx="428" cy="190"/>
            </a:xfrm>
          </p:grpSpPr>
          <p:sp>
            <p:nvSpPr>
              <p:cNvPr id="70717" name="Rectangle 183">
                <a:extLst>
                  <a:ext uri="{FF2B5EF4-FFF2-40B4-BE49-F238E27FC236}">
                    <a16:creationId xmlns:a16="http://schemas.microsoft.com/office/drawing/2014/main" id="{C439C57C-E56B-463A-8EB0-C8C81B947125}"/>
                  </a:ext>
                </a:extLst>
              </p:cNvPr>
              <p:cNvSpPr>
                <a:spLocks noChangeArrowheads="1"/>
              </p:cNvSpPr>
              <p:nvPr/>
            </p:nvSpPr>
            <p:spPr bwMode="auto">
              <a:xfrm>
                <a:off x="817" y="1569"/>
                <a:ext cx="312" cy="162"/>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70718" name="Rectangle 184">
                <a:extLst>
                  <a:ext uri="{FF2B5EF4-FFF2-40B4-BE49-F238E27FC236}">
                    <a16:creationId xmlns:a16="http://schemas.microsoft.com/office/drawing/2014/main" id="{E4C6138E-5D85-417D-9B62-DB23614D0341}"/>
                  </a:ext>
                </a:extLst>
              </p:cNvPr>
              <p:cNvSpPr>
                <a:spLocks noChangeArrowheads="1"/>
              </p:cNvSpPr>
              <p:nvPr/>
            </p:nvSpPr>
            <p:spPr bwMode="auto">
              <a:xfrm>
                <a:off x="780" y="1553"/>
                <a:ext cx="428"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r>
                  <a:rPr lang="en-US" altLang="en-US" sz="1400"/>
                  <a:t>M</a:t>
                </a:r>
              </a:p>
            </p:txBody>
          </p:sp>
        </p:grpSp>
      </p:grpSp>
      <p:grpSp>
        <p:nvGrpSpPr>
          <p:cNvPr id="21" name="Group 187">
            <a:extLst>
              <a:ext uri="{FF2B5EF4-FFF2-40B4-BE49-F238E27FC236}">
                <a16:creationId xmlns:a16="http://schemas.microsoft.com/office/drawing/2014/main" id="{3BC219F2-DBB0-439C-AF3E-8D8DBAB07A06}"/>
              </a:ext>
            </a:extLst>
          </p:cNvPr>
          <p:cNvGrpSpPr>
            <a:grpSpLocks/>
          </p:cNvGrpSpPr>
          <p:nvPr/>
        </p:nvGrpSpPr>
        <p:grpSpPr bwMode="auto">
          <a:xfrm>
            <a:off x="2759076" y="1363663"/>
            <a:ext cx="301625" cy="292100"/>
            <a:chOff x="1962" y="2058"/>
            <a:chExt cx="190" cy="184"/>
          </a:xfrm>
        </p:grpSpPr>
        <p:sp>
          <p:nvSpPr>
            <p:cNvPr id="70713" name="Rectangle 188">
              <a:extLst>
                <a:ext uri="{FF2B5EF4-FFF2-40B4-BE49-F238E27FC236}">
                  <a16:creationId xmlns:a16="http://schemas.microsoft.com/office/drawing/2014/main" id="{513E1EBD-EA45-43FB-BEBE-C71DB0939D24}"/>
                </a:ext>
              </a:extLst>
            </p:cNvPr>
            <p:cNvSpPr>
              <a:spLocks noChangeArrowheads="1"/>
            </p:cNvSpPr>
            <p:nvPr/>
          </p:nvSpPr>
          <p:spPr bwMode="auto">
            <a:xfrm>
              <a:off x="1962" y="2075"/>
              <a:ext cx="177" cy="162"/>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70714" name="Rectangle 189">
              <a:extLst>
                <a:ext uri="{FF2B5EF4-FFF2-40B4-BE49-F238E27FC236}">
                  <a16:creationId xmlns:a16="http://schemas.microsoft.com/office/drawing/2014/main" id="{87FDC24F-DD0E-4FCD-9C40-ECB84BABBF98}"/>
                </a:ext>
              </a:extLst>
            </p:cNvPr>
            <p:cNvSpPr>
              <a:spLocks noChangeArrowheads="1"/>
            </p:cNvSpPr>
            <p:nvPr/>
          </p:nvSpPr>
          <p:spPr bwMode="auto">
            <a:xfrm>
              <a:off x="1965" y="2058"/>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r>
                <a:rPr lang="en-US" altLang="en-US" sz="1400"/>
                <a:t>H</a:t>
              </a:r>
              <a:r>
                <a:rPr lang="en-US" altLang="en-US" sz="1800" baseline="-25000"/>
                <a:t>n</a:t>
              </a:r>
            </a:p>
          </p:txBody>
        </p:sp>
      </p:grpSp>
      <p:sp>
        <p:nvSpPr>
          <p:cNvPr id="112647" name="Text Box 7">
            <a:extLst>
              <a:ext uri="{FF2B5EF4-FFF2-40B4-BE49-F238E27FC236}">
                <a16:creationId xmlns:a16="http://schemas.microsoft.com/office/drawing/2014/main" id="{4C6B03CC-E403-4184-8688-DEAF076CE6B5}"/>
              </a:ext>
            </a:extLst>
          </p:cNvPr>
          <p:cNvSpPr txBox="1">
            <a:spLocks noChangeArrowheads="1"/>
          </p:cNvSpPr>
          <p:nvPr/>
        </p:nvSpPr>
        <p:spPr bwMode="auto">
          <a:xfrm>
            <a:off x="1681163" y="1643063"/>
            <a:ext cx="7048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sz="1600">
                <a:solidFill>
                  <a:srgbClr val="CC0000"/>
                </a:solidFill>
              </a:rPr>
              <a:t>frame</a:t>
            </a:r>
          </a:p>
        </p:txBody>
      </p:sp>
      <p:grpSp>
        <p:nvGrpSpPr>
          <p:cNvPr id="70706" name="Group 187">
            <a:extLst>
              <a:ext uri="{FF2B5EF4-FFF2-40B4-BE49-F238E27FC236}">
                <a16:creationId xmlns:a16="http://schemas.microsoft.com/office/drawing/2014/main" id="{89C370D9-7E3E-414A-8C84-86B5F2D0D407}"/>
              </a:ext>
            </a:extLst>
          </p:cNvPr>
          <p:cNvGrpSpPr>
            <a:grpSpLocks/>
          </p:cNvGrpSpPr>
          <p:nvPr/>
        </p:nvGrpSpPr>
        <p:grpSpPr bwMode="auto">
          <a:xfrm flipH="1">
            <a:off x="4702176" y="4970464"/>
            <a:ext cx="803275" cy="771525"/>
            <a:chOff x="-44" y="1473"/>
            <a:chExt cx="981" cy="1105"/>
          </a:xfrm>
        </p:grpSpPr>
        <p:pic>
          <p:nvPicPr>
            <p:cNvPr id="70711" name="Picture 188" descr="desktop_computer_stylized_medium">
              <a:extLst>
                <a:ext uri="{FF2B5EF4-FFF2-40B4-BE49-F238E27FC236}">
                  <a16:creationId xmlns:a16="http://schemas.microsoft.com/office/drawing/2014/main" id="{1DD52C2F-2EE1-46E9-85CF-C5DC10771C7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712" name="Freeform 189">
              <a:extLst>
                <a:ext uri="{FF2B5EF4-FFF2-40B4-BE49-F238E27FC236}">
                  <a16:creationId xmlns:a16="http://schemas.microsoft.com/office/drawing/2014/main" id="{E3D89F66-E8F3-4691-81B3-A898808AE89F}"/>
                </a:ext>
              </a:extLst>
            </p:cNvPr>
            <p:cNvSpPr>
              <a:spLocks/>
            </p:cNvSpPr>
            <p:nvPr/>
          </p:nvSpPr>
          <p:spPr bwMode="auto">
            <a:xfrm flipH="1">
              <a:off x="374" y="1579"/>
              <a:ext cx="477" cy="506"/>
            </a:xfrm>
            <a:custGeom>
              <a:avLst/>
              <a:gdLst>
                <a:gd name="T0" fmla="*/ 0 w 356"/>
                <a:gd name="T1" fmla="*/ 0 h 368"/>
                <a:gd name="T2" fmla="*/ 77884 w 356"/>
                <a:gd name="T3" fmla="*/ 5996 h 368"/>
                <a:gd name="T4" fmla="*/ 92393 w 356"/>
                <a:gd name="T5" fmla="*/ 124961 h 368"/>
                <a:gd name="T6" fmla="*/ 20362 w 356"/>
                <a:gd name="T7" fmla="*/ 15627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grpSp>
        <p:nvGrpSpPr>
          <p:cNvPr id="70707" name="Group 190">
            <a:extLst>
              <a:ext uri="{FF2B5EF4-FFF2-40B4-BE49-F238E27FC236}">
                <a16:creationId xmlns:a16="http://schemas.microsoft.com/office/drawing/2014/main" id="{E1EB2E9B-AF32-4F49-A7E7-1E42963C6871}"/>
              </a:ext>
            </a:extLst>
          </p:cNvPr>
          <p:cNvGrpSpPr>
            <a:grpSpLocks/>
          </p:cNvGrpSpPr>
          <p:nvPr/>
        </p:nvGrpSpPr>
        <p:grpSpPr bwMode="auto">
          <a:xfrm flipH="1">
            <a:off x="5664201" y="1087439"/>
            <a:ext cx="803275" cy="771525"/>
            <a:chOff x="-44" y="1473"/>
            <a:chExt cx="981" cy="1105"/>
          </a:xfrm>
        </p:grpSpPr>
        <p:pic>
          <p:nvPicPr>
            <p:cNvPr id="70709" name="Picture 191" descr="desktop_computer_stylized_medium">
              <a:extLst>
                <a:ext uri="{FF2B5EF4-FFF2-40B4-BE49-F238E27FC236}">
                  <a16:creationId xmlns:a16="http://schemas.microsoft.com/office/drawing/2014/main" id="{93DF1520-BEA3-4B6A-9C4C-83DB86CBAA9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710" name="Freeform 192">
              <a:extLst>
                <a:ext uri="{FF2B5EF4-FFF2-40B4-BE49-F238E27FC236}">
                  <a16:creationId xmlns:a16="http://schemas.microsoft.com/office/drawing/2014/main" id="{2516A574-176F-4896-97A0-25DEF9684DBD}"/>
                </a:ext>
              </a:extLst>
            </p:cNvPr>
            <p:cNvSpPr>
              <a:spLocks/>
            </p:cNvSpPr>
            <p:nvPr/>
          </p:nvSpPr>
          <p:spPr bwMode="auto">
            <a:xfrm flipH="1">
              <a:off x="374" y="1579"/>
              <a:ext cx="477" cy="506"/>
            </a:xfrm>
            <a:custGeom>
              <a:avLst/>
              <a:gdLst>
                <a:gd name="T0" fmla="*/ 0 w 356"/>
                <a:gd name="T1" fmla="*/ 0 h 368"/>
                <a:gd name="T2" fmla="*/ 77884 w 356"/>
                <a:gd name="T3" fmla="*/ 5996 h 368"/>
                <a:gd name="T4" fmla="*/ 92393 w 356"/>
                <a:gd name="T5" fmla="*/ 124961 h 368"/>
                <a:gd name="T6" fmla="*/ 20362 w 356"/>
                <a:gd name="T7" fmla="*/ 15627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spTree>
    <p:extLst>
      <p:ext uri="{BB962C8B-B14F-4D97-AF65-F5344CB8AC3E}">
        <p14:creationId xmlns:p14="http://schemas.microsoft.com/office/powerpoint/2010/main" val="30802237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path" presetSubtype="0" accel="50000" decel="50000" fill="hold" nodeType="clickEffect">
                                  <p:stCondLst>
                                    <p:cond delay="0"/>
                                  </p:stCondLst>
                                  <p:childTnLst>
                                    <p:animMotion origin="layout" path="M -4.72222E-6 -0.0037 L -4.72222E-6 0.04584 " pathEditMode="relative" rAng="0" ptsTypes="AA">
                                      <p:cBhvr>
                                        <p:cTn id="6" dur="2000" fill="hold"/>
                                        <p:tgtEl>
                                          <p:spTgt spid="17"/>
                                        </p:tgtEl>
                                        <p:attrNameLst>
                                          <p:attrName>ppt_x</p:attrName>
                                          <p:attrName>ppt_y</p:attrName>
                                        </p:attrNameLst>
                                      </p:cBhvr>
                                      <p:rCtr x="0" y="2477"/>
                                    </p:animMotion>
                                  </p:childTnLst>
                                </p:cTn>
                              </p:par>
                              <p:par>
                                <p:cTn id="7" presetID="10" presetClass="exit" presetSubtype="0" fill="hold" grpId="0" nodeType="withEffect">
                                  <p:stCondLst>
                                    <p:cond delay="0"/>
                                  </p:stCondLst>
                                  <p:childTnLst>
                                    <p:animEffect transition="out" filter="fade">
                                      <p:cBhvr>
                                        <p:cTn id="8" dur="2000"/>
                                        <p:tgtEl>
                                          <p:spTgt spid="112814"/>
                                        </p:tgtEl>
                                      </p:cBhvr>
                                    </p:animEffect>
                                    <p:set>
                                      <p:cBhvr>
                                        <p:cTn id="9" dur="1" fill="hold">
                                          <p:stCondLst>
                                            <p:cond delay="1999"/>
                                          </p:stCondLst>
                                        </p:cTn>
                                        <p:tgtEl>
                                          <p:spTgt spid="112814"/>
                                        </p:tgtEl>
                                        <p:attrNameLst>
                                          <p:attrName>style.visibility</p:attrName>
                                        </p:attrNameLst>
                                      </p:cBhvr>
                                      <p:to>
                                        <p:strVal val="hidden"/>
                                      </p:to>
                                    </p:set>
                                  </p:childTnLst>
                                </p:cTn>
                              </p:par>
                            </p:childTnLst>
                          </p:cTn>
                        </p:par>
                      </p:childTnLst>
                    </p:cTn>
                  </p:par>
                  <p:par>
                    <p:cTn id="10" fill="hold" nodeType="clickPar">
                      <p:stCondLst>
                        <p:cond delay="indefinite"/>
                      </p:stCondLst>
                      <p:childTnLst>
                        <p:par>
                          <p:cTn id="11" fill="hold" nodeType="withGroup">
                            <p:stCondLst>
                              <p:cond delay="0"/>
                            </p:stCondLst>
                            <p:childTnLst>
                              <p:par>
                                <p:cTn id="12" presetID="1" presetClass="entr" presetSubtype="0"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112645"/>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xit" presetSubtype="0" fill="hold" nodeType="clickEffect">
                                  <p:stCondLst>
                                    <p:cond delay="0"/>
                                  </p:stCondLst>
                                  <p:childTnLst>
                                    <p:set>
                                      <p:cBhvr>
                                        <p:cTn id="19" dur="1" fill="hold">
                                          <p:stCondLst>
                                            <p:cond delay="0"/>
                                          </p:stCondLst>
                                        </p:cTn>
                                        <p:tgtEl>
                                          <p:spTgt spid="17"/>
                                        </p:tgtEl>
                                        <p:attrNameLst>
                                          <p:attrName>style.visibility</p:attrName>
                                        </p:attrNameLst>
                                      </p:cBhvr>
                                      <p:to>
                                        <p:strVal val="hidden"/>
                                      </p:to>
                                    </p:set>
                                  </p:childTnLst>
                                </p:cTn>
                              </p:par>
                              <p:par>
                                <p:cTn id="20" presetID="1" presetClass="exit" presetSubtype="0" fill="hold" nodeType="withEffect">
                                  <p:stCondLst>
                                    <p:cond delay="0"/>
                                  </p:stCondLst>
                                  <p:childTnLst>
                                    <p:set>
                                      <p:cBhvr>
                                        <p:cTn id="21" dur="1" fill="hold">
                                          <p:stCondLst>
                                            <p:cond delay="0"/>
                                          </p:stCondLst>
                                        </p:cTn>
                                        <p:tgtEl>
                                          <p:spTgt spid="6"/>
                                        </p:tgtEl>
                                        <p:attrNameLst>
                                          <p:attrName>style.visibility</p:attrName>
                                        </p:attrNameLst>
                                      </p:cBhvr>
                                      <p:to>
                                        <p:strVal val="hidden"/>
                                      </p:to>
                                    </p:set>
                                  </p:childTnLst>
                                </p:cTn>
                              </p:par>
                              <p:par>
                                <p:cTn id="22" presetID="1" presetClass="exit" presetSubtype="0" fill="hold" grpId="1" nodeType="withEffect">
                                  <p:stCondLst>
                                    <p:cond delay="0"/>
                                  </p:stCondLst>
                                  <p:childTnLst>
                                    <p:set>
                                      <p:cBhvr>
                                        <p:cTn id="23" dur="1" fill="hold">
                                          <p:stCondLst>
                                            <p:cond delay="0"/>
                                          </p:stCondLst>
                                        </p:cTn>
                                        <p:tgtEl>
                                          <p:spTgt spid="112645"/>
                                        </p:tgtEl>
                                        <p:attrNameLst>
                                          <p:attrName>style.visibility</p:attrName>
                                        </p:attrNameLst>
                                      </p:cBhvr>
                                      <p:to>
                                        <p:strVal val="hidden"/>
                                      </p:to>
                                    </p:set>
                                  </p:childTnLst>
                                </p:cTn>
                              </p:par>
                              <p:par>
                                <p:cTn id="24" presetID="1" presetClass="entr" presetSubtype="0" fill="hold" nodeType="withEffect">
                                  <p:stCondLst>
                                    <p:cond delay="0"/>
                                  </p:stCondLst>
                                  <p:childTnLst>
                                    <p:set>
                                      <p:cBhvr>
                                        <p:cTn id="25" dur="1" fill="hold">
                                          <p:stCondLst>
                                            <p:cond delay="0"/>
                                          </p:stCondLst>
                                        </p:cTn>
                                        <p:tgtEl>
                                          <p:spTgt spid="18"/>
                                        </p:tgtEl>
                                        <p:attrNameLst>
                                          <p:attrName>style.visibility</p:attrName>
                                        </p:attrNameLst>
                                      </p:cBhvr>
                                      <p:to>
                                        <p:strVal val="visible"/>
                                      </p:to>
                                    </p:set>
                                  </p:childTnLst>
                                </p:cTn>
                              </p:par>
                            </p:childTnLst>
                          </p:cTn>
                        </p:par>
                        <p:par>
                          <p:cTn id="26" fill="hold" nodeType="afterGroup">
                            <p:stCondLst>
                              <p:cond delay="0"/>
                            </p:stCondLst>
                            <p:childTnLst>
                              <p:par>
                                <p:cTn id="27" presetID="42" presetClass="path" presetSubtype="0" accel="50000" decel="50000" fill="hold" nodeType="afterEffect">
                                  <p:stCondLst>
                                    <p:cond delay="0"/>
                                  </p:stCondLst>
                                  <p:childTnLst>
                                    <p:animMotion origin="layout" path="M -3.05556E-6 -0.00926 L -3.05556E-6 0.04792 " pathEditMode="relative" rAng="0" ptsTypes="AA">
                                      <p:cBhvr>
                                        <p:cTn id="28" dur="2000" fill="hold"/>
                                        <p:tgtEl>
                                          <p:spTgt spid="18"/>
                                        </p:tgtEl>
                                        <p:attrNameLst>
                                          <p:attrName>ppt_x</p:attrName>
                                          <p:attrName>ppt_y</p:attrName>
                                        </p:attrNameLst>
                                      </p:cBhvr>
                                      <p:rCtr x="0" y="2847"/>
                                    </p:animMotion>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nodeType="click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12644"/>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xit" presetSubtype="0" fill="hold" nodeType="clickEffect">
                                  <p:stCondLst>
                                    <p:cond delay="0"/>
                                  </p:stCondLst>
                                  <p:childTnLst>
                                    <p:set>
                                      <p:cBhvr>
                                        <p:cTn id="38" dur="1" fill="hold">
                                          <p:stCondLst>
                                            <p:cond delay="0"/>
                                          </p:stCondLst>
                                        </p:cTn>
                                        <p:tgtEl>
                                          <p:spTgt spid="18"/>
                                        </p:tgtEl>
                                        <p:attrNameLst>
                                          <p:attrName>style.visibility</p:attrName>
                                        </p:attrNameLst>
                                      </p:cBhvr>
                                      <p:to>
                                        <p:strVal val="hidden"/>
                                      </p:to>
                                    </p:set>
                                  </p:childTnLst>
                                </p:cTn>
                              </p:par>
                              <p:par>
                                <p:cTn id="39" presetID="1" presetClass="exit" presetSubtype="0" fill="hold" nodeType="withEffect">
                                  <p:stCondLst>
                                    <p:cond delay="0"/>
                                  </p:stCondLst>
                                  <p:childTnLst>
                                    <p:set>
                                      <p:cBhvr>
                                        <p:cTn id="40" dur="1" fill="hold">
                                          <p:stCondLst>
                                            <p:cond delay="0"/>
                                          </p:stCondLst>
                                        </p:cTn>
                                        <p:tgtEl>
                                          <p:spTgt spid="21"/>
                                        </p:tgtEl>
                                        <p:attrNameLst>
                                          <p:attrName>style.visibility</p:attrName>
                                        </p:attrNameLst>
                                      </p:cBhvr>
                                      <p:to>
                                        <p:strVal val="hidden"/>
                                      </p:to>
                                    </p:set>
                                  </p:childTnLst>
                                </p:cTn>
                              </p:par>
                              <p:par>
                                <p:cTn id="41" presetID="1" presetClass="exit" presetSubtype="0" fill="hold" grpId="1" nodeType="withEffect">
                                  <p:stCondLst>
                                    <p:cond delay="0"/>
                                  </p:stCondLst>
                                  <p:childTnLst>
                                    <p:set>
                                      <p:cBhvr>
                                        <p:cTn id="42" dur="1" fill="hold">
                                          <p:stCondLst>
                                            <p:cond delay="0"/>
                                          </p:stCondLst>
                                        </p:cTn>
                                        <p:tgtEl>
                                          <p:spTgt spid="112644"/>
                                        </p:tgtEl>
                                        <p:attrNameLst>
                                          <p:attrName>style.visibility</p:attrName>
                                        </p:attrNameLst>
                                      </p:cBhvr>
                                      <p:to>
                                        <p:strVal val="hidden"/>
                                      </p:to>
                                    </p:set>
                                  </p:childTnLst>
                                </p:cTn>
                              </p:par>
                              <p:par>
                                <p:cTn id="43" presetID="1" presetClass="entr" presetSubtype="0" fill="hold" nodeType="withEffect">
                                  <p:stCondLst>
                                    <p:cond delay="0"/>
                                  </p:stCondLst>
                                  <p:childTnLst>
                                    <p:set>
                                      <p:cBhvr>
                                        <p:cTn id="44" dur="1" fill="hold">
                                          <p:stCondLst>
                                            <p:cond delay="0"/>
                                          </p:stCondLst>
                                        </p:cTn>
                                        <p:tgtEl>
                                          <p:spTgt spid="5"/>
                                        </p:tgtEl>
                                        <p:attrNameLst>
                                          <p:attrName>style.visibility</p:attrName>
                                        </p:attrNameLst>
                                      </p:cBhvr>
                                      <p:to>
                                        <p:strVal val="visible"/>
                                      </p:to>
                                    </p:set>
                                  </p:childTnLst>
                                </p:cTn>
                              </p:par>
                              <p:par>
                                <p:cTn id="45" presetID="42" presetClass="path" presetSubtype="0" accel="50000" decel="50000" fill="hold" nodeType="withEffect">
                                  <p:stCondLst>
                                    <p:cond delay="0"/>
                                  </p:stCondLst>
                                  <p:childTnLst>
                                    <p:animMotion origin="layout" path="M -3.05556E-6 2.22222E-6 L -3.05556E-6 0.04213 " pathEditMode="relative" rAng="0" ptsTypes="AA">
                                      <p:cBhvr>
                                        <p:cTn id="46" dur="2000" fill="hold"/>
                                        <p:tgtEl>
                                          <p:spTgt spid="5"/>
                                        </p:tgtEl>
                                        <p:attrNameLst>
                                          <p:attrName>ppt_x</p:attrName>
                                          <p:attrName>ppt_y</p:attrName>
                                        </p:attrNameLst>
                                      </p:cBhvr>
                                      <p:rCtr x="0" y="2106"/>
                                    </p:animMotion>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nodeType="clickEffect">
                                  <p:stCondLst>
                                    <p:cond delay="0"/>
                                  </p:stCondLst>
                                  <p:childTnLst>
                                    <p:set>
                                      <p:cBhvr>
                                        <p:cTn id="50" dur="1" fill="hold">
                                          <p:stCondLst>
                                            <p:cond delay="0"/>
                                          </p:stCondLst>
                                        </p:cTn>
                                        <p:tgtEl>
                                          <p:spTgt spid="16"/>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12647"/>
                                        </p:tgtEl>
                                        <p:attrNameLst>
                                          <p:attrName>style.visibility</p:attrName>
                                        </p:attrNameLst>
                                      </p:cBhvr>
                                      <p:to>
                                        <p:strVal val="visible"/>
                                      </p:to>
                                    </p:set>
                                  </p:childTnLst>
                                </p:cTn>
                              </p:par>
                            </p:childTnLst>
                          </p:cTn>
                        </p:par>
                      </p:childTnLst>
                    </p:cTn>
                  </p:par>
                  <p:par>
                    <p:cTn id="53" fill="hold" nodeType="clickPar">
                      <p:stCondLst>
                        <p:cond delay="indefinite"/>
                      </p:stCondLst>
                      <p:childTnLst>
                        <p:par>
                          <p:cTn id="54" fill="hold" nodeType="withGroup">
                            <p:stCondLst>
                              <p:cond delay="0"/>
                            </p:stCondLst>
                            <p:childTnLst>
                              <p:par>
                                <p:cTn id="55" presetID="1" presetClass="exit" presetSubtype="0" fill="hold" nodeType="clickEffect">
                                  <p:stCondLst>
                                    <p:cond delay="0"/>
                                  </p:stCondLst>
                                  <p:childTnLst>
                                    <p:set>
                                      <p:cBhvr>
                                        <p:cTn id="56" dur="1" fill="hold">
                                          <p:stCondLst>
                                            <p:cond delay="0"/>
                                          </p:stCondLst>
                                        </p:cTn>
                                        <p:tgtEl>
                                          <p:spTgt spid="5"/>
                                        </p:tgtEl>
                                        <p:attrNameLst>
                                          <p:attrName>style.visibility</p:attrName>
                                        </p:attrNameLst>
                                      </p:cBhvr>
                                      <p:to>
                                        <p:strVal val="hidden"/>
                                      </p:to>
                                    </p:set>
                                  </p:childTnLst>
                                </p:cTn>
                              </p:par>
                              <p:par>
                                <p:cTn id="57" presetID="1" presetClass="exit" presetSubtype="0" fill="hold" grpId="1" nodeType="withEffect">
                                  <p:stCondLst>
                                    <p:cond delay="0"/>
                                  </p:stCondLst>
                                  <p:childTnLst>
                                    <p:set>
                                      <p:cBhvr>
                                        <p:cTn id="58" dur="1" fill="hold">
                                          <p:stCondLst>
                                            <p:cond delay="0"/>
                                          </p:stCondLst>
                                        </p:cTn>
                                        <p:tgtEl>
                                          <p:spTgt spid="112647"/>
                                        </p:tgtEl>
                                        <p:attrNameLst>
                                          <p:attrName>style.visibility</p:attrName>
                                        </p:attrNameLst>
                                      </p:cBhvr>
                                      <p:to>
                                        <p:strVal val="hidden"/>
                                      </p:to>
                                    </p:set>
                                  </p:childTnLst>
                                </p:cTn>
                              </p:par>
                            </p:childTnLst>
                          </p:cTn>
                        </p:par>
                        <p:par>
                          <p:cTn id="59" fill="hold" nodeType="afterGroup">
                            <p:stCondLst>
                              <p:cond delay="0"/>
                            </p:stCondLst>
                            <p:childTnLst>
                              <p:par>
                                <p:cTn id="60" presetID="0" presetClass="path" presetSubtype="0" accel="50000" decel="50000" fill="hold" nodeType="afterEffect">
                                  <p:stCondLst>
                                    <p:cond delay="0"/>
                                  </p:stCondLst>
                                  <p:childTnLst>
                                    <p:animMotion origin="layout" path="M 3.05556E-6 -4.81481E-6 L 3.05556E-6 0.13889 L 0.40295 0.13889 L 0.40295 0.09885 L 0.57152 0.10093 L 0.57152 0.57709 L 0.66371 0.50857 L 0.66371 0.42848 " pathEditMode="relative" rAng="0" ptsTypes="AAAAAAAA">
                                      <p:cBhvr>
                                        <p:cTn id="61" dur="3000" fill="hold"/>
                                        <p:tgtEl>
                                          <p:spTgt spid="16"/>
                                        </p:tgtEl>
                                        <p:attrNameLst>
                                          <p:attrName>ppt_x</p:attrName>
                                          <p:attrName>ppt_y</p:attrName>
                                        </p:attrNameLst>
                                      </p:cBhvr>
                                      <p:rCtr x="33177" y="28843"/>
                                    </p:animMotion>
                                  </p:childTnLst>
                                </p:cTn>
                              </p:par>
                            </p:childTnLst>
                          </p:cTn>
                        </p:par>
                      </p:childTnLst>
                    </p:cTn>
                  </p:par>
                  <p:par>
                    <p:cTn id="62" fill="hold" nodeType="clickPar">
                      <p:stCondLst>
                        <p:cond delay="indefinite"/>
                      </p:stCondLst>
                      <p:childTnLst>
                        <p:par>
                          <p:cTn id="63" fill="hold" nodeType="withGroup">
                            <p:stCondLst>
                              <p:cond delay="0"/>
                            </p:stCondLst>
                            <p:childTnLst>
                              <p:par>
                                <p:cTn id="64" presetID="1" presetClass="exit" presetSubtype="0" fill="hold" nodeType="clickEffect">
                                  <p:stCondLst>
                                    <p:cond delay="0"/>
                                  </p:stCondLst>
                                  <p:childTnLst>
                                    <p:set>
                                      <p:cBhvr>
                                        <p:cTn id="65" dur="1" fill="hold">
                                          <p:stCondLst>
                                            <p:cond delay="0"/>
                                          </p:stCondLst>
                                        </p:cTn>
                                        <p:tgtEl>
                                          <p:spTgt spid="16"/>
                                        </p:tgtEl>
                                        <p:attrNameLst>
                                          <p:attrName>style.visibility</p:attrName>
                                        </p:attrNameLst>
                                      </p:cBhvr>
                                      <p:to>
                                        <p:strVal val="hidden"/>
                                      </p:to>
                                    </p:set>
                                  </p:childTnLst>
                                </p:cTn>
                              </p:par>
                              <p:par>
                                <p:cTn id="66" presetID="1" presetClass="entr" presetSubtype="0" fill="hold" nodeType="withEffect">
                                  <p:stCondLst>
                                    <p:cond delay="0"/>
                                  </p:stCondLst>
                                  <p:childTnLst>
                                    <p:set>
                                      <p:cBhvr>
                                        <p:cTn id="67" dur="1" fill="hold">
                                          <p:stCondLst>
                                            <p:cond delay="0"/>
                                          </p:stCondLst>
                                        </p:cTn>
                                        <p:tgtEl>
                                          <p:spTgt spid="15"/>
                                        </p:tgtEl>
                                        <p:attrNameLst>
                                          <p:attrName>style.visibility</p:attrName>
                                        </p:attrNameLst>
                                      </p:cBhvr>
                                      <p:to>
                                        <p:strVal val="visible"/>
                                      </p:to>
                                    </p:set>
                                  </p:childTnLst>
                                </p:cTn>
                              </p:par>
                            </p:childTnLst>
                          </p:cTn>
                        </p:par>
                      </p:childTnLst>
                    </p:cTn>
                  </p:par>
                  <p:par>
                    <p:cTn id="68" fill="hold" nodeType="clickPar">
                      <p:stCondLst>
                        <p:cond delay="indefinite"/>
                      </p:stCondLst>
                      <p:childTnLst>
                        <p:par>
                          <p:cTn id="69" fill="hold" nodeType="withGroup">
                            <p:stCondLst>
                              <p:cond delay="0"/>
                            </p:stCondLst>
                            <p:childTnLst>
                              <p:par>
                                <p:cTn id="70" presetID="64" presetClass="path" presetSubtype="0" accel="50000" decel="50000" fill="hold" nodeType="clickEffect">
                                  <p:stCondLst>
                                    <p:cond delay="0"/>
                                  </p:stCondLst>
                                  <p:childTnLst>
                                    <p:animMotion origin="layout" path="M 0.00156 -0.00046 L 0.00156 -0.04815 " pathEditMode="relative" rAng="0" ptsTypes="AA">
                                      <p:cBhvr>
                                        <p:cTn id="71" dur="2000" fill="hold"/>
                                        <p:tgtEl>
                                          <p:spTgt spid="15"/>
                                        </p:tgtEl>
                                        <p:attrNameLst>
                                          <p:attrName>ppt_x</p:attrName>
                                          <p:attrName>ppt_y</p:attrName>
                                        </p:attrNameLst>
                                      </p:cBhvr>
                                      <p:rCtr x="0" y="-238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45" grpId="0"/>
      <p:bldP spid="112645" grpId="1"/>
      <p:bldP spid="112644" grpId="0"/>
      <p:bldP spid="112644" grpId="1"/>
      <p:bldP spid="112814" grpId="0"/>
      <p:bldP spid="112647" grpId="0"/>
      <p:bldP spid="112647" grpId="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AB8B6DFF-D99D-4087-9153-B8186BE83669}"/>
              </a:ext>
            </a:extLst>
          </p:cNvPr>
          <p:cNvSpPr>
            <a:spLocks noGrp="1"/>
          </p:cNvSpPr>
          <p:nvPr>
            <p:ph type="title"/>
          </p:nvPr>
        </p:nvSpPr>
        <p:spPr/>
        <p:txBody>
          <a:bodyPr/>
          <a:lstStyle/>
          <a:p>
            <a:endParaRPr lang="en-US" dirty="0"/>
          </a:p>
        </p:txBody>
      </p:sp>
      <p:pic>
        <p:nvPicPr>
          <p:cNvPr id="6" name="Hình ảnh 5" descr="Ảnh có chứa ảnh chụp màn hình&#10;&#10;Mô tả được tạo với mức tin cậy rất cao">
            <a:extLst>
              <a:ext uri="{FF2B5EF4-FFF2-40B4-BE49-F238E27FC236}">
                <a16:creationId xmlns:a16="http://schemas.microsoft.com/office/drawing/2014/main" id="{D1F4F08D-9BB8-4907-B4F8-4E12F46D05D0}"/>
              </a:ext>
            </a:extLst>
          </p:cNvPr>
          <p:cNvPicPr>
            <a:picLocks noChangeAspect="1"/>
          </p:cNvPicPr>
          <p:nvPr/>
        </p:nvPicPr>
        <p:blipFill>
          <a:blip r:embed="rId2"/>
          <a:stretch>
            <a:fillRect/>
          </a:stretch>
        </p:blipFill>
        <p:spPr>
          <a:xfrm>
            <a:off x="1071791" y="332943"/>
            <a:ext cx="9745435" cy="6192114"/>
          </a:xfrm>
          <a:prstGeom prst="rect">
            <a:avLst/>
          </a:prstGeom>
        </p:spPr>
      </p:pic>
    </p:spTree>
    <p:extLst>
      <p:ext uri="{BB962C8B-B14F-4D97-AF65-F5344CB8AC3E}">
        <p14:creationId xmlns:p14="http://schemas.microsoft.com/office/powerpoint/2010/main" val="37606218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ame 3"/>
          <p:cNvSpPr/>
          <p:nvPr/>
        </p:nvSpPr>
        <p:spPr>
          <a:xfrm>
            <a:off x="75302" y="74294"/>
            <a:ext cx="11984019" cy="2076226"/>
          </a:xfrm>
          <a:prstGeom prst="frame">
            <a:avLst>
              <a:gd name="adj1" fmla="val 3135"/>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solidFill>
                  <a:schemeClr val="tx1"/>
                </a:solidFill>
              </a:rPr>
              <a:t>Routers </a:t>
            </a:r>
            <a:r>
              <a:rPr lang="en-US" sz="2800" b="1" dirty="0" err="1">
                <a:solidFill>
                  <a:schemeClr val="tx1"/>
                </a:solidFill>
              </a:rPr>
              <a:t>làm</a:t>
            </a:r>
            <a:r>
              <a:rPr lang="en-US" sz="2800" b="1" dirty="0">
                <a:solidFill>
                  <a:schemeClr val="tx1"/>
                </a:solidFill>
              </a:rPr>
              <a:t> </a:t>
            </a:r>
            <a:r>
              <a:rPr lang="en-US" sz="2800" b="1" dirty="0" err="1">
                <a:solidFill>
                  <a:schemeClr val="tx1"/>
                </a:solidFill>
              </a:rPr>
              <a:t>việc</a:t>
            </a:r>
            <a:r>
              <a:rPr lang="en-US" sz="2800" b="1" dirty="0">
                <a:solidFill>
                  <a:schemeClr val="tx1"/>
                </a:solidFill>
              </a:rPr>
              <a:t> ở </a:t>
            </a:r>
            <a:r>
              <a:rPr lang="en-US" sz="2800" b="1" dirty="0" err="1">
                <a:solidFill>
                  <a:schemeClr val="tx1"/>
                </a:solidFill>
              </a:rPr>
              <a:t>lớp</a:t>
            </a:r>
            <a:r>
              <a:rPr lang="en-US" sz="2800" b="1" dirty="0">
                <a:solidFill>
                  <a:schemeClr val="tx1"/>
                </a:solidFill>
              </a:rPr>
              <a:t> </a:t>
            </a:r>
            <a:r>
              <a:rPr lang="en-US" sz="2800" b="1" dirty="0" err="1">
                <a:solidFill>
                  <a:schemeClr val="tx1"/>
                </a:solidFill>
              </a:rPr>
              <a:t>nào</a:t>
            </a:r>
            <a:r>
              <a:rPr lang="en-US" sz="2800" b="1" dirty="0">
                <a:solidFill>
                  <a:schemeClr val="tx1"/>
                </a:solidFill>
              </a:rPr>
              <a:t> </a:t>
            </a:r>
            <a:r>
              <a:rPr lang="en-US" sz="2800" b="1" dirty="0" err="1">
                <a:solidFill>
                  <a:schemeClr val="tx1"/>
                </a:solidFill>
              </a:rPr>
              <a:t>trong</a:t>
            </a:r>
            <a:r>
              <a:rPr lang="en-US" sz="2800" b="1" dirty="0">
                <a:solidFill>
                  <a:schemeClr val="tx1"/>
                </a:solidFill>
              </a:rPr>
              <a:t> </a:t>
            </a:r>
            <a:r>
              <a:rPr lang="en-US" sz="2800" b="1" dirty="0" err="1">
                <a:solidFill>
                  <a:schemeClr val="tx1"/>
                </a:solidFill>
              </a:rPr>
              <a:t>mô</a:t>
            </a:r>
            <a:r>
              <a:rPr lang="en-US" sz="2800" b="1" dirty="0">
                <a:solidFill>
                  <a:schemeClr val="tx1"/>
                </a:solidFill>
              </a:rPr>
              <a:t> </a:t>
            </a:r>
            <a:r>
              <a:rPr lang="en-US" sz="2800" b="1" dirty="0" err="1">
                <a:solidFill>
                  <a:schemeClr val="tx1"/>
                </a:solidFill>
              </a:rPr>
              <a:t>hình</a:t>
            </a:r>
            <a:r>
              <a:rPr lang="en-US" sz="2800" b="1" dirty="0">
                <a:solidFill>
                  <a:schemeClr val="tx1"/>
                </a:solidFill>
              </a:rPr>
              <a:t> </a:t>
            </a:r>
            <a:r>
              <a:rPr lang="en-US" sz="2800" b="1" dirty="0" err="1">
                <a:solidFill>
                  <a:schemeClr val="tx1"/>
                </a:solidFill>
              </a:rPr>
              <a:t>OSI</a:t>
            </a:r>
            <a:endParaRPr lang="en-US" sz="2800" b="1" dirty="0">
              <a:solidFill>
                <a:schemeClr val="tx1"/>
              </a:solidFill>
            </a:endParaRPr>
          </a:p>
        </p:txBody>
      </p:sp>
      <p:sp>
        <p:nvSpPr>
          <p:cNvPr id="8" name="Frame 7"/>
          <p:cNvSpPr/>
          <p:nvPr/>
        </p:nvSpPr>
        <p:spPr>
          <a:xfrm>
            <a:off x="75304" y="2506532"/>
            <a:ext cx="11984017" cy="968188"/>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Frame 11"/>
          <p:cNvSpPr/>
          <p:nvPr/>
        </p:nvSpPr>
        <p:spPr>
          <a:xfrm>
            <a:off x="75302" y="3580057"/>
            <a:ext cx="11984017" cy="968188"/>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Frame 12"/>
          <p:cNvSpPr/>
          <p:nvPr/>
        </p:nvSpPr>
        <p:spPr>
          <a:xfrm>
            <a:off x="75302" y="4652402"/>
            <a:ext cx="11984017" cy="968188"/>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Frame 13"/>
          <p:cNvSpPr/>
          <p:nvPr/>
        </p:nvSpPr>
        <p:spPr>
          <a:xfrm>
            <a:off x="75303" y="5749795"/>
            <a:ext cx="11984017" cy="968188"/>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2" name="Oval 21"/>
          <p:cNvSpPr/>
          <p:nvPr/>
        </p:nvSpPr>
        <p:spPr>
          <a:xfrm>
            <a:off x="189602" y="2590928"/>
            <a:ext cx="829575" cy="7993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A</a:t>
            </a:r>
          </a:p>
        </p:txBody>
      </p:sp>
      <p:sp>
        <p:nvSpPr>
          <p:cNvPr id="23" name="Oval 22"/>
          <p:cNvSpPr/>
          <p:nvPr/>
        </p:nvSpPr>
        <p:spPr>
          <a:xfrm>
            <a:off x="189600" y="5834191"/>
            <a:ext cx="829575" cy="7993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D</a:t>
            </a:r>
          </a:p>
        </p:txBody>
      </p:sp>
      <p:sp>
        <p:nvSpPr>
          <p:cNvPr id="24" name="Oval 23"/>
          <p:cNvSpPr/>
          <p:nvPr/>
        </p:nvSpPr>
        <p:spPr>
          <a:xfrm>
            <a:off x="189599" y="4736798"/>
            <a:ext cx="829575" cy="7993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C</a:t>
            </a:r>
          </a:p>
        </p:txBody>
      </p:sp>
      <p:sp>
        <p:nvSpPr>
          <p:cNvPr id="25" name="Oval 24"/>
          <p:cNvSpPr/>
          <p:nvPr/>
        </p:nvSpPr>
        <p:spPr>
          <a:xfrm>
            <a:off x="189599" y="3664453"/>
            <a:ext cx="829575" cy="7993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B</a:t>
            </a:r>
          </a:p>
        </p:txBody>
      </p:sp>
      <p:sp>
        <p:nvSpPr>
          <p:cNvPr id="2" name="TextBox 1"/>
          <p:cNvSpPr txBox="1"/>
          <p:nvPr/>
        </p:nvSpPr>
        <p:spPr>
          <a:xfrm>
            <a:off x="1133471" y="3884631"/>
            <a:ext cx="10572750" cy="369332"/>
          </a:xfrm>
          <a:prstGeom prst="rect">
            <a:avLst/>
          </a:prstGeom>
          <a:noFill/>
        </p:spPr>
        <p:txBody>
          <a:bodyPr wrap="square" rtlCol="0">
            <a:spAutoFit/>
          </a:bodyPr>
          <a:lstStyle/>
          <a:p>
            <a:r>
              <a:rPr lang="en-US" dirty="0"/>
              <a:t>Layer 2</a:t>
            </a:r>
          </a:p>
        </p:txBody>
      </p:sp>
      <p:sp>
        <p:nvSpPr>
          <p:cNvPr id="15" name="TextBox 14"/>
          <p:cNvSpPr txBox="1"/>
          <p:nvPr/>
        </p:nvSpPr>
        <p:spPr>
          <a:xfrm>
            <a:off x="1133471" y="2805959"/>
            <a:ext cx="10572750" cy="369332"/>
          </a:xfrm>
          <a:prstGeom prst="rect">
            <a:avLst/>
          </a:prstGeom>
          <a:noFill/>
        </p:spPr>
        <p:txBody>
          <a:bodyPr wrap="square" rtlCol="0">
            <a:spAutoFit/>
          </a:bodyPr>
          <a:lstStyle/>
          <a:p>
            <a:r>
              <a:rPr lang="en-US" dirty="0"/>
              <a:t>Layer 1</a:t>
            </a:r>
          </a:p>
        </p:txBody>
      </p:sp>
      <p:sp>
        <p:nvSpPr>
          <p:cNvPr id="16" name="TextBox 15"/>
          <p:cNvSpPr txBox="1"/>
          <p:nvPr/>
        </p:nvSpPr>
        <p:spPr>
          <a:xfrm>
            <a:off x="1133471" y="4951829"/>
            <a:ext cx="10572750" cy="369332"/>
          </a:xfrm>
          <a:prstGeom prst="rect">
            <a:avLst/>
          </a:prstGeom>
          <a:noFill/>
        </p:spPr>
        <p:txBody>
          <a:bodyPr wrap="square" rtlCol="0">
            <a:spAutoFit/>
          </a:bodyPr>
          <a:lstStyle/>
          <a:p>
            <a:r>
              <a:rPr lang="en-US" dirty="0"/>
              <a:t>Layer 3</a:t>
            </a:r>
          </a:p>
        </p:txBody>
      </p:sp>
      <p:sp>
        <p:nvSpPr>
          <p:cNvPr id="17" name="TextBox 16"/>
          <p:cNvSpPr txBox="1"/>
          <p:nvPr/>
        </p:nvSpPr>
        <p:spPr>
          <a:xfrm>
            <a:off x="1133471" y="6068101"/>
            <a:ext cx="10572750" cy="369332"/>
          </a:xfrm>
          <a:prstGeom prst="rect">
            <a:avLst/>
          </a:prstGeom>
          <a:noFill/>
        </p:spPr>
        <p:txBody>
          <a:bodyPr wrap="square" rtlCol="0">
            <a:spAutoFit/>
          </a:bodyPr>
          <a:lstStyle/>
          <a:p>
            <a:r>
              <a:rPr lang="en-US" dirty="0"/>
              <a:t>Layer 4</a:t>
            </a:r>
          </a:p>
        </p:txBody>
      </p:sp>
      <p:sp>
        <p:nvSpPr>
          <p:cNvPr id="3" name="Tiêu đề 2">
            <a:extLst>
              <a:ext uri="{FF2B5EF4-FFF2-40B4-BE49-F238E27FC236}">
                <a16:creationId xmlns:a16="http://schemas.microsoft.com/office/drawing/2014/main" id="{705695C9-54A9-4D69-8023-EC91AF384F87}"/>
              </a:ext>
            </a:extLst>
          </p:cNvPr>
          <p:cNvSpPr>
            <a:spLocks noGrp="1"/>
          </p:cNvSpPr>
          <p:nvPr>
            <p:ph type="ctrTitle"/>
          </p:nvPr>
        </p:nvSpPr>
        <p:spPr/>
        <p:txBody>
          <a:bodyPr/>
          <a:lstStyle/>
          <a:p>
            <a:endParaRPr lang="en-US"/>
          </a:p>
        </p:txBody>
      </p:sp>
      <p:sp>
        <p:nvSpPr>
          <p:cNvPr id="5" name="Tiêu đề phụ 4">
            <a:extLst>
              <a:ext uri="{FF2B5EF4-FFF2-40B4-BE49-F238E27FC236}">
                <a16:creationId xmlns:a16="http://schemas.microsoft.com/office/drawing/2014/main" id="{E16B9695-466E-4CB8-93B1-1F066C420317}"/>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6897492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trips(downLeft)">
                                      <p:cBhvr>
                                        <p:cTn id="7" dur="500"/>
                                        <p:tgtEl>
                                          <p:spTgt spid="4"/>
                                        </p:tgtEl>
                                      </p:cBhvr>
                                    </p:animEffect>
                                  </p:childTnLst>
                                </p:cTn>
                              </p:par>
                              <p:par>
                                <p:cTn id="8" presetID="18" presetClass="entr" presetSubtype="12"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strips(downLeft)">
                                      <p:cBhvr>
                                        <p:cTn id="10" dur="500"/>
                                        <p:tgtEl>
                                          <p:spTgt spid="8"/>
                                        </p:tgtEl>
                                      </p:cBhvr>
                                    </p:animEffect>
                                  </p:childTnLst>
                                </p:cTn>
                              </p:par>
                              <p:par>
                                <p:cTn id="11" presetID="18" presetClass="entr" presetSubtype="12"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strips(downLeft)">
                                      <p:cBhvr>
                                        <p:cTn id="13" dur="500"/>
                                        <p:tgtEl>
                                          <p:spTgt spid="12"/>
                                        </p:tgtEl>
                                      </p:cBhvr>
                                    </p:animEffect>
                                  </p:childTnLst>
                                </p:cTn>
                              </p:par>
                              <p:par>
                                <p:cTn id="14" presetID="18" presetClass="entr" presetSubtype="12"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strips(downLeft)">
                                      <p:cBhvr>
                                        <p:cTn id="16" dur="500"/>
                                        <p:tgtEl>
                                          <p:spTgt spid="13"/>
                                        </p:tgtEl>
                                      </p:cBhvr>
                                    </p:animEffect>
                                  </p:childTnLst>
                                </p:cTn>
                              </p:par>
                              <p:par>
                                <p:cTn id="17" presetID="18" presetClass="entr" presetSubtype="12"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strips(downLeft)">
                                      <p:cBhvr>
                                        <p:cTn id="19" dur="500"/>
                                        <p:tgtEl>
                                          <p:spTgt spid="14"/>
                                        </p:tgtEl>
                                      </p:cBhvr>
                                    </p:animEffect>
                                  </p:childTnLst>
                                </p:cTn>
                              </p:par>
                              <p:par>
                                <p:cTn id="20" presetID="18" presetClass="entr" presetSubtype="12" fill="hold" grpId="0" nodeType="with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strips(downLeft)">
                                      <p:cBhvr>
                                        <p:cTn id="22" dur="500"/>
                                        <p:tgtEl>
                                          <p:spTgt spid="23"/>
                                        </p:tgtEl>
                                      </p:cBhvr>
                                    </p:animEffect>
                                  </p:childTnLst>
                                </p:cTn>
                              </p:par>
                              <p:par>
                                <p:cTn id="23" presetID="18" presetClass="entr" presetSubtype="12"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strips(downLeft)">
                                      <p:cBhvr>
                                        <p:cTn id="25" dur="500"/>
                                        <p:tgtEl>
                                          <p:spTgt spid="24"/>
                                        </p:tgtEl>
                                      </p:cBhvr>
                                    </p:animEffect>
                                  </p:childTnLst>
                                </p:cTn>
                              </p:par>
                              <p:par>
                                <p:cTn id="26" presetID="18" presetClass="entr" presetSubtype="12" fill="hold" grpId="0" nodeType="with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strips(downLeft)">
                                      <p:cBhvr>
                                        <p:cTn id="28" dur="500"/>
                                        <p:tgtEl>
                                          <p:spTgt spid="25"/>
                                        </p:tgtEl>
                                      </p:cBhvr>
                                    </p:animEffect>
                                  </p:childTnLst>
                                </p:cTn>
                              </p:par>
                              <p:par>
                                <p:cTn id="29" presetID="18" presetClass="entr" presetSubtype="12" fill="hold" grpId="0" nodeType="with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strips(downLeft)">
                                      <p:cBhvr>
                                        <p:cTn id="31" dur="500"/>
                                        <p:tgtEl>
                                          <p:spTgt spid="22"/>
                                        </p:tgtEl>
                                      </p:cBhvr>
                                    </p:animEffect>
                                  </p:childTnLst>
                                </p:cTn>
                              </p:par>
                              <p:par>
                                <p:cTn id="32" presetID="18" presetClass="entr" presetSubtype="12"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strips(downLeft)">
                                      <p:cBhvr>
                                        <p:cTn id="34" dur="500"/>
                                        <p:tgtEl>
                                          <p:spTgt spid="15"/>
                                        </p:tgtEl>
                                      </p:cBhvr>
                                    </p:animEffect>
                                  </p:childTnLst>
                                </p:cTn>
                              </p:par>
                              <p:par>
                                <p:cTn id="35" presetID="18" presetClass="entr" presetSubtype="12" fill="hold" grpId="0" nodeType="with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strips(downLeft)">
                                      <p:cBhvr>
                                        <p:cTn id="37" dur="500"/>
                                        <p:tgtEl>
                                          <p:spTgt spid="2"/>
                                        </p:tgtEl>
                                      </p:cBhvr>
                                    </p:animEffect>
                                  </p:childTnLst>
                                </p:cTn>
                              </p:par>
                              <p:par>
                                <p:cTn id="38" presetID="18" presetClass="entr" presetSubtype="12" fill="hold" grpId="0" nodeType="withEffect">
                                  <p:stCondLst>
                                    <p:cond delay="0"/>
                                  </p:stCondLst>
                                  <p:iterate type="lt">
                                    <p:tmPct val="0"/>
                                  </p:iterate>
                                  <p:childTnLst>
                                    <p:set>
                                      <p:cBhvr>
                                        <p:cTn id="39" dur="1" fill="hold">
                                          <p:stCondLst>
                                            <p:cond delay="0"/>
                                          </p:stCondLst>
                                        </p:cTn>
                                        <p:tgtEl>
                                          <p:spTgt spid="16"/>
                                        </p:tgtEl>
                                        <p:attrNameLst>
                                          <p:attrName>style.visibility</p:attrName>
                                        </p:attrNameLst>
                                      </p:cBhvr>
                                      <p:to>
                                        <p:strVal val="visible"/>
                                      </p:to>
                                    </p:set>
                                    <p:animEffect transition="in" filter="strips(downLeft)">
                                      <p:cBhvr>
                                        <p:cTn id="40" dur="500"/>
                                        <p:tgtEl>
                                          <p:spTgt spid="16"/>
                                        </p:tgtEl>
                                      </p:cBhvr>
                                    </p:animEffect>
                                  </p:childTnLst>
                                </p:cTn>
                              </p:par>
                              <p:par>
                                <p:cTn id="41" presetID="18" presetClass="entr" presetSubtype="12"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strips(downLeft)">
                                      <p:cBhvr>
                                        <p:cTn id="43" dur="500"/>
                                        <p:tgtEl>
                                          <p:spTgt spid="17"/>
                                        </p:tgtEl>
                                      </p:cBhvr>
                                    </p:animEffect>
                                  </p:childTnLst>
                                </p:cTn>
                              </p:par>
                            </p:childTnLst>
                          </p:cTn>
                        </p:par>
                      </p:childTnLst>
                    </p:cTn>
                  </p:par>
                  <p:par>
                    <p:cTn id="44" fill="hold">
                      <p:stCondLst>
                        <p:cond delay="indefinite"/>
                      </p:stCondLst>
                      <p:childTnLst>
                        <p:par>
                          <p:cTn id="45" fill="hold">
                            <p:stCondLst>
                              <p:cond delay="0"/>
                            </p:stCondLst>
                            <p:childTnLst>
                              <p:par>
                                <p:cTn id="46" presetID="1" presetClass="emph" presetSubtype="2" fill="hold" nodeType="clickEffect">
                                  <p:stCondLst>
                                    <p:cond delay="0"/>
                                  </p:stCondLst>
                                  <p:childTnLst>
                                    <p:animClr clrSpc="rgb" dir="cw">
                                      <p:cBhvr>
                                        <p:cTn id="47" dur="2000" fill="hold"/>
                                        <p:tgtEl>
                                          <p:spTgt spid="13"/>
                                        </p:tgtEl>
                                        <p:attrNameLst>
                                          <p:attrName>fillcolor</p:attrName>
                                        </p:attrNameLst>
                                      </p:cBhvr>
                                      <p:to>
                                        <a:schemeClr val="accent2"/>
                                      </p:to>
                                    </p:animClr>
                                    <p:set>
                                      <p:cBhvr>
                                        <p:cTn id="48" dur="2000" fill="hold"/>
                                        <p:tgtEl>
                                          <p:spTgt spid="13"/>
                                        </p:tgtEl>
                                        <p:attrNameLst>
                                          <p:attrName>fill.type</p:attrName>
                                        </p:attrNameLst>
                                      </p:cBhvr>
                                      <p:to>
                                        <p:strVal val="solid"/>
                                      </p:to>
                                    </p:set>
                                    <p:set>
                                      <p:cBhvr>
                                        <p:cTn id="49" dur="2000" fill="hold"/>
                                        <p:tgtEl>
                                          <p:spTgt spid="13"/>
                                        </p:tgtEl>
                                        <p:attrNameLst>
                                          <p:attrName>fill.on</p:attrName>
                                        </p:attrNameLst>
                                      </p:cBhvr>
                                      <p:to>
                                        <p:strVal val="true"/>
                                      </p:to>
                                    </p:set>
                                  </p:childTnLst>
                                </p:cTn>
                              </p:par>
                              <p:par>
                                <p:cTn id="50" presetID="1" presetClass="emph" presetSubtype="2" fill="hold" nodeType="withEffect">
                                  <p:stCondLst>
                                    <p:cond delay="0"/>
                                  </p:stCondLst>
                                  <p:childTnLst>
                                    <p:animClr clrSpc="rgb" dir="cw">
                                      <p:cBhvr>
                                        <p:cTn id="51" dur="2000" fill="hold"/>
                                        <p:tgtEl>
                                          <p:spTgt spid="24"/>
                                        </p:tgtEl>
                                        <p:attrNameLst>
                                          <p:attrName>fillcolor</p:attrName>
                                        </p:attrNameLst>
                                      </p:cBhvr>
                                      <p:to>
                                        <a:schemeClr val="accent2"/>
                                      </p:to>
                                    </p:animClr>
                                    <p:set>
                                      <p:cBhvr>
                                        <p:cTn id="52" dur="2000" fill="hold"/>
                                        <p:tgtEl>
                                          <p:spTgt spid="24"/>
                                        </p:tgtEl>
                                        <p:attrNameLst>
                                          <p:attrName>fill.type</p:attrName>
                                        </p:attrNameLst>
                                      </p:cBhvr>
                                      <p:to>
                                        <p:strVal val="solid"/>
                                      </p:to>
                                    </p:set>
                                    <p:set>
                                      <p:cBhvr>
                                        <p:cTn id="53" dur="2000" fill="hold"/>
                                        <p:tgtEl>
                                          <p:spTgt spid="24"/>
                                        </p:tgtEl>
                                        <p:attrNameLst>
                                          <p:attrName>fill.on</p:attrName>
                                        </p:attrNameLst>
                                      </p:cBhvr>
                                      <p:to>
                                        <p:strVal val="true"/>
                                      </p:to>
                                    </p:set>
                                  </p:childTnLst>
                                </p:cTn>
                              </p:par>
                              <p:par>
                                <p:cTn id="54" presetID="36" presetClass="emph" presetSubtype="0" fill="hold" grpId="1" nodeType="withEffect">
                                  <p:stCondLst>
                                    <p:cond delay="0"/>
                                  </p:stCondLst>
                                  <p:iterate type="lt">
                                    <p:tmPct val="10000"/>
                                  </p:iterate>
                                  <p:childTnLst>
                                    <p:animScale>
                                      <p:cBhvr>
                                        <p:cTn id="55" dur="250" autoRev="1" fill="hold">
                                          <p:stCondLst>
                                            <p:cond delay="0"/>
                                          </p:stCondLst>
                                        </p:cTn>
                                        <p:tgtEl>
                                          <p:spTgt spid="16"/>
                                        </p:tgtEl>
                                      </p:cBhvr>
                                      <p:to x="80000" y="100000"/>
                                    </p:animScale>
                                    <p:anim by="(#ppt_w*0.10)" calcmode="lin" valueType="num">
                                      <p:cBhvr>
                                        <p:cTn id="56" dur="250" autoRev="1" fill="hold">
                                          <p:stCondLst>
                                            <p:cond delay="0"/>
                                          </p:stCondLst>
                                        </p:cTn>
                                        <p:tgtEl>
                                          <p:spTgt spid="16"/>
                                        </p:tgtEl>
                                        <p:attrNameLst>
                                          <p:attrName>ppt_x</p:attrName>
                                        </p:attrNameLst>
                                      </p:cBhvr>
                                    </p:anim>
                                    <p:anim by="(-#ppt_w*0.10)" calcmode="lin" valueType="num">
                                      <p:cBhvr>
                                        <p:cTn id="57" dur="250" autoRev="1" fill="hold">
                                          <p:stCondLst>
                                            <p:cond delay="0"/>
                                          </p:stCondLst>
                                        </p:cTn>
                                        <p:tgtEl>
                                          <p:spTgt spid="16"/>
                                        </p:tgtEl>
                                        <p:attrNameLst>
                                          <p:attrName>ppt_y</p:attrName>
                                        </p:attrNameLst>
                                      </p:cBhvr>
                                    </p:anim>
                                    <p:animRot by="-480000">
                                      <p:cBhvr>
                                        <p:cTn id="58" dur="250" autoRev="1" fill="hold">
                                          <p:stCondLst>
                                            <p:cond delay="0"/>
                                          </p:stCondLst>
                                        </p:cTn>
                                        <p:tgtEl>
                                          <p:spTgt spid="16"/>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P spid="12" grpId="0" animBg="1"/>
      <p:bldP spid="13" grpId="0" animBg="1"/>
      <p:bldP spid="14" grpId="0" animBg="1"/>
      <p:bldP spid="22" grpId="0" animBg="1"/>
      <p:bldP spid="23" grpId="0" animBg="1"/>
      <p:bldP spid="24" grpId="0" animBg="1"/>
      <p:bldP spid="25" grpId="0" animBg="1"/>
      <p:bldP spid="2" grpId="0"/>
      <p:bldP spid="15" grpId="0"/>
      <p:bldP spid="16" grpId="0"/>
      <p:bldP spid="16" grpId="1"/>
      <p:bldP spid="1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ame 3"/>
          <p:cNvSpPr/>
          <p:nvPr/>
        </p:nvSpPr>
        <p:spPr>
          <a:xfrm>
            <a:off x="75302" y="74294"/>
            <a:ext cx="11984019" cy="2076226"/>
          </a:xfrm>
          <a:prstGeom prst="frame">
            <a:avLst>
              <a:gd name="adj1" fmla="val 3135"/>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err="1">
                <a:solidFill>
                  <a:schemeClr val="tx1"/>
                </a:solidFill>
              </a:rPr>
              <a:t>Chức</a:t>
            </a:r>
            <a:r>
              <a:rPr lang="en-US" sz="2800" b="1" dirty="0">
                <a:solidFill>
                  <a:schemeClr val="tx1"/>
                </a:solidFill>
              </a:rPr>
              <a:t> </a:t>
            </a:r>
            <a:r>
              <a:rPr lang="en-US" sz="2800" b="1" dirty="0" err="1">
                <a:solidFill>
                  <a:schemeClr val="tx1"/>
                </a:solidFill>
              </a:rPr>
              <a:t>năng</a:t>
            </a:r>
            <a:r>
              <a:rPr lang="en-US" sz="2800" b="1" dirty="0">
                <a:solidFill>
                  <a:schemeClr val="tx1"/>
                </a:solidFill>
              </a:rPr>
              <a:t> </a:t>
            </a:r>
            <a:r>
              <a:rPr lang="en-US" sz="2800" b="1" dirty="0" err="1">
                <a:solidFill>
                  <a:schemeClr val="tx1"/>
                </a:solidFill>
              </a:rPr>
              <a:t>chính</a:t>
            </a:r>
            <a:r>
              <a:rPr lang="en-US" sz="2800" b="1" dirty="0">
                <a:solidFill>
                  <a:schemeClr val="tx1"/>
                </a:solidFill>
              </a:rPr>
              <a:t> </a:t>
            </a:r>
            <a:r>
              <a:rPr lang="en-US" sz="2800" b="1" dirty="0" err="1">
                <a:solidFill>
                  <a:schemeClr val="tx1"/>
                </a:solidFill>
              </a:rPr>
              <a:t>của</a:t>
            </a:r>
            <a:r>
              <a:rPr lang="en-US" sz="2800" b="1" dirty="0">
                <a:solidFill>
                  <a:schemeClr val="tx1"/>
                </a:solidFill>
              </a:rPr>
              <a:t> </a:t>
            </a:r>
            <a:r>
              <a:rPr lang="en-US" sz="2800" b="1" dirty="0" err="1">
                <a:solidFill>
                  <a:schemeClr val="tx1"/>
                </a:solidFill>
              </a:rPr>
              <a:t>tầng</a:t>
            </a:r>
            <a:r>
              <a:rPr lang="en-US" sz="2800" b="1" dirty="0">
                <a:solidFill>
                  <a:schemeClr val="tx1"/>
                </a:solidFill>
              </a:rPr>
              <a:t> Network </a:t>
            </a:r>
          </a:p>
        </p:txBody>
      </p:sp>
      <p:sp>
        <p:nvSpPr>
          <p:cNvPr id="8" name="Frame 7"/>
          <p:cNvSpPr/>
          <p:nvPr/>
        </p:nvSpPr>
        <p:spPr>
          <a:xfrm>
            <a:off x="75304" y="2506532"/>
            <a:ext cx="11984017" cy="968188"/>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Frame 11"/>
          <p:cNvSpPr/>
          <p:nvPr/>
        </p:nvSpPr>
        <p:spPr>
          <a:xfrm>
            <a:off x="75302" y="3580057"/>
            <a:ext cx="11984017" cy="968188"/>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3" name="Frame 12"/>
          <p:cNvSpPr/>
          <p:nvPr/>
        </p:nvSpPr>
        <p:spPr>
          <a:xfrm>
            <a:off x="75302" y="4652402"/>
            <a:ext cx="11984017" cy="968188"/>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Frame 13"/>
          <p:cNvSpPr/>
          <p:nvPr/>
        </p:nvSpPr>
        <p:spPr>
          <a:xfrm>
            <a:off x="75303" y="5749795"/>
            <a:ext cx="11984017" cy="968188"/>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2" name="Oval 21"/>
          <p:cNvSpPr/>
          <p:nvPr/>
        </p:nvSpPr>
        <p:spPr>
          <a:xfrm>
            <a:off x="189602" y="2590928"/>
            <a:ext cx="829575" cy="7993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A</a:t>
            </a:r>
          </a:p>
        </p:txBody>
      </p:sp>
      <p:sp>
        <p:nvSpPr>
          <p:cNvPr id="23" name="Oval 22"/>
          <p:cNvSpPr/>
          <p:nvPr/>
        </p:nvSpPr>
        <p:spPr>
          <a:xfrm>
            <a:off x="189600" y="5834191"/>
            <a:ext cx="829575" cy="7993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D</a:t>
            </a:r>
          </a:p>
        </p:txBody>
      </p:sp>
      <p:sp>
        <p:nvSpPr>
          <p:cNvPr id="24" name="Oval 23"/>
          <p:cNvSpPr/>
          <p:nvPr/>
        </p:nvSpPr>
        <p:spPr>
          <a:xfrm>
            <a:off x="189599" y="4736798"/>
            <a:ext cx="829575" cy="7993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C</a:t>
            </a:r>
          </a:p>
        </p:txBody>
      </p:sp>
      <p:sp>
        <p:nvSpPr>
          <p:cNvPr id="25" name="Oval 24"/>
          <p:cNvSpPr/>
          <p:nvPr/>
        </p:nvSpPr>
        <p:spPr>
          <a:xfrm>
            <a:off x="189599" y="3664453"/>
            <a:ext cx="829575" cy="7993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B</a:t>
            </a:r>
          </a:p>
        </p:txBody>
      </p:sp>
      <p:sp>
        <p:nvSpPr>
          <p:cNvPr id="2" name="TextBox 1"/>
          <p:cNvSpPr txBox="1"/>
          <p:nvPr/>
        </p:nvSpPr>
        <p:spPr>
          <a:xfrm>
            <a:off x="1133471" y="3884631"/>
            <a:ext cx="10572750" cy="369332"/>
          </a:xfrm>
          <a:prstGeom prst="rect">
            <a:avLst/>
          </a:prstGeom>
          <a:noFill/>
        </p:spPr>
        <p:txBody>
          <a:bodyPr wrap="square" rtlCol="0">
            <a:spAutoFit/>
          </a:bodyPr>
          <a:lstStyle/>
          <a:p>
            <a:r>
              <a:rPr lang="en-US" dirty="0" err="1"/>
              <a:t>Điều</a:t>
            </a:r>
            <a:r>
              <a:rPr lang="en-US" dirty="0"/>
              <a:t> </a:t>
            </a:r>
            <a:r>
              <a:rPr lang="en-US" dirty="0" err="1"/>
              <a:t>khiển</a:t>
            </a:r>
            <a:r>
              <a:rPr lang="en-US" dirty="0"/>
              <a:t> </a:t>
            </a:r>
            <a:r>
              <a:rPr lang="en-US" dirty="0" err="1"/>
              <a:t>việc</a:t>
            </a:r>
            <a:r>
              <a:rPr lang="en-US" dirty="0"/>
              <a:t> </a:t>
            </a:r>
            <a:r>
              <a:rPr lang="en-US" dirty="0" err="1"/>
              <a:t>truyền</a:t>
            </a:r>
            <a:r>
              <a:rPr lang="en-US" dirty="0"/>
              <a:t> tin </a:t>
            </a:r>
            <a:r>
              <a:rPr lang="en-US" dirty="0" err="1"/>
              <a:t>tin</a:t>
            </a:r>
            <a:r>
              <a:rPr lang="en-US" dirty="0"/>
              <a:t> </a:t>
            </a:r>
            <a:r>
              <a:rPr lang="en-US" dirty="0" err="1"/>
              <a:t>cậy</a:t>
            </a:r>
            <a:endParaRPr lang="en-US" dirty="0"/>
          </a:p>
        </p:txBody>
      </p:sp>
      <p:sp>
        <p:nvSpPr>
          <p:cNvPr id="15" name="TextBox 14"/>
          <p:cNvSpPr txBox="1"/>
          <p:nvPr/>
        </p:nvSpPr>
        <p:spPr>
          <a:xfrm>
            <a:off x="1133471" y="2805959"/>
            <a:ext cx="10572750" cy="369332"/>
          </a:xfrm>
          <a:prstGeom prst="rect">
            <a:avLst/>
          </a:prstGeom>
          <a:noFill/>
        </p:spPr>
        <p:txBody>
          <a:bodyPr wrap="square" rtlCol="0">
            <a:spAutoFit/>
          </a:bodyPr>
          <a:lstStyle/>
          <a:p>
            <a:r>
              <a:rPr lang="en-US" dirty="0" err="1"/>
              <a:t>Định</a:t>
            </a:r>
            <a:r>
              <a:rPr lang="en-US" dirty="0"/>
              <a:t> </a:t>
            </a:r>
            <a:r>
              <a:rPr lang="en-US" dirty="0" err="1"/>
              <a:t>tuyến</a:t>
            </a:r>
            <a:r>
              <a:rPr lang="en-US" dirty="0"/>
              <a:t> đ</a:t>
            </a:r>
            <a:r>
              <a:rPr lang="vi-VN" dirty="0"/>
              <a:t>ư</a:t>
            </a:r>
            <a:r>
              <a:rPr lang="en-US" dirty="0" err="1"/>
              <a:t>ờng</a:t>
            </a:r>
            <a:r>
              <a:rPr lang="en-US" dirty="0"/>
              <a:t> </a:t>
            </a:r>
            <a:r>
              <a:rPr lang="en-US" dirty="0" err="1"/>
              <a:t>truyền</a:t>
            </a:r>
            <a:endParaRPr lang="en-US" dirty="0"/>
          </a:p>
        </p:txBody>
      </p:sp>
      <p:sp>
        <p:nvSpPr>
          <p:cNvPr id="16" name="TextBox 15"/>
          <p:cNvSpPr txBox="1"/>
          <p:nvPr/>
        </p:nvSpPr>
        <p:spPr>
          <a:xfrm>
            <a:off x="1133471" y="4951829"/>
            <a:ext cx="10572750" cy="369332"/>
          </a:xfrm>
          <a:prstGeom prst="rect">
            <a:avLst/>
          </a:prstGeom>
          <a:noFill/>
        </p:spPr>
        <p:txBody>
          <a:bodyPr wrap="square" rtlCol="0">
            <a:spAutoFit/>
          </a:bodyPr>
          <a:lstStyle/>
          <a:p>
            <a:r>
              <a:rPr lang="en-US" dirty="0" err="1"/>
              <a:t>Thêm</a:t>
            </a:r>
            <a:r>
              <a:rPr lang="en-US" dirty="0"/>
              <a:t> </a:t>
            </a:r>
            <a:r>
              <a:rPr lang="en-US" dirty="0" err="1"/>
              <a:t>địa</a:t>
            </a:r>
            <a:r>
              <a:rPr lang="en-US" dirty="0"/>
              <a:t> </a:t>
            </a:r>
            <a:r>
              <a:rPr lang="en-US" dirty="0" err="1"/>
              <a:t>chỉ</a:t>
            </a:r>
            <a:r>
              <a:rPr lang="en-US" dirty="0"/>
              <a:t> MAC </a:t>
            </a:r>
            <a:r>
              <a:rPr lang="en-US" dirty="0" err="1"/>
              <a:t>vào</a:t>
            </a:r>
            <a:r>
              <a:rPr lang="en-US" dirty="0"/>
              <a:t> </a:t>
            </a:r>
            <a:r>
              <a:rPr lang="en-US" dirty="0" err="1"/>
              <a:t>gói</a:t>
            </a:r>
            <a:r>
              <a:rPr lang="en-US" dirty="0"/>
              <a:t> tin</a:t>
            </a:r>
          </a:p>
        </p:txBody>
      </p:sp>
      <p:sp>
        <p:nvSpPr>
          <p:cNvPr id="17" name="TextBox 16"/>
          <p:cNvSpPr txBox="1"/>
          <p:nvPr/>
        </p:nvSpPr>
        <p:spPr>
          <a:xfrm>
            <a:off x="1133471" y="6068101"/>
            <a:ext cx="10572750" cy="369332"/>
          </a:xfrm>
          <a:prstGeom prst="rect">
            <a:avLst/>
          </a:prstGeom>
          <a:noFill/>
        </p:spPr>
        <p:txBody>
          <a:bodyPr wrap="square" rtlCol="0">
            <a:spAutoFit/>
          </a:bodyPr>
          <a:lstStyle/>
          <a:p>
            <a:r>
              <a:rPr lang="en-US" dirty="0" err="1"/>
              <a:t>Thêm</a:t>
            </a:r>
            <a:r>
              <a:rPr lang="en-US" dirty="0"/>
              <a:t> </a:t>
            </a:r>
            <a:r>
              <a:rPr lang="en-US" dirty="0" err="1"/>
              <a:t>địa</a:t>
            </a:r>
            <a:r>
              <a:rPr lang="en-US" dirty="0"/>
              <a:t> </a:t>
            </a:r>
            <a:r>
              <a:rPr lang="en-US" dirty="0" err="1"/>
              <a:t>chỉ</a:t>
            </a:r>
            <a:r>
              <a:rPr lang="en-US" dirty="0"/>
              <a:t> </a:t>
            </a:r>
            <a:r>
              <a:rPr lang="en-US" dirty="0" err="1"/>
              <a:t>mạng</a:t>
            </a:r>
            <a:r>
              <a:rPr lang="en-US" dirty="0"/>
              <a:t> </a:t>
            </a:r>
            <a:r>
              <a:rPr lang="en-US" dirty="0" err="1"/>
              <a:t>vào</a:t>
            </a:r>
            <a:r>
              <a:rPr lang="en-US" dirty="0"/>
              <a:t> </a:t>
            </a:r>
            <a:r>
              <a:rPr lang="en-US" dirty="0" err="1"/>
              <a:t>gói</a:t>
            </a:r>
            <a:r>
              <a:rPr lang="en-US" dirty="0"/>
              <a:t> tin</a:t>
            </a:r>
          </a:p>
        </p:txBody>
      </p:sp>
      <p:sp>
        <p:nvSpPr>
          <p:cNvPr id="3" name="Tiêu đề 2">
            <a:extLst>
              <a:ext uri="{FF2B5EF4-FFF2-40B4-BE49-F238E27FC236}">
                <a16:creationId xmlns:a16="http://schemas.microsoft.com/office/drawing/2014/main" id="{F95CEB27-AAE7-47BF-BC22-D0458FED939D}"/>
              </a:ext>
            </a:extLst>
          </p:cNvPr>
          <p:cNvSpPr>
            <a:spLocks noGrp="1"/>
          </p:cNvSpPr>
          <p:nvPr>
            <p:ph type="ctrTitle"/>
          </p:nvPr>
        </p:nvSpPr>
        <p:spPr/>
        <p:txBody>
          <a:bodyPr/>
          <a:lstStyle/>
          <a:p>
            <a:endParaRPr lang="en-US"/>
          </a:p>
        </p:txBody>
      </p:sp>
      <p:sp>
        <p:nvSpPr>
          <p:cNvPr id="5" name="Tiêu đề phụ 4">
            <a:extLst>
              <a:ext uri="{FF2B5EF4-FFF2-40B4-BE49-F238E27FC236}">
                <a16:creationId xmlns:a16="http://schemas.microsoft.com/office/drawing/2014/main" id="{237020C2-A725-40C1-BAC7-40772268141E}"/>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092119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trips(downLeft)">
                                      <p:cBhvr>
                                        <p:cTn id="7" dur="500"/>
                                        <p:tgtEl>
                                          <p:spTgt spid="4"/>
                                        </p:tgtEl>
                                      </p:cBhvr>
                                    </p:animEffect>
                                  </p:childTnLst>
                                </p:cTn>
                              </p:par>
                              <p:par>
                                <p:cTn id="8" presetID="18" presetClass="entr" presetSubtype="12"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strips(downLeft)">
                                      <p:cBhvr>
                                        <p:cTn id="10" dur="500"/>
                                        <p:tgtEl>
                                          <p:spTgt spid="8"/>
                                        </p:tgtEl>
                                      </p:cBhvr>
                                    </p:animEffect>
                                  </p:childTnLst>
                                </p:cTn>
                              </p:par>
                              <p:par>
                                <p:cTn id="11" presetID="18" presetClass="entr" presetSubtype="12"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strips(downLeft)">
                                      <p:cBhvr>
                                        <p:cTn id="13" dur="500"/>
                                        <p:tgtEl>
                                          <p:spTgt spid="12"/>
                                        </p:tgtEl>
                                      </p:cBhvr>
                                    </p:animEffect>
                                  </p:childTnLst>
                                </p:cTn>
                              </p:par>
                              <p:par>
                                <p:cTn id="14" presetID="18" presetClass="entr" presetSubtype="12"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strips(downLeft)">
                                      <p:cBhvr>
                                        <p:cTn id="16" dur="500"/>
                                        <p:tgtEl>
                                          <p:spTgt spid="13"/>
                                        </p:tgtEl>
                                      </p:cBhvr>
                                    </p:animEffect>
                                  </p:childTnLst>
                                </p:cTn>
                              </p:par>
                              <p:par>
                                <p:cTn id="17" presetID="18" presetClass="entr" presetSubtype="12"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strips(downLeft)">
                                      <p:cBhvr>
                                        <p:cTn id="19" dur="500"/>
                                        <p:tgtEl>
                                          <p:spTgt spid="14"/>
                                        </p:tgtEl>
                                      </p:cBhvr>
                                    </p:animEffect>
                                  </p:childTnLst>
                                </p:cTn>
                              </p:par>
                              <p:par>
                                <p:cTn id="20" presetID="18" presetClass="entr" presetSubtype="12" fill="hold" grpId="0" nodeType="with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strips(downLeft)">
                                      <p:cBhvr>
                                        <p:cTn id="22" dur="500"/>
                                        <p:tgtEl>
                                          <p:spTgt spid="23"/>
                                        </p:tgtEl>
                                      </p:cBhvr>
                                    </p:animEffect>
                                  </p:childTnLst>
                                </p:cTn>
                              </p:par>
                              <p:par>
                                <p:cTn id="23" presetID="18" presetClass="entr" presetSubtype="12"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strips(downLeft)">
                                      <p:cBhvr>
                                        <p:cTn id="25" dur="500"/>
                                        <p:tgtEl>
                                          <p:spTgt spid="24"/>
                                        </p:tgtEl>
                                      </p:cBhvr>
                                    </p:animEffect>
                                  </p:childTnLst>
                                </p:cTn>
                              </p:par>
                              <p:par>
                                <p:cTn id="26" presetID="18" presetClass="entr" presetSubtype="12" fill="hold" grpId="0" nodeType="with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strips(downLeft)">
                                      <p:cBhvr>
                                        <p:cTn id="28" dur="500"/>
                                        <p:tgtEl>
                                          <p:spTgt spid="25"/>
                                        </p:tgtEl>
                                      </p:cBhvr>
                                    </p:animEffect>
                                  </p:childTnLst>
                                </p:cTn>
                              </p:par>
                              <p:par>
                                <p:cTn id="29" presetID="18" presetClass="entr" presetSubtype="12" fill="hold" grpId="0" nodeType="with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strips(downLeft)">
                                      <p:cBhvr>
                                        <p:cTn id="31" dur="500"/>
                                        <p:tgtEl>
                                          <p:spTgt spid="22"/>
                                        </p:tgtEl>
                                      </p:cBhvr>
                                    </p:animEffect>
                                  </p:childTnLst>
                                </p:cTn>
                              </p:par>
                              <p:par>
                                <p:cTn id="32" presetID="18" presetClass="entr" presetSubtype="12" fill="hold" grpId="0" nodeType="withEffect">
                                  <p:stCondLst>
                                    <p:cond delay="0"/>
                                  </p:stCondLst>
                                  <p:iterate type="lt">
                                    <p:tmPct val="0"/>
                                  </p:iterate>
                                  <p:childTnLst>
                                    <p:set>
                                      <p:cBhvr>
                                        <p:cTn id="33" dur="1" fill="hold">
                                          <p:stCondLst>
                                            <p:cond delay="0"/>
                                          </p:stCondLst>
                                        </p:cTn>
                                        <p:tgtEl>
                                          <p:spTgt spid="15"/>
                                        </p:tgtEl>
                                        <p:attrNameLst>
                                          <p:attrName>style.visibility</p:attrName>
                                        </p:attrNameLst>
                                      </p:cBhvr>
                                      <p:to>
                                        <p:strVal val="visible"/>
                                      </p:to>
                                    </p:set>
                                    <p:animEffect transition="in" filter="strips(downLeft)">
                                      <p:cBhvr>
                                        <p:cTn id="34" dur="500"/>
                                        <p:tgtEl>
                                          <p:spTgt spid="15"/>
                                        </p:tgtEl>
                                      </p:cBhvr>
                                    </p:animEffect>
                                  </p:childTnLst>
                                </p:cTn>
                              </p:par>
                              <p:par>
                                <p:cTn id="35" presetID="18" presetClass="entr" presetSubtype="12" fill="hold" grpId="0" nodeType="with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strips(downLeft)">
                                      <p:cBhvr>
                                        <p:cTn id="37" dur="500"/>
                                        <p:tgtEl>
                                          <p:spTgt spid="2"/>
                                        </p:tgtEl>
                                      </p:cBhvr>
                                    </p:animEffect>
                                  </p:childTnLst>
                                </p:cTn>
                              </p:par>
                              <p:par>
                                <p:cTn id="38" presetID="18" presetClass="entr" presetSubtype="12" fill="hold" grpId="0" nodeType="with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strips(downLeft)">
                                      <p:cBhvr>
                                        <p:cTn id="40" dur="500"/>
                                        <p:tgtEl>
                                          <p:spTgt spid="16"/>
                                        </p:tgtEl>
                                      </p:cBhvr>
                                    </p:animEffect>
                                  </p:childTnLst>
                                </p:cTn>
                              </p:par>
                              <p:par>
                                <p:cTn id="41" presetID="18" presetClass="entr" presetSubtype="12"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strips(downLeft)">
                                      <p:cBhvr>
                                        <p:cTn id="43" dur="500"/>
                                        <p:tgtEl>
                                          <p:spTgt spid="17"/>
                                        </p:tgtEl>
                                      </p:cBhvr>
                                    </p:animEffect>
                                  </p:childTnLst>
                                </p:cTn>
                              </p:par>
                            </p:childTnLst>
                          </p:cTn>
                        </p:par>
                      </p:childTnLst>
                    </p:cTn>
                  </p:par>
                  <p:par>
                    <p:cTn id="44" fill="hold">
                      <p:stCondLst>
                        <p:cond delay="indefinite"/>
                      </p:stCondLst>
                      <p:childTnLst>
                        <p:par>
                          <p:cTn id="45" fill="hold">
                            <p:stCondLst>
                              <p:cond delay="0"/>
                            </p:stCondLst>
                            <p:childTnLst>
                              <p:par>
                                <p:cTn id="46" presetID="1" presetClass="emph" presetSubtype="2" fill="hold" nodeType="clickEffect">
                                  <p:stCondLst>
                                    <p:cond delay="0"/>
                                  </p:stCondLst>
                                  <p:childTnLst>
                                    <p:animClr clrSpc="rgb" dir="cw">
                                      <p:cBhvr>
                                        <p:cTn id="47" dur="2000" fill="hold"/>
                                        <p:tgtEl>
                                          <p:spTgt spid="22"/>
                                        </p:tgtEl>
                                        <p:attrNameLst>
                                          <p:attrName>fillcolor</p:attrName>
                                        </p:attrNameLst>
                                      </p:cBhvr>
                                      <p:to>
                                        <a:schemeClr val="accent2"/>
                                      </p:to>
                                    </p:animClr>
                                    <p:set>
                                      <p:cBhvr>
                                        <p:cTn id="48" dur="2000" fill="hold"/>
                                        <p:tgtEl>
                                          <p:spTgt spid="22"/>
                                        </p:tgtEl>
                                        <p:attrNameLst>
                                          <p:attrName>fill.type</p:attrName>
                                        </p:attrNameLst>
                                      </p:cBhvr>
                                      <p:to>
                                        <p:strVal val="solid"/>
                                      </p:to>
                                    </p:set>
                                    <p:set>
                                      <p:cBhvr>
                                        <p:cTn id="49" dur="2000" fill="hold"/>
                                        <p:tgtEl>
                                          <p:spTgt spid="22"/>
                                        </p:tgtEl>
                                        <p:attrNameLst>
                                          <p:attrName>fill.on</p:attrName>
                                        </p:attrNameLst>
                                      </p:cBhvr>
                                      <p:to>
                                        <p:strVal val="true"/>
                                      </p:to>
                                    </p:set>
                                  </p:childTnLst>
                                </p:cTn>
                              </p:par>
                              <p:par>
                                <p:cTn id="50" presetID="1" presetClass="emph" presetSubtype="2" fill="hold" nodeType="withEffect">
                                  <p:stCondLst>
                                    <p:cond delay="0"/>
                                  </p:stCondLst>
                                  <p:childTnLst>
                                    <p:animClr clrSpc="rgb" dir="cw">
                                      <p:cBhvr>
                                        <p:cTn id="51" dur="2000" fill="hold"/>
                                        <p:tgtEl>
                                          <p:spTgt spid="8"/>
                                        </p:tgtEl>
                                        <p:attrNameLst>
                                          <p:attrName>fillcolor</p:attrName>
                                        </p:attrNameLst>
                                      </p:cBhvr>
                                      <p:to>
                                        <a:schemeClr val="accent2"/>
                                      </p:to>
                                    </p:animClr>
                                    <p:set>
                                      <p:cBhvr>
                                        <p:cTn id="52" dur="2000" fill="hold"/>
                                        <p:tgtEl>
                                          <p:spTgt spid="8"/>
                                        </p:tgtEl>
                                        <p:attrNameLst>
                                          <p:attrName>fill.type</p:attrName>
                                        </p:attrNameLst>
                                      </p:cBhvr>
                                      <p:to>
                                        <p:strVal val="solid"/>
                                      </p:to>
                                    </p:set>
                                    <p:set>
                                      <p:cBhvr>
                                        <p:cTn id="53" dur="2000" fill="hold"/>
                                        <p:tgtEl>
                                          <p:spTgt spid="8"/>
                                        </p:tgtEl>
                                        <p:attrNameLst>
                                          <p:attrName>fill.on</p:attrName>
                                        </p:attrNameLst>
                                      </p:cBhvr>
                                      <p:to>
                                        <p:strVal val="true"/>
                                      </p:to>
                                    </p:set>
                                  </p:childTnLst>
                                </p:cTn>
                              </p:par>
                              <p:par>
                                <p:cTn id="54" presetID="36" presetClass="emph" presetSubtype="0" fill="hold" grpId="1" nodeType="withEffect">
                                  <p:stCondLst>
                                    <p:cond delay="0"/>
                                  </p:stCondLst>
                                  <p:iterate type="lt">
                                    <p:tmPct val="10000"/>
                                  </p:iterate>
                                  <p:childTnLst>
                                    <p:animScale>
                                      <p:cBhvr>
                                        <p:cTn id="55" dur="250" autoRev="1" fill="hold">
                                          <p:stCondLst>
                                            <p:cond delay="0"/>
                                          </p:stCondLst>
                                        </p:cTn>
                                        <p:tgtEl>
                                          <p:spTgt spid="15"/>
                                        </p:tgtEl>
                                      </p:cBhvr>
                                      <p:to x="80000" y="100000"/>
                                    </p:animScale>
                                    <p:anim by="(#ppt_w*0.10)" calcmode="lin" valueType="num">
                                      <p:cBhvr>
                                        <p:cTn id="56" dur="250" autoRev="1" fill="hold">
                                          <p:stCondLst>
                                            <p:cond delay="0"/>
                                          </p:stCondLst>
                                        </p:cTn>
                                        <p:tgtEl>
                                          <p:spTgt spid="15"/>
                                        </p:tgtEl>
                                        <p:attrNameLst>
                                          <p:attrName>ppt_x</p:attrName>
                                        </p:attrNameLst>
                                      </p:cBhvr>
                                    </p:anim>
                                    <p:anim by="(-#ppt_w*0.10)" calcmode="lin" valueType="num">
                                      <p:cBhvr>
                                        <p:cTn id="57" dur="250" autoRev="1" fill="hold">
                                          <p:stCondLst>
                                            <p:cond delay="0"/>
                                          </p:stCondLst>
                                        </p:cTn>
                                        <p:tgtEl>
                                          <p:spTgt spid="15"/>
                                        </p:tgtEl>
                                        <p:attrNameLst>
                                          <p:attrName>ppt_y</p:attrName>
                                        </p:attrNameLst>
                                      </p:cBhvr>
                                    </p:anim>
                                    <p:animRot by="-480000">
                                      <p:cBhvr>
                                        <p:cTn id="58" dur="250" autoRev="1" fill="hold">
                                          <p:stCondLst>
                                            <p:cond delay="0"/>
                                          </p:stCondLst>
                                        </p:cTn>
                                        <p:tgtEl>
                                          <p:spTgt spid="15"/>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P spid="12" grpId="0" animBg="1"/>
      <p:bldP spid="13" grpId="0" animBg="1"/>
      <p:bldP spid="14" grpId="0" animBg="1"/>
      <p:bldP spid="22" grpId="0" animBg="1"/>
      <p:bldP spid="23" grpId="0" animBg="1"/>
      <p:bldP spid="24" grpId="0" animBg="1"/>
      <p:bldP spid="25" grpId="0" animBg="1"/>
      <p:bldP spid="2" grpId="0"/>
      <p:bldP spid="15" grpId="0"/>
      <p:bldP spid="15" grpId="1"/>
      <p:bldP spid="16" grpId="0"/>
      <p:bldP spid="1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ame 3"/>
          <p:cNvSpPr/>
          <p:nvPr/>
        </p:nvSpPr>
        <p:spPr>
          <a:xfrm>
            <a:off x="75302" y="74294"/>
            <a:ext cx="11984019" cy="2076226"/>
          </a:xfrm>
          <a:prstGeom prst="frame">
            <a:avLst>
              <a:gd name="adj1" fmla="val 3135"/>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vi-VN" altLang="ja-JP" sz="2800" dirty="0">
                <a:latin typeface="Times New Roman" panose="02020603050405020304" pitchFamily="18" charset="0"/>
                <a:cs typeface="Times New Roman" panose="02020603050405020304" pitchFamily="18" charset="0"/>
              </a:rPr>
              <a:t>Cho </a:t>
            </a:r>
            <a:r>
              <a:rPr lang="vi-VN" altLang="ja-JP" sz="2800" dirty="0" err="1">
                <a:latin typeface="Times New Roman" panose="02020603050405020304" pitchFamily="18" charset="0"/>
                <a:cs typeface="Times New Roman" panose="02020603050405020304" pitchFamily="18" charset="0"/>
              </a:rPr>
              <a:t>biết</a:t>
            </a:r>
            <a:r>
              <a:rPr lang="vi-VN" altLang="ja-JP" sz="2800" dirty="0">
                <a:latin typeface="Times New Roman" panose="02020603050405020304" pitchFamily="18" charset="0"/>
                <a:cs typeface="Times New Roman" panose="02020603050405020304" pitchFamily="18" charset="0"/>
              </a:rPr>
              <a:t> </a:t>
            </a:r>
            <a:r>
              <a:rPr lang="vi-VN" altLang="ja-JP" sz="2800" dirty="0" err="1">
                <a:latin typeface="Times New Roman" panose="02020603050405020304" pitchFamily="18" charset="0"/>
                <a:cs typeface="Times New Roman" panose="02020603050405020304" pitchFamily="18" charset="0"/>
              </a:rPr>
              <a:t>định</a:t>
            </a:r>
            <a:r>
              <a:rPr lang="vi-VN" altLang="ja-JP" sz="2800" dirty="0">
                <a:latin typeface="Times New Roman" panose="02020603050405020304" pitchFamily="18" charset="0"/>
                <a:cs typeface="Times New Roman" panose="02020603050405020304" pitchFamily="18" charset="0"/>
              </a:rPr>
              <a:t> </a:t>
            </a:r>
            <a:r>
              <a:rPr lang="vi-VN" altLang="ja-JP" sz="2800" dirty="0" err="1">
                <a:latin typeface="Times New Roman" panose="02020603050405020304" pitchFamily="18" charset="0"/>
                <a:cs typeface="Times New Roman" panose="02020603050405020304" pitchFamily="18" charset="0"/>
              </a:rPr>
              <a:t>dạng</a:t>
            </a:r>
            <a:r>
              <a:rPr lang="vi-VN" altLang="ja-JP" sz="2800" dirty="0">
                <a:latin typeface="Times New Roman" panose="02020603050405020304" pitchFamily="18" charset="0"/>
                <a:cs typeface="Times New Roman" panose="02020603050405020304" pitchFamily="18" charset="0"/>
              </a:rPr>
              <a:t> </a:t>
            </a:r>
            <a:r>
              <a:rPr lang="vi-VN" altLang="ja-JP" sz="2800" dirty="0" err="1">
                <a:latin typeface="Times New Roman" panose="02020603050405020304" pitchFamily="18" charset="0"/>
                <a:cs typeface="Times New Roman" panose="02020603050405020304" pitchFamily="18" charset="0"/>
              </a:rPr>
              <a:t>của</a:t>
            </a:r>
            <a:r>
              <a:rPr lang="vi-VN" altLang="ja-JP" sz="2800" dirty="0">
                <a:latin typeface="Times New Roman" panose="02020603050405020304" pitchFamily="18" charset="0"/>
                <a:cs typeface="Times New Roman" panose="02020603050405020304" pitchFamily="18" charset="0"/>
              </a:rPr>
              <a:t> thông tin ở </a:t>
            </a:r>
            <a:r>
              <a:rPr lang="vi-VN" altLang="ja-JP" sz="2800" dirty="0" err="1">
                <a:latin typeface="Times New Roman" panose="02020603050405020304" pitchFamily="18" charset="0"/>
                <a:cs typeface="Times New Roman" panose="02020603050405020304" pitchFamily="18" charset="0"/>
              </a:rPr>
              <a:t>tầng</a:t>
            </a:r>
            <a:r>
              <a:rPr lang="vi-VN" altLang="ja-JP" sz="2800" dirty="0">
                <a:latin typeface="Times New Roman" panose="02020603050405020304" pitchFamily="18" charset="0"/>
                <a:cs typeface="Times New Roman" panose="02020603050405020304" pitchFamily="18" charset="0"/>
              </a:rPr>
              <a:t> </a:t>
            </a:r>
            <a:r>
              <a:rPr lang="vi-VN" altLang="ja-JP" sz="2800" dirty="0" err="1">
                <a:latin typeface="Times New Roman" panose="02020603050405020304" pitchFamily="18" charset="0"/>
                <a:cs typeface="Times New Roman" panose="02020603050405020304" pitchFamily="18" charset="0"/>
              </a:rPr>
              <a:t>network</a:t>
            </a:r>
            <a:r>
              <a:rPr lang="vi-VN" altLang="ja-JP" sz="2800" dirty="0">
                <a:latin typeface="Times New Roman" panose="02020603050405020304" pitchFamily="18" charset="0"/>
                <a:cs typeface="Times New Roman" panose="02020603050405020304" pitchFamily="18" charset="0"/>
              </a:rPr>
              <a:t> trong mô </a:t>
            </a:r>
            <a:r>
              <a:rPr lang="vi-VN" altLang="ja-JP" sz="2800" dirty="0" err="1">
                <a:latin typeface="Times New Roman" panose="02020603050405020304" pitchFamily="18" charset="0"/>
                <a:cs typeface="Times New Roman" panose="02020603050405020304" pitchFamily="18" charset="0"/>
              </a:rPr>
              <a:t>hình</a:t>
            </a:r>
            <a:r>
              <a:rPr lang="vi-VN" altLang="ja-JP" sz="2800" dirty="0">
                <a:latin typeface="Times New Roman" panose="02020603050405020304" pitchFamily="18" charset="0"/>
                <a:cs typeface="Times New Roman" panose="02020603050405020304" pitchFamily="18" charset="0"/>
              </a:rPr>
              <a:t> </a:t>
            </a:r>
            <a:r>
              <a:rPr lang="vi-VN" altLang="ja-JP" sz="2800" dirty="0" err="1">
                <a:latin typeface="Times New Roman" panose="02020603050405020304" pitchFamily="18" charset="0"/>
                <a:cs typeface="Times New Roman" panose="02020603050405020304" pitchFamily="18" charset="0"/>
              </a:rPr>
              <a:t>OSI</a:t>
            </a:r>
            <a:r>
              <a:rPr lang="vi-VN" altLang="ja-JP" sz="2800" dirty="0">
                <a:latin typeface="Times New Roman" panose="02020603050405020304" pitchFamily="18" charset="0"/>
                <a:cs typeface="Times New Roman" panose="02020603050405020304" pitchFamily="18" charset="0"/>
              </a:rPr>
              <a:t> </a:t>
            </a:r>
            <a:r>
              <a:rPr lang="vi-VN" altLang="ja-JP" sz="2800" dirty="0" err="1">
                <a:latin typeface="Times New Roman" panose="02020603050405020304" pitchFamily="18" charset="0"/>
                <a:cs typeface="Times New Roman" panose="02020603050405020304" pitchFamily="18" charset="0"/>
              </a:rPr>
              <a:t>là</a:t>
            </a:r>
            <a:r>
              <a:rPr lang="vi-VN" altLang="ja-JP" sz="2800" dirty="0">
                <a:latin typeface="Times New Roman" panose="02020603050405020304" pitchFamily="18" charset="0"/>
                <a:cs typeface="Times New Roman" panose="02020603050405020304" pitchFamily="18" charset="0"/>
              </a:rPr>
              <a:t> </a:t>
            </a:r>
            <a:r>
              <a:rPr lang="vi-VN" altLang="ja-JP" sz="2800" dirty="0" err="1">
                <a:latin typeface="Times New Roman" panose="02020603050405020304" pitchFamily="18" charset="0"/>
                <a:cs typeface="Times New Roman" panose="02020603050405020304" pitchFamily="18" charset="0"/>
              </a:rPr>
              <a:t>gì</a:t>
            </a:r>
            <a:r>
              <a:rPr lang="vi-VN" altLang="ja-JP" sz="2800" dirty="0">
                <a:latin typeface="Times New Roman" panose="02020603050405020304" pitchFamily="18" charset="0"/>
                <a:cs typeface="Times New Roman" panose="02020603050405020304" pitchFamily="18" charset="0"/>
              </a:rPr>
              <a:t> ?</a:t>
            </a:r>
          </a:p>
        </p:txBody>
      </p:sp>
      <p:sp>
        <p:nvSpPr>
          <p:cNvPr id="8" name="Frame 7"/>
          <p:cNvSpPr/>
          <p:nvPr/>
        </p:nvSpPr>
        <p:spPr>
          <a:xfrm>
            <a:off x="75304" y="2506532"/>
            <a:ext cx="11984017" cy="968188"/>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Frame 11"/>
          <p:cNvSpPr/>
          <p:nvPr/>
        </p:nvSpPr>
        <p:spPr>
          <a:xfrm>
            <a:off x="75302" y="3580057"/>
            <a:ext cx="11984017" cy="968188"/>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Frame 12"/>
          <p:cNvSpPr/>
          <p:nvPr/>
        </p:nvSpPr>
        <p:spPr>
          <a:xfrm>
            <a:off x="75302" y="4652402"/>
            <a:ext cx="11984017" cy="968188"/>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Frame 13"/>
          <p:cNvSpPr/>
          <p:nvPr/>
        </p:nvSpPr>
        <p:spPr>
          <a:xfrm>
            <a:off x="75303" y="5749795"/>
            <a:ext cx="11984017" cy="968188"/>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2" name="Oval 21"/>
          <p:cNvSpPr/>
          <p:nvPr/>
        </p:nvSpPr>
        <p:spPr>
          <a:xfrm>
            <a:off x="189602" y="2590928"/>
            <a:ext cx="829575" cy="7993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A</a:t>
            </a:r>
          </a:p>
        </p:txBody>
      </p:sp>
      <p:sp>
        <p:nvSpPr>
          <p:cNvPr id="23" name="Oval 22"/>
          <p:cNvSpPr/>
          <p:nvPr/>
        </p:nvSpPr>
        <p:spPr>
          <a:xfrm>
            <a:off x="189600" y="5834191"/>
            <a:ext cx="829575" cy="7993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D</a:t>
            </a:r>
          </a:p>
        </p:txBody>
      </p:sp>
      <p:sp>
        <p:nvSpPr>
          <p:cNvPr id="24" name="Oval 23"/>
          <p:cNvSpPr/>
          <p:nvPr/>
        </p:nvSpPr>
        <p:spPr>
          <a:xfrm>
            <a:off x="189599" y="4736798"/>
            <a:ext cx="829575" cy="7993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C</a:t>
            </a:r>
          </a:p>
        </p:txBody>
      </p:sp>
      <p:sp>
        <p:nvSpPr>
          <p:cNvPr id="25" name="Oval 24"/>
          <p:cNvSpPr/>
          <p:nvPr/>
        </p:nvSpPr>
        <p:spPr>
          <a:xfrm>
            <a:off x="189599" y="3664453"/>
            <a:ext cx="829575" cy="7993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B</a:t>
            </a:r>
          </a:p>
        </p:txBody>
      </p:sp>
      <p:sp>
        <p:nvSpPr>
          <p:cNvPr id="2" name="TextBox 1"/>
          <p:cNvSpPr txBox="1"/>
          <p:nvPr/>
        </p:nvSpPr>
        <p:spPr>
          <a:xfrm>
            <a:off x="1133471" y="3884631"/>
            <a:ext cx="10572750" cy="369332"/>
          </a:xfrm>
          <a:prstGeom prst="rect">
            <a:avLst/>
          </a:prstGeom>
          <a:noFill/>
        </p:spPr>
        <p:txBody>
          <a:bodyPr wrap="square" rtlCol="0">
            <a:spAutoFit/>
          </a:bodyPr>
          <a:lstStyle/>
          <a:p>
            <a:r>
              <a:rPr lang="en-US" dirty="0"/>
              <a:t>Frame</a:t>
            </a:r>
          </a:p>
        </p:txBody>
      </p:sp>
      <p:sp>
        <p:nvSpPr>
          <p:cNvPr id="15" name="TextBox 14"/>
          <p:cNvSpPr txBox="1"/>
          <p:nvPr/>
        </p:nvSpPr>
        <p:spPr>
          <a:xfrm>
            <a:off x="1133471" y="2805959"/>
            <a:ext cx="10572750" cy="646331"/>
          </a:xfrm>
          <a:prstGeom prst="rect">
            <a:avLst/>
          </a:prstGeom>
          <a:noFill/>
        </p:spPr>
        <p:txBody>
          <a:bodyPr wrap="square" rtlCol="0">
            <a:spAutoFit/>
          </a:bodyPr>
          <a:lstStyle/>
          <a:p>
            <a:r>
              <a:rPr lang="en-US" dirty="0"/>
              <a:t>Segment</a:t>
            </a:r>
          </a:p>
          <a:p>
            <a:endParaRPr lang="en-US" dirty="0"/>
          </a:p>
        </p:txBody>
      </p:sp>
      <p:sp>
        <p:nvSpPr>
          <p:cNvPr id="16" name="TextBox 15"/>
          <p:cNvSpPr txBox="1"/>
          <p:nvPr/>
        </p:nvSpPr>
        <p:spPr>
          <a:xfrm>
            <a:off x="1133471" y="4930058"/>
            <a:ext cx="10572750" cy="369332"/>
          </a:xfrm>
          <a:prstGeom prst="rect">
            <a:avLst/>
          </a:prstGeom>
          <a:noFill/>
        </p:spPr>
        <p:txBody>
          <a:bodyPr wrap="square" rtlCol="0">
            <a:spAutoFit/>
          </a:bodyPr>
          <a:lstStyle/>
          <a:p>
            <a:r>
              <a:rPr lang="en-US" dirty="0"/>
              <a:t>Data</a:t>
            </a:r>
          </a:p>
        </p:txBody>
      </p:sp>
      <p:sp>
        <p:nvSpPr>
          <p:cNvPr id="17" name="TextBox 16"/>
          <p:cNvSpPr txBox="1"/>
          <p:nvPr/>
        </p:nvSpPr>
        <p:spPr>
          <a:xfrm>
            <a:off x="1133471" y="6068101"/>
            <a:ext cx="10572750" cy="369332"/>
          </a:xfrm>
          <a:prstGeom prst="rect">
            <a:avLst/>
          </a:prstGeom>
          <a:noFill/>
        </p:spPr>
        <p:txBody>
          <a:bodyPr wrap="square" rtlCol="0">
            <a:spAutoFit/>
          </a:bodyPr>
          <a:lstStyle/>
          <a:p>
            <a:r>
              <a:rPr lang="en-US" dirty="0"/>
              <a:t>Datagram</a:t>
            </a:r>
          </a:p>
        </p:txBody>
      </p:sp>
      <p:sp>
        <p:nvSpPr>
          <p:cNvPr id="3" name="Tiêu đề 2">
            <a:extLst>
              <a:ext uri="{FF2B5EF4-FFF2-40B4-BE49-F238E27FC236}">
                <a16:creationId xmlns:a16="http://schemas.microsoft.com/office/drawing/2014/main" id="{9CEBC5A9-E7FA-4A21-9B63-DB336588DE12}"/>
              </a:ext>
            </a:extLst>
          </p:cNvPr>
          <p:cNvSpPr>
            <a:spLocks noGrp="1"/>
          </p:cNvSpPr>
          <p:nvPr>
            <p:ph type="ctrTitle"/>
          </p:nvPr>
        </p:nvSpPr>
        <p:spPr/>
        <p:txBody>
          <a:bodyPr/>
          <a:lstStyle/>
          <a:p>
            <a:endParaRPr lang="en-US"/>
          </a:p>
        </p:txBody>
      </p:sp>
      <p:sp>
        <p:nvSpPr>
          <p:cNvPr id="5" name="Tiêu đề phụ 4">
            <a:extLst>
              <a:ext uri="{FF2B5EF4-FFF2-40B4-BE49-F238E27FC236}">
                <a16:creationId xmlns:a16="http://schemas.microsoft.com/office/drawing/2014/main" id="{28B0D955-E32A-4457-B0A6-E793E363F9AC}"/>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6127722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trips(downLeft)">
                                      <p:cBhvr>
                                        <p:cTn id="7" dur="500"/>
                                        <p:tgtEl>
                                          <p:spTgt spid="4"/>
                                        </p:tgtEl>
                                      </p:cBhvr>
                                    </p:animEffect>
                                  </p:childTnLst>
                                </p:cTn>
                              </p:par>
                              <p:par>
                                <p:cTn id="8" presetID="18" presetClass="entr" presetSubtype="12"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strips(downLeft)">
                                      <p:cBhvr>
                                        <p:cTn id="10" dur="500"/>
                                        <p:tgtEl>
                                          <p:spTgt spid="8"/>
                                        </p:tgtEl>
                                      </p:cBhvr>
                                    </p:animEffect>
                                  </p:childTnLst>
                                </p:cTn>
                              </p:par>
                              <p:par>
                                <p:cTn id="11" presetID="18" presetClass="entr" presetSubtype="12"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strips(downLeft)">
                                      <p:cBhvr>
                                        <p:cTn id="13" dur="500"/>
                                        <p:tgtEl>
                                          <p:spTgt spid="12"/>
                                        </p:tgtEl>
                                      </p:cBhvr>
                                    </p:animEffect>
                                  </p:childTnLst>
                                </p:cTn>
                              </p:par>
                              <p:par>
                                <p:cTn id="14" presetID="18" presetClass="entr" presetSubtype="12"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strips(downLeft)">
                                      <p:cBhvr>
                                        <p:cTn id="16" dur="500"/>
                                        <p:tgtEl>
                                          <p:spTgt spid="13"/>
                                        </p:tgtEl>
                                      </p:cBhvr>
                                    </p:animEffect>
                                  </p:childTnLst>
                                </p:cTn>
                              </p:par>
                              <p:par>
                                <p:cTn id="17" presetID="18" presetClass="entr" presetSubtype="12"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strips(downLeft)">
                                      <p:cBhvr>
                                        <p:cTn id="19" dur="500"/>
                                        <p:tgtEl>
                                          <p:spTgt spid="14"/>
                                        </p:tgtEl>
                                      </p:cBhvr>
                                    </p:animEffect>
                                  </p:childTnLst>
                                </p:cTn>
                              </p:par>
                              <p:par>
                                <p:cTn id="20" presetID="18" presetClass="entr" presetSubtype="12" fill="hold" grpId="0" nodeType="with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strips(downLeft)">
                                      <p:cBhvr>
                                        <p:cTn id="22" dur="500"/>
                                        <p:tgtEl>
                                          <p:spTgt spid="23"/>
                                        </p:tgtEl>
                                      </p:cBhvr>
                                    </p:animEffect>
                                  </p:childTnLst>
                                </p:cTn>
                              </p:par>
                              <p:par>
                                <p:cTn id="23" presetID="18" presetClass="entr" presetSubtype="12"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strips(downLeft)">
                                      <p:cBhvr>
                                        <p:cTn id="25" dur="500"/>
                                        <p:tgtEl>
                                          <p:spTgt spid="24"/>
                                        </p:tgtEl>
                                      </p:cBhvr>
                                    </p:animEffect>
                                  </p:childTnLst>
                                </p:cTn>
                              </p:par>
                              <p:par>
                                <p:cTn id="26" presetID="18" presetClass="entr" presetSubtype="12" fill="hold" grpId="0" nodeType="with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strips(downLeft)">
                                      <p:cBhvr>
                                        <p:cTn id="28" dur="500"/>
                                        <p:tgtEl>
                                          <p:spTgt spid="25"/>
                                        </p:tgtEl>
                                      </p:cBhvr>
                                    </p:animEffect>
                                  </p:childTnLst>
                                </p:cTn>
                              </p:par>
                              <p:par>
                                <p:cTn id="29" presetID="18" presetClass="entr" presetSubtype="12" fill="hold" grpId="0" nodeType="with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strips(downLeft)">
                                      <p:cBhvr>
                                        <p:cTn id="31" dur="500"/>
                                        <p:tgtEl>
                                          <p:spTgt spid="22"/>
                                        </p:tgtEl>
                                      </p:cBhvr>
                                    </p:animEffect>
                                  </p:childTnLst>
                                </p:cTn>
                              </p:par>
                              <p:par>
                                <p:cTn id="32" presetID="18" presetClass="entr" presetSubtype="12"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strips(downLeft)">
                                      <p:cBhvr>
                                        <p:cTn id="34" dur="500"/>
                                        <p:tgtEl>
                                          <p:spTgt spid="15"/>
                                        </p:tgtEl>
                                      </p:cBhvr>
                                    </p:animEffect>
                                  </p:childTnLst>
                                </p:cTn>
                              </p:par>
                              <p:par>
                                <p:cTn id="35" presetID="18" presetClass="entr" presetSubtype="12" fill="hold" grpId="0" nodeType="with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strips(downLeft)">
                                      <p:cBhvr>
                                        <p:cTn id="37" dur="500"/>
                                        <p:tgtEl>
                                          <p:spTgt spid="2"/>
                                        </p:tgtEl>
                                      </p:cBhvr>
                                    </p:animEffect>
                                  </p:childTnLst>
                                </p:cTn>
                              </p:par>
                              <p:par>
                                <p:cTn id="38" presetID="18" presetClass="entr" presetSubtype="12" fill="hold" grpId="0" nodeType="with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strips(downLeft)">
                                      <p:cBhvr>
                                        <p:cTn id="40" dur="500"/>
                                        <p:tgtEl>
                                          <p:spTgt spid="16"/>
                                        </p:tgtEl>
                                      </p:cBhvr>
                                    </p:animEffect>
                                  </p:childTnLst>
                                </p:cTn>
                              </p:par>
                              <p:par>
                                <p:cTn id="41" presetID="18" presetClass="entr" presetSubtype="12" fill="hold" grpId="0" nodeType="withEffect">
                                  <p:stCondLst>
                                    <p:cond delay="0"/>
                                  </p:stCondLst>
                                  <p:iterate type="lt">
                                    <p:tmPct val="0"/>
                                  </p:iterate>
                                  <p:childTnLst>
                                    <p:set>
                                      <p:cBhvr>
                                        <p:cTn id="42" dur="1" fill="hold">
                                          <p:stCondLst>
                                            <p:cond delay="0"/>
                                          </p:stCondLst>
                                        </p:cTn>
                                        <p:tgtEl>
                                          <p:spTgt spid="17"/>
                                        </p:tgtEl>
                                        <p:attrNameLst>
                                          <p:attrName>style.visibility</p:attrName>
                                        </p:attrNameLst>
                                      </p:cBhvr>
                                      <p:to>
                                        <p:strVal val="visible"/>
                                      </p:to>
                                    </p:set>
                                    <p:animEffect transition="in" filter="strips(downLeft)">
                                      <p:cBhvr>
                                        <p:cTn id="43" dur="500"/>
                                        <p:tgtEl>
                                          <p:spTgt spid="17"/>
                                        </p:tgtEl>
                                      </p:cBhvr>
                                    </p:animEffect>
                                  </p:childTnLst>
                                </p:cTn>
                              </p:par>
                            </p:childTnLst>
                          </p:cTn>
                        </p:par>
                      </p:childTnLst>
                    </p:cTn>
                  </p:par>
                  <p:par>
                    <p:cTn id="44" fill="hold">
                      <p:stCondLst>
                        <p:cond delay="indefinite"/>
                      </p:stCondLst>
                      <p:childTnLst>
                        <p:par>
                          <p:cTn id="45" fill="hold">
                            <p:stCondLst>
                              <p:cond delay="0"/>
                            </p:stCondLst>
                            <p:childTnLst>
                              <p:par>
                                <p:cTn id="46" presetID="1" presetClass="emph" presetSubtype="2" fill="hold" nodeType="clickEffect">
                                  <p:stCondLst>
                                    <p:cond delay="0"/>
                                  </p:stCondLst>
                                  <p:childTnLst>
                                    <p:animClr clrSpc="rgb" dir="cw">
                                      <p:cBhvr>
                                        <p:cTn id="47" dur="2000" fill="hold"/>
                                        <p:tgtEl>
                                          <p:spTgt spid="14"/>
                                        </p:tgtEl>
                                        <p:attrNameLst>
                                          <p:attrName>fillcolor</p:attrName>
                                        </p:attrNameLst>
                                      </p:cBhvr>
                                      <p:to>
                                        <a:schemeClr val="accent2"/>
                                      </p:to>
                                    </p:animClr>
                                    <p:set>
                                      <p:cBhvr>
                                        <p:cTn id="48" dur="2000" fill="hold"/>
                                        <p:tgtEl>
                                          <p:spTgt spid="14"/>
                                        </p:tgtEl>
                                        <p:attrNameLst>
                                          <p:attrName>fill.type</p:attrName>
                                        </p:attrNameLst>
                                      </p:cBhvr>
                                      <p:to>
                                        <p:strVal val="solid"/>
                                      </p:to>
                                    </p:set>
                                    <p:set>
                                      <p:cBhvr>
                                        <p:cTn id="49" dur="2000" fill="hold"/>
                                        <p:tgtEl>
                                          <p:spTgt spid="14"/>
                                        </p:tgtEl>
                                        <p:attrNameLst>
                                          <p:attrName>fill.on</p:attrName>
                                        </p:attrNameLst>
                                      </p:cBhvr>
                                      <p:to>
                                        <p:strVal val="true"/>
                                      </p:to>
                                    </p:set>
                                  </p:childTnLst>
                                </p:cTn>
                              </p:par>
                              <p:par>
                                <p:cTn id="50" presetID="1" presetClass="emph" presetSubtype="2" fill="hold" nodeType="withEffect">
                                  <p:stCondLst>
                                    <p:cond delay="0"/>
                                  </p:stCondLst>
                                  <p:childTnLst>
                                    <p:animClr clrSpc="rgb" dir="cw">
                                      <p:cBhvr>
                                        <p:cTn id="51" dur="2000" fill="hold"/>
                                        <p:tgtEl>
                                          <p:spTgt spid="23"/>
                                        </p:tgtEl>
                                        <p:attrNameLst>
                                          <p:attrName>fillcolor</p:attrName>
                                        </p:attrNameLst>
                                      </p:cBhvr>
                                      <p:to>
                                        <a:schemeClr val="accent2"/>
                                      </p:to>
                                    </p:animClr>
                                    <p:set>
                                      <p:cBhvr>
                                        <p:cTn id="52" dur="2000" fill="hold"/>
                                        <p:tgtEl>
                                          <p:spTgt spid="23"/>
                                        </p:tgtEl>
                                        <p:attrNameLst>
                                          <p:attrName>fill.type</p:attrName>
                                        </p:attrNameLst>
                                      </p:cBhvr>
                                      <p:to>
                                        <p:strVal val="solid"/>
                                      </p:to>
                                    </p:set>
                                    <p:set>
                                      <p:cBhvr>
                                        <p:cTn id="53" dur="2000" fill="hold"/>
                                        <p:tgtEl>
                                          <p:spTgt spid="23"/>
                                        </p:tgtEl>
                                        <p:attrNameLst>
                                          <p:attrName>fill.on</p:attrName>
                                        </p:attrNameLst>
                                      </p:cBhvr>
                                      <p:to>
                                        <p:strVal val="true"/>
                                      </p:to>
                                    </p:set>
                                  </p:childTnLst>
                                </p:cTn>
                              </p:par>
                              <p:par>
                                <p:cTn id="54" presetID="36" presetClass="emph" presetSubtype="0" fill="hold" grpId="1" nodeType="withEffect">
                                  <p:stCondLst>
                                    <p:cond delay="0"/>
                                  </p:stCondLst>
                                  <p:iterate type="lt">
                                    <p:tmPct val="10000"/>
                                  </p:iterate>
                                  <p:childTnLst>
                                    <p:animScale>
                                      <p:cBhvr>
                                        <p:cTn id="55" dur="250" autoRev="1" fill="hold">
                                          <p:stCondLst>
                                            <p:cond delay="0"/>
                                          </p:stCondLst>
                                        </p:cTn>
                                        <p:tgtEl>
                                          <p:spTgt spid="17"/>
                                        </p:tgtEl>
                                      </p:cBhvr>
                                      <p:to x="80000" y="100000"/>
                                    </p:animScale>
                                    <p:anim by="(#ppt_w*0.10)" calcmode="lin" valueType="num">
                                      <p:cBhvr>
                                        <p:cTn id="56" dur="250" autoRev="1" fill="hold">
                                          <p:stCondLst>
                                            <p:cond delay="0"/>
                                          </p:stCondLst>
                                        </p:cTn>
                                        <p:tgtEl>
                                          <p:spTgt spid="17"/>
                                        </p:tgtEl>
                                        <p:attrNameLst>
                                          <p:attrName>ppt_x</p:attrName>
                                        </p:attrNameLst>
                                      </p:cBhvr>
                                    </p:anim>
                                    <p:anim by="(-#ppt_w*0.10)" calcmode="lin" valueType="num">
                                      <p:cBhvr>
                                        <p:cTn id="57" dur="250" autoRev="1" fill="hold">
                                          <p:stCondLst>
                                            <p:cond delay="0"/>
                                          </p:stCondLst>
                                        </p:cTn>
                                        <p:tgtEl>
                                          <p:spTgt spid="17"/>
                                        </p:tgtEl>
                                        <p:attrNameLst>
                                          <p:attrName>ppt_y</p:attrName>
                                        </p:attrNameLst>
                                      </p:cBhvr>
                                    </p:anim>
                                    <p:animRot by="-480000">
                                      <p:cBhvr>
                                        <p:cTn id="58" dur="250" autoRev="1" fill="hold">
                                          <p:stCondLst>
                                            <p:cond delay="0"/>
                                          </p:stCondLst>
                                        </p:cTn>
                                        <p:tgtEl>
                                          <p:spTgt spid="17"/>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P spid="12" grpId="0" animBg="1"/>
      <p:bldP spid="13" grpId="0" animBg="1"/>
      <p:bldP spid="14" grpId="0" animBg="1"/>
      <p:bldP spid="22" grpId="0" animBg="1"/>
      <p:bldP spid="23" grpId="0" animBg="1"/>
      <p:bldP spid="24" grpId="0" animBg="1"/>
      <p:bldP spid="25" grpId="0" animBg="1"/>
      <p:bldP spid="2" grpId="0"/>
      <p:bldP spid="15" grpId="0"/>
      <p:bldP spid="16" grpId="0"/>
      <p:bldP spid="17" grpId="0"/>
      <p:bldP spid="17" grpId="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ame 3"/>
          <p:cNvSpPr/>
          <p:nvPr/>
        </p:nvSpPr>
        <p:spPr>
          <a:xfrm>
            <a:off x="75302" y="74294"/>
            <a:ext cx="11984019" cy="2076226"/>
          </a:xfrm>
          <a:prstGeom prst="frame">
            <a:avLst>
              <a:gd name="adj1" fmla="val 3135"/>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err="1">
                <a:solidFill>
                  <a:schemeClr val="tx1"/>
                </a:solidFill>
              </a:rPr>
              <a:t>Lớp</a:t>
            </a:r>
            <a:r>
              <a:rPr lang="en-US" sz="2800" b="1" dirty="0">
                <a:solidFill>
                  <a:schemeClr val="tx1"/>
                </a:solidFill>
              </a:rPr>
              <a:t> </a:t>
            </a:r>
            <a:r>
              <a:rPr lang="en-US" sz="2800" b="1" dirty="0" err="1">
                <a:solidFill>
                  <a:schemeClr val="tx1"/>
                </a:solidFill>
              </a:rPr>
              <a:t>nào</a:t>
            </a:r>
            <a:r>
              <a:rPr lang="en-US" sz="2800" b="1" dirty="0">
                <a:solidFill>
                  <a:schemeClr val="tx1"/>
                </a:solidFill>
              </a:rPr>
              <a:t> </a:t>
            </a:r>
            <a:r>
              <a:rPr lang="en-US" sz="2800" b="1" dirty="0" err="1">
                <a:solidFill>
                  <a:schemeClr val="tx1"/>
                </a:solidFill>
              </a:rPr>
              <a:t>trong</a:t>
            </a:r>
            <a:r>
              <a:rPr lang="en-US" sz="2800" b="1" dirty="0">
                <a:solidFill>
                  <a:schemeClr val="tx1"/>
                </a:solidFill>
              </a:rPr>
              <a:t> </a:t>
            </a:r>
            <a:r>
              <a:rPr lang="en-US" sz="2800" b="1" dirty="0" err="1">
                <a:solidFill>
                  <a:schemeClr val="tx1"/>
                </a:solidFill>
              </a:rPr>
              <a:t>mô</a:t>
            </a:r>
            <a:r>
              <a:rPr lang="en-US" sz="2800" b="1" dirty="0">
                <a:solidFill>
                  <a:schemeClr val="tx1"/>
                </a:solidFill>
              </a:rPr>
              <a:t> </a:t>
            </a:r>
            <a:r>
              <a:rPr lang="en-US" sz="2800" b="1" dirty="0" err="1">
                <a:solidFill>
                  <a:schemeClr val="tx1"/>
                </a:solidFill>
              </a:rPr>
              <a:t>hình</a:t>
            </a:r>
            <a:r>
              <a:rPr lang="en-US" sz="2800" b="1" dirty="0">
                <a:solidFill>
                  <a:schemeClr val="tx1"/>
                </a:solidFill>
              </a:rPr>
              <a:t> </a:t>
            </a:r>
            <a:r>
              <a:rPr lang="en-US" sz="2800" b="1" dirty="0" err="1">
                <a:solidFill>
                  <a:schemeClr val="tx1"/>
                </a:solidFill>
              </a:rPr>
              <a:t>OSI</a:t>
            </a:r>
            <a:r>
              <a:rPr lang="en-US" sz="2800" b="1" dirty="0">
                <a:solidFill>
                  <a:schemeClr val="tx1"/>
                </a:solidFill>
              </a:rPr>
              <a:t> </a:t>
            </a:r>
            <a:r>
              <a:rPr lang="en-US" sz="2800" b="1" dirty="0" err="1">
                <a:solidFill>
                  <a:schemeClr val="tx1"/>
                </a:solidFill>
              </a:rPr>
              <a:t>đóng</a:t>
            </a:r>
            <a:r>
              <a:rPr lang="en-US" sz="2800" b="1" dirty="0">
                <a:solidFill>
                  <a:schemeClr val="tx1"/>
                </a:solidFill>
              </a:rPr>
              <a:t> </a:t>
            </a:r>
            <a:r>
              <a:rPr lang="en-US" sz="2800" b="1" dirty="0" err="1">
                <a:solidFill>
                  <a:schemeClr val="tx1"/>
                </a:solidFill>
              </a:rPr>
              <a:t>gói</a:t>
            </a:r>
            <a:r>
              <a:rPr lang="en-US" sz="2800" b="1" dirty="0">
                <a:solidFill>
                  <a:schemeClr val="tx1"/>
                </a:solidFill>
              </a:rPr>
              <a:t> </a:t>
            </a:r>
            <a:r>
              <a:rPr lang="en-US" sz="2800" b="1" dirty="0" err="1">
                <a:solidFill>
                  <a:schemeClr val="tx1"/>
                </a:solidFill>
              </a:rPr>
              <a:t>dữ</a:t>
            </a:r>
            <a:r>
              <a:rPr lang="en-US" sz="2800" b="1" dirty="0">
                <a:solidFill>
                  <a:schemeClr val="tx1"/>
                </a:solidFill>
              </a:rPr>
              <a:t> </a:t>
            </a:r>
            <a:r>
              <a:rPr lang="en-US" sz="2800" b="1" dirty="0" err="1">
                <a:solidFill>
                  <a:schemeClr val="tx1"/>
                </a:solidFill>
              </a:rPr>
              <a:t>liệu</a:t>
            </a:r>
            <a:r>
              <a:rPr lang="en-US" sz="2800" b="1" dirty="0">
                <a:solidFill>
                  <a:schemeClr val="tx1"/>
                </a:solidFill>
              </a:rPr>
              <a:t> </a:t>
            </a:r>
            <a:r>
              <a:rPr lang="en-US" sz="2800" b="1" dirty="0" err="1">
                <a:solidFill>
                  <a:schemeClr val="tx1"/>
                </a:solidFill>
              </a:rPr>
              <a:t>kèm</a:t>
            </a:r>
            <a:r>
              <a:rPr lang="en-US" sz="2800" b="1" dirty="0">
                <a:solidFill>
                  <a:schemeClr val="tx1"/>
                </a:solidFill>
              </a:rPr>
              <a:t> </a:t>
            </a:r>
            <a:r>
              <a:rPr lang="en-US" sz="2800" b="1" dirty="0" err="1">
                <a:solidFill>
                  <a:schemeClr val="tx1"/>
                </a:solidFill>
              </a:rPr>
              <a:t>theo</a:t>
            </a:r>
            <a:r>
              <a:rPr lang="en-US" sz="2800" b="1" dirty="0">
                <a:solidFill>
                  <a:schemeClr val="tx1"/>
                </a:solidFill>
              </a:rPr>
              <a:t> IP Header</a:t>
            </a:r>
          </a:p>
        </p:txBody>
      </p:sp>
      <p:sp>
        <p:nvSpPr>
          <p:cNvPr id="8" name="Frame 7"/>
          <p:cNvSpPr/>
          <p:nvPr/>
        </p:nvSpPr>
        <p:spPr>
          <a:xfrm>
            <a:off x="75304" y="2506532"/>
            <a:ext cx="11984017" cy="968188"/>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Frame 11"/>
          <p:cNvSpPr/>
          <p:nvPr/>
        </p:nvSpPr>
        <p:spPr>
          <a:xfrm>
            <a:off x="75302" y="3580057"/>
            <a:ext cx="11984017" cy="968188"/>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3" name="Frame 12"/>
          <p:cNvSpPr/>
          <p:nvPr/>
        </p:nvSpPr>
        <p:spPr>
          <a:xfrm>
            <a:off x="75302" y="4652402"/>
            <a:ext cx="11984017" cy="968188"/>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Frame 13"/>
          <p:cNvSpPr/>
          <p:nvPr/>
        </p:nvSpPr>
        <p:spPr>
          <a:xfrm>
            <a:off x="75303" y="5749795"/>
            <a:ext cx="11984017" cy="968188"/>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2" name="Oval 21"/>
          <p:cNvSpPr/>
          <p:nvPr/>
        </p:nvSpPr>
        <p:spPr>
          <a:xfrm>
            <a:off x="189602" y="2590928"/>
            <a:ext cx="829575" cy="7993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A</a:t>
            </a:r>
          </a:p>
        </p:txBody>
      </p:sp>
      <p:sp>
        <p:nvSpPr>
          <p:cNvPr id="23" name="Oval 22"/>
          <p:cNvSpPr/>
          <p:nvPr/>
        </p:nvSpPr>
        <p:spPr>
          <a:xfrm>
            <a:off x="189600" y="5834191"/>
            <a:ext cx="829575" cy="7993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D</a:t>
            </a:r>
          </a:p>
        </p:txBody>
      </p:sp>
      <p:sp>
        <p:nvSpPr>
          <p:cNvPr id="24" name="Oval 23"/>
          <p:cNvSpPr/>
          <p:nvPr/>
        </p:nvSpPr>
        <p:spPr>
          <a:xfrm>
            <a:off x="189599" y="4736798"/>
            <a:ext cx="829575" cy="7993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C</a:t>
            </a:r>
          </a:p>
        </p:txBody>
      </p:sp>
      <p:sp>
        <p:nvSpPr>
          <p:cNvPr id="25" name="Oval 24"/>
          <p:cNvSpPr/>
          <p:nvPr/>
        </p:nvSpPr>
        <p:spPr>
          <a:xfrm>
            <a:off x="189599" y="3664453"/>
            <a:ext cx="829575" cy="7993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B</a:t>
            </a:r>
          </a:p>
        </p:txBody>
      </p:sp>
      <p:sp>
        <p:nvSpPr>
          <p:cNvPr id="2" name="TextBox 1"/>
          <p:cNvSpPr txBox="1"/>
          <p:nvPr/>
        </p:nvSpPr>
        <p:spPr>
          <a:xfrm>
            <a:off x="1133471" y="3884631"/>
            <a:ext cx="10572750" cy="369332"/>
          </a:xfrm>
          <a:prstGeom prst="rect">
            <a:avLst/>
          </a:prstGeom>
          <a:noFill/>
        </p:spPr>
        <p:txBody>
          <a:bodyPr wrap="square" rtlCol="0">
            <a:spAutoFit/>
          </a:bodyPr>
          <a:lstStyle/>
          <a:p>
            <a:r>
              <a:rPr lang="en-US" dirty="0"/>
              <a:t>Link</a:t>
            </a:r>
          </a:p>
        </p:txBody>
      </p:sp>
      <p:sp>
        <p:nvSpPr>
          <p:cNvPr id="15" name="TextBox 14"/>
          <p:cNvSpPr txBox="1"/>
          <p:nvPr/>
        </p:nvSpPr>
        <p:spPr>
          <a:xfrm>
            <a:off x="1133471" y="2805959"/>
            <a:ext cx="10572750" cy="369332"/>
          </a:xfrm>
          <a:prstGeom prst="rect">
            <a:avLst/>
          </a:prstGeom>
          <a:noFill/>
        </p:spPr>
        <p:txBody>
          <a:bodyPr wrap="square" rtlCol="0">
            <a:spAutoFit/>
          </a:bodyPr>
          <a:lstStyle/>
          <a:p>
            <a:r>
              <a:rPr lang="en-US" dirty="0"/>
              <a:t>Network</a:t>
            </a:r>
          </a:p>
        </p:txBody>
      </p:sp>
      <p:sp>
        <p:nvSpPr>
          <p:cNvPr id="16" name="TextBox 15"/>
          <p:cNvSpPr txBox="1"/>
          <p:nvPr/>
        </p:nvSpPr>
        <p:spPr>
          <a:xfrm>
            <a:off x="1133471" y="4951829"/>
            <a:ext cx="10572750" cy="369332"/>
          </a:xfrm>
          <a:prstGeom prst="rect">
            <a:avLst/>
          </a:prstGeom>
          <a:noFill/>
        </p:spPr>
        <p:txBody>
          <a:bodyPr wrap="square" rtlCol="0">
            <a:spAutoFit/>
          </a:bodyPr>
          <a:lstStyle/>
          <a:p>
            <a:r>
              <a:rPr lang="en-US" dirty="0"/>
              <a:t>Physical</a:t>
            </a:r>
          </a:p>
        </p:txBody>
      </p:sp>
      <p:sp>
        <p:nvSpPr>
          <p:cNvPr id="17" name="TextBox 16"/>
          <p:cNvSpPr txBox="1"/>
          <p:nvPr/>
        </p:nvSpPr>
        <p:spPr>
          <a:xfrm>
            <a:off x="1133471" y="6068101"/>
            <a:ext cx="10572750" cy="369332"/>
          </a:xfrm>
          <a:prstGeom prst="rect">
            <a:avLst/>
          </a:prstGeom>
          <a:noFill/>
        </p:spPr>
        <p:txBody>
          <a:bodyPr wrap="square" rtlCol="0">
            <a:spAutoFit/>
          </a:bodyPr>
          <a:lstStyle/>
          <a:p>
            <a:r>
              <a:rPr lang="en-US" dirty="0"/>
              <a:t>Transport</a:t>
            </a:r>
          </a:p>
        </p:txBody>
      </p:sp>
      <p:sp>
        <p:nvSpPr>
          <p:cNvPr id="3" name="Tiêu đề 2">
            <a:extLst>
              <a:ext uri="{FF2B5EF4-FFF2-40B4-BE49-F238E27FC236}">
                <a16:creationId xmlns:a16="http://schemas.microsoft.com/office/drawing/2014/main" id="{28045239-9A8A-40B3-9E53-343EAD239D1C}"/>
              </a:ext>
            </a:extLst>
          </p:cNvPr>
          <p:cNvSpPr>
            <a:spLocks noGrp="1"/>
          </p:cNvSpPr>
          <p:nvPr>
            <p:ph type="ctrTitle"/>
          </p:nvPr>
        </p:nvSpPr>
        <p:spPr/>
        <p:txBody>
          <a:bodyPr/>
          <a:lstStyle/>
          <a:p>
            <a:endParaRPr lang="en-US"/>
          </a:p>
        </p:txBody>
      </p:sp>
      <p:sp>
        <p:nvSpPr>
          <p:cNvPr id="5" name="Tiêu đề phụ 4">
            <a:extLst>
              <a:ext uri="{FF2B5EF4-FFF2-40B4-BE49-F238E27FC236}">
                <a16:creationId xmlns:a16="http://schemas.microsoft.com/office/drawing/2014/main" id="{50DD7F14-02F6-4856-BF2D-356BF3E836C5}"/>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40604004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trips(downLeft)">
                                      <p:cBhvr>
                                        <p:cTn id="7" dur="500"/>
                                        <p:tgtEl>
                                          <p:spTgt spid="4"/>
                                        </p:tgtEl>
                                      </p:cBhvr>
                                    </p:animEffect>
                                  </p:childTnLst>
                                </p:cTn>
                              </p:par>
                              <p:par>
                                <p:cTn id="8" presetID="18" presetClass="entr" presetSubtype="12"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strips(downLeft)">
                                      <p:cBhvr>
                                        <p:cTn id="10" dur="500"/>
                                        <p:tgtEl>
                                          <p:spTgt spid="8"/>
                                        </p:tgtEl>
                                      </p:cBhvr>
                                    </p:animEffect>
                                  </p:childTnLst>
                                </p:cTn>
                              </p:par>
                              <p:par>
                                <p:cTn id="11" presetID="18" presetClass="entr" presetSubtype="12"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strips(downLeft)">
                                      <p:cBhvr>
                                        <p:cTn id="13" dur="500"/>
                                        <p:tgtEl>
                                          <p:spTgt spid="12"/>
                                        </p:tgtEl>
                                      </p:cBhvr>
                                    </p:animEffect>
                                  </p:childTnLst>
                                </p:cTn>
                              </p:par>
                              <p:par>
                                <p:cTn id="14" presetID="18" presetClass="entr" presetSubtype="12"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strips(downLeft)">
                                      <p:cBhvr>
                                        <p:cTn id="16" dur="500"/>
                                        <p:tgtEl>
                                          <p:spTgt spid="13"/>
                                        </p:tgtEl>
                                      </p:cBhvr>
                                    </p:animEffect>
                                  </p:childTnLst>
                                </p:cTn>
                              </p:par>
                              <p:par>
                                <p:cTn id="17" presetID="18" presetClass="entr" presetSubtype="12"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strips(downLeft)">
                                      <p:cBhvr>
                                        <p:cTn id="19" dur="500"/>
                                        <p:tgtEl>
                                          <p:spTgt spid="14"/>
                                        </p:tgtEl>
                                      </p:cBhvr>
                                    </p:animEffect>
                                  </p:childTnLst>
                                </p:cTn>
                              </p:par>
                              <p:par>
                                <p:cTn id="20" presetID="18" presetClass="entr" presetSubtype="12" fill="hold" grpId="0" nodeType="with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strips(downLeft)">
                                      <p:cBhvr>
                                        <p:cTn id="22" dur="500"/>
                                        <p:tgtEl>
                                          <p:spTgt spid="23"/>
                                        </p:tgtEl>
                                      </p:cBhvr>
                                    </p:animEffect>
                                  </p:childTnLst>
                                </p:cTn>
                              </p:par>
                              <p:par>
                                <p:cTn id="23" presetID="18" presetClass="entr" presetSubtype="12"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strips(downLeft)">
                                      <p:cBhvr>
                                        <p:cTn id="25" dur="500"/>
                                        <p:tgtEl>
                                          <p:spTgt spid="24"/>
                                        </p:tgtEl>
                                      </p:cBhvr>
                                    </p:animEffect>
                                  </p:childTnLst>
                                </p:cTn>
                              </p:par>
                              <p:par>
                                <p:cTn id="26" presetID="18" presetClass="entr" presetSubtype="12" fill="hold" grpId="0" nodeType="with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strips(downLeft)">
                                      <p:cBhvr>
                                        <p:cTn id="28" dur="500"/>
                                        <p:tgtEl>
                                          <p:spTgt spid="25"/>
                                        </p:tgtEl>
                                      </p:cBhvr>
                                    </p:animEffect>
                                  </p:childTnLst>
                                </p:cTn>
                              </p:par>
                              <p:par>
                                <p:cTn id="29" presetID="18" presetClass="entr" presetSubtype="12" fill="hold" grpId="0" nodeType="with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strips(downLeft)">
                                      <p:cBhvr>
                                        <p:cTn id="31" dur="500"/>
                                        <p:tgtEl>
                                          <p:spTgt spid="22"/>
                                        </p:tgtEl>
                                      </p:cBhvr>
                                    </p:animEffect>
                                  </p:childTnLst>
                                </p:cTn>
                              </p:par>
                              <p:par>
                                <p:cTn id="32" presetID="18" presetClass="entr" presetSubtype="12" fill="hold" grpId="0" nodeType="withEffect">
                                  <p:stCondLst>
                                    <p:cond delay="0"/>
                                  </p:stCondLst>
                                  <p:iterate type="lt">
                                    <p:tmPct val="0"/>
                                  </p:iterate>
                                  <p:childTnLst>
                                    <p:set>
                                      <p:cBhvr>
                                        <p:cTn id="33" dur="1" fill="hold">
                                          <p:stCondLst>
                                            <p:cond delay="0"/>
                                          </p:stCondLst>
                                        </p:cTn>
                                        <p:tgtEl>
                                          <p:spTgt spid="15"/>
                                        </p:tgtEl>
                                        <p:attrNameLst>
                                          <p:attrName>style.visibility</p:attrName>
                                        </p:attrNameLst>
                                      </p:cBhvr>
                                      <p:to>
                                        <p:strVal val="visible"/>
                                      </p:to>
                                    </p:set>
                                    <p:animEffect transition="in" filter="strips(downLeft)">
                                      <p:cBhvr>
                                        <p:cTn id="34" dur="500"/>
                                        <p:tgtEl>
                                          <p:spTgt spid="15"/>
                                        </p:tgtEl>
                                      </p:cBhvr>
                                    </p:animEffect>
                                  </p:childTnLst>
                                </p:cTn>
                              </p:par>
                              <p:par>
                                <p:cTn id="35" presetID="18" presetClass="entr" presetSubtype="12" fill="hold" grpId="0" nodeType="with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strips(downLeft)">
                                      <p:cBhvr>
                                        <p:cTn id="37" dur="500"/>
                                        <p:tgtEl>
                                          <p:spTgt spid="2"/>
                                        </p:tgtEl>
                                      </p:cBhvr>
                                    </p:animEffect>
                                  </p:childTnLst>
                                </p:cTn>
                              </p:par>
                              <p:par>
                                <p:cTn id="38" presetID="18" presetClass="entr" presetSubtype="12" fill="hold" grpId="0" nodeType="with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strips(downLeft)">
                                      <p:cBhvr>
                                        <p:cTn id="40" dur="500"/>
                                        <p:tgtEl>
                                          <p:spTgt spid="16"/>
                                        </p:tgtEl>
                                      </p:cBhvr>
                                    </p:animEffect>
                                  </p:childTnLst>
                                </p:cTn>
                              </p:par>
                              <p:par>
                                <p:cTn id="41" presetID="18" presetClass="entr" presetSubtype="12"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strips(downLeft)">
                                      <p:cBhvr>
                                        <p:cTn id="43" dur="500"/>
                                        <p:tgtEl>
                                          <p:spTgt spid="17"/>
                                        </p:tgtEl>
                                      </p:cBhvr>
                                    </p:animEffect>
                                  </p:childTnLst>
                                </p:cTn>
                              </p:par>
                            </p:childTnLst>
                          </p:cTn>
                        </p:par>
                      </p:childTnLst>
                    </p:cTn>
                  </p:par>
                  <p:par>
                    <p:cTn id="44" fill="hold">
                      <p:stCondLst>
                        <p:cond delay="indefinite"/>
                      </p:stCondLst>
                      <p:childTnLst>
                        <p:par>
                          <p:cTn id="45" fill="hold">
                            <p:stCondLst>
                              <p:cond delay="0"/>
                            </p:stCondLst>
                            <p:childTnLst>
                              <p:par>
                                <p:cTn id="46" presetID="1" presetClass="emph" presetSubtype="2" fill="hold" nodeType="clickEffect">
                                  <p:stCondLst>
                                    <p:cond delay="0"/>
                                  </p:stCondLst>
                                  <p:childTnLst>
                                    <p:animClr clrSpc="rgb" dir="cw">
                                      <p:cBhvr>
                                        <p:cTn id="47" dur="2000" fill="hold"/>
                                        <p:tgtEl>
                                          <p:spTgt spid="22"/>
                                        </p:tgtEl>
                                        <p:attrNameLst>
                                          <p:attrName>fillcolor</p:attrName>
                                        </p:attrNameLst>
                                      </p:cBhvr>
                                      <p:to>
                                        <a:schemeClr val="accent2"/>
                                      </p:to>
                                    </p:animClr>
                                    <p:set>
                                      <p:cBhvr>
                                        <p:cTn id="48" dur="2000" fill="hold"/>
                                        <p:tgtEl>
                                          <p:spTgt spid="22"/>
                                        </p:tgtEl>
                                        <p:attrNameLst>
                                          <p:attrName>fill.type</p:attrName>
                                        </p:attrNameLst>
                                      </p:cBhvr>
                                      <p:to>
                                        <p:strVal val="solid"/>
                                      </p:to>
                                    </p:set>
                                    <p:set>
                                      <p:cBhvr>
                                        <p:cTn id="49" dur="2000" fill="hold"/>
                                        <p:tgtEl>
                                          <p:spTgt spid="22"/>
                                        </p:tgtEl>
                                        <p:attrNameLst>
                                          <p:attrName>fill.on</p:attrName>
                                        </p:attrNameLst>
                                      </p:cBhvr>
                                      <p:to>
                                        <p:strVal val="true"/>
                                      </p:to>
                                    </p:set>
                                  </p:childTnLst>
                                </p:cTn>
                              </p:par>
                              <p:par>
                                <p:cTn id="50" presetID="1" presetClass="emph" presetSubtype="2" fill="hold" nodeType="withEffect">
                                  <p:stCondLst>
                                    <p:cond delay="0"/>
                                  </p:stCondLst>
                                  <p:childTnLst>
                                    <p:animClr clrSpc="rgb" dir="cw">
                                      <p:cBhvr>
                                        <p:cTn id="51" dur="2000" fill="hold"/>
                                        <p:tgtEl>
                                          <p:spTgt spid="8"/>
                                        </p:tgtEl>
                                        <p:attrNameLst>
                                          <p:attrName>fillcolor</p:attrName>
                                        </p:attrNameLst>
                                      </p:cBhvr>
                                      <p:to>
                                        <a:schemeClr val="accent2"/>
                                      </p:to>
                                    </p:animClr>
                                    <p:set>
                                      <p:cBhvr>
                                        <p:cTn id="52" dur="2000" fill="hold"/>
                                        <p:tgtEl>
                                          <p:spTgt spid="8"/>
                                        </p:tgtEl>
                                        <p:attrNameLst>
                                          <p:attrName>fill.type</p:attrName>
                                        </p:attrNameLst>
                                      </p:cBhvr>
                                      <p:to>
                                        <p:strVal val="solid"/>
                                      </p:to>
                                    </p:set>
                                    <p:set>
                                      <p:cBhvr>
                                        <p:cTn id="53" dur="2000" fill="hold"/>
                                        <p:tgtEl>
                                          <p:spTgt spid="8"/>
                                        </p:tgtEl>
                                        <p:attrNameLst>
                                          <p:attrName>fill.on</p:attrName>
                                        </p:attrNameLst>
                                      </p:cBhvr>
                                      <p:to>
                                        <p:strVal val="true"/>
                                      </p:to>
                                    </p:set>
                                  </p:childTnLst>
                                </p:cTn>
                              </p:par>
                              <p:par>
                                <p:cTn id="54" presetID="36" presetClass="emph" presetSubtype="0" fill="hold" grpId="1" nodeType="withEffect">
                                  <p:stCondLst>
                                    <p:cond delay="0"/>
                                  </p:stCondLst>
                                  <p:iterate type="lt">
                                    <p:tmPct val="10000"/>
                                  </p:iterate>
                                  <p:childTnLst>
                                    <p:animScale>
                                      <p:cBhvr>
                                        <p:cTn id="55" dur="250" autoRev="1" fill="hold">
                                          <p:stCondLst>
                                            <p:cond delay="0"/>
                                          </p:stCondLst>
                                        </p:cTn>
                                        <p:tgtEl>
                                          <p:spTgt spid="15"/>
                                        </p:tgtEl>
                                      </p:cBhvr>
                                      <p:to x="80000" y="100000"/>
                                    </p:animScale>
                                    <p:anim by="(#ppt_w*0.10)" calcmode="lin" valueType="num">
                                      <p:cBhvr>
                                        <p:cTn id="56" dur="250" autoRev="1" fill="hold">
                                          <p:stCondLst>
                                            <p:cond delay="0"/>
                                          </p:stCondLst>
                                        </p:cTn>
                                        <p:tgtEl>
                                          <p:spTgt spid="15"/>
                                        </p:tgtEl>
                                        <p:attrNameLst>
                                          <p:attrName>ppt_x</p:attrName>
                                        </p:attrNameLst>
                                      </p:cBhvr>
                                    </p:anim>
                                    <p:anim by="(-#ppt_w*0.10)" calcmode="lin" valueType="num">
                                      <p:cBhvr>
                                        <p:cTn id="57" dur="250" autoRev="1" fill="hold">
                                          <p:stCondLst>
                                            <p:cond delay="0"/>
                                          </p:stCondLst>
                                        </p:cTn>
                                        <p:tgtEl>
                                          <p:spTgt spid="15"/>
                                        </p:tgtEl>
                                        <p:attrNameLst>
                                          <p:attrName>ppt_y</p:attrName>
                                        </p:attrNameLst>
                                      </p:cBhvr>
                                    </p:anim>
                                    <p:animRot by="-480000">
                                      <p:cBhvr>
                                        <p:cTn id="58" dur="250" autoRev="1" fill="hold">
                                          <p:stCondLst>
                                            <p:cond delay="0"/>
                                          </p:stCondLst>
                                        </p:cTn>
                                        <p:tgtEl>
                                          <p:spTgt spid="15"/>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P spid="12" grpId="0" animBg="1"/>
      <p:bldP spid="13" grpId="0" animBg="1"/>
      <p:bldP spid="14" grpId="0" animBg="1"/>
      <p:bldP spid="22" grpId="0" animBg="1"/>
      <p:bldP spid="23" grpId="0" animBg="1"/>
      <p:bldP spid="24" grpId="0" animBg="1"/>
      <p:bldP spid="25" grpId="0" animBg="1"/>
      <p:bldP spid="2" grpId="0"/>
      <p:bldP spid="15" grpId="0"/>
      <p:bldP spid="15" grpId="1"/>
      <p:bldP spid="16" grpId="0"/>
      <p:bldP spid="1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ame 3"/>
          <p:cNvSpPr/>
          <p:nvPr/>
        </p:nvSpPr>
        <p:spPr>
          <a:xfrm>
            <a:off x="75302" y="74294"/>
            <a:ext cx="11984019" cy="2076226"/>
          </a:xfrm>
          <a:prstGeom prst="frame">
            <a:avLst>
              <a:gd name="adj1" fmla="val 3135"/>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solidFill>
                  <a:schemeClr val="tx1"/>
                </a:solidFill>
              </a:rPr>
              <a:t>Routers </a:t>
            </a:r>
            <a:r>
              <a:rPr lang="en-US" sz="2800" b="1" dirty="0" err="1">
                <a:solidFill>
                  <a:schemeClr val="tx1"/>
                </a:solidFill>
              </a:rPr>
              <a:t>làm</a:t>
            </a:r>
            <a:r>
              <a:rPr lang="en-US" sz="2800" b="1" dirty="0">
                <a:solidFill>
                  <a:schemeClr val="tx1"/>
                </a:solidFill>
              </a:rPr>
              <a:t> </a:t>
            </a:r>
            <a:r>
              <a:rPr lang="en-US" sz="2800" b="1" dirty="0" err="1">
                <a:solidFill>
                  <a:schemeClr val="tx1"/>
                </a:solidFill>
              </a:rPr>
              <a:t>việc</a:t>
            </a:r>
            <a:r>
              <a:rPr lang="en-US" sz="2800" b="1" dirty="0">
                <a:solidFill>
                  <a:schemeClr val="tx1"/>
                </a:solidFill>
              </a:rPr>
              <a:t> ở </a:t>
            </a:r>
            <a:r>
              <a:rPr lang="en-US" sz="2800" b="1" dirty="0" err="1">
                <a:solidFill>
                  <a:schemeClr val="tx1"/>
                </a:solidFill>
              </a:rPr>
              <a:t>lớp</a:t>
            </a:r>
            <a:r>
              <a:rPr lang="en-US" sz="2800" b="1" dirty="0">
                <a:solidFill>
                  <a:schemeClr val="tx1"/>
                </a:solidFill>
              </a:rPr>
              <a:t> </a:t>
            </a:r>
            <a:r>
              <a:rPr lang="en-US" sz="2800" b="1" dirty="0" err="1">
                <a:solidFill>
                  <a:schemeClr val="tx1"/>
                </a:solidFill>
              </a:rPr>
              <a:t>nào</a:t>
            </a:r>
            <a:r>
              <a:rPr lang="en-US" sz="2800" b="1" dirty="0">
                <a:solidFill>
                  <a:schemeClr val="tx1"/>
                </a:solidFill>
              </a:rPr>
              <a:t> </a:t>
            </a:r>
            <a:r>
              <a:rPr lang="en-US" sz="2800" b="1" dirty="0" err="1">
                <a:solidFill>
                  <a:schemeClr val="tx1"/>
                </a:solidFill>
              </a:rPr>
              <a:t>trong</a:t>
            </a:r>
            <a:r>
              <a:rPr lang="en-US" sz="2800" b="1" dirty="0">
                <a:solidFill>
                  <a:schemeClr val="tx1"/>
                </a:solidFill>
              </a:rPr>
              <a:t> </a:t>
            </a:r>
            <a:r>
              <a:rPr lang="en-US" sz="2800" b="1" dirty="0" err="1">
                <a:solidFill>
                  <a:schemeClr val="tx1"/>
                </a:solidFill>
              </a:rPr>
              <a:t>mô</a:t>
            </a:r>
            <a:r>
              <a:rPr lang="en-US" sz="2800" b="1" dirty="0">
                <a:solidFill>
                  <a:schemeClr val="tx1"/>
                </a:solidFill>
              </a:rPr>
              <a:t> </a:t>
            </a:r>
            <a:r>
              <a:rPr lang="en-US" sz="2800" b="1" dirty="0" err="1">
                <a:solidFill>
                  <a:schemeClr val="tx1"/>
                </a:solidFill>
              </a:rPr>
              <a:t>hình</a:t>
            </a:r>
            <a:r>
              <a:rPr lang="en-US" sz="2800" b="1" dirty="0">
                <a:solidFill>
                  <a:schemeClr val="tx1"/>
                </a:solidFill>
              </a:rPr>
              <a:t> </a:t>
            </a:r>
            <a:r>
              <a:rPr lang="en-US" sz="2800" b="1" dirty="0" err="1">
                <a:solidFill>
                  <a:schemeClr val="tx1"/>
                </a:solidFill>
              </a:rPr>
              <a:t>OSI</a:t>
            </a:r>
            <a:endParaRPr lang="en-US" sz="2800" b="1" dirty="0">
              <a:solidFill>
                <a:schemeClr val="tx1"/>
              </a:solidFill>
            </a:endParaRPr>
          </a:p>
        </p:txBody>
      </p:sp>
      <p:sp>
        <p:nvSpPr>
          <p:cNvPr id="8" name="Frame 7"/>
          <p:cNvSpPr/>
          <p:nvPr/>
        </p:nvSpPr>
        <p:spPr>
          <a:xfrm>
            <a:off x="75304" y="2506532"/>
            <a:ext cx="11984017" cy="968188"/>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Frame 11"/>
          <p:cNvSpPr/>
          <p:nvPr/>
        </p:nvSpPr>
        <p:spPr>
          <a:xfrm>
            <a:off x="75302" y="3580057"/>
            <a:ext cx="11984017" cy="968188"/>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Frame 12"/>
          <p:cNvSpPr/>
          <p:nvPr/>
        </p:nvSpPr>
        <p:spPr>
          <a:xfrm>
            <a:off x="75302" y="4652402"/>
            <a:ext cx="11984017" cy="968188"/>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Frame 13"/>
          <p:cNvSpPr/>
          <p:nvPr/>
        </p:nvSpPr>
        <p:spPr>
          <a:xfrm>
            <a:off x="75303" y="5749795"/>
            <a:ext cx="11984017" cy="968188"/>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2" name="Oval 21"/>
          <p:cNvSpPr/>
          <p:nvPr/>
        </p:nvSpPr>
        <p:spPr>
          <a:xfrm>
            <a:off x="189602" y="2590928"/>
            <a:ext cx="829575" cy="7993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A</a:t>
            </a:r>
          </a:p>
        </p:txBody>
      </p:sp>
      <p:sp>
        <p:nvSpPr>
          <p:cNvPr id="23" name="Oval 22"/>
          <p:cNvSpPr/>
          <p:nvPr/>
        </p:nvSpPr>
        <p:spPr>
          <a:xfrm>
            <a:off x="189600" y="5834191"/>
            <a:ext cx="829575" cy="7993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D</a:t>
            </a:r>
          </a:p>
        </p:txBody>
      </p:sp>
      <p:sp>
        <p:nvSpPr>
          <p:cNvPr id="24" name="Oval 23"/>
          <p:cNvSpPr/>
          <p:nvPr/>
        </p:nvSpPr>
        <p:spPr>
          <a:xfrm>
            <a:off x="189599" y="4736798"/>
            <a:ext cx="829575" cy="7993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C</a:t>
            </a:r>
          </a:p>
        </p:txBody>
      </p:sp>
      <p:sp>
        <p:nvSpPr>
          <p:cNvPr id="25" name="Oval 24"/>
          <p:cNvSpPr/>
          <p:nvPr/>
        </p:nvSpPr>
        <p:spPr>
          <a:xfrm>
            <a:off x="189599" y="3664453"/>
            <a:ext cx="829575" cy="7993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B</a:t>
            </a:r>
          </a:p>
        </p:txBody>
      </p:sp>
      <p:sp>
        <p:nvSpPr>
          <p:cNvPr id="2" name="TextBox 1"/>
          <p:cNvSpPr txBox="1"/>
          <p:nvPr/>
        </p:nvSpPr>
        <p:spPr>
          <a:xfrm>
            <a:off x="1133471" y="3884631"/>
            <a:ext cx="10572750" cy="369332"/>
          </a:xfrm>
          <a:prstGeom prst="rect">
            <a:avLst/>
          </a:prstGeom>
          <a:noFill/>
        </p:spPr>
        <p:txBody>
          <a:bodyPr wrap="square" rtlCol="0">
            <a:spAutoFit/>
          </a:bodyPr>
          <a:lstStyle/>
          <a:p>
            <a:r>
              <a:rPr lang="en-US" dirty="0"/>
              <a:t>Layer 2</a:t>
            </a:r>
          </a:p>
        </p:txBody>
      </p:sp>
      <p:sp>
        <p:nvSpPr>
          <p:cNvPr id="15" name="TextBox 14"/>
          <p:cNvSpPr txBox="1"/>
          <p:nvPr/>
        </p:nvSpPr>
        <p:spPr>
          <a:xfrm>
            <a:off x="1133471" y="2805959"/>
            <a:ext cx="10572750" cy="369332"/>
          </a:xfrm>
          <a:prstGeom prst="rect">
            <a:avLst/>
          </a:prstGeom>
          <a:noFill/>
        </p:spPr>
        <p:txBody>
          <a:bodyPr wrap="square" rtlCol="0">
            <a:spAutoFit/>
          </a:bodyPr>
          <a:lstStyle/>
          <a:p>
            <a:r>
              <a:rPr lang="en-US" dirty="0"/>
              <a:t>Layer 1</a:t>
            </a:r>
          </a:p>
        </p:txBody>
      </p:sp>
      <p:sp>
        <p:nvSpPr>
          <p:cNvPr id="16" name="TextBox 15"/>
          <p:cNvSpPr txBox="1"/>
          <p:nvPr/>
        </p:nvSpPr>
        <p:spPr>
          <a:xfrm>
            <a:off x="1133471" y="4951829"/>
            <a:ext cx="10572750" cy="369332"/>
          </a:xfrm>
          <a:prstGeom prst="rect">
            <a:avLst/>
          </a:prstGeom>
          <a:noFill/>
        </p:spPr>
        <p:txBody>
          <a:bodyPr wrap="square" rtlCol="0">
            <a:spAutoFit/>
          </a:bodyPr>
          <a:lstStyle/>
          <a:p>
            <a:r>
              <a:rPr lang="en-US" dirty="0"/>
              <a:t>Layer 3</a:t>
            </a:r>
          </a:p>
        </p:txBody>
      </p:sp>
      <p:sp>
        <p:nvSpPr>
          <p:cNvPr id="17" name="TextBox 16"/>
          <p:cNvSpPr txBox="1"/>
          <p:nvPr/>
        </p:nvSpPr>
        <p:spPr>
          <a:xfrm>
            <a:off x="1133471" y="6068101"/>
            <a:ext cx="10572750" cy="369332"/>
          </a:xfrm>
          <a:prstGeom prst="rect">
            <a:avLst/>
          </a:prstGeom>
          <a:noFill/>
        </p:spPr>
        <p:txBody>
          <a:bodyPr wrap="square" rtlCol="0">
            <a:spAutoFit/>
          </a:bodyPr>
          <a:lstStyle/>
          <a:p>
            <a:r>
              <a:rPr lang="en-US" dirty="0"/>
              <a:t>Layer 4</a:t>
            </a:r>
          </a:p>
        </p:txBody>
      </p:sp>
      <p:sp>
        <p:nvSpPr>
          <p:cNvPr id="6" name="Tiêu đề 5">
            <a:extLst>
              <a:ext uri="{FF2B5EF4-FFF2-40B4-BE49-F238E27FC236}">
                <a16:creationId xmlns:a16="http://schemas.microsoft.com/office/drawing/2014/main" id="{9C1ABDCF-0BB3-476D-803B-E8F679E76F66}"/>
              </a:ext>
            </a:extLst>
          </p:cNvPr>
          <p:cNvSpPr>
            <a:spLocks noGrp="1"/>
          </p:cNvSpPr>
          <p:nvPr>
            <p:ph type="ctrTitle"/>
          </p:nvPr>
        </p:nvSpPr>
        <p:spPr/>
        <p:txBody>
          <a:bodyPr/>
          <a:lstStyle/>
          <a:p>
            <a:endParaRPr lang="en-US"/>
          </a:p>
        </p:txBody>
      </p:sp>
      <p:sp>
        <p:nvSpPr>
          <p:cNvPr id="7" name="Tiêu đề phụ 6">
            <a:extLst>
              <a:ext uri="{FF2B5EF4-FFF2-40B4-BE49-F238E27FC236}">
                <a16:creationId xmlns:a16="http://schemas.microsoft.com/office/drawing/2014/main" id="{B36688E1-38EF-4579-9355-153243975119}"/>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683701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trips(downLeft)">
                                      <p:cBhvr>
                                        <p:cTn id="7" dur="500"/>
                                        <p:tgtEl>
                                          <p:spTgt spid="4"/>
                                        </p:tgtEl>
                                      </p:cBhvr>
                                    </p:animEffect>
                                  </p:childTnLst>
                                </p:cTn>
                              </p:par>
                              <p:par>
                                <p:cTn id="8" presetID="18" presetClass="entr" presetSubtype="12"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strips(downLeft)">
                                      <p:cBhvr>
                                        <p:cTn id="10" dur="500"/>
                                        <p:tgtEl>
                                          <p:spTgt spid="8"/>
                                        </p:tgtEl>
                                      </p:cBhvr>
                                    </p:animEffect>
                                  </p:childTnLst>
                                </p:cTn>
                              </p:par>
                              <p:par>
                                <p:cTn id="11" presetID="18" presetClass="entr" presetSubtype="12"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strips(downLeft)">
                                      <p:cBhvr>
                                        <p:cTn id="13" dur="500"/>
                                        <p:tgtEl>
                                          <p:spTgt spid="12"/>
                                        </p:tgtEl>
                                      </p:cBhvr>
                                    </p:animEffect>
                                  </p:childTnLst>
                                </p:cTn>
                              </p:par>
                              <p:par>
                                <p:cTn id="14" presetID="18" presetClass="entr" presetSubtype="12"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strips(downLeft)">
                                      <p:cBhvr>
                                        <p:cTn id="16" dur="500"/>
                                        <p:tgtEl>
                                          <p:spTgt spid="13"/>
                                        </p:tgtEl>
                                      </p:cBhvr>
                                    </p:animEffect>
                                  </p:childTnLst>
                                </p:cTn>
                              </p:par>
                              <p:par>
                                <p:cTn id="17" presetID="18" presetClass="entr" presetSubtype="12"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strips(downLeft)">
                                      <p:cBhvr>
                                        <p:cTn id="19" dur="500"/>
                                        <p:tgtEl>
                                          <p:spTgt spid="14"/>
                                        </p:tgtEl>
                                      </p:cBhvr>
                                    </p:animEffect>
                                  </p:childTnLst>
                                </p:cTn>
                              </p:par>
                              <p:par>
                                <p:cTn id="20" presetID="18" presetClass="entr" presetSubtype="12" fill="hold" grpId="0" nodeType="with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strips(downLeft)">
                                      <p:cBhvr>
                                        <p:cTn id="22" dur="500"/>
                                        <p:tgtEl>
                                          <p:spTgt spid="23"/>
                                        </p:tgtEl>
                                      </p:cBhvr>
                                    </p:animEffect>
                                  </p:childTnLst>
                                </p:cTn>
                              </p:par>
                              <p:par>
                                <p:cTn id="23" presetID="18" presetClass="entr" presetSubtype="12"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strips(downLeft)">
                                      <p:cBhvr>
                                        <p:cTn id="25" dur="500"/>
                                        <p:tgtEl>
                                          <p:spTgt spid="24"/>
                                        </p:tgtEl>
                                      </p:cBhvr>
                                    </p:animEffect>
                                  </p:childTnLst>
                                </p:cTn>
                              </p:par>
                              <p:par>
                                <p:cTn id="26" presetID="18" presetClass="entr" presetSubtype="12" fill="hold" grpId="0" nodeType="with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strips(downLeft)">
                                      <p:cBhvr>
                                        <p:cTn id="28" dur="500"/>
                                        <p:tgtEl>
                                          <p:spTgt spid="25"/>
                                        </p:tgtEl>
                                      </p:cBhvr>
                                    </p:animEffect>
                                  </p:childTnLst>
                                </p:cTn>
                              </p:par>
                              <p:par>
                                <p:cTn id="29" presetID="18" presetClass="entr" presetSubtype="12" fill="hold" grpId="0" nodeType="with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strips(downLeft)">
                                      <p:cBhvr>
                                        <p:cTn id="31" dur="500"/>
                                        <p:tgtEl>
                                          <p:spTgt spid="22"/>
                                        </p:tgtEl>
                                      </p:cBhvr>
                                    </p:animEffect>
                                  </p:childTnLst>
                                </p:cTn>
                              </p:par>
                              <p:par>
                                <p:cTn id="32" presetID="18" presetClass="entr" presetSubtype="12"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strips(downLeft)">
                                      <p:cBhvr>
                                        <p:cTn id="34" dur="500"/>
                                        <p:tgtEl>
                                          <p:spTgt spid="15"/>
                                        </p:tgtEl>
                                      </p:cBhvr>
                                    </p:animEffect>
                                  </p:childTnLst>
                                </p:cTn>
                              </p:par>
                              <p:par>
                                <p:cTn id="35" presetID="18" presetClass="entr" presetSubtype="12" fill="hold" grpId="0" nodeType="with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strips(downLeft)">
                                      <p:cBhvr>
                                        <p:cTn id="37" dur="500"/>
                                        <p:tgtEl>
                                          <p:spTgt spid="2"/>
                                        </p:tgtEl>
                                      </p:cBhvr>
                                    </p:animEffect>
                                  </p:childTnLst>
                                </p:cTn>
                              </p:par>
                              <p:par>
                                <p:cTn id="38" presetID="18" presetClass="entr" presetSubtype="12" fill="hold" grpId="0" nodeType="withEffect">
                                  <p:stCondLst>
                                    <p:cond delay="0"/>
                                  </p:stCondLst>
                                  <p:iterate type="lt">
                                    <p:tmPct val="0"/>
                                  </p:iterate>
                                  <p:childTnLst>
                                    <p:set>
                                      <p:cBhvr>
                                        <p:cTn id="39" dur="1" fill="hold">
                                          <p:stCondLst>
                                            <p:cond delay="0"/>
                                          </p:stCondLst>
                                        </p:cTn>
                                        <p:tgtEl>
                                          <p:spTgt spid="16"/>
                                        </p:tgtEl>
                                        <p:attrNameLst>
                                          <p:attrName>style.visibility</p:attrName>
                                        </p:attrNameLst>
                                      </p:cBhvr>
                                      <p:to>
                                        <p:strVal val="visible"/>
                                      </p:to>
                                    </p:set>
                                    <p:animEffect transition="in" filter="strips(downLeft)">
                                      <p:cBhvr>
                                        <p:cTn id="40" dur="500"/>
                                        <p:tgtEl>
                                          <p:spTgt spid="16"/>
                                        </p:tgtEl>
                                      </p:cBhvr>
                                    </p:animEffect>
                                  </p:childTnLst>
                                </p:cTn>
                              </p:par>
                              <p:par>
                                <p:cTn id="41" presetID="18" presetClass="entr" presetSubtype="12"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strips(downLeft)">
                                      <p:cBhvr>
                                        <p:cTn id="43" dur="500"/>
                                        <p:tgtEl>
                                          <p:spTgt spid="17"/>
                                        </p:tgtEl>
                                      </p:cBhvr>
                                    </p:animEffect>
                                  </p:childTnLst>
                                </p:cTn>
                              </p:par>
                            </p:childTnLst>
                          </p:cTn>
                        </p:par>
                      </p:childTnLst>
                    </p:cTn>
                  </p:par>
                  <p:par>
                    <p:cTn id="44" fill="hold">
                      <p:stCondLst>
                        <p:cond delay="indefinite"/>
                      </p:stCondLst>
                      <p:childTnLst>
                        <p:par>
                          <p:cTn id="45" fill="hold">
                            <p:stCondLst>
                              <p:cond delay="0"/>
                            </p:stCondLst>
                            <p:childTnLst>
                              <p:par>
                                <p:cTn id="46" presetID="1" presetClass="emph" presetSubtype="2" fill="hold" nodeType="clickEffect">
                                  <p:stCondLst>
                                    <p:cond delay="0"/>
                                  </p:stCondLst>
                                  <p:childTnLst>
                                    <p:animClr clrSpc="rgb" dir="cw">
                                      <p:cBhvr>
                                        <p:cTn id="47" dur="2000" fill="hold"/>
                                        <p:tgtEl>
                                          <p:spTgt spid="13"/>
                                        </p:tgtEl>
                                        <p:attrNameLst>
                                          <p:attrName>fillcolor</p:attrName>
                                        </p:attrNameLst>
                                      </p:cBhvr>
                                      <p:to>
                                        <a:schemeClr val="accent2"/>
                                      </p:to>
                                    </p:animClr>
                                    <p:set>
                                      <p:cBhvr>
                                        <p:cTn id="48" dur="2000" fill="hold"/>
                                        <p:tgtEl>
                                          <p:spTgt spid="13"/>
                                        </p:tgtEl>
                                        <p:attrNameLst>
                                          <p:attrName>fill.type</p:attrName>
                                        </p:attrNameLst>
                                      </p:cBhvr>
                                      <p:to>
                                        <p:strVal val="solid"/>
                                      </p:to>
                                    </p:set>
                                    <p:set>
                                      <p:cBhvr>
                                        <p:cTn id="49" dur="2000" fill="hold"/>
                                        <p:tgtEl>
                                          <p:spTgt spid="13"/>
                                        </p:tgtEl>
                                        <p:attrNameLst>
                                          <p:attrName>fill.on</p:attrName>
                                        </p:attrNameLst>
                                      </p:cBhvr>
                                      <p:to>
                                        <p:strVal val="true"/>
                                      </p:to>
                                    </p:set>
                                  </p:childTnLst>
                                </p:cTn>
                              </p:par>
                              <p:par>
                                <p:cTn id="50" presetID="1" presetClass="emph" presetSubtype="2" fill="hold" nodeType="withEffect">
                                  <p:stCondLst>
                                    <p:cond delay="0"/>
                                  </p:stCondLst>
                                  <p:childTnLst>
                                    <p:animClr clrSpc="rgb" dir="cw">
                                      <p:cBhvr>
                                        <p:cTn id="51" dur="2000" fill="hold"/>
                                        <p:tgtEl>
                                          <p:spTgt spid="24"/>
                                        </p:tgtEl>
                                        <p:attrNameLst>
                                          <p:attrName>fillcolor</p:attrName>
                                        </p:attrNameLst>
                                      </p:cBhvr>
                                      <p:to>
                                        <a:schemeClr val="accent2"/>
                                      </p:to>
                                    </p:animClr>
                                    <p:set>
                                      <p:cBhvr>
                                        <p:cTn id="52" dur="2000" fill="hold"/>
                                        <p:tgtEl>
                                          <p:spTgt spid="24"/>
                                        </p:tgtEl>
                                        <p:attrNameLst>
                                          <p:attrName>fill.type</p:attrName>
                                        </p:attrNameLst>
                                      </p:cBhvr>
                                      <p:to>
                                        <p:strVal val="solid"/>
                                      </p:to>
                                    </p:set>
                                    <p:set>
                                      <p:cBhvr>
                                        <p:cTn id="53" dur="2000" fill="hold"/>
                                        <p:tgtEl>
                                          <p:spTgt spid="24"/>
                                        </p:tgtEl>
                                        <p:attrNameLst>
                                          <p:attrName>fill.on</p:attrName>
                                        </p:attrNameLst>
                                      </p:cBhvr>
                                      <p:to>
                                        <p:strVal val="true"/>
                                      </p:to>
                                    </p:set>
                                  </p:childTnLst>
                                </p:cTn>
                              </p:par>
                              <p:par>
                                <p:cTn id="54" presetID="36" presetClass="emph" presetSubtype="0" fill="hold" grpId="1" nodeType="withEffect">
                                  <p:stCondLst>
                                    <p:cond delay="0"/>
                                  </p:stCondLst>
                                  <p:iterate type="lt">
                                    <p:tmPct val="10000"/>
                                  </p:iterate>
                                  <p:childTnLst>
                                    <p:animScale>
                                      <p:cBhvr>
                                        <p:cTn id="55" dur="250" autoRev="1" fill="hold">
                                          <p:stCondLst>
                                            <p:cond delay="0"/>
                                          </p:stCondLst>
                                        </p:cTn>
                                        <p:tgtEl>
                                          <p:spTgt spid="16"/>
                                        </p:tgtEl>
                                      </p:cBhvr>
                                      <p:to x="80000" y="100000"/>
                                    </p:animScale>
                                    <p:anim by="(#ppt_w*0.10)" calcmode="lin" valueType="num">
                                      <p:cBhvr>
                                        <p:cTn id="56" dur="250" autoRev="1" fill="hold">
                                          <p:stCondLst>
                                            <p:cond delay="0"/>
                                          </p:stCondLst>
                                        </p:cTn>
                                        <p:tgtEl>
                                          <p:spTgt spid="16"/>
                                        </p:tgtEl>
                                        <p:attrNameLst>
                                          <p:attrName>ppt_x</p:attrName>
                                        </p:attrNameLst>
                                      </p:cBhvr>
                                    </p:anim>
                                    <p:anim by="(-#ppt_w*0.10)" calcmode="lin" valueType="num">
                                      <p:cBhvr>
                                        <p:cTn id="57" dur="250" autoRev="1" fill="hold">
                                          <p:stCondLst>
                                            <p:cond delay="0"/>
                                          </p:stCondLst>
                                        </p:cTn>
                                        <p:tgtEl>
                                          <p:spTgt spid="16"/>
                                        </p:tgtEl>
                                        <p:attrNameLst>
                                          <p:attrName>ppt_y</p:attrName>
                                        </p:attrNameLst>
                                      </p:cBhvr>
                                    </p:anim>
                                    <p:animRot by="-480000">
                                      <p:cBhvr>
                                        <p:cTn id="58" dur="250" autoRev="1" fill="hold">
                                          <p:stCondLst>
                                            <p:cond delay="0"/>
                                          </p:stCondLst>
                                        </p:cTn>
                                        <p:tgtEl>
                                          <p:spTgt spid="16"/>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P spid="12" grpId="0" animBg="1"/>
      <p:bldP spid="13" grpId="0" animBg="1"/>
      <p:bldP spid="14" grpId="0" animBg="1"/>
      <p:bldP spid="22" grpId="0" animBg="1"/>
      <p:bldP spid="23" grpId="0" animBg="1"/>
      <p:bldP spid="24" grpId="0" animBg="1"/>
      <p:bldP spid="25" grpId="0" animBg="1"/>
      <p:bldP spid="2" grpId="0"/>
      <p:bldP spid="15" grpId="0"/>
      <p:bldP spid="16" grpId="0"/>
      <p:bldP spid="16" grpId="1"/>
      <p:bldP spid="1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1D67499F-C7DC-4D70-B0DF-D9936CDBAB48}"/>
              </a:ext>
            </a:extLst>
          </p:cNvPr>
          <p:cNvSpPr>
            <a:spLocks noGrp="1"/>
          </p:cNvSpPr>
          <p:nvPr>
            <p:ph type="title"/>
          </p:nvPr>
        </p:nvSpPr>
        <p:spPr>
          <a:xfrm>
            <a:off x="4155832" y="2426677"/>
            <a:ext cx="10131425" cy="1456267"/>
          </a:xfrm>
        </p:spPr>
        <p:txBody>
          <a:bodyPr/>
          <a:lstStyle/>
          <a:p>
            <a:r>
              <a:rPr lang="en-US" dirty="0"/>
              <a:t>Network layer</a:t>
            </a:r>
          </a:p>
        </p:txBody>
      </p:sp>
      <p:sp>
        <p:nvSpPr>
          <p:cNvPr id="3" name="Chỗ dành sẵn cho Nội dung 2">
            <a:extLst>
              <a:ext uri="{FF2B5EF4-FFF2-40B4-BE49-F238E27FC236}">
                <a16:creationId xmlns:a16="http://schemas.microsoft.com/office/drawing/2014/main" id="{6BA61E53-BB52-4E2E-865C-DFD70D0A88EF}"/>
              </a:ext>
            </a:extLst>
          </p:cNvPr>
          <p:cNvSpPr>
            <a:spLocks noGrp="1"/>
          </p:cNvSpPr>
          <p:nvPr>
            <p:ph sz="half" idx="1"/>
          </p:nvPr>
        </p:nvSpPr>
        <p:spPr/>
        <p:txBody>
          <a:bodyPr/>
          <a:lstStyle/>
          <a:p>
            <a:endParaRPr lang="en-US" dirty="0"/>
          </a:p>
        </p:txBody>
      </p:sp>
      <p:sp>
        <p:nvSpPr>
          <p:cNvPr id="4" name="Chỗ dành sẵn cho Nội dung 3">
            <a:extLst>
              <a:ext uri="{FF2B5EF4-FFF2-40B4-BE49-F238E27FC236}">
                <a16:creationId xmlns:a16="http://schemas.microsoft.com/office/drawing/2014/main" id="{1063462F-39F2-42D6-9143-B018B1BECC26}"/>
              </a:ext>
            </a:extLst>
          </p:cNvPr>
          <p:cNvSpPr>
            <a:spLocks noGrp="1"/>
          </p:cNvSpPr>
          <p:nvPr>
            <p:ph sz="half" idx="2"/>
          </p:nvPr>
        </p:nvSpPr>
        <p:spPr/>
        <p:txBody>
          <a:bodyPr/>
          <a:lstStyle/>
          <a:p>
            <a:endParaRPr lang="en-US"/>
          </a:p>
        </p:txBody>
      </p:sp>
    </p:spTree>
    <p:extLst>
      <p:ext uri="{BB962C8B-B14F-4D97-AF65-F5344CB8AC3E}">
        <p14:creationId xmlns:p14="http://schemas.microsoft.com/office/powerpoint/2010/main" val="35787384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2" name="Rectangle 2">
            <a:extLst>
              <a:ext uri="{FF2B5EF4-FFF2-40B4-BE49-F238E27FC236}">
                <a16:creationId xmlns:a16="http://schemas.microsoft.com/office/drawing/2014/main" id="{3ACAD6C1-8EDF-4042-98A6-3DB993FE6324}"/>
              </a:ext>
            </a:extLst>
          </p:cNvPr>
          <p:cNvSpPr>
            <a:spLocks noGrp="1" noChangeArrowheads="1"/>
          </p:cNvSpPr>
          <p:nvPr>
            <p:ph type="title"/>
          </p:nvPr>
        </p:nvSpPr>
        <p:spPr>
          <a:xfrm>
            <a:off x="1984375" y="222251"/>
            <a:ext cx="8382000" cy="942975"/>
          </a:xfrm>
        </p:spPr>
        <p:txBody>
          <a:bodyPr/>
          <a:lstStyle/>
          <a:p>
            <a:pPr>
              <a:defRPr/>
            </a:pPr>
            <a:r>
              <a:rPr lang="en-US" sz="4000" dirty="0" err="1"/>
              <a:t>Tầng</a:t>
            </a:r>
            <a:r>
              <a:rPr lang="en-US" sz="4000" dirty="0"/>
              <a:t> Network</a:t>
            </a:r>
          </a:p>
        </p:txBody>
      </p:sp>
      <p:sp>
        <p:nvSpPr>
          <p:cNvPr id="5188" name="Rectangle 3">
            <a:extLst>
              <a:ext uri="{FF2B5EF4-FFF2-40B4-BE49-F238E27FC236}">
                <a16:creationId xmlns:a16="http://schemas.microsoft.com/office/drawing/2014/main" id="{8D1FAB5E-4E76-4A90-A9E0-E3CB2E900B8C}"/>
              </a:ext>
            </a:extLst>
          </p:cNvPr>
          <p:cNvSpPr>
            <a:spLocks noGrp="1" noChangeArrowheads="1"/>
          </p:cNvSpPr>
          <p:nvPr>
            <p:ph sz="half" idx="1"/>
          </p:nvPr>
        </p:nvSpPr>
        <p:spPr>
          <a:xfrm>
            <a:off x="1524001" y="1255714"/>
            <a:ext cx="5133975" cy="5100637"/>
          </a:xfrm>
        </p:spPr>
        <p:txBody>
          <a:bodyPr/>
          <a:lstStyle/>
          <a:p>
            <a:r>
              <a:rPr lang="en-US" altLang="en-US">
                <a:latin typeface="Comic Sans MS" panose="030F0702030302020204" pitchFamily="66" charset="0"/>
                <a:ea typeface="ＭＳ Ｐゴシック" panose="020B0600070205080204" pitchFamily="34" charset="-128"/>
              </a:rPr>
              <a:t>Segment của tầng transport từ host gửi đến host nhận</a:t>
            </a:r>
          </a:p>
          <a:p>
            <a:r>
              <a:rPr lang="en-US" altLang="en-US">
                <a:latin typeface="Comic Sans MS" panose="030F0702030302020204" pitchFamily="66" charset="0"/>
                <a:ea typeface="ＭＳ Ｐゴシック" panose="020B0600070205080204" pitchFamily="34" charset="-128"/>
              </a:rPr>
              <a:t>Bên phía gửi sẽ đóng gói (encapsulate) các segment vào trong các datagram</a:t>
            </a:r>
          </a:p>
          <a:p>
            <a:r>
              <a:rPr lang="en-US" altLang="en-US">
                <a:latin typeface="Comic Sans MS" panose="030F0702030302020204" pitchFamily="66" charset="0"/>
                <a:ea typeface="ＭＳ Ｐゴシック" panose="020B0600070205080204" pitchFamily="34" charset="-128"/>
              </a:rPr>
              <a:t>Bên phía nhận, chuyển các segment lên tầng transport</a:t>
            </a:r>
          </a:p>
          <a:p>
            <a:r>
              <a:rPr lang="en-US" altLang="en-US">
                <a:latin typeface="Comic Sans MS" panose="030F0702030302020204" pitchFamily="66" charset="0"/>
                <a:ea typeface="ＭＳ Ｐゴシック" panose="020B0600070205080204" pitchFamily="34" charset="-128"/>
              </a:rPr>
              <a:t>Các giao thức tầng network trong </a:t>
            </a:r>
            <a:r>
              <a:rPr lang="en-US" altLang="en-US" i="1">
                <a:solidFill>
                  <a:schemeClr val="accent2"/>
                </a:solidFill>
                <a:latin typeface="Comic Sans MS" panose="030F0702030302020204" pitchFamily="66" charset="0"/>
                <a:ea typeface="ＭＳ Ｐゴシック" panose="020B0600070205080204" pitchFamily="34" charset="-128"/>
              </a:rPr>
              <a:t>mọi </a:t>
            </a:r>
            <a:r>
              <a:rPr lang="en-US" altLang="en-US">
                <a:latin typeface="Comic Sans MS" panose="030F0702030302020204" pitchFamily="66" charset="0"/>
                <a:ea typeface="ＭＳ Ｐゴシック" panose="020B0600070205080204" pitchFamily="34" charset="-128"/>
              </a:rPr>
              <a:t>host, mọi router</a:t>
            </a:r>
          </a:p>
          <a:p>
            <a:r>
              <a:rPr lang="en-US" altLang="en-US">
                <a:latin typeface="Comic Sans MS" panose="030F0702030302020204" pitchFamily="66" charset="0"/>
                <a:ea typeface="ＭＳ Ｐゴシック" panose="020B0600070205080204" pitchFamily="34" charset="-128"/>
              </a:rPr>
              <a:t>router sẽ xem xét các trường của header trong tất cả các IP datagram đi qua nó</a:t>
            </a:r>
            <a:endParaRPr lang="en-US" altLang="en-US" sz="2000">
              <a:latin typeface="Comic Sans MS" panose="030F0702030302020204" pitchFamily="66" charset="0"/>
              <a:ea typeface="ＭＳ Ｐゴシック" panose="020B0600070205080204" pitchFamily="34" charset="-128"/>
            </a:endParaRPr>
          </a:p>
          <a:p>
            <a:endParaRPr lang="en-US" altLang="en-US" sz="2400">
              <a:latin typeface="Comic Sans MS" panose="030F0702030302020204" pitchFamily="66" charset="0"/>
              <a:ea typeface="ＭＳ Ｐゴシック" panose="020B0600070205080204" pitchFamily="34" charset="-128"/>
            </a:endParaRPr>
          </a:p>
        </p:txBody>
      </p:sp>
      <p:sp>
        <p:nvSpPr>
          <p:cNvPr id="5122" name="Footer Placeholder 5">
            <a:extLst>
              <a:ext uri="{FF2B5EF4-FFF2-40B4-BE49-F238E27FC236}">
                <a16:creationId xmlns:a16="http://schemas.microsoft.com/office/drawing/2014/main" id="{064E7EE9-2069-49C5-BC68-3A1B06515380}"/>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Tầng Network</a:t>
            </a:r>
          </a:p>
        </p:txBody>
      </p:sp>
      <p:sp>
        <p:nvSpPr>
          <p:cNvPr id="5123" name="Slide Number Placeholder 6">
            <a:extLst>
              <a:ext uri="{FF2B5EF4-FFF2-40B4-BE49-F238E27FC236}">
                <a16:creationId xmlns:a16="http://schemas.microsoft.com/office/drawing/2014/main" id="{540F3226-625F-49EB-9FBC-CC22D3890DD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4-</a:t>
            </a:r>
            <a:fld id="{805C3C0E-1433-4EA6-B179-6E26EE4046FE}" type="slidenum">
              <a:rPr lang="en-US" altLang="en-US">
                <a:latin typeface="Tahoma" panose="020B0604030504040204" pitchFamily="34" charset="0"/>
              </a:rPr>
              <a:pPr/>
              <a:t>11</a:t>
            </a:fld>
            <a:endParaRPr lang="en-US" altLang="en-US">
              <a:latin typeface="Tahoma" panose="020B0604030504040204" pitchFamily="34" charset="0"/>
            </a:endParaRPr>
          </a:p>
        </p:txBody>
      </p:sp>
      <p:sp>
        <p:nvSpPr>
          <p:cNvPr id="5124" name="Freeform 1285">
            <a:extLst>
              <a:ext uri="{FF2B5EF4-FFF2-40B4-BE49-F238E27FC236}">
                <a16:creationId xmlns:a16="http://schemas.microsoft.com/office/drawing/2014/main" id="{FE4953E8-7546-44CC-88A7-4B8885DA9233}"/>
              </a:ext>
            </a:extLst>
          </p:cNvPr>
          <p:cNvSpPr>
            <a:spLocks/>
          </p:cNvSpPr>
          <p:nvPr/>
        </p:nvSpPr>
        <p:spPr bwMode="auto">
          <a:xfrm>
            <a:off x="8272463" y="3516314"/>
            <a:ext cx="1314450" cy="674687"/>
          </a:xfrm>
          <a:custGeom>
            <a:avLst/>
            <a:gdLst>
              <a:gd name="T0" fmla="*/ 2147483647 w 828"/>
              <a:gd name="T1" fmla="*/ 2147483647 h 425"/>
              <a:gd name="T2" fmla="*/ 2147483647 w 828"/>
              <a:gd name="T3" fmla="*/ 2147483647 h 425"/>
              <a:gd name="T4" fmla="*/ 2147483647 w 828"/>
              <a:gd name="T5" fmla="*/ 2147483647 h 425"/>
              <a:gd name="T6" fmla="*/ 2147483647 w 828"/>
              <a:gd name="T7" fmla="*/ 2147483647 h 425"/>
              <a:gd name="T8" fmla="*/ 2147483647 w 828"/>
              <a:gd name="T9" fmla="*/ 2147483647 h 425"/>
              <a:gd name="T10" fmla="*/ 2147483647 w 828"/>
              <a:gd name="T11" fmla="*/ 2147483647 h 425"/>
              <a:gd name="T12" fmla="*/ 2147483647 w 828"/>
              <a:gd name="T13" fmla="*/ 2147483647 h 425"/>
              <a:gd name="T14" fmla="*/ 2147483647 w 828"/>
              <a:gd name="T15" fmla="*/ 2147483647 h 425"/>
              <a:gd name="T16" fmla="*/ 2147483647 w 828"/>
              <a:gd name="T17" fmla="*/ 2147483647 h 425"/>
              <a:gd name="T18" fmla="*/ 2147483647 w 828"/>
              <a:gd name="T19" fmla="*/ 2147483647 h 425"/>
              <a:gd name="T20" fmla="*/ 2147483647 w 828"/>
              <a:gd name="T21" fmla="*/ 2147483647 h 425"/>
              <a:gd name="T22" fmla="*/ 2147483647 w 828"/>
              <a:gd name="T23" fmla="*/ 2147483647 h 42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28"/>
              <a:gd name="T37" fmla="*/ 0 h 425"/>
              <a:gd name="T38" fmla="*/ 828 w 828"/>
              <a:gd name="T39" fmla="*/ 425 h 42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28" h="425">
                <a:moveTo>
                  <a:pt x="382" y="30"/>
                </a:moveTo>
                <a:cubicBezTo>
                  <a:pt x="350" y="29"/>
                  <a:pt x="413" y="30"/>
                  <a:pt x="370" y="30"/>
                </a:cubicBezTo>
                <a:cubicBezTo>
                  <a:pt x="327" y="30"/>
                  <a:pt x="187" y="16"/>
                  <a:pt x="126" y="32"/>
                </a:cubicBezTo>
                <a:cubicBezTo>
                  <a:pt x="65" y="48"/>
                  <a:pt x="12" y="86"/>
                  <a:pt x="6" y="126"/>
                </a:cubicBezTo>
                <a:cubicBezTo>
                  <a:pt x="0" y="166"/>
                  <a:pt x="44" y="231"/>
                  <a:pt x="92" y="274"/>
                </a:cubicBezTo>
                <a:cubicBezTo>
                  <a:pt x="140" y="317"/>
                  <a:pt x="217" y="360"/>
                  <a:pt x="292" y="384"/>
                </a:cubicBezTo>
                <a:cubicBezTo>
                  <a:pt x="367" y="408"/>
                  <a:pt x="472" y="425"/>
                  <a:pt x="540" y="416"/>
                </a:cubicBezTo>
                <a:cubicBezTo>
                  <a:pt x="608" y="407"/>
                  <a:pt x="659" y="371"/>
                  <a:pt x="698" y="330"/>
                </a:cubicBezTo>
                <a:cubicBezTo>
                  <a:pt x="737" y="289"/>
                  <a:pt x="760" y="221"/>
                  <a:pt x="776" y="170"/>
                </a:cubicBezTo>
                <a:cubicBezTo>
                  <a:pt x="792" y="119"/>
                  <a:pt x="828" y="44"/>
                  <a:pt x="792" y="22"/>
                </a:cubicBezTo>
                <a:cubicBezTo>
                  <a:pt x="756" y="0"/>
                  <a:pt x="630" y="37"/>
                  <a:pt x="560" y="38"/>
                </a:cubicBezTo>
                <a:cubicBezTo>
                  <a:pt x="490" y="39"/>
                  <a:pt x="414" y="31"/>
                  <a:pt x="382" y="30"/>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125" name="Freeform 1286">
            <a:extLst>
              <a:ext uri="{FF2B5EF4-FFF2-40B4-BE49-F238E27FC236}">
                <a16:creationId xmlns:a16="http://schemas.microsoft.com/office/drawing/2014/main" id="{C8DB24A6-3CE8-4B31-A773-AD208CC28256}"/>
              </a:ext>
            </a:extLst>
          </p:cNvPr>
          <p:cNvSpPr>
            <a:spLocks/>
          </p:cNvSpPr>
          <p:nvPr/>
        </p:nvSpPr>
        <p:spPr bwMode="auto">
          <a:xfrm>
            <a:off x="8291514" y="1990725"/>
            <a:ext cx="1730375" cy="1125538"/>
          </a:xfrm>
          <a:custGeom>
            <a:avLst/>
            <a:gdLst>
              <a:gd name="T0" fmla="*/ 2147483647 w 765"/>
              <a:gd name="T1" fmla="*/ 2147483647 h 459"/>
              <a:gd name="T2" fmla="*/ 2147483647 w 765"/>
              <a:gd name="T3" fmla="*/ 2147483647 h 459"/>
              <a:gd name="T4" fmla="*/ 2147483647 w 765"/>
              <a:gd name="T5" fmla="*/ 2147483647 h 459"/>
              <a:gd name="T6" fmla="*/ 2147483647 w 765"/>
              <a:gd name="T7" fmla="*/ 2147483647 h 459"/>
              <a:gd name="T8" fmla="*/ 2147483647 w 765"/>
              <a:gd name="T9" fmla="*/ 2147483647 h 459"/>
              <a:gd name="T10" fmla="*/ 2147483647 w 765"/>
              <a:gd name="T11" fmla="*/ 2147483647 h 459"/>
              <a:gd name="T12" fmla="*/ 2147483647 w 765"/>
              <a:gd name="T13" fmla="*/ 2147483647 h 459"/>
              <a:gd name="T14" fmla="*/ 2147483647 w 765"/>
              <a:gd name="T15" fmla="*/ 2147483647 h 459"/>
              <a:gd name="T16" fmla="*/ 2147483647 w 765"/>
              <a:gd name="T17" fmla="*/ 2147483647 h 459"/>
              <a:gd name="T18" fmla="*/ 2147483647 w 765"/>
              <a:gd name="T19" fmla="*/ 2147483647 h 459"/>
              <a:gd name="T20" fmla="*/ 2147483647 w 765"/>
              <a:gd name="T21" fmla="*/ 2147483647 h 459"/>
              <a:gd name="T22" fmla="*/ 2147483647 w 765"/>
              <a:gd name="T23" fmla="*/ 2147483647 h 45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65"/>
              <a:gd name="T37" fmla="*/ 0 h 459"/>
              <a:gd name="T38" fmla="*/ 765 w 765"/>
              <a:gd name="T39" fmla="*/ 459 h 45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65" h="459">
                <a:moveTo>
                  <a:pt x="424" y="10"/>
                </a:moveTo>
                <a:cubicBezTo>
                  <a:pt x="362" y="16"/>
                  <a:pt x="343" y="55"/>
                  <a:pt x="288" y="70"/>
                </a:cubicBezTo>
                <a:cubicBezTo>
                  <a:pt x="233" y="85"/>
                  <a:pt x="142" y="56"/>
                  <a:pt x="96" y="100"/>
                </a:cubicBezTo>
                <a:cubicBezTo>
                  <a:pt x="50" y="144"/>
                  <a:pt x="0" y="279"/>
                  <a:pt x="14" y="336"/>
                </a:cubicBezTo>
                <a:cubicBezTo>
                  <a:pt x="28" y="393"/>
                  <a:pt x="125" y="429"/>
                  <a:pt x="180" y="444"/>
                </a:cubicBezTo>
                <a:cubicBezTo>
                  <a:pt x="235" y="459"/>
                  <a:pt x="279" y="426"/>
                  <a:pt x="346" y="426"/>
                </a:cubicBezTo>
                <a:cubicBezTo>
                  <a:pt x="413" y="426"/>
                  <a:pt x="525" y="443"/>
                  <a:pt x="584" y="444"/>
                </a:cubicBezTo>
                <a:cubicBezTo>
                  <a:pt x="643" y="445"/>
                  <a:pt x="670" y="446"/>
                  <a:pt x="698" y="434"/>
                </a:cubicBezTo>
                <a:cubicBezTo>
                  <a:pt x="726" y="422"/>
                  <a:pt x="743" y="418"/>
                  <a:pt x="752" y="372"/>
                </a:cubicBezTo>
                <a:cubicBezTo>
                  <a:pt x="761" y="326"/>
                  <a:pt x="765" y="214"/>
                  <a:pt x="750" y="158"/>
                </a:cubicBezTo>
                <a:cubicBezTo>
                  <a:pt x="735" y="102"/>
                  <a:pt x="716" y="58"/>
                  <a:pt x="662" y="34"/>
                </a:cubicBezTo>
                <a:cubicBezTo>
                  <a:pt x="608" y="10"/>
                  <a:pt x="505" y="0"/>
                  <a:pt x="424" y="10"/>
                </a:cubicBezTo>
                <a:close/>
              </a:path>
            </a:pathLst>
          </a:custGeom>
          <a:gradFill rotWithShape="1">
            <a:gsLst>
              <a:gs pos="0">
                <a:srgbClr val="00CCFF"/>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126" name="Freeform 1287">
            <a:extLst>
              <a:ext uri="{FF2B5EF4-FFF2-40B4-BE49-F238E27FC236}">
                <a16:creationId xmlns:a16="http://schemas.microsoft.com/office/drawing/2014/main" id="{B7AD2115-072F-4E56-8FA2-19A18B236BBF}"/>
              </a:ext>
            </a:extLst>
          </p:cNvPr>
          <p:cNvSpPr>
            <a:spLocks/>
          </p:cNvSpPr>
          <p:nvPr/>
        </p:nvSpPr>
        <p:spPr bwMode="auto">
          <a:xfrm>
            <a:off x="6470651" y="1698626"/>
            <a:ext cx="1736725" cy="1071563"/>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nvGrpSpPr>
          <p:cNvPr id="5127" name="Group 1288">
            <a:extLst>
              <a:ext uri="{FF2B5EF4-FFF2-40B4-BE49-F238E27FC236}">
                <a16:creationId xmlns:a16="http://schemas.microsoft.com/office/drawing/2014/main" id="{2F85892F-4066-49A0-AE76-DB983645ADC0}"/>
              </a:ext>
            </a:extLst>
          </p:cNvPr>
          <p:cNvGrpSpPr>
            <a:grpSpLocks/>
          </p:cNvGrpSpPr>
          <p:nvPr/>
        </p:nvGrpSpPr>
        <p:grpSpPr bwMode="auto">
          <a:xfrm>
            <a:off x="6546851" y="2963863"/>
            <a:ext cx="1458913" cy="933450"/>
            <a:chOff x="2889" y="1631"/>
            <a:chExt cx="980" cy="743"/>
          </a:xfrm>
        </p:grpSpPr>
        <p:sp>
          <p:nvSpPr>
            <p:cNvPr id="5743" name="Rectangle 1289">
              <a:extLst>
                <a:ext uri="{FF2B5EF4-FFF2-40B4-BE49-F238E27FC236}">
                  <a16:creationId xmlns:a16="http://schemas.microsoft.com/office/drawing/2014/main" id="{E815BBE7-F156-4214-8082-290F84E065DC}"/>
                </a:ext>
              </a:extLst>
            </p:cNvPr>
            <p:cNvSpPr>
              <a:spLocks noChangeArrowheads="1"/>
            </p:cNvSpPr>
            <p:nvPr/>
          </p:nvSpPr>
          <p:spPr bwMode="auto">
            <a:xfrm>
              <a:off x="3046" y="1841"/>
              <a:ext cx="663" cy="533"/>
            </a:xfrm>
            <a:prstGeom prst="rect">
              <a:avLst/>
            </a:prstGeom>
            <a:solidFill>
              <a:srgbClr val="00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744" name="AutoShape 1290">
              <a:extLst>
                <a:ext uri="{FF2B5EF4-FFF2-40B4-BE49-F238E27FC236}">
                  <a16:creationId xmlns:a16="http://schemas.microsoft.com/office/drawing/2014/main" id="{1A9547C8-098C-4FBE-8B5F-72C443C88F52}"/>
                </a:ext>
              </a:extLst>
            </p:cNvPr>
            <p:cNvSpPr>
              <a:spLocks noChangeArrowheads="1"/>
            </p:cNvSpPr>
            <p:nvPr/>
          </p:nvSpPr>
          <p:spPr bwMode="auto">
            <a:xfrm>
              <a:off x="2889" y="1631"/>
              <a:ext cx="980" cy="253"/>
            </a:xfrm>
            <a:prstGeom prst="triangle">
              <a:avLst>
                <a:gd name="adj" fmla="val 50000"/>
              </a:avLst>
            </a:prstGeom>
            <a:solidFill>
              <a:srgbClr val="00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solidFill>
                  <a:srgbClr val="00CCFF"/>
                </a:solidFill>
              </a:endParaRPr>
            </a:p>
          </p:txBody>
        </p:sp>
      </p:grpSp>
      <p:sp>
        <p:nvSpPr>
          <p:cNvPr id="5128" name="Line 1291">
            <a:extLst>
              <a:ext uri="{FF2B5EF4-FFF2-40B4-BE49-F238E27FC236}">
                <a16:creationId xmlns:a16="http://schemas.microsoft.com/office/drawing/2014/main" id="{97589058-D366-4D2E-9840-E32745006B00}"/>
              </a:ext>
            </a:extLst>
          </p:cNvPr>
          <p:cNvSpPr>
            <a:spLocks noChangeShapeType="1"/>
          </p:cNvSpPr>
          <p:nvPr/>
        </p:nvSpPr>
        <p:spPr bwMode="auto">
          <a:xfrm>
            <a:off x="8664576" y="3802063"/>
            <a:ext cx="163513" cy="1206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9" name="Line 1292">
            <a:extLst>
              <a:ext uri="{FF2B5EF4-FFF2-40B4-BE49-F238E27FC236}">
                <a16:creationId xmlns:a16="http://schemas.microsoft.com/office/drawing/2014/main" id="{08B08B0E-88C7-4E2E-9476-E03DE656D931}"/>
              </a:ext>
            </a:extLst>
          </p:cNvPr>
          <p:cNvSpPr>
            <a:spLocks noChangeShapeType="1"/>
          </p:cNvSpPr>
          <p:nvPr/>
        </p:nvSpPr>
        <p:spPr bwMode="auto">
          <a:xfrm>
            <a:off x="8761413" y="3722688"/>
            <a:ext cx="279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30" name="Line 1293">
            <a:extLst>
              <a:ext uri="{FF2B5EF4-FFF2-40B4-BE49-F238E27FC236}">
                <a16:creationId xmlns:a16="http://schemas.microsoft.com/office/drawing/2014/main" id="{CF4E9C50-ECE2-485E-B71E-4E927F610878}"/>
              </a:ext>
            </a:extLst>
          </p:cNvPr>
          <p:cNvSpPr>
            <a:spLocks noChangeShapeType="1"/>
          </p:cNvSpPr>
          <p:nvPr/>
        </p:nvSpPr>
        <p:spPr bwMode="auto">
          <a:xfrm flipV="1">
            <a:off x="8997950" y="3808414"/>
            <a:ext cx="134938" cy="1047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31" name="Line 1294">
            <a:extLst>
              <a:ext uri="{FF2B5EF4-FFF2-40B4-BE49-F238E27FC236}">
                <a16:creationId xmlns:a16="http://schemas.microsoft.com/office/drawing/2014/main" id="{411C1D80-5307-43DC-9B54-60AE63967FD9}"/>
              </a:ext>
            </a:extLst>
          </p:cNvPr>
          <p:cNvSpPr>
            <a:spLocks noChangeShapeType="1"/>
          </p:cNvSpPr>
          <p:nvPr/>
        </p:nvSpPr>
        <p:spPr bwMode="auto">
          <a:xfrm>
            <a:off x="7696200" y="3729038"/>
            <a:ext cx="6794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32" name="Line 1295">
            <a:extLst>
              <a:ext uri="{FF2B5EF4-FFF2-40B4-BE49-F238E27FC236}">
                <a16:creationId xmlns:a16="http://schemas.microsoft.com/office/drawing/2014/main" id="{93497C97-8747-44B3-9371-8C830ABC8D46}"/>
              </a:ext>
            </a:extLst>
          </p:cNvPr>
          <p:cNvSpPr>
            <a:spLocks noChangeShapeType="1"/>
          </p:cNvSpPr>
          <p:nvPr/>
        </p:nvSpPr>
        <p:spPr bwMode="auto">
          <a:xfrm>
            <a:off x="7991475" y="2576514"/>
            <a:ext cx="509588" cy="31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33" name="Line 1296">
            <a:extLst>
              <a:ext uri="{FF2B5EF4-FFF2-40B4-BE49-F238E27FC236}">
                <a16:creationId xmlns:a16="http://schemas.microsoft.com/office/drawing/2014/main" id="{BA5A07B4-12FE-4322-BCB2-6A2538F5A780}"/>
              </a:ext>
            </a:extLst>
          </p:cNvPr>
          <p:cNvSpPr>
            <a:spLocks noChangeShapeType="1"/>
          </p:cNvSpPr>
          <p:nvPr/>
        </p:nvSpPr>
        <p:spPr bwMode="auto">
          <a:xfrm>
            <a:off x="7558088" y="2392363"/>
            <a:ext cx="152400" cy="952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34" name="Freeform 1297">
            <a:extLst>
              <a:ext uri="{FF2B5EF4-FFF2-40B4-BE49-F238E27FC236}">
                <a16:creationId xmlns:a16="http://schemas.microsoft.com/office/drawing/2014/main" id="{587864EE-71BD-4351-AFCF-9AE5240E17EF}"/>
              </a:ext>
            </a:extLst>
          </p:cNvPr>
          <p:cNvSpPr>
            <a:spLocks/>
          </p:cNvSpPr>
          <p:nvPr/>
        </p:nvSpPr>
        <p:spPr bwMode="auto">
          <a:xfrm>
            <a:off x="6765925" y="4367214"/>
            <a:ext cx="3079750" cy="1665287"/>
          </a:xfrm>
          <a:custGeom>
            <a:avLst/>
            <a:gdLst>
              <a:gd name="T0" fmla="*/ 2147483647 w 1940"/>
              <a:gd name="T1" fmla="*/ 2147483647 h 1049"/>
              <a:gd name="T2" fmla="*/ 2147483647 w 1940"/>
              <a:gd name="T3" fmla="*/ 2147483647 h 1049"/>
              <a:gd name="T4" fmla="*/ 2147483647 w 1940"/>
              <a:gd name="T5" fmla="*/ 2147483647 h 1049"/>
              <a:gd name="T6" fmla="*/ 2147483647 w 1940"/>
              <a:gd name="T7" fmla="*/ 2147483647 h 1049"/>
              <a:gd name="T8" fmla="*/ 2147483647 w 1940"/>
              <a:gd name="T9" fmla="*/ 2147483647 h 1049"/>
              <a:gd name="T10" fmla="*/ 2147483647 w 1940"/>
              <a:gd name="T11" fmla="*/ 2147483647 h 1049"/>
              <a:gd name="T12" fmla="*/ 2147483647 w 1940"/>
              <a:gd name="T13" fmla="*/ 2147483647 h 1049"/>
              <a:gd name="T14" fmla="*/ 2147483647 w 1940"/>
              <a:gd name="T15" fmla="*/ 2147483647 h 1049"/>
              <a:gd name="T16" fmla="*/ 2147483647 w 1940"/>
              <a:gd name="T17" fmla="*/ 2147483647 h 1049"/>
              <a:gd name="T18" fmla="*/ 2147483647 w 1940"/>
              <a:gd name="T19" fmla="*/ 2147483647 h 1049"/>
              <a:gd name="T20" fmla="*/ 2147483647 w 1940"/>
              <a:gd name="T21" fmla="*/ 2147483647 h 1049"/>
              <a:gd name="T22" fmla="*/ 2147483647 w 1940"/>
              <a:gd name="T23" fmla="*/ 2147483647 h 1049"/>
              <a:gd name="T24" fmla="*/ 2147483647 w 1940"/>
              <a:gd name="T25" fmla="*/ 2147483647 h 1049"/>
              <a:gd name="T26" fmla="*/ 2147483647 w 1940"/>
              <a:gd name="T27" fmla="*/ 2147483647 h 1049"/>
              <a:gd name="T28" fmla="*/ 2147483647 w 1940"/>
              <a:gd name="T29" fmla="*/ 2147483647 h 1049"/>
              <a:gd name="T30" fmla="*/ 2147483647 w 1940"/>
              <a:gd name="T31" fmla="*/ 2147483647 h 104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940"/>
              <a:gd name="T49" fmla="*/ 0 h 1049"/>
              <a:gd name="T50" fmla="*/ 1940 w 1940"/>
              <a:gd name="T51" fmla="*/ 1049 h 104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940" h="1049">
                <a:moveTo>
                  <a:pt x="952" y="26"/>
                </a:moveTo>
                <a:cubicBezTo>
                  <a:pt x="867" y="45"/>
                  <a:pt x="832" y="118"/>
                  <a:pt x="755" y="125"/>
                </a:cubicBezTo>
                <a:cubicBezTo>
                  <a:pt x="678" y="132"/>
                  <a:pt x="587" y="72"/>
                  <a:pt x="488" y="68"/>
                </a:cubicBezTo>
                <a:cubicBezTo>
                  <a:pt x="389" y="64"/>
                  <a:pt x="237" y="48"/>
                  <a:pt x="158" y="101"/>
                </a:cubicBezTo>
                <a:cubicBezTo>
                  <a:pt x="79" y="154"/>
                  <a:pt x="28" y="298"/>
                  <a:pt x="14" y="389"/>
                </a:cubicBezTo>
                <a:cubicBezTo>
                  <a:pt x="0" y="480"/>
                  <a:pt x="25" y="595"/>
                  <a:pt x="71" y="648"/>
                </a:cubicBezTo>
                <a:cubicBezTo>
                  <a:pt x="117" y="701"/>
                  <a:pt x="205" y="665"/>
                  <a:pt x="288" y="706"/>
                </a:cubicBezTo>
                <a:cubicBezTo>
                  <a:pt x="371" y="747"/>
                  <a:pt x="450" y="842"/>
                  <a:pt x="568" y="893"/>
                </a:cubicBezTo>
                <a:cubicBezTo>
                  <a:pt x="686" y="944"/>
                  <a:pt x="852" y="991"/>
                  <a:pt x="996" y="1014"/>
                </a:cubicBezTo>
                <a:cubicBezTo>
                  <a:pt x="1140" y="1036"/>
                  <a:pt x="1309" y="1049"/>
                  <a:pt x="1433" y="1031"/>
                </a:cubicBezTo>
                <a:cubicBezTo>
                  <a:pt x="1557" y="1012"/>
                  <a:pt x="1657" y="960"/>
                  <a:pt x="1739" y="907"/>
                </a:cubicBezTo>
                <a:cubicBezTo>
                  <a:pt x="1821" y="855"/>
                  <a:pt x="1906" y="824"/>
                  <a:pt x="1923" y="714"/>
                </a:cubicBezTo>
                <a:cubicBezTo>
                  <a:pt x="1940" y="604"/>
                  <a:pt x="1898" y="350"/>
                  <a:pt x="1839" y="251"/>
                </a:cubicBezTo>
                <a:cubicBezTo>
                  <a:pt x="1780" y="151"/>
                  <a:pt x="1662" y="153"/>
                  <a:pt x="1566" y="114"/>
                </a:cubicBezTo>
                <a:cubicBezTo>
                  <a:pt x="1470" y="76"/>
                  <a:pt x="1365" y="30"/>
                  <a:pt x="1263" y="15"/>
                </a:cubicBezTo>
                <a:cubicBezTo>
                  <a:pt x="1161" y="0"/>
                  <a:pt x="1037" y="8"/>
                  <a:pt x="952" y="26"/>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135" name="Line 1298">
            <a:extLst>
              <a:ext uri="{FF2B5EF4-FFF2-40B4-BE49-F238E27FC236}">
                <a16:creationId xmlns:a16="http://schemas.microsoft.com/office/drawing/2014/main" id="{DE83498F-CA6F-4795-B1D5-D612E77FE1D8}"/>
              </a:ext>
            </a:extLst>
          </p:cNvPr>
          <p:cNvSpPr>
            <a:spLocks noChangeShapeType="1"/>
          </p:cNvSpPr>
          <p:nvPr/>
        </p:nvSpPr>
        <p:spPr bwMode="auto">
          <a:xfrm rot="16200000" flipV="1">
            <a:off x="9065419" y="5239544"/>
            <a:ext cx="474662" cy="63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36" name="Line 1299">
            <a:extLst>
              <a:ext uri="{FF2B5EF4-FFF2-40B4-BE49-F238E27FC236}">
                <a16:creationId xmlns:a16="http://schemas.microsoft.com/office/drawing/2014/main" id="{9B306E94-600E-4229-A3C2-264F6B954205}"/>
              </a:ext>
            </a:extLst>
          </p:cNvPr>
          <p:cNvSpPr>
            <a:spLocks noChangeShapeType="1"/>
          </p:cNvSpPr>
          <p:nvPr/>
        </p:nvSpPr>
        <p:spPr bwMode="auto">
          <a:xfrm rot="5400000" flipV="1">
            <a:off x="9259889" y="5429251"/>
            <a:ext cx="3175" cy="85725"/>
          </a:xfrm>
          <a:prstGeom prst="line">
            <a:avLst/>
          </a:prstGeom>
          <a:noFill/>
          <a:ln w="12700">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37" name="Line 1300">
            <a:extLst>
              <a:ext uri="{FF2B5EF4-FFF2-40B4-BE49-F238E27FC236}">
                <a16:creationId xmlns:a16="http://schemas.microsoft.com/office/drawing/2014/main" id="{156CBED1-6029-4C30-A235-5400103062CD}"/>
              </a:ext>
            </a:extLst>
          </p:cNvPr>
          <p:cNvSpPr>
            <a:spLocks noChangeShapeType="1"/>
          </p:cNvSpPr>
          <p:nvPr/>
        </p:nvSpPr>
        <p:spPr bwMode="auto">
          <a:xfrm rot="16200000" flipH="1">
            <a:off x="9367838" y="5027613"/>
            <a:ext cx="193675" cy="762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38" name="Line 1301">
            <a:extLst>
              <a:ext uri="{FF2B5EF4-FFF2-40B4-BE49-F238E27FC236}">
                <a16:creationId xmlns:a16="http://schemas.microsoft.com/office/drawing/2014/main" id="{9D2264FA-4560-4DDF-8D1F-53B50DA7ADA9}"/>
              </a:ext>
            </a:extLst>
          </p:cNvPr>
          <p:cNvSpPr>
            <a:spLocks noChangeShapeType="1"/>
          </p:cNvSpPr>
          <p:nvPr/>
        </p:nvSpPr>
        <p:spPr bwMode="auto">
          <a:xfrm>
            <a:off x="8626476" y="4686300"/>
            <a:ext cx="390525" cy="1841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39" name="Line 1302">
            <a:extLst>
              <a:ext uri="{FF2B5EF4-FFF2-40B4-BE49-F238E27FC236}">
                <a16:creationId xmlns:a16="http://schemas.microsoft.com/office/drawing/2014/main" id="{90D5469C-F99C-44C1-92A0-4173D405562D}"/>
              </a:ext>
            </a:extLst>
          </p:cNvPr>
          <p:cNvSpPr>
            <a:spLocks noChangeShapeType="1"/>
          </p:cNvSpPr>
          <p:nvPr/>
        </p:nvSpPr>
        <p:spPr bwMode="auto">
          <a:xfrm flipV="1">
            <a:off x="8005763" y="4673600"/>
            <a:ext cx="322262" cy="1984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40" name="Line 1303">
            <a:extLst>
              <a:ext uri="{FF2B5EF4-FFF2-40B4-BE49-F238E27FC236}">
                <a16:creationId xmlns:a16="http://schemas.microsoft.com/office/drawing/2014/main" id="{49D672C5-5A2B-4DF8-85BD-BA26A847E413}"/>
              </a:ext>
            </a:extLst>
          </p:cNvPr>
          <p:cNvSpPr>
            <a:spLocks noChangeShapeType="1"/>
          </p:cNvSpPr>
          <p:nvPr/>
        </p:nvSpPr>
        <p:spPr bwMode="auto">
          <a:xfrm flipV="1">
            <a:off x="8048625" y="4965700"/>
            <a:ext cx="9715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41" name="Line 1305">
            <a:extLst>
              <a:ext uri="{FF2B5EF4-FFF2-40B4-BE49-F238E27FC236}">
                <a16:creationId xmlns:a16="http://schemas.microsoft.com/office/drawing/2014/main" id="{7238391A-2FD0-43B7-B8F4-A573043C72BB}"/>
              </a:ext>
            </a:extLst>
          </p:cNvPr>
          <p:cNvSpPr>
            <a:spLocks noChangeShapeType="1"/>
          </p:cNvSpPr>
          <p:nvPr/>
        </p:nvSpPr>
        <p:spPr bwMode="auto">
          <a:xfrm>
            <a:off x="7369176" y="4762500"/>
            <a:ext cx="233363" cy="952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42" name="Line 1306">
            <a:extLst>
              <a:ext uri="{FF2B5EF4-FFF2-40B4-BE49-F238E27FC236}">
                <a16:creationId xmlns:a16="http://schemas.microsoft.com/office/drawing/2014/main" id="{63D8F078-D402-4F27-AB94-6131D337695D}"/>
              </a:ext>
            </a:extLst>
          </p:cNvPr>
          <p:cNvSpPr>
            <a:spLocks noChangeShapeType="1"/>
          </p:cNvSpPr>
          <p:nvPr/>
        </p:nvSpPr>
        <p:spPr bwMode="auto">
          <a:xfrm flipV="1">
            <a:off x="7110414" y="4999038"/>
            <a:ext cx="403225" cy="1000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43" name="Line 1309">
            <a:extLst>
              <a:ext uri="{FF2B5EF4-FFF2-40B4-BE49-F238E27FC236}">
                <a16:creationId xmlns:a16="http://schemas.microsoft.com/office/drawing/2014/main" id="{DAC84AFB-5216-48C2-98CC-DC8958E9709D}"/>
              </a:ext>
            </a:extLst>
          </p:cNvPr>
          <p:cNvSpPr>
            <a:spLocks noChangeShapeType="1"/>
          </p:cNvSpPr>
          <p:nvPr/>
        </p:nvSpPr>
        <p:spPr bwMode="auto">
          <a:xfrm flipH="1">
            <a:off x="7535863" y="5054600"/>
            <a:ext cx="177800" cy="203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44" name="Line 1310">
            <a:extLst>
              <a:ext uri="{FF2B5EF4-FFF2-40B4-BE49-F238E27FC236}">
                <a16:creationId xmlns:a16="http://schemas.microsoft.com/office/drawing/2014/main" id="{7B359125-79EC-4104-A2AA-986B214FBB54}"/>
              </a:ext>
            </a:extLst>
          </p:cNvPr>
          <p:cNvSpPr>
            <a:spLocks noChangeShapeType="1"/>
          </p:cNvSpPr>
          <p:nvPr/>
        </p:nvSpPr>
        <p:spPr bwMode="auto">
          <a:xfrm flipH="1" flipV="1">
            <a:off x="7929564" y="5038726"/>
            <a:ext cx="1587" cy="2206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45" name="Line 1311">
            <a:extLst>
              <a:ext uri="{FF2B5EF4-FFF2-40B4-BE49-F238E27FC236}">
                <a16:creationId xmlns:a16="http://schemas.microsoft.com/office/drawing/2014/main" id="{F5CD14DF-7572-44AA-A897-4B83E92651E2}"/>
              </a:ext>
            </a:extLst>
          </p:cNvPr>
          <p:cNvSpPr>
            <a:spLocks noChangeShapeType="1"/>
          </p:cNvSpPr>
          <p:nvPr/>
        </p:nvSpPr>
        <p:spPr bwMode="auto">
          <a:xfrm>
            <a:off x="8012114" y="5041901"/>
            <a:ext cx="503237" cy="2698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46" name="Line 1313">
            <a:extLst>
              <a:ext uri="{FF2B5EF4-FFF2-40B4-BE49-F238E27FC236}">
                <a16:creationId xmlns:a16="http://schemas.microsoft.com/office/drawing/2014/main" id="{29B48AA7-8489-41B8-BD75-23DAE354CFA4}"/>
              </a:ext>
            </a:extLst>
          </p:cNvPr>
          <p:cNvSpPr>
            <a:spLocks noChangeShapeType="1"/>
          </p:cNvSpPr>
          <p:nvPr/>
        </p:nvSpPr>
        <p:spPr bwMode="auto">
          <a:xfrm>
            <a:off x="7550150" y="3511551"/>
            <a:ext cx="0" cy="1317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47" name="Line 1314">
            <a:extLst>
              <a:ext uri="{FF2B5EF4-FFF2-40B4-BE49-F238E27FC236}">
                <a16:creationId xmlns:a16="http://schemas.microsoft.com/office/drawing/2014/main" id="{F934335B-2DC8-45E5-9DA8-5A4F58093EEA}"/>
              </a:ext>
            </a:extLst>
          </p:cNvPr>
          <p:cNvSpPr>
            <a:spLocks noChangeShapeType="1"/>
          </p:cNvSpPr>
          <p:nvPr/>
        </p:nvSpPr>
        <p:spPr bwMode="auto">
          <a:xfrm flipV="1">
            <a:off x="8845551" y="2481263"/>
            <a:ext cx="123825" cy="873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48" name="Line 1315">
            <a:extLst>
              <a:ext uri="{FF2B5EF4-FFF2-40B4-BE49-F238E27FC236}">
                <a16:creationId xmlns:a16="http://schemas.microsoft.com/office/drawing/2014/main" id="{529FFA86-316C-44CF-83BE-444F5D7B6FFA}"/>
              </a:ext>
            </a:extLst>
          </p:cNvPr>
          <p:cNvSpPr>
            <a:spLocks noChangeShapeType="1"/>
          </p:cNvSpPr>
          <p:nvPr/>
        </p:nvSpPr>
        <p:spPr bwMode="auto">
          <a:xfrm>
            <a:off x="8674100" y="2654300"/>
            <a:ext cx="0" cy="825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49" name="Line 1316">
            <a:extLst>
              <a:ext uri="{FF2B5EF4-FFF2-40B4-BE49-F238E27FC236}">
                <a16:creationId xmlns:a16="http://schemas.microsoft.com/office/drawing/2014/main" id="{D3FB15B5-1F95-4612-831B-EAC4A392B6FD}"/>
              </a:ext>
            </a:extLst>
          </p:cNvPr>
          <p:cNvSpPr>
            <a:spLocks noChangeShapeType="1"/>
          </p:cNvSpPr>
          <p:nvPr/>
        </p:nvSpPr>
        <p:spPr bwMode="auto">
          <a:xfrm flipV="1">
            <a:off x="8845551" y="2551114"/>
            <a:ext cx="263525" cy="2889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50" name="Line 1317">
            <a:extLst>
              <a:ext uri="{FF2B5EF4-FFF2-40B4-BE49-F238E27FC236}">
                <a16:creationId xmlns:a16="http://schemas.microsoft.com/office/drawing/2014/main" id="{F063632D-6A53-45CF-859E-02992EF1009D}"/>
              </a:ext>
            </a:extLst>
          </p:cNvPr>
          <p:cNvSpPr>
            <a:spLocks noChangeShapeType="1"/>
          </p:cNvSpPr>
          <p:nvPr/>
        </p:nvSpPr>
        <p:spPr bwMode="auto">
          <a:xfrm>
            <a:off x="9210675" y="2549525"/>
            <a:ext cx="0" cy="1968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51" name="Line 1318">
            <a:extLst>
              <a:ext uri="{FF2B5EF4-FFF2-40B4-BE49-F238E27FC236}">
                <a16:creationId xmlns:a16="http://schemas.microsoft.com/office/drawing/2014/main" id="{66C3C95D-4351-4C42-978E-B49F08346645}"/>
              </a:ext>
            </a:extLst>
          </p:cNvPr>
          <p:cNvSpPr>
            <a:spLocks noChangeShapeType="1"/>
          </p:cNvSpPr>
          <p:nvPr/>
        </p:nvSpPr>
        <p:spPr bwMode="auto">
          <a:xfrm>
            <a:off x="8864601" y="2855913"/>
            <a:ext cx="18891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52" name="Line 1319">
            <a:extLst>
              <a:ext uri="{FF2B5EF4-FFF2-40B4-BE49-F238E27FC236}">
                <a16:creationId xmlns:a16="http://schemas.microsoft.com/office/drawing/2014/main" id="{A8ADFAB4-603D-4872-85FE-42DA564E70BA}"/>
              </a:ext>
            </a:extLst>
          </p:cNvPr>
          <p:cNvSpPr>
            <a:spLocks noChangeShapeType="1"/>
          </p:cNvSpPr>
          <p:nvPr/>
        </p:nvSpPr>
        <p:spPr bwMode="auto">
          <a:xfrm flipV="1">
            <a:off x="7159626" y="3722689"/>
            <a:ext cx="168275" cy="31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53" name="Line 1320">
            <a:extLst>
              <a:ext uri="{FF2B5EF4-FFF2-40B4-BE49-F238E27FC236}">
                <a16:creationId xmlns:a16="http://schemas.microsoft.com/office/drawing/2014/main" id="{3C9D40F8-5F5A-47BE-B946-F212AB4C7891}"/>
              </a:ext>
            </a:extLst>
          </p:cNvPr>
          <p:cNvSpPr>
            <a:spLocks noChangeShapeType="1"/>
          </p:cNvSpPr>
          <p:nvPr/>
        </p:nvSpPr>
        <p:spPr bwMode="auto">
          <a:xfrm>
            <a:off x="9418638" y="2846388"/>
            <a:ext cx="177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54" name="Line 1321">
            <a:extLst>
              <a:ext uri="{FF2B5EF4-FFF2-40B4-BE49-F238E27FC236}">
                <a16:creationId xmlns:a16="http://schemas.microsoft.com/office/drawing/2014/main" id="{526B1E70-89BB-4564-8A02-6ECB866C7182}"/>
              </a:ext>
            </a:extLst>
          </p:cNvPr>
          <p:cNvSpPr>
            <a:spLocks noChangeShapeType="1"/>
          </p:cNvSpPr>
          <p:nvPr/>
        </p:nvSpPr>
        <p:spPr bwMode="auto">
          <a:xfrm flipH="1">
            <a:off x="8564564" y="2922588"/>
            <a:ext cx="98425" cy="7048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55" name="Line 1322">
            <a:extLst>
              <a:ext uri="{FF2B5EF4-FFF2-40B4-BE49-F238E27FC236}">
                <a16:creationId xmlns:a16="http://schemas.microsoft.com/office/drawing/2014/main" id="{0AF1460E-9F4C-4697-998A-670B818F77F0}"/>
              </a:ext>
            </a:extLst>
          </p:cNvPr>
          <p:cNvSpPr>
            <a:spLocks noChangeShapeType="1"/>
          </p:cNvSpPr>
          <p:nvPr/>
        </p:nvSpPr>
        <p:spPr bwMode="auto">
          <a:xfrm flipH="1">
            <a:off x="9156701" y="2922589"/>
            <a:ext cx="111125" cy="7270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56" name="Line 1323">
            <a:extLst>
              <a:ext uri="{FF2B5EF4-FFF2-40B4-BE49-F238E27FC236}">
                <a16:creationId xmlns:a16="http://schemas.microsoft.com/office/drawing/2014/main" id="{16140D5B-50A3-4249-BA28-1C01CC098AE5}"/>
              </a:ext>
            </a:extLst>
          </p:cNvPr>
          <p:cNvSpPr>
            <a:spLocks noChangeShapeType="1"/>
          </p:cNvSpPr>
          <p:nvPr/>
        </p:nvSpPr>
        <p:spPr bwMode="auto">
          <a:xfrm flipV="1">
            <a:off x="8540751" y="4064001"/>
            <a:ext cx="227013" cy="4365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5157" name="Group 1324">
            <a:extLst>
              <a:ext uri="{FF2B5EF4-FFF2-40B4-BE49-F238E27FC236}">
                <a16:creationId xmlns:a16="http://schemas.microsoft.com/office/drawing/2014/main" id="{247BF042-5C3C-4329-AD3C-C9ABBAA30CF0}"/>
              </a:ext>
            </a:extLst>
          </p:cNvPr>
          <p:cNvGrpSpPr>
            <a:grpSpLocks/>
          </p:cNvGrpSpPr>
          <p:nvPr/>
        </p:nvGrpSpPr>
        <p:grpSpPr bwMode="auto">
          <a:xfrm flipH="1">
            <a:off x="7043739" y="4522788"/>
            <a:ext cx="414337" cy="373062"/>
            <a:chOff x="2839" y="3501"/>
            <a:chExt cx="755" cy="803"/>
          </a:xfrm>
        </p:grpSpPr>
        <p:pic>
          <p:nvPicPr>
            <p:cNvPr id="5741" name="Picture 1325" descr="desktop_computer_stylized_medium">
              <a:extLst>
                <a:ext uri="{FF2B5EF4-FFF2-40B4-BE49-F238E27FC236}">
                  <a16:creationId xmlns:a16="http://schemas.microsoft.com/office/drawing/2014/main" id="{1932BD99-E1A7-432B-9678-F1BA6F57DA6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42" name="Freeform 1326">
              <a:extLst>
                <a:ext uri="{FF2B5EF4-FFF2-40B4-BE49-F238E27FC236}">
                  <a16:creationId xmlns:a16="http://schemas.microsoft.com/office/drawing/2014/main" id="{5DE5B29D-072B-44F9-AE1A-BD79CE6F9CB5}"/>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grpSp>
        <p:nvGrpSpPr>
          <p:cNvPr id="5158" name="Group 1327">
            <a:extLst>
              <a:ext uri="{FF2B5EF4-FFF2-40B4-BE49-F238E27FC236}">
                <a16:creationId xmlns:a16="http://schemas.microsoft.com/office/drawing/2014/main" id="{A7B33C34-F65E-458D-A9EA-734E69403D0B}"/>
              </a:ext>
            </a:extLst>
          </p:cNvPr>
          <p:cNvGrpSpPr>
            <a:grpSpLocks/>
          </p:cNvGrpSpPr>
          <p:nvPr/>
        </p:nvGrpSpPr>
        <p:grpSpPr bwMode="auto">
          <a:xfrm flipH="1">
            <a:off x="6726238" y="4943475"/>
            <a:ext cx="482600" cy="406400"/>
            <a:chOff x="2839" y="3501"/>
            <a:chExt cx="755" cy="803"/>
          </a:xfrm>
        </p:grpSpPr>
        <p:pic>
          <p:nvPicPr>
            <p:cNvPr id="5739" name="Picture 1328" descr="desktop_computer_stylized_medium">
              <a:extLst>
                <a:ext uri="{FF2B5EF4-FFF2-40B4-BE49-F238E27FC236}">
                  <a16:creationId xmlns:a16="http://schemas.microsoft.com/office/drawing/2014/main" id="{A6D1D21A-588C-4135-BF3F-B5812C8B82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40" name="Freeform 1329">
              <a:extLst>
                <a:ext uri="{FF2B5EF4-FFF2-40B4-BE49-F238E27FC236}">
                  <a16:creationId xmlns:a16="http://schemas.microsoft.com/office/drawing/2014/main" id="{A6DC51A0-4320-4822-83AB-30DEC84C69C7}"/>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grpSp>
        <p:nvGrpSpPr>
          <p:cNvPr id="5159" name="Group 1330">
            <a:extLst>
              <a:ext uri="{FF2B5EF4-FFF2-40B4-BE49-F238E27FC236}">
                <a16:creationId xmlns:a16="http://schemas.microsoft.com/office/drawing/2014/main" id="{C73A52EF-31C9-434B-9C74-0548427E1BC9}"/>
              </a:ext>
            </a:extLst>
          </p:cNvPr>
          <p:cNvGrpSpPr>
            <a:grpSpLocks/>
          </p:cNvGrpSpPr>
          <p:nvPr/>
        </p:nvGrpSpPr>
        <p:grpSpPr bwMode="auto">
          <a:xfrm flipH="1">
            <a:off x="7204075" y="5245100"/>
            <a:ext cx="427038" cy="349250"/>
            <a:chOff x="2839" y="3501"/>
            <a:chExt cx="755" cy="803"/>
          </a:xfrm>
        </p:grpSpPr>
        <p:pic>
          <p:nvPicPr>
            <p:cNvPr id="5737" name="Picture 1331" descr="desktop_computer_stylized_medium">
              <a:extLst>
                <a:ext uri="{FF2B5EF4-FFF2-40B4-BE49-F238E27FC236}">
                  <a16:creationId xmlns:a16="http://schemas.microsoft.com/office/drawing/2014/main" id="{47BE65A7-72E8-4587-B1EC-5F45D30809E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38" name="Freeform 1332">
              <a:extLst>
                <a:ext uri="{FF2B5EF4-FFF2-40B4-BE49-F238E27FC236}">
                  <a16:creationId xmlns:a16="http://schemas.microsoft.com/office/drawing/2014/main" id="{7392AAC9-261B-4341-A3E1-55EC4FFC2CB7}"/>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grpSp>
        <p:nvGrpSpPr>
          <p:cNvPr id="5160" name="Group 1333">
            <a:extLst>
              <a:ext uri="{FF2B5EF4-FFF2-40B4-BE49-F238E27FC236}">
                <a16:creationId xmlns:a16="http://schemas.microsoft.com/office/drawing/2014/main" id="{E455C4F4-6E52-4398-9367-7B2AFED01F54}"/>
              </a:ext>
            </a:extLst>
          </p:cNvPr>
          <p:cNvGrpSpPr>
            <a:grpSpLocks/>
          </p:cNvGrpSpPr>
          <p:nvPr/>
        </p:nvGrpSpPr>
        <p:grpSpPr bwMode="auto">
          <a:xfrm>
            <a:off x="7818439" y="5227639"/>
            <a:ext cx="427037" cy="350837"/>
            <a:chOff x="2839" y="3501"/>
            <a:chExt cx="755" cy="803"/>
          </a:xfrm>
        </p:grpSpPr>
        <p:pic>
          <p:nvPicPr>
            <p:cNvPr id="5735" name="Picture 1334" descr="desktop_computer_stylized_medium">
              <a:extLst>
                <a:ext uri="{FF2B5EF4-FFF2-40B4-BE49-F238E27FC236}">
                  <a16:creationId xmlns:a16="http://schemas.microsoft.com/office/drawing/2014/main" id="{062679C7-99A7-4AFA-BB1A-9C64097D650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36" name="Freeform 1335">
              <a:extLst>
                <a:ext uri="{FF2B5EF4-FFF2-40B4-BE49-F238E27FC236}">
                  <a16:creationId xmlns:a16="http://schemas.microsoft.com/office/drawing/2014/main" id="{F54C94E9-15FF-46F6-A87E-A712151923A3}"/>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pic>
        <p:nvPicPr>
          <p:cNvPr id="5161" name="Picture 1336" descr="car_icon_small">
            <a:extLst>
              <a:ext uri="{FF2B5EF4-FFF2-40B4-BE49-F238E27FC236}">
                <a16:creationId xmlns:a16="http://schemas.microsoft.com/office/drawing/2014/main" id="{31F02E18-E9E3-46F8-8311-A47172A2E2E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10476" y="1709739"/>
            <a:ext cx="849313"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162" name="Group 1337">
            <a:extLst>
              <a:ext uri="{FF2B5EF4-FFF2-40B4-BE49-F238E27FC236}">
                <a16:creationId xmlns:a16="http://schemas.microsoft.com/office/drawing/2014/main" id="{315D5493-12A7-44FA-A89C-BB86BF1DEFB2}"/>
              </a:ext>
            </a:extLst>
          </p:cNvPr>
          <p:cNvGrpSpPr>
            <a:grpSpLocks/>
          </p:cNvGrpSpPr>
          <p:nvPr/>
        </p:nvGrpSpPr>
        <p:grpSpPr bwMode="auto">
          <a:xfrm>
            <a:off x="6881814" y="1535113"/>
            <a:ext cx="415925" cy="385762"/>
            <a:chOff x="2751" y="1851"/>
            <a:chExt cx="462" cy="478"/>
          </a:xfrm>
        </p:grpSpPr>
        <p:pic>
          <p:nvPicPr>
            <p:cNvPr id="5733" name="Picture 1338" descr="iphone_stylized_small">
              <a:extLst>
                <a:ext uri="{FF2B5EF4-FFF2-40B4-BE49-F238E27FC236}">
                  <a16:creationId xmlns:a16="http://schemas.microsoft.com/office/drawing/2014/main" id="{EB999237-0DCB-4D6C-8EDF-682B248B3E3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34" name="Picture 1339" descr="antenna_radiation_stylized">
              <a:extLst>
                <a:ext uri="{FF2B5EF4-FFF2-40B4-BE49-F238E27FC236}">
                  <a16:creationId xmlns:a16="http://schemas.microsoft.com/office/drawing/2014/main" id="{23719AE5-98A2-40A7-903A-926C2114B9D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51" y="1851"/>
              <a:ext cx="462"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5163" name="Group 1340">
            <a:extLst>
              <a:ext uri="{FF2B5EF4-FFF2-40B4-BE49-F238E27FC236}">
                <a16:creationId xmlns:a16="http://schemas.microsoft.com/office/drawing/2014/main" id="{A4ED0608-2771-432E-A28B-C704ED110400}"/>
              </a:ext>
            </a:extLst>
          </p:cNvPr>
          <p:cNvGrpSpPr>
            <a:grpSpLocks/>
          </p:cNvGrpSpPr>
          <p:nvPr/>
        </p:nvGrpSpPr>
        <p:grpSpPr bwMode="auto">
          <a:xfrm>
            <a:off x="8958264" y="2384426"/>
            <a:ext cx="390525" cy="169863"/>
            <a:chOff x="4650" y="1129"/>
            <a:chExt cx="246" cy="95"/>
          </a:xfrm>
        </p:grpSpPr>
        <p:sp>
          <p:nvSpPr>
            <p:cNvPr id="5725" name="Oval 407">
              <a:extLst>
                <a:ext uri="{FF2B5EF4-FFF2-40B4-BE49-F238E27FC236}">
                  <a16:creationId xmlns:a16="http://schemas.microsoft.com/office/drawing/2014/main" id="{F2015428-27B5-464B-94C7-A426F3B9F8B3}"/>
                </a:ext>
              </a:extLst>
            </p:cNvPr>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sp>
          <p:nvSpPr>
            <p:cNvPr id="5726" name="Rectangle 410">
              <a:extLst>
                <a:ext uri="{FF2B5EF4-FFF2-40B4-BE49-F238E27FC236}">
                  <a16:creationId xmlns:a16="http://schemas.microsoft.com/office/drawing/2014/main" id="{3175C13B-D54F-4AAA-9963-B29D1E694CC3}"/>
                </a:ext>
              </a:extLst>
            </p:cNvPr>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latin typeface="Times New Roman" panose="02020603050405020304" pitchFamily="18" charset="0"/>
                <a:cs typeface="Arial" panose="020B0604020202020204" pitchFamily="34" charset="0"/>
              </a:endParaRPr>
            </a:p>
          </p:txBody>
        </p:sp>
        <p:sp>
          <p:nvSpPr>
            <p:cNvPr id="5727" name="Oval 411">
              <a:extLst>
                <a:ext uri="{FF2B5EF4-FFF2-40B4-BE49-F238E27FC236}">
                  <a16:creationId xmlns:a16="http://schemas.microsoft.com/office/drawing/2014/main" id="{3075DB60-F2BE-449B-8525-A1ED602A1266}"/>
                </a:ext>
              </a:extLst>
            </p:cNvPr>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grpSp>
          <p:nvGrpSpPr>
            <p:cNvPr id="5728" name="Group 1344">
              <a:extLst>
                <a:ext uri="{FF2B5EF4-FFF2-40B4-BE49-F238E27FC236}">
                  <a16:creationId xmlns:a16="http://schemas.microsoft.com/office/drawing/2014/main" id="{306C62FE-4CA6-460B-B1E2-1FFC8BE65760}"/>
                </a:ext>
              </a:extLst>
            </p:cNvPr>
            <p:cNvGrpSpPr>
              <a:grpSpLocks/>
            </p:cNvGrpSpPr>
            <p:nvPr/>
          </p:nvGrpSpPr>
          <p:grpSpPr bwMode="auto">
            <a:xfrm>
              <a:off x="4699" y="1145"/>
              <a:ext cx="138" cy="29"/>
              <a:chOff x="2468" y="1332"/>
              <a:chExt cx="310" cy="60"/>
            </a:xfrm>
          </p:grpSpPr>
          <p:sp>
            <p:nvSpPr>
              <p:cNvPr id="5731" name="Freeform 1345">
                <a:extLst>
                  <a:ext uri="{FF2B5EF4-FFF2-40B4-BE49-F238E27FC236}">
                    <a16:creationId xmlns:a16="http://schemas.microsoft.com/office/drawing/2014/main" id="{F31F6992-50EA-4D14-872B-3F8C2992107B}"/>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732" name="Freeform 1346">
                <a:extLst>
                  <a:ext uri="{FF2B5EF4-FFF2-40B4-BE49-F238E27FC236}">
                    <a16:creationId xmlns:a16="http://schemas.microsoft.com/office/drawing/2014/main" id="{27614580-CEBF-4D86-980F-5D128635B1B5}"/>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sp>
          <p:nvSpPr>
            <p:cNvPr id="5729" name="Line 1347">
              <a:extLst>
                <a:ext uri="{FF2B5EF4-FFF2-40B4-BE49-F238E27FC236}">
                  <a16:creationId xmlns:a16="http://schemas.microsoft.com/office/drawing/2014/main" id="{6B53BD94-5F6D-4227-98D1-92F0750590A7}"/>
                </a:ext>
              </a:extLst>
            </p:cNvPr>
            <p:cNvSpPr>
              <a:spLocks noChangeShapeType="1"/>
            </p:cNvSpPr>
            <p:nvPr/>
          </p:nvSpPr>
          <p:spPr bwMode="auto">
            <a:xfrm>
              <a:off x="4651" y="1158"/>
              <a:ext cx="0"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730" name="Line 1348">
              <a:extLst>
                <a:ext uri="{FF2B5EF4-FFF2-40B4-BE49-F238E27FC236}">
                  <a16:creationId xmlns:a16="http://schemas.microsoft.com/office/drawing/2014/main" id="{C0B91CC3-530E-4EF0-AB89-93353FD8246E}"/>
                </a:ext>
              </a:extLst>
            </p:cNvPr>
            <p:cNvSpPr>
              <a:spLocks noChangeShapeType="1"/>
            </p:cNvSpPr>
            <p:nvPr/>
          </p:nvSpPr>
          <p:spPr bwMode="auto">
            <a:xfrm>
              <a:off x="4894" y="1160"/>
              <a:ext cx="0" cy="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5164" name="Group 1349">
            <a:extLst>
              <a:ext uri="{FF2B5EF4-FFF2-40B4-BE49-F238E27FC236}">
                <a16:creationId xmlns:a16="http://schemas.microsoft.com/office/drawing/2014/main" id="{F25A809C-7B32-4BB4-A28B-3DAC4FA1A9D2}"/>
              </a:ext>
            </a:extLst>
          </p:cNvPr>
          <p:cNvGrpSpPr>
            <a:grpSpLocks/>
          </p:cNvGrpSpPr>
          <p:nvPr/>
        </p:nvGrpSpPr>
        <p:grpSpPr bwMode="auto">
          <a:xfrm>
            <a:off x="9031289" y="2746376"/>
            <a:ext cx="390525" cy="176213"/>
            <a:chOff x="4650" y="1129"/>
            <a:chExt cx="246" cy="95"/>
          </a:xfrm>
        </p:grpSpPr>
        <p:sp>
          <p:nvSpPr>
            <p:cNvPr id="5717" name="Oval 407">
              <a:extLst>
                <a:ext uri="{FF2B5EF4-FFF2-40B4-BE49-F238E27FC236}">
                  <a16:creationId xmlns:a16="http://schemas.microsoft.com/office/drawing/2014/main" id="{14AEAD35-09E0-4CF9-A8EC-BAF91998BD06}"/>
                </a:ext>
              </a:extLst>
            </p:cNvPr>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sp>
          <p:nvSpPr>
            <p:cNvPr id="5718" name="Rectangle 410">
              <a:extLst>
                <a:ext uri="{FF2B5EF4-FFF2-40B4-BE49-F238E27FC236}">
                  <a16:creationId xmlns:a16="http://schemas.microsoft.com/office/drawing/2014/main" id="{5BB3D753-F256-4513-8C29-101410E6FB3D}"/>
                </a:ext>
              </a:extLst>
            </p:cNvPr>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latin typeface="Times New Roman" panose="02020603050405020304" pitchFamily="18" charset="0"/>
                <a:cs typeface="Arial" panose="020B0604020202020204" pitchFamily="34" charset="0"/>
              </a:endParaRPr>
            </a:p>
          </p:txBody>
        </p:sp>
        <p:sp>
          <p:nvSpPr>
            <p:cNvPr id="5719" name="Oval 411">
              <a:extLst>
                <a:ext uri="{FF2B5EF4-FFF2-40B4-BE49-F238E27FC236}">
                  <a16:creationId xmlns:a16="http://schemas.microsoft.com/office/drawing/2014/main" id="{4A126BFD-E244-4DBF-8519-B22083E28390}"/>
                </a:ext>
              </a:extLst>
            </p:cNvPr>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grpSp>
          <p:nvGrpSpPr>
            <p:cNvPr id="5720" name="Group 1353">
              <a:extLst>
                <a:ext uri="{FF2B5EF4-FFF2-40B4-BE49-F238E27FC236}">
                  <a16:creationId xmlns:a16="http://schemas.microsoft.com/office/drawing/2014/main" id="{1208C59B-DBA4-4D8D-B40D-63A280819267}"/>
                </a:ext>
              </a:extLst>
            </p:cNvPr>
            <p:cNvGrpSpPr>
              <a:grpSpLocks/>
            </p:cNvGrpSpPr>
            <p:nvPr/>
          </p:nvGrpSpPr>
          <p:grpSpPr bwMode="auto">
            <a:xfrm>
              <a:off x="4699" y="1145"/>
              <a:ext cx="138" cy="29"/>
              <a:chOff x="2468" y="1332"/>
              <a:chExt cx="310" cy="60"/>
            </a:xfrm>
          </p:grpSpPr>
          <p:sp>
            <p:nvSpPr>
              <p:cNvPr id="5723" name="Freeform 1354">
                <a:extLst>
                  <a:ext uri="{FF2B5EF4-FFF2-40B4-BE49-F238E27FC236}">
                    <a16:creationId xmlns:a16="http://schemas.microsoft.com/office/drawing/2014/main" id="{8BAD8F3E-1A7C-4AA0-974A-1200CC728361}"/>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724" name="Freeform 1355">
                <a:extLst>
                  <a:ext uri="{FF2B5EF4-FFF2-40B4-BE49-F238E27FC236}">
                    <a16:creationId xmlns:a16="http://schemas.microsoft.com/office/drawing/2014/main" id="{2CAF78C6-5560-4AD2-9E84-2E034671D4B6}"/>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sp>
          <p:nvSpPr>
            <p:cNvPr id="5721" name="Line 1356">
              <a:extLst>
                <a:ext uri="{FF2B5EF4-FFF2-40B4-BE49-F238E27FC236}">
                  <a16:creationId xmlns:a16="http://schemas.microsoft.com/office/drawing/2014/main" id="{219E1DDD-E6EE-4289-914A-AEE28E8A780F}"/>
                </a:ext>
              </a:extLst>
            </p:cNvPr>
            <p:cNvSpPr>
              <a:spLocks noChangeShapeType="1"/>
            </p:cNvSpPr>
            <p:nvPr/>
          </p:nvSpPr>
          <p:spPr bwMode="auto">
            <a:xfrm>
              <a:off x="4651" y="1158"/>
              <a:ext cx="0"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722" name="Line 1357">
              <a:extLst>
                <a:ext uri="{FF2B5EF4-FFF2-40B4-BE49-F238E27FC236}">
                  <a16:creationId xmlns:a16="http://schemas.microsoft.com/office/drawing/2014/main" id="{1AFCC478-119D-46AC-8768-6C2C6A01F58B}"/>
                </a:ext>
              </a:extLst>
            </p:cNvPr>
            <p:cNvSpPr>
              <a:spLocks noChangeShapeType="1"/>
            </p:cNvSpPr>
            <p:nvPr/>
          </p:nvSpPr>
          <p:spPr bwMode="auto">
            <a:xfrm>
              <a:off x="4894" y="1160"/>
              <a:ext cx="0" cy="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5165" name="Group 1358">
            <a:extLst>
              <a:ext uri="{FF2B5EF4-FFF2-40B4-BE49-F238E27FC236}">
                <a16:creationId xmlns:a16="http://schemas.microsoft.com/office/drawing/2014/main" id="{8FBFD1AF-A7A7-4D3A-9464-64AD336441C4}"/>
              </a:ext>
            </a:extLst>
          </p:cNvPr>
          <p:cNvGrpSpPr>
            <a:grpSpLocks/>
          </p:cNvGrpSpPr>
          <p:nvPr/>
        </p:nvGrpSpPr>
        <p:grpSpPr bwMode="auto">
          <a:xfrm>
            <a:off x="8472489" y="2482851"/>
            <a:ext cx="390525" cy="169863"/>
            <a:chOff x="4650" y="1129"/>
            <a:chExt cx="246" cy="95"/>
          </a:xfrm>
        </p:grpSpPr>
        <p:sp>
          <p:nvSpPr>
            <p:cNvPr id="5709" name="Oval 407">
              <a:extLst>
                <a:ext uri="{FF2B5EF4-FFF2-40B4-BE49-F238E27FC236}">
                  <a16:creationId xmlns:a16="http://schemas.microsoft.com/office/drawing/2014/main" id="{E410D6E0-E4CE-4433-9AB3-23583433CA9B}"/>
                </a:ext>
              </a:extLst>
            </p:cNvPr>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sp>
          <p:nvSpPr>
            <p:cNvPr id="5710" name="Rectangle 410">
              <a:extLst>
                <a:ext uri="{FF2B5EF4-FFF2-40B4-BE49-F238E27FC236}">
                  <a16:creationId xmlns:a16="http://schemas.microsoft.com/office/drawing/2014/main" id="{30EC2F6C-D330-4532-83E9-32260F7D898B}"/>
                </a:ext>
              </a:extLst>
            </p:cNvPr>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latin typeface="Times New Roman" panose="02020603050405020304" pitchFamily="18" charset="0"/>
                <a:cs typeface="Arial" panose="020B0604020202020204" pitchFamily="34" charset="0"/>
              </a:endParaRPr>
            </a:p>
          </p:txBody>
        </p:sp>
        <p:sp>
          <p:nvSpPr>
            <p:cNvPr id="5711" name="Oval 411">
              <a:extLst>
                <a:ext uri="{FF2B5EF4-FFF2-40B4-BE49-F238E27FC236}">
                  <a16:creationId xmlns:a16="http://schemas.microsoft.com/office/drawing/2014/main" id="{AAB1BDE2-C65C-492D-AD8A-81B9AF1BA7A6}"/>
                </a:ext>
              </a:extLst>
            </p:cNvPr>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grpSp>
          <p:nvGrpSpPr>
            <p:cNvPr id="5712" name="Group 1362">
              <a:extLst>
                <a:ext uri="{FF2B5EF4-FFF2-40B4-BE49-F238E27FC236}">
                  <a16:creationId xmlns:a16="http://schemas.microsoft.com/office/drawing/2014/main" id="{5A96127F-AE4A-4D96-BACA-06936FCBB384}"/>
                </a:ext>
              </a:extLst>
            </p:cNvPr>
            <p:cNvGrpSpPr>
              <a:grpSpLocks/>
            </p:cNvGrpSpPr>
            <p:nvPr/>
          </p:nvGrpSpPr>
          <p:grpSpPr bwMode="auto">
            <a:xfrm>
              <a:off x="4699" y="1145"/>
              <a:ext cx="138" cy="29"/>
              <a:chOff x="2468" y="1332"/>
              <a:chExt cx="310" cy="60"/>
            </a:xfrm>
          </p:grpSpPr>
          <p:sp>
            <p:nvSpPr>
              <p:cNvPr id="5715" name="Freeform 1363">
                <a:extLst>
                  <a:ext uri="{FF2B5EF4-FFF2-40B4-BE49-F238E27FC236}">
                    <a16:creationId xmlns:a16="http://schemas.microsoft.com/office/drawing/2014/main" id="{BC8C71C5-5968-4984-B50E-9A0600608FB5}"/>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716" name="Freeform 1364">
                <a:extLst>
                  <a:ext uri="{FF2B5EF4-FFF2-40B4-BE49-F238E27FC236}">
                    <a16:creationId xmlns:a16="http://schemas.microsoft.com/office/drawing/2014/main" id="{DD29E18C-81CC-41B5-8267-988FC308B9B1}"/>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sp>
          <p:nvSpPr>
            <p:cNvPr id="5713" name="Line 1365">
              <a:extLst>
                <a:ext uri="{FF2B5EF4-FFF2-40B4-BE49-F238E27FC236}">
                  <a16:creationId xmlns:a16="http://schemas.microsoft.com/office/drawing/2014/main" id="{134A6A17-F094-410C-88EF-73FEC558E303}"/>
                </a:ext>
              </a:extLst>
            </p:cNvPr>
            <p:cNvSpPr>
              <a:spLocks noChangeShapeType="1"/>
            </p:cNvSpPr>
            <p:nvPr/>
          </p:nvSpPr>
          <p:spPr bwMode="auto">
            <a:xfrm>
              <a:off x="4651" y="1158"/>
              <a:ext cx="0"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714" name="Line 1366">
              <a:extLst>
                <a:ext uri="{FF2B5EF4-FFF2-40B4-BE49-F238E27FC236}">
                  <a16:creationId xmlns:a16="http://schemas.microsoft.com/office/drawing/2014/main" id="{44A08CDD-0611-411E-81CF-718D2FD934D5}"/>
                </a:ext>
              </a:extLst>
            </p:cNvPr>
            <p:cNvSpPr>
              <a:spLocks noChangeShapeType="1"/>
            </p:cNvSpPr>
            <p:nvPr/>
          </p:nvSpPr>
          <p:spPr bwMode="auto">
            <a:xfrm>
              <a:off x="4894" y="1160"/>
              <a:ext cx="0" cy="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5166" name="Group 1367">
            <a:extLst>
              <a:ext uri="{FF2B5EF4-FFF2-40B4-BE49-F238E27FC236}">
                <a16:creationId xmlns:a16="http://schemas.microsoft.com/office/drawing/2014/main" id="{7D9C5825-FB0A-4B46-BA35-B22C85CE0F12}"/>
              </a:ext>
            </a:extLst>
          </p:cNvPr>
          <p:cNvGrpSpPr>
            <a:grpSpLocks/>
          </p:cNvGrpSpPr>
          <p:nvPr/>
        </p:nvGrpSpPr>
        <p:grpSpPr bwMode="auto">
          <a:xfrm>
            <a:off x="8483601" y="2746376"/>
            <a:ext cx="390525" cy="169863"/>
            <a:chOff x="4650" y="1129"/>
            <a:chExt cx="246" cy="95"/>
          </a:xfrm>
        </p:grpSpPr>
        <p:sp>
          <p:nvSpPr>
            <p:cNvPr id="5701" name="Oval 407">
              <a:extLst>
                <a:ext uri="{FF2B5EF4-FFF2-40B4-BE49-F238E27FC236}">
                  <a16:creationId xmlns:a16="http://schemas.microsoft.com/office/drawing/2014/main" id="{95CD0AB3-8959-4D46-A9FB-48597A6DD4F8}"/>
                </a:ext>
              </a:extLst>
            </p:cNvPr>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sp>
          <p:nvSpPr>
            <p:cNvPr id="5702" name="Rectangle 410">
              <a:extLst>
                <a:ext uri="{FF2B5EF4-FFF2-40B4-BE49-F238E27FC236}">
                  <a16:creationId xmlns:a16="http://schemas.microsoft.com/office/drawing/2014/main" id="{46B4A2FC-42F8-4617-A2E9-311540E69CBD}"/>
                </a:ext>
              </a:extLst>
            </p:cNvPr>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latin typeface="Times New Roman" panose="02020603050405020304" pitchFamily="18" charset="0"/>
                <a:cs typeface="Arial" panose="020B0604020202020204" pitchFamily="34" charset="0"/>
              </a:endParaRPr>
            </a:p>
          </p:txBody>
        </p:sp>
        <p:sp>
          <p:nvSpPr>
            <p:cNvPr id="5703" name="Oval 411">
              <a:extLst>
                <a:ext uri="{FF2B5EF4-FFF2-40B4-BE49-F238E27FC236}">
                  <a16:creationId xmlns:a16="http://schemas.microsoft.com/office/drawing/2014/main" id="{D55902E7-4BE3-4264-A5CC-D0BC1AC338E7}"/>
                </a:ext>
              </a:extLst>
            </p:cNvPr>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grpSp>
          <p:nvGrpSpPr>
            <p:cNvPr id="5704" name="Group 1371">
              <a:extLst>
                <a:ext uri="{FF2B5EF4-FFF2-40B4-BE49-F238E27FC236}">
                  <a16:creationId xmlns:a16="http://schemas.microsoft.com/office/drawing/2014/main" id="{BB9AC810-7BEF-4050-BAF8-CF1E2F1F84DC}"/>
                </a:ext>
              </a:extLst>
            </p:cNvPr>
            <p:cNvGrpSpPr>
              <a:grpSpLocks/>
            </p:cNvGrpSpPr>
            <p:nvPr/>
          </p:nvGrpSpPr>
          <p:grpSpPr bwMode="auto">
            <a:xfrm>
              <a:off x="4699" y="1145"/>
              <a:ext cx="138" cy="29"/>
              <a:chOff x="2468" y="1332"/>
              <a:chExt cx="310" cy="60"/>
            </a:xfrm>
          </p:grpSpPr>
          <p:sp>
            <p:nvSpPr>
              <p:cNvPr id="5707" name="Freeform 1372">
                <a:extLst>
                  <a:ext uri="{FF2B5EF4-FFF2-40B4-BE49-F238E27FC236}">
                    <a16:creationId xmlns:a16="http://schemas.microsoft.com/office/drawing/2014/main" id="{17497F68-201A-4019-BA79-E1761FA2D8AB}"/>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708" name="Freeform 1373">
                <a:extLst>
                  <a:ext uri="{FF2B5EF4-FFF2-40B4-BE49-F238E27FC236}">
                    <a16:creationId xmlns:a16="http://schemas.microsoft.com/office/drawing/2014/main" id="{FF087E70-340A-4EFC-AF21-AFC3A7BC9B22}"/>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sp>
          <p:nvSpPr>
            <p:cNvPr id="5705" name="Line 1374">
              <a:extLst>
                <a:ext uri="{FF2B5EF4-FFF2-40B4-BE49-F238E27FC236}">
                  <a16:creationId xmlns:a16="http://schemas.microsoft.com/office/drawing/2014/main" id="{D18BADE8-7E04-418E-80B2-8F7E1EC6A8DD}"/>
                </a:ext>
              </a:extLst>
            </p:cNvPr>
            <p:cNvSpPr>
              <a:spLocks noChangeShapeType="1"/>
            </p:cNvSpPr>
            <p:nvPr/>
          </p:nvSpPr>
          <p:spPr bwMode="auto">
            <a:xfrm>
              <a:off x="4651" y="1158"/>
              <a:ext cx="0"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706" name="Line 1375">
              <a:extLst>
                <a:ext uri="{FF2B5EF4-FFF2-40B4-BE49-F238E27FC236}">
                  <a16:creationId xmlns:a16="http://schemas.microsoft.com/office/drawing/2014/main" id="{C10782C8-F4C1-468D-92D2-829960D86344}"/>
                </a:ext>
              </a:extLst>
            </p:cNvPr>
            <p:cNvSpPr>
              <a:spLocks noChangeShapeType="1"/>
            </p:cNvSpPr>
            <p:nvPr/>
          </p:nvSpPr>
          <p:spPr bwMode="auto">
            <a:xfrm>
              <a:off x="4894" y="1160"/>
              <a:ext cx="0" cy="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5167" name="Line 1376">
            <a:extLst>
              <a:ext uri="{FF2B5EF4-FFF2-40B4-BE49-F238E27FC236}">
                <a16:creationId xmlns:a16="http://schemas.microsoft.com/office/drawing/2014/main" id="{60FC3720-BE32-4CCF-8529-3197E10E8DAD}"/>
              </a:ext>
            </a:extLst>
          </p:cNvPr>
          <p:cNvSpPr>
            <a:spLocks noChangeShapeType="1"/>
          </p:cNvSpPr>
          <p:nvPr/>
        </p:nvSpPr>
        <p:spPr bwMode="auto">
          <a:xfrm>
            <a:off x="9613900" y="2844800"/>
            <a:ext cx="177800" cy="0"/>
          </a:xfrm>
          <a:prstGeom prst="line">
            <a:avLst/>
          </a:prstGeom>
          <a:noFill/>
          <a:ln w="9525">
            <a:solidFill>
              <a:schemeClr val="bg2"/>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nvGrpSpPr>
          <p:cNvPr id="5168" name="Group 1377">
            <a:extLst>
              <a:ext uri="{FF2B5EF4-FFF2-40B4-BE49-F238E27FC236}">
                <a16:creationId xmlns:a16="http://schemas.microsoft.com/office/drawing/2014/main" id="{DA808D46-3210-4997-BDF2-BF9A95FBB80C}"/>
              </a:ext>
            </a:extLst>
          </p:cNvPr>
          <p:cNvGrpSpPr>
            <a:grpSpLocks/>
          </p:cNvGrpSpPr>
          <p:nvPr/>
        </p:nvGrpSpPr>
        <p:grpSpPr bwMode="auto">
          <a:xfrm>
            <a:off x="8669339" y="3900488"/>
            <a:ext cx="485775" cy="203200"/>
            <a:chOff x="4650" y="1129"/>
            <a:chExt cx="246" cy="95"/>
          </a:xfrm>
        </p:grpSpPr>
        <p:sp>
          <p:nvSpPr>
            <p:cNvPr id="5693" name="Oval 407">
              <a:extLst>
                <a:ext uri="{FF2B5EF4-FFF2-40B4-BE49-F238E27FC236}">
                  <a16:creationId xmlns:a16="http://schemas.microsoft.com/office/drawing/2014/main" id="{82FBC014-0BDD-44A9-AB4E-2536570471E6}"/>
                </a:ext>
              </a:extLst>
            </p:cNvPr>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sp>
          <p:nvSpPr>
            <p:cNvPr id="5694" name="Rectangle 410">
              <a:extLst>
                <a:ext uri="{FF2B5EF4-FFF2-40B4-BE49-F238E27FC236}">
                  <a16:creationId xmlns:a16="http://schemas.microsoft.com/office/drawing/2014/main" id="{A1ABFF2D-0859-4BD0-81AE-128CF6C67BA2}"/>
                </a:ext>
              </a:extLst>
            </p:cNvPr>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latin typeface="Times New Roman" panose="02020603050405020304" pitchFamily="18" charset="0"/>
                <a:cs typeface="Arial" panose="020B0604020202020204" pitchFamily="34" charset="0"/>
              </a:endParaRPr>
            </a:p>
          </p:txBody>
        </p:sp>
        <p:sp>
          <p:nvSpPr>
            <p:cNvPr id="5695" name="Oval 411">
              <a:extLst>
                <a:ext uri="{FF2B5EF4-FFF2-40B4-BE49-F238E27FC236}">
                  <a16:creationId xmlns:a16="http://schemas.microsoft.com/office/drawing/2014/main" id="{374C79A6-A9FB-4013-8086-5A97EBE8F137}"/>
                </a:ext>
              </a:extLst>
            </p:cNvPr>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grpSp>
          <p:nvGrpSpPr>
            <p:cNvPr id="5696" name="Group 1381">
              <a:extLst>
                <a:ext uri="{FF2B5EF4-FFF2-40B4-BE49-F238E27FC236}">
                  <a16:creationId xmlns:a16="http://schemas.microsoft.com/office/drawing/2014/main" id="{5C7FA58B-7FF3-4EF7-8EC3-5A17F66B6907}"/>
                </a:ext>
              </a:extLst>
            </p:cNvPr>
            <p:cNvGrpSpPr>
              <a:grpSpLocks/>
            </p:cNvGrpSpPr>
            <p:nvPr/>
          </p:nvGrpSpPr>
          <p:grpSpPr bwMode="auto">
            <a:xfrm>
              <a:off x="4699" y="1145"/>
              <a:ext cx="138" cy="29"/>
              <a:chOff x="2468" y="1332"/>
              <a:chExt cx="310" cy="60"/>
            </a:xfrm>
          </p:grpSpPr>
          <p:sp>
            <p:nvSpPr>
              <p:cNvPr id="5699" name="Freeform 1382">
                <a:extLst>
                  <a:ext uri="{FF2B5EF4-FFF2-40B4-BE49-F238E27FC236}">
                    <a16:creationId xmlns:a16="http://schemas.microsoft.com/office/drawing/2014/main" id="{FFF896EF-F5A8-485A-9F55-FCF6161C036A}"/>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700" name="Freeform 1383">
                <a:extLst>
                  <a:ext uri="{FF2B5EF4-FFF2-40B4-BE49-F238E27FC236}">
                    <a16:creationId xmlns:a16="http://schemas.microsoft.com/office/drawing/2014/main" id="{10B49C35-8BF0-43A6-87E5-11B2345B295E}"/>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sp>
          <p:nvSpPr>
            <p:cNvPr id="5697" name="Line 1384">
              <a:extLst>
                <a:ext uri="{FF2B5EF4-FFF2-40B4-BE49-F238E27FC236}">
                  <a16:creationId xmlns:a16="http://schemas.microsoft.com/office/drawing/2014/main" id="{EF83BD70-05AF-407D-BD13-150F280FADB1}"/>
                </a:ext>
              </a:extLst>
            </p:cNvPr>
            <p:cNvSpPr>
              <a:spLocks noChangeShapeType="1"/>
            </p:cNvSpPr>
            <p:nvPr/>
          </p:nvSpPr>
          <p:spPr bwMode="auto">
            <a:xfrm>
              <a:off x="4651" y="1158"/>
              <a:ext cx="0"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98" name="Line 1385">
              <a:extLst>
                <a:ext uri="{FF2B5EF4-FFF2-40B4-BE49-F238E27FC236}">
                  <a16:creationId xmlns:a16="http://schemas.microsoft.com/office/drawing/2014/main" id="{EBA1BA86-73E6-42B6-AE8D-368183DC50A6}"/>
                </a:ext>
              </a:extLst>
            </p:cNvPr>
            <p:cNvSpPr>
              <a:spLocks noChangeShapeType="1"/>
            </p:cNvSpPr>
            <p:nvPr/>
          </p:nvSpPr>
          <p:spPr bwMode="auto">
            <a:xfrm>
              <a:off x="4894" y="1160"/>
              <a:ext cx="0" cy="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5169" name="Group 1386">
            <a:extLst>
              <a:ext uri="{FF2B5EF4-FFF2-40B4-BE49-F238E27FC236}">
                <a16:creationId xmlns:a16="http://schemas.microsoft.com/office/drawing/2014/main" id="{32850BC1-3FC8-479F-9754-96137869A23B}"/>
              </a:ext>
            </a:extLst>
          </p:cNvPr>
          <p:cNvGrpSpPr>
            <a:grpSpLocks/>
          </p:cNvGrpSpPr>
          <p:nvPr/>
        </p:nvGrpSpPr>
        <p:grpSpPr bwMode="auto">
          <a:xfrm>
            <a:off x="8350251" y="3619500"/>
            <a:ext cx="485775" cy="203200"/>
            <a:chOff x="4650" y="1129"/>
            <a:chExt cx="246" cy="95"/>
          </a:xfrm>
        </p:grpSpPr>
        <p:sp>
          <p:nvSpPr>
            <p:cNvPr id="5685" name="Oval 407">
              <a:extLst>
                <a:ext uri="{FF2B5EF4-FFF2-40B4-BE49-F238E27FC236}">
                  <a16:creationId xmlns:a16="http://schemas.microsoft.com/office/drawing/2014/main" id="{770A2745-0DA2-4EB5-96D1-818EC0CEE4A2}"/>
                </a:ext>
              </a:extLst>
            </p:cNvPr>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sp>
          <p:nvSpPr>
            <p:cNvPr id="5686" name="Rectangle 410">
              <a:extLst>
                <a:ext uri="{FF2B5EF4-FFF2-40B4-BE49-F238E27FC236}">
                  <a16:creationId xmlns:a16="http://schemas.microsoft.com/office/drawing/2014/main" id="{CC4286AD-B20B-4DB7-B89F-E7D763C09F67}"/>
                </a:ext>
              </a:extLst>
            </p:cNvPr>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latin typeface="Times New Roman" panose="02020603050405020304" pitchFamily="18" charset="0"/>
                <a:cs typeface="Arial" panose="020B0604020202020204" pitchFamily="34" charset="0"/>
              </a:endParaRPr>
            </a:p>
          </p:txBody>
        </p:sp>
        <p:sp>
          <p:nvSpPr>
            <p:cNvPr id="5687" name="Oval 411">
              <a:extLst>
                <a:ext uri="{FF2B5EF4-FFF2-40B4-BE49-F238E27FC236}">
                  <a16:creationId xmlns:a16="http://schemas.microsoft.com/office/drawing/2014/main" id="{A817727E-91EB-4F7D-80C6-3BD5E45A4D10}"/>
                </a:ext>
              </a:extLst>
            </p:cNvPr>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grpSp>
          <p:nvGrpSpPr>
            <p:cNvPr id="5688" name="Group 1390">
              <a:extLst>
                <a:ext uri="{FF2B5EF4-FFF2-40B4-BE49-F238E27FC236}">
                  <a16:creationId xmlns:a16="http://schemas.microsoft.com/office/drawing/2014/main" id="{F9E6798D-B00F-4AB6-923A-98651197986A}"/>
                </a:ext>
              </a:extLst>
            </p:cNvPr>
            <p:cNvGrpSpPr>
              <a:grpSpLocks/>
            </p:cNvGrpSpPr>
            <p:nvPr/>
          </p:nvGrpSpPr>
          <p:grpSpPr bwMode="auto">
            <a:xfrm>
              <a:off x="4699" y="1145"/>
              <a:ext cx="138" cy="29"/>
              <a:chOff x="2468" y="1332"/>
              <a:chExt cx="310" cy="60"/>
            </a:xfrm>
          </p:grpSpPr>
          <p:sp>
            <p:nvSpPr>
              <p:cNvPr id="5691" name="Freeform 1391">
                <a:extLst>
                  <a:ext uri="{FF2B5EF4-FFF2-40B4-BE49-F238E27FC236}">
                    <a16:creationId xmlns:a16="http://schemas.microsoft.com/office/drawing/2014/main" id="{4A40E47A-4431-47B4-A44C-976A8D4BBA21}"/>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692" name="Freeform 1392">
                <a:extLst>
                  <a:ext uri="{FF2B5EF4-FFF2-40B4-BE49-F238E27FC236}">
                    <a16:creationId xmlns:a16="http://schemas.microsoft.com/office/drawing/2014/main" id="{A016A16C-0A25-4613-A7CF-431EB424F654}"/>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sp>
          <p:nvSpPr>
            <p:cNvPr id="5689" name="Line 1393">
              <a:extLst>
                <a:ext uri="{FF2B5EF4-FFF2-40B4-BE49-F238E27FC236}">
                  <a16:creationId xmlns:a16="http://schemas.microsoft.com/office/drawing/2014/main" id="{338B0464-6F76-428F-ABDE-C4C54C2332EB}"/>
                </a:ext>
              </a:extLst>
            </p:cNvPr>
            <p:cNvSpPr>
              <a:spLocks noChangeShapeType="1"/>
            </p:cNvSpPr>
            <p:nvPr/>
          </p:nvSpPr>
          <p:spPr bwMode="auto">
            <a:xfrm>
              <a:off x="4651" y="1158"/>
              <a:ext cx="0"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90" name="Line 1394">
              <a:extLst>
                <a:ext uri="{FF2B5EF4-FFF2-40B4-BE49-F238E27FC236}">
                  <a16:creationId xmlns:a16="http://schemas.microsoft.com/office/drawing/2014/main" id="{BD44AD52-0539-4D83-A898-F94BB89CBB92}"/>
                </a:ext>
              </a:extLst>
            </p:cNvPr>
            <p:cNvSpPr>
              <a:spLocks noChangeShapeType="1"/>
            </p:cNvSpPr>
            <p:nvPr/>
          </p:nvSpPr>
          <p:spPr bwMode="auto">
            <a:xfrm>
              <a:off x="4894" y="1160"/>
              <a:ext cx="0" cy="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5170" name="Group 1395">
            <a:extLst>
              <a:ext uri="{FF2B5EF4-FFF2-40B4-BE49-F238E27FC236}">
                <a16:creationId xmlns:a16="http://schemas.microsoft.com/office/drawing/2014/main" id="{A8B03520-91AB-4AB9-8AE5-FB51C9654FC3}"/>
              </a:ext>
            </a:extLst>
          </p:cNvPr>
          <p:cNvGrpSpPr>
            <a:grpSpLocks/>
          </p:cNvGrpSpPr>
          <p:nvPr/>
        </p:nvGrpSpPr>
        <p:grpSpPr bwMode="auto">
          <a:xfrm>
            <a:off x="9012239" y="3632200"/>
            <a:ext cx="485775" cy="203200"/>
            <a:chOff x="4650" y="1129"/>
            <a:chExt cx="246" cy="95"/>
          </a:xfrm>
        </p:grpSpPr>
        <p:sp>
          <p:nvSpPr>
            <p:cNvPr id="5677" name="Oval 407">
              <a:extLst>
                <a:ext uri="{FF2B5EF4-FFF2-40B4-BE49-F238E27FC236}">
                  <a16:creationId xmlns:a16="http://schemas.microsoft.com/office/drawing/2014/main" id="{20348071-4EC3-4C27-81DA-D891DDB69BB2}"/>
                </a:ext>
              </a:extLst>
            </p:cNvPr>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sp>
          <p:nvSpPr>
            <p:cNvPr id="5678" name="Rectangle 410">
              <a:extLst>
                <a:ext uri="{FF2B5EF4-FFF2-40B4-BE49-F238E27FC236}">
                  <a16:creationId xmlns:a16="http://schemas.microsoft.com/office/drawing/2014/main" id="{2C924451-9E44-4928-9CAD-DBBE74325E80}"/>
                </a:ext>
              </a:extLst>
            </p:cNvPr>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latin typeface="Times New Roman" panose="02020603050405020304" pitchFamily="18" charset="0"/>
                <a:cs typeface="Arial" panose="020B0604020202020204" pitchFamily="34" charset="0"/>
              </a:endParaRPr>
            </a:p>
          </p:txBody>
        </p:sp>
        <p:sp>
          <p:nvSpPr>
            <p:cNvPr id="5679" name="Oval 411">
              <a:extLst>
                <a:ext uri="{FF2B5EF4-FFF2-40B4-BE49-F238E27FC236}">
                  <a16:creationId xmlns:a16="http://schemas.microsoft.com/office/drawing/2014/main" id="{2476BAB6-3037-4C14-AF66-2201F79918B9}"/>
                </a:ext>
              </a:extLst>
            </p:cNvPr>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grpSp>
          <p:nvGrpSpPr>
            <p:cNvPr id="5680" name="Group 1399">
              <a:extLst>
                <a:ext uri="{FF2B5EF4-FFF2-40B4-BE49-F238E27FC236}">
                  <a16:creationId xmlns:a16="http://schemas.microsoft.com/office/drawing/2014/main" id="{65C81257-67C3-48BE-998A-279E538642C6}"/>
                </a:ext>
              </a:extLst>
            </p:cNvPr>
            <p:cNvGrpSpPr>
              <a:grpSpLocks/>
            </p:cNvGrpSpPr>
            <p:nvPr/>
          </p:nvGrpSpPr>
          <p:grpSpPr bwMode="auto">
            <a:xfrm>
              <a:off x="4699" y="1145"/>
              <a:ext cx="138" cy="29"/>
              <a:chOff x="2468" y="1332"/>
              <a:chExt cx="310" cy="60"/>
            </a:xfrm>
          </p:grpSpPr>
          <p:sp>
            <p:nvSpPr>
              <p:cNvPr id="5683" name="Freeform 1400">
                <a:extLst>
                  <a:ext uri="{FF2B5EF4-FFF2-40B4-BE49-F238E27FC236}">
                    <a16:creationId xmlns:a16="http://schemas.microsoft.com/office/drawing/2014/main" id="{CCF94371-D841-431B-B4D5-3D266B712470}"/>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684" name="Freeform 1401">
                <a:extLst>
                  <a:ext uri="{FF2B5EF4-FFF2-40B4-BE49-F238E27FC236}">
                    <a16:creationId xmlns:a16="http://schemas.microsoft.com/office/drawing/2014/main" id="{828D0F17-323F-49BF-9D00-FAF9D5D8DF25}"/>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sp>
          <p:nvSpPr>
            <p:cNvPr id="5681" name="Line 1402">
              <a:extLst>
                <a:ext uri="{FF2B5EF4-FFF2-40B4-BE49-F238E27FC236}">
                  <a16:creationId xmlns:a16="http://schemas.microsoft.com/office/drawing/2014/main" id="{58DD62D8-4A7E-416A-BBE4-2CB32F3805D1}"/>
                </a:ext>
              </a:extLst>
            </p:cNvPr>
            <p:cNvSpPr>
              <a:spLocks noChangeShapeType="1"/>
            </p:cNvSpPr>
            <p:nvPr/>
          </p:nvSpPr>
          <p:spPr bwMode="auto">
            <a:xfrm>
              <a:off x="4651" y="1158"/>
              <a:ext cx="0"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82" name="Line 1403">
              <a:extLst>
                <a:ext uri="{FF2B5EF4-FFF2-40B4-BE49-F238E27FC236}">
                  <a16:creationId xmlns:a16="http://schemas.microsoft.com/office/drawing/2014/main" id="{535B6AD1-7B1F-46A2-A901-09BBE6A9F981}"/>
                </a:ext>
              </a:extLst>
            </p:cNvPr>
            <p:cNvSpPr>
              <a:spLocks noChangeShapeType="1"/>
            </p:cNvSpPr>
            <p:nvPr/>
          </p:nvSpPr>
          <p:spPr bwMode="auto">
            <a:xfrm>
              <a:off x="4894" y="1160"/>
              <a:ext cx="0" cy="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5171" name="Group 1404">
            <a:extLst>
              <a:ext uri="{FF2B5EF4-FFF2-40B4-BE49-F238E27FC236}">
                <a16:creationId xmlns:a16="http://schemas.microsoft.com/office/drawing/2014/main" id="{0D3A9BAB-CCA6-4763-A8E1-D5DD0A7B44F1}"/>
              </a:ext>
            </a:extLst>
          </p:cNvPr>
          <p:cNvGrpSpPr>
            <a:grpSpLocks/>
          </p:cNvGrpSpPr>
          <p:nvPr/>
        </p:nvGrpSpPr>
        <p:grpSpPr bwMode="auto">
          <a:xfrm>
            <a:off x="8231189" y="4494214"/>
            <a:ext cx="619125" cy="242887"/>
            <a:chOff x="4650" y="1129"/>
            <a:chExt cx="246" cy="95"/>
          </a:xfrm>
        </p:grpSpPr>
        <p:sp>
          <p:nvSpPr>
            <p:cNvPr id="5669" name="Oval 407">
              <a:extLst>
                <a:ext uri="{FF2B5EF4-FFF2-40B4-BE49-F238E27FC236}">
                  <a16:creationId xmlns:a16="http://schemas.microsoft.com/office/drawing/2014/main" id="{F277C58C-CF04-44DB-8604-672F68ADA851}"/>
                </a:ext>
              </a:extLst>
            </p:cNvPr>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sp>
          <p:nvSpPr>
            <p:cNvPr id="5670" name="Rectangle 410">
              <a:extLst>
                <a:ext uri="{FF2B5EF4-FFF2-40B4-BE49-F238E27FC236}">
                  <a16:creationId xmlns:a16="http://schemas.microsoft.com/office/drawing/2014/main" id="{19F65AA5-8688-4244-9834-274DACB16273}"/>
                </a:ext>
              </a:extLst>
            </p:cNvPr>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latin typeface="Times New Roman" panose="02020603050405020304" pitchFamily="18" charset="0"/>
                <a:cs typeface="Arial" panose="020B0604020202020204" pitchFamily="34" charset="0"/>
              </a:endParaRPr>
            </a:p>
          </p:txBody>
        </p:sp>
        <p:sp>
          <p:nvSpPr>
            <p:cNvPr id="5671" name="Oval 411">
              <a:extLst>
                <a:ext uri="{FF2B5EF4-FFF2-40B4-BE49-F238E27FC236}">
                  <a16:creationId xmlns:a16="http://schemas.microsoft.com/office/drawing/2014/main" id="{F444884C-7F07-4328-A0C8-0514AD4F8856}"/>
                </a:ext>
              </a:extLst>
            </p:cNvPr>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grpSp>
          <p:nvGrpSpPr>
            <p:cNvPr id="5672" name="Group 1408">
              <a:extLst>
                <a:ext uri="{FF2B5EF4-FFF2-40B4-BE49-F238E27FC236}">
                  <a16:creationId xmlns:a16="http://schemas.microsoft.com/office/drawing/2014/main" id="{5F1AF10D-96C5-4BFA-88A6-4FD6B6C71902}"/>
                </a:ext>
              </a:extLst>
            </p:cNvPr>
            <p:cNvGrpSpPr>
              <a:grpSpLocks/>
            </p:cNvGrpSpPr>
            <p:nvPr/>
          </p:nvGrpSpPr>
          <p:grpSpPr bwMode="auto">
            <a:xfrm>
              <a:off x="4699" y="1145"/>
              <a:ext cx="138" cy="29"/>
              <a:chOff x="2468" y="1332"/>
              <a:chExt cx="310" cy="60"/>
            </a:xfrm>
          </p:grpSpPr>
          <p:sp>
            <p:nvSpPr>
              <p:cNvPr id="5675" name="Freeform 1409">
                <a:extLst>
                  <a:ext uri="{FF2B5EF4-FFF2-40B4-BE49-F238E27FC236}">
                    <a16:creationId xmlns:a16="http://schemas.microsoft.com/office/drawing/2014/main" id="{C747F1CB-D9CB-4413-93A6-0943451A1218}"/>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676" name="Freeform 1410">
                <a:extLst>
                  <a:ext uri="{FF2B5EF4-FFF2-40B4-BE49-F238E27FC236}">
                    <a16:creationId xmlns:a16="http://schemas.microsoft.com/office/drawing/2014/main" id="{5BBB860F-C6E1-45CD-B2C3-00987AF7CEAE}"/>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sp>
          <p:nvSpPr>
            <p:cNvPr id="5673" name="Line 1411">
              <a:extLst>
                <a:ext uri="{FF2B5EF4-FFF2-40B4-BE49-F238E27FC236}">
                  <a16:creationId xmlns:a16="http://schemas.microsoft.com/office/drawing/2014/main" id="{C496871B-5AA1-40B6-A15F-BE6E74AC72B2}"/>
                </a:ext>
              </a:extLst>
            </p:cNvPr>
            <p:cNvSpPr>
              <a:spLocks noChangeShapeType="1"/>
            </p:cNvSpPr>
            <p:nvPr/>
          </p:nvSpPr>
          <p:spPr bwMode="auto">
            <a:xfrm>
              <a:off x="4651" y="1158"/>
              <a:ext cx="0"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74" name="Line 1412">
              <a:extLst>
                <a:ext uri="{FF2B5EF4-FFF2-40B4-BE49-F238E27FC236}">
                  <a16:creationId xmlns:a16="http://schemas.microsoft.com/office/drawing/2014/main" id="{8C761E82-C769-4C40-A820-C538DC9D8217}"/>
                </a:ext>
              </a:extLst>
            </p:cNvPr>
            <p:cNvSpPr>
              <a:spLocks noChangeShapeType="1"/>
            </p:cNvSpPr>
            <p:nvPr/>
          </p:nvSpPr>
          <p:spPr bwMode="auto">
            <a:xfrm>
              <a:off x="4894" y="1160"/>
              <a:ext cx="0" cy="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5172" name="Group 1413">
            <a:extLst>
              <a:ext uri="{FF2B5EF4-FFF2-40B4-BE49-F238E27FC236}">
                <a16:creationId xmlns:a16="http://schemas.microsoft.com/office/drawing/2014/main" id="{7B946513-A3FE-4C87-8909-35C6DE2B9EA6}"/>
              </a:ext>
            </a:extLst>
          </p:cNvPr>
          <p:cNvGrpSpPr>
            <a:grpSpLocks/>
          </p:cNvGrpSpPr>
          <p:nvPr/>
        </p:nvGrpSpPr>
        <p:grpSpPr bwMode="auto">
          <a:xfrm>
            <a:off x="8864601" y="4792664"/>
            <a:ext cx="619125" cy="242887"/>
            <a:chOff x="4650" y="1129"/>
            <a:chExt cx="246" cy="95"/>
          </a:xfrm>
        </p:grpSpPr>
        <p:sp>
          <p:nvSpPr>
            <p:cNvPr id="5661" name="Oval 407">
              <a:extLst>
                <a:ext uri="{FF2B5EF4-FFF2-40B4-BE49-F238E27FC236}">
                  <a16:creationId xmlns:a16="http://schemas.microsoft.com/office/drawing/2014/main" id="{EDADC1AF-B77D-4792-9813-C52B4C3EC552}"/>
                </a:ext>
              </a:extLst>
            </p:cNvPr>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sp>
          <p:nvSpPr>
            <p:cNvPr id="5662" name="Rectangle 410">
              <a:extLst>
                <a:ext uri="{FF2B5EF4-FFF2-40B4-BE49-F238E27FC236}">
                  <a16:creationId xmlns:a16="http://schemas.microsoft.com/office/drawing/2014/main" id="{CB08423B-1E9D-4AF0-B10F-B4DE89E5AE2B}"/>
                </a:ext>
              </a:extLst>
            </p:cNvPr>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latin typeface="Times New Roman" panose="02020603050405020304" pitchFamily="18" charset="0"/>
                <a:cs typeface="Arial" panose="020B0604020202020204" pitchFamily="34" charset="0"/>
              </a:endParaRPr>
            </a:p>
          </p:txBody>
        </p:sp>
        <p:sp>
          <p:nvSpPr>
            <p:cNvPr id="5663" name="Oval 411">
              <a:extLst>
                <a:ext uri="{FF2B5EF4-FFF2-40B4-BE49-F238E27FC236}">
                  <a16:creationId xmlns:a16="http://schemas.microsoft.com/office/drawing/2014/main" id="{DF6CEA78-D331-4B9B-9418-2DC63D14A3F3}"/>
                </a:ext>
              </a:extLst>
            </p:cNvPr>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grpSp>
          <p:nvGrpSpPr>
            <p:cNvPr id="5664" name="Group 1417">
              <a:extLst>
                <a:ext uri="{FF2B5EF4-FFF2-40B4-BE49-F238E27FC236}">
                  <a16:creationId xmlns:a16="http://schemas.microsoft.com/office/drawing/2014/main" id="{E1B32F0A-3C96-464D-8535-3CC8695BCC5C}"/>
                </a:ext>
              </a:extLst>
            </p:cNvPr>
            <p:cNvGrpSpPr>
              <a:grpSpLocks/>
            </p:cNvGrpSpPr>
            <p:nvPr/>
          </p:nvGrpSpPr>
          <p:grpSpPr bwMode="auto">
            <a:xfrm>
              <a:off x="4699" y="1145"/>
              <a:ext cx="138" cy="29"/>
              <a:chOff x="2468" y="1332"/>
              <a:chExt cx="310" cy="60"/>
            </a:xfrm>
          </p:grpSpPr>
          <p:sp>
            <p:nvSpPr>
              <p:cNvPr id="5667" name="Freeform 1418">
                <a:extLst>
                  <a:ext uri="{FF2B5EF4-FFF2-40B4-BE49-F238E27FC236}">
                    <a16:creationId xmlns:a16="http://schemas.microsoft.com/office/drawing/2014/main" id="{B111E8F5-82F7-4045-A9B4-14A6334436BA}"/>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668" name="Freeform 1419">
                <a:extLst>
                  <a:ext uri="{FF2B5EF4-FFF2-40B4-BE49-F238E27FC236}">
                    <a16:creationId xmlns:a16="http://schemas.microsoft.com/office/drawing/2014/main" id="{469BBDD4-720C-40CC-84B3-DB5AC610B397}"/>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sp>
          <p:nvSpPr>
            <p:cNvPr id="5665" name="Line 1420">
              <a:extLst>
                <a:ext uri="{FF2B5EF4-FFF2-40B4-BE49-F238E27FC236}">
                  <a16:creationId xmlns:a16="http://schemas.microsoft.com/office/drawing/2014/main" id="{424DFBEF-469F-4AE3-87BD-BAF3862CB627}"/>
                </a:ext>
              </a:extLst>
            </p:cNvPr>
            <p:cNvSpPr>
              <a:spLocks noChangeShapeType="1"/>
            </p:cNvSpPr>
            <p:nvPr/>
          </p:nvSpPr>
          <p:spPr bwMode="auto">
            <a:xfrm>
              <a:off x="4651" y="1158"/>
              <a:ext cx="0"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66" name="Line 1421">
              <a:extLst>
                <a:ext uri="{FF2B5EF4-FFF2-40B4-BE49-F238E27FC236}">
                  <a16:creationId xmlns:a16="http://schemas.microsoft.com/office/drawing/2014/main" id="{2D56230A-C9DC-411C-904A-1BC93AAACFB1}"/>
                </a:ext>
              </a:extLst>
            </p:cNvPr>
            <p:cNvSpPr>
              <a:spLocks noChangeShapeType="1"/>
            </p:cNvSpPr>
            <p:nvPr/>
          </p:nvSpPr>
          <p:spPr bwMode="auto">
            <a:xfrm>
              <a:off x="4894" y="1160"/>
              <a:ext cx="0" cy="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5173" name="Group 1422">
            <a:extLst>
              <a:ext uri="{FF2B5EF4-FFF2-40B4-BE49-F238E27FC236}">
                <a16:creationId xmlns:a16="http://schemas.microsoft.com/office/drawing/2014/main" id="{ED833C08-71CE-432F-B9D9-874DC893D70D}"/>
              </a:ext>
            </a:extLst>
          </p:cNvPr>
          <p:cNvGrpSpPr>
            <a:grpSpLocks/>
          </p:cNvGrpSpPr>
          <p:nvPr/>
        </p:nvGrpSpPr>
        <p:grpSpPr bwMode="auto">
          <a:xfrm>
            <a:off x="7515226" y="4837114"/>
            <a:ext cx="619125" cy="242887"/>
            <a:chOff x="4650" y="1129"/>
            <a:chExt cx="246" cy="95"/>
          </a:xfrm>
        </p:grpSpPr>
        <p:sp>
          <p:nvSpPr>
            <p:cNvPr id="5653" name="Oval 407">
              <a:extLst>
                <a:ext uri="{FF2B5EF4-FFF2-40B4-BE49-F238E27FC236}">
                  <a16:creationId xmlns:a16="http://schemas.microsoft.com/office/drawing/2014/main" id="{7FDBBD9A-CF99-4C2D-B248-AA9FECB05756}"/>
                </a:ext>
              </a:extLst>
            </p:cNvPr>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sp>
          <p:nvSpPr>
            <p:cNvPr id="5654" name="Rectangle 410">
              <a:extLst>
                <a:ext uri="{FF2B5EF4-FFF2-40B4-BE49-F238E27FC236}">
                  <a16:creationId xmlns:a16="http://schemas.microsoft.com/office/drawing/2014/main" id="{CDA7723D-1356-41A0-9DDA-44C26E7A66F5}"/>
                </a:ext>
              </a:extLst>
            </p:cNvPr>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latin typeface="Times New Roman" panose="02020603050405020304" pitchFamily="18" charset="0"/>
                <a:cs typeface="Arial" panose="020B0604020202020204" pitchFamily="34" charset="0"/>
              </a:endParaRPr>
            </a:p>
          </p:txBody>
        </p:sp>
        <p:sp>
          <p:nvSpPr>
            <p:cNvPr id="5655" name="Oval 411">
              <a:extLst>
                <a:ext uri="{FF2B5EF4-FFF2-40B4-BE49-F238E27FC236}">
                  <a16:creationId xmlns:a16="http://schemas.microsoft.com/office/drawing/2014/main" id="{DC2FE553-6BFD-4519-9FEA-0D38BCF2DBBF}"/>
                </a:ext>
              </a:extLst>
            </p:cNvPr>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grpSp>
          <p:nvGrpSpPr>
            <p:cNvPr id="5656" name="Group 1426">
              <a:extLst>
                <a:ext uri="{FF2B5EF4-FFF2-40B4-BE49-F238E27FC236}">
                  <a16:creationId xmlns:a16="http://schemas.microsoft.com/office/drawing/2014/main" id="{EC470B2C-E577-4BF3-AC78-C5964E59BCFE}"/>
                </a:ext>
              </a:extLst>
            </p:cNvPr>
            <p:cNvGrpSpPr>
              <a:grpSpLocks/>
            </p:cNvGrpSpPr>
            <p:nvPr/>
          </p:nvGrpSpPr>
          <p:grpSpPr bwMode="auto">
            <a:xfrm>
              <a:off x="4699" y="1145"/>
              <a:ext cx="138" cy="29"/>
              <a:chOff x="2468" y="1332"/>
              <a:chExt cx="310" cy="60"/>
            </a:xfrm>
          </p:grpSpPr>
          <p:sp>
            <p:nvSpPr>
              <p:cNvPr id="5659" name="Freeform 1427">
                <a:extLst>
                  <a:ext uri="{FF2B5EF4-FFF2-40B4-BE49-F238E27FC236}">
                    <a16:creationId xmlns:a16="http://schemas.microsoft.com/office/drawing/2014/main" id="{B25B667A-CE1D-467E-963F-91AEA4C1EAD3}"/>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660" name="Freeform 1428">
                <a:extLst>
                  <a:ext uri="{FF2B5EF4-FFF2-40B4-BE49-F238E27FC236}">
                    <a16:creationId xmlns:a16="http://schemas.microsoft.com/office/drawing/2014/main" id="{E6192E38-DF91-4400-B55B-57DFA9E8DFBD}"/>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sp>
          <p:nvSpPr>
            <p:cNvPr id="5657" name="Line 1429">
              <a:extLst>
                <a:ext uri="{FF2B5EF4-FFF2-40B4-BE49-F238E27FC236}">
                  <a16:creationId xmlns:a16="http://schemas.microsoft.com/office/drawing/2014/main" id="{D8E088BA-9F52-48C9-A7CF-3762145DD54E}"/>
                </a:ext>
              </a:extLst>
            </p:cNvPr>
            <p:cNvSpPr>
              <a:spLocks noChangeShapeType="1"/>
            </p:cNvSpPr>
            <p:nvPr/>
          </p:nvSpPr>
          <p:spPr bwMode="auto">
            <a:xfrm>
              <a:off x="4651" y="1158"/>
              <a:ext cx="0"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58" name="Line 1430">
              <a:extLst>
                <a:ext uri="{FF2B5EF4-FFF2-40B4-BE49-F238E27FC236}">
                  <a16:creationId xmlns:a16="http://schemas.microsoft.com/office/drawing/2014/main" id="{BA072F33-4C68-4C4F-90F8-B8D93A2D8C8F}"/>
                </a:ext>
              </a:extLst>
            </p:cNvPr>
            <p:cNvSpPr>
              <a:spLocks noChangeShapeType="1"/>
            </p:cNvSpPr>
            <p:nvPr/>
          </p:nvSpPr>
          <p:spPr bwMode="auto">
            <a:xfrm>
              <a:off x="4894" y="1160"/>
              <a:ext cx="0" cy="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5174" name="Group 1431">
            <a:extLst>
              <a:ext uri="{FF2B5EF4-FFF2-40B4-BE49-F238E27FC236}">
                <a16:creationId xmlns:a16="http://schemas.microsoft.com/office/drawing/2014/main" id="{F2324331-7BE2-426E-8EE6-B3FE47C958E3}"/>
              </a:ext>
            </a:extLst>
          </p:cNvPr>
          <p:cNvGrpSpPr>
            <a:grpSpLocks/>
          </p:cNvGrpSpPr>
          <p:nvPr/>
        </p:nvGrpSpPr>
        <p:grpSpPr bwMode="auto">
          <a:xfrm>
            <a:off x="7321551" y="3629026"/>
            <a:ext cx="390525" cy="169863"/>
            <a:chOff x="4650" y="1129"/>
            <a:chExt cx="246" cy="95"/>
          </a:xfrm>
        </p:grpSpPr>
        <p:sp>
          <p:nvSpPr>
            <p:cNvPr id="5645" name="Oval 407">
              <a:extLst>
                <a:ext uri="{FF2B5EF4-FFF2-40B4-BE49-F238E27FC236}">
                  <a16:creationId xmlns:a16="http://schemas.microsoft.com/office/drawing/2014/main" id="{B3184AB5-D14F-4EE4-8B06-AE89D4E463A7}"/>
                </a:ext>
              </a:extLst>
            </p:cNvPr>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sp>
          <p:nvSpPr>
            <p:cNvPr id="5646" name="Rectangle 410">
              <a:extLst>
                <a:ext uri="{FF2B5EF4-FFF2-40B4-BE49-F238E27FC236}">
                  <a16:creationId xmlns:a16="http://schemas.microsoft.com/office/drawing/2014/main" id="{CB2DB8FE-19C6-4E33-A9DD-4273BE6EB259}"/>
                </a:ext>
              </a:extLst>
            </p:cNvPr>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latin typeface="Times New Roman" panose="02020603050405020304" pitchFamily="18" charset="0"/>
                <a:cs typeface="Arial" panose="020B0604020202020204" pitchFamily="34" charset="0"/>
              </a:endParaRPr>
            </a:p>
          </p:txBody>
        </p:sp>
        <p:sp>
          <p:nvSpPr>
            <p:cNvPr id="5647" name="Oval 411">
              <a:extLst>
                <a:ext uri="{FF2B5EF4-FFF2-40B4-BE49-F238E27FC236}">
                  <a16:creationId xmlns:a16="http://schemas.microsoft.com/office/drawing/2014/main" id="{8CF6ED3A-6E34-4875-A3B4-AD2BE1A9E98A}"/>
                </a:ext>
              </a:extLst>
            </p:cNvPr>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grpSp>
          <p:nvGrpSpPr>
            <p:cNvPr id="5648" name="Group 1435">
              <a:extLst>
                <a:ext uri="{FF2B5EF4-FFF2-40B4-BE49-F238E27FC236}">
                  <a16:creationId xmlns:a16="http://schemas.microsoft.com/office/drawing/2014/main" id="{5ECC842F-D163-426B-B85D-1F552DF94769}"/>
                </a:ext>
              </a:extLst>
            </p:cNvPr>
            <p:cNvGrpSpPr>
              <a:grpSpLocks/>
            </p:cNvGrpSpPr>
            <p:nvPr/>
          </p:nvGrpSpPr>
          <p:grpSpPr bwMode="auto">
            <a:xfrm>
              <a:off x="4699" y="1145"/>
              <a:ext cx="138" cy="29"/>
              <a:chOff x="2468" y="1332"/>
              <a:chExt cx="310" cy="60"/>
            </a:xfrm>
          </p:grpSpPr>
          <p:sp>
            <p:nvSpPr>
              <p:cNvPr id="5651" name="Freeform 1436">
                <a:extLst>
                  <a:ext uri="{FF2B5EF4-FFF2-40B4-BE49-F238E27FC236}">
                    <a16:creationId xmlns:a16="http://schemas.microsoft.com/office/drawing/2014/main" id="{8536A869-C175-475C-8093-50DF386DFBEA}"/>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652" name="Freeform 1437">
                <a:extLst>
                  <a:ext uri="{FF2B5EF4-FFF2-40B4-BE49-F238E27FC236}">
                    <a16:creationId xmlns:a16="http://schemas.microsoft.com/office/drawing/2014/main" id="{E59D318E-5BAA-4A57-99AD-EF7EA9565729}"/>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sp>
          <p:nvSpPr>
            <p:cNvPr id="5649" name="Line 1438">
              <a:extLst>
                <a:ext uri="{FF2B5EF4-FFF2-40B4-BE49-F238E27FC236}">
                  <a16:creationId xmlns:a16="http://schemas.microsoft.com/office/drawing/2014/main" id="{1686ED84-6E19-4259-B26C-4448A57973D2}"/>
                </a:ext>
              </a:extLst>
            </p:cNvPr>
            <p:cNvSpPr>
              <a:spLocks noChangeShapeType="1"/>
            </p:cNvSpPr>
            <p:nvPr/>
          </p:nvSpPr>
          <p:spPr bwMode="auto">
            <a:xfrm>
              <a:off x="4651" y="1158"/>
              <a:ext cx="0"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50" name="Line 1439">
              <a:extLst>
                <a:ext uri="{FF2B5EF4-FFF2-40B4-BE49-F238E27FC236}">
                  <a16:creationId xmlns:a16="http://schemas.microsoft.com/office/drawing/2014/main" id="{DEE69B27-BCFB-4E07-B477-0F1922D65582}"/>
                </a:ext>
              </a:extLst>
            </p:cNvPr>
            <p:cNvSpPr>
              <a:spLocks noChangeShapeType="1"/>
            </p:cNvSpPr>
            <p:nvPr/>
          </p:nvSpPr>
          <p:spPr bwMode="auto">
            <a:xfrm>
              <a:off x="4894" y="1160"/>
              <a:ext cx="0" cy="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5175" name="Group 1440">
            <a:extLst>
              <a:ext uri="{FF2B5EF4-FFF2-40B4-BE49-F238E27FC236}">
                <a16:creationId xmlns:a16="http://schemas.microsoft.com/office/drawing/2014/main" id="{C1B760B0-D358-4847-B52C-A1DBC035BA4F}"/>
              </a:ext>
            </a:extLst>
          </p:cNvPr>
          <p:cNvGrpSpPr>
            <a:grpSpLocks/>
          </p:cNvGrpSpPr>
          <p:nvPr/>
        </p:nvGrpSpPr>
        <p:grpSpPr bwMode="auto">
          <a:xfrm>
            <a:off x="7621589" y="2476501"/>
            <a:ext cx="390525" cy="169863"/>
            <a:chOff x="4650" y="1129"/>
            <a:chExt cx="246" cy="95"/>
          </a:xfrm>
        </p:grpSpPr>
        <p:sp>
          <p:nvSpPr>
            <p:cNvPr id="5637" name="Oval 407">
              <a:extLst>
                <a:ext uri="{FF2B5EF4-FFF2-40B4-BE49-F238E27FC236}">
                  <a16:creationId xmlns:a16="http://schemas.microsoft.com/office/drawing/2014/main" id="{801BB690-EC6A-45DB-A463-289442712AB6}"/>
                </a:ext>
              </a:extLst>
            </p:cNvPr>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sp>
          <p:nvSpPr>
            <p:cNvPr id="5638" name="Rectangle 410">
              <a:extLst>
                <a:ext uri="{FF2B5EF4-FFF2-40B4-BE49-F238E27FC236}">
                  <a16:creationId xmlns:a16="http://schemas.microsoft.com/office/drawing/2014/main" id="{2EB5BA33-7696-4388-B44A-A12CBA6AFF75}"/>
                </a:ext>
              </a:extLst>
            </p:cNvPr>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latin typeface="Times New Roman" panose="02020603050405020304" pitchFamily="18" charset="0"/>
                <a:cs typeface="Arial" panose="020B0604020202020204" pitchFamily="34" charset="0"/>
              </a:endParaRPr>
            </a:p>
          </p:txBody>
        </p:sp>
        <p:sp>
          <p:nvSpPr>
            <p:cNvPr id="5639" name="Oval 411">
              <a:extLst>
                <a:ext uri="{FF2B5EF4-FFF2-40B4-BE49-F238E27FC236}">
                  <a16:creationId xmlns:a16="http://schemas.microsoft.com/office/drawing/2014/main" id="{3E8B1CDC-D3D3-4CB4-9D11-11E02301C975}"/>
                </a:ext>
              </a:extLst>
            </p:cNvPr>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grpSp>
          <p:nvGrpSpPr>
            <p:cNvPr id="5640" name="Group 1444">
              <a:extLst>
                <a:ext uri="{FF2B5EF4-FFF2-40B4-BE49-F238E27FC236}">
                  <a16:creationId xmlns:a16="http://schemas.microsoft.com/office/drawing/2014/main" id="{A84FBE89-D6AC-4AF5-859D-F3E2B26D2415}"/>
                </a:ext>
              </a:extLst>
            </p:cNvPr>
            <p:cNvGrpSpPr>
              <a:grpSpLocks/>
            </p:cNvGrpSpPr>
            <p:nvPr/>
          </p:nvGrpSpPr>
          <p:grpSpPr bwMode="auto">
            <a:xfrm>
              <a:off x="4699" y="1145"/>
              <a:ext cx="138" cy="29"/>
              <a:chOff x="2468" y="1332"/>
              <a:chExt cx="310" cy="60"/>
            </a:xfrm>
          </p:grpSpPr>
          <p:sp>
            <p:nvSpPr>
              <p:cNvPr id="5643" name="Freeform 1445">
                <a:extLst>
                  <a:ext uri="{FF2B5EF4-FFF2-40B4-BE49-F238E27FC236}">
                    <a16:creationId xmlns:a16="http://schemas.microsoft.com/office/drawing/2014/main" id="{077FAB7D-8259-4E28-902E-D333A2788B62}"/>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644" name="Freeform 1446">
                <a:extLst>
                  <a:ext uri="{FF2B5EF4-FFF2-40B4-BE49-F238E27FC236}">
                    <a16:creationId xmlns:a16="http://schemas.microsoft.com/office/drawing/2014/main" id="{E106F34F-7D8E-4E95-908F-8614F1399CBD}"/>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sp>
          <p:nvSpPr>
            <p:cNvPr id="5641" name="Line 1447">
              <a:extLst>
                <a:ext uri="{FF2B5EF4-FFF2-40B4-BE49-F238E27FC236}">
                  <a16:creationId xmlns:a16="http://schemas.microsoft.com/office/drawing/2014/main" id="{0AF39890-F276-4A85-A6DE-B4DBE654E65A}"/>
                </a:ext>
              </a:extLst>
            </p:cNvPr>
            <p:cNvSpPr>
              <a:spLocks noChangeShapeType="1"/>
            </p:cNvSpPr>
            <p:nvPr/>
          </p:nvSpPr>
          <p:spPr bwMode="auto">
            <a:xfrm>
              <a:off x="4651" y="1158"/>
              <a:ext cx="0"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42" name="Line 1448">
              <a:extLst>
                <a:ext uri="{FF2B5EF4-FFF2-40B4-BE49-F238E27FC236}">
                  <a16:creationId xmlns:a16="http://schemas.microsoft.com/office/drawing/2014/main" id="{09B56618-1CB6-46E8-839A-021D745C4A56}"/>
                </a:ext>
              </a:extLst>
            </p:cNvPr>
            <p:cNvSpPr>
              <a:spLocks noChangeShapeType="1"/>
            </p:cNvSpPr>
            <p:nvPr/>
          </p:nvSpPr>
          <p:spPr bwMode="auto">
            <a:xfrm>
              <a:off x="4894" y="1160"/>
              <a:ext cx="0" cy="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5176" name="Group 1449">
            <a:extLst>
              <a:ext uri="{FF2B5EF4-FFF2-40B4-BE49-F238E27FC236}">
                <a16:creationId xmlns:a16="http://schemas.microsoft.com/office/drawing/2014/main" id="{B77C9D56-39FE-4479-80B3-AA9D56833C9C}"/>
              </a:ext>
            </a:extLst>
          </p:cNvPr>
          <p:cNvGrpSpPr>
            <a:grpSpLocks/>
          </p:cNvGrpSpPr>
          <p:nvPr/>
        </p:nvGrpSpPr>
        <p:grpSpPr bwMode="auto">
          <a:xfrm>
            <a:off x="6880226" y="3489326"/>
            <a:ext cx="506413" cy="352425"/>
            <a:chOff x="2967" y="478"/>
            <a:chExt cx="788" cy="625"/>
          </a:xfrm>
        </p:grpSpPr>
        <p:pic>
          <p:nvPicPr>
            <p:cNvPr id="5635" name="Picture 1450" descr="access_point_stylized_small">
              <a:extLst>
                <a:ext uri="{FF2B5EF4-FFF2-40B4-BE49-F238E27FC236}">
                  <a16:creationId xmlns:a16="http://schemas.microsoft.com/office/drawing/2014/main" id="{BA91C8A4-873F-45C4-9BE5-57FC03AA208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12" y="559"/>
              <a:ext cx="576" cy="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6" name="Picture 1451" descr="antenna_radiation_stylized">
              <a:extLst>
                <a:ext uri="{FF2B5EF4-FFF2-40B4-BE49-F238E27FC236}">
                  <a16:creationId xmlns:a16="http://schemas.microsoft.com/office/drawing/2014/main" id="{05AE42DB-DA3F-415C-B38C-7E425C124AC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67" y="478"/>
              <a:ext cx="78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5177" name="Group 1452">
            <a:extLst>
              <a:ext uri="{FF2B5EF4-FFF2-40B4-BE49-F238E27FC236}">
                <a16:creationId xmlns:a16="http://schemas.microsoft.com/office/drawing/2014/main" id="{F198D269-3B37-4419-9AE7-0AC63F76F223}"/>
              </a:ext>
            </a:extLst>
          </p:cNvPr>
          <p:cNvGrpSpPr>
            <a:grpSpLocks/>
          </p:cNvGrpSpPr>
          <p:nvPr/>
        </p:nvGrpSpPr>
        <p:grpSpPr bwMode="auto">
          <a:xfrm>
            <a:off x="8401051" y="4992689"/>
            <a:ext cx="563563" cy="420687"/>
            <a:chOff x="2967" y="478"/>
            <a:chExt cx="788" cy="625"/>
          </a:xfrm>
        </p:grpSpPr>
        <p:pic>
          <p:nvPicPr>
            <p:cNvPr id="5633" name="Picture 1453" descr="access_point_stylized_small">
              <a:extLst>
                <a:ext uri="{FF2B5EF4-FFF2-40B4-BE49-F238E27FC236}">
                  <a16:creationId xmlns:a16="http://schemas.microsoft.com/office/drawing/2014/main" id="{BB83F7CD-E9C0-4022-9219-9DDC7402B9E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12" y="559"/>
              <a:ext cx="576" cy="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4" name="Picture 1454" descr="antenna_radiation_stylized">
              <a:extLst>
                <a:ext uri="{FF2B5EF4-FFF2-40B4-BE49-F238E27FC236}">
                  <a16:creationId xmlns:a16="http://schemas.microsoft.com/office/drawing/2014/main" id="{790EB82F-9BEC-4C65-8BBF-B4BE630141A4}"/>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967" y="478"/>
              <a:ext cx="78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5178" name="Group 1455">
            <a:extLst>
              <a:ext uri="{FF2B5EF4-FFF2-40B4-BE49-F238E27FC236}">
                <a16:creationId xmlns:a16="http://schemas.microsoft.com/office/drawing/2014/main" id="{D611B53F-6BDA-4190-B518-FADFE047605C}"/>
              </a:ext>
            </a:extLst>
          </p:cNvPr>
          <p:cNvGrpSpPr>
            <a:grpSpLocks/>
          </p:cNvGrpSpPr>
          <p:nvPr/>
        </p:nvGrpSpPr>
        <p:grpSpPr bwMode="auto">
          <a:xfrm>
            <a:off x="7329488" y="1833564"/>
            <a:ext cx="457200" cy="631825"/>
            <a:chOff x="742" y="2409"/>
            <a:chExt cx="576" cy="881"/>
          </a:xfrm>
        </p:grpSpPr>
        <p:grpSp>
          <p:nvGrpSpPr>
            <p:cNvPr id="5615" name="Group 1456">
              <a:extLst>
                <a:ext uri="{FF2B5EF4-FFF2-40B4-BE49-F238E27FC236}">
                  <a16:creationId xmlns:a16="http://schemas.microsoft.com/office/drawing/2014/main" id="{860FC801-154A-432F-A2DA-C452C396D0B3}"/>
                </a:ext>
              </a:extLst>
            </p:cNvPr>
            <p:cNvGrpSpPr>
              <a:grpSpLocks/>
            </p:cNvGrpSpPr>
            <p:nvPr/>
          </p:nvGrpSpPr>
          <p:grpSpPr bwMode="auto">
            <a:xfrm>
              <a:off x="832" y="2643"/>
              <a:ext cx="376" cy="647"/>
              <a:chOff x="3130" y="3288"/>
              <a:chExt cx="410" cy="742"/>
            </a:xfrm>
          </p:grpSpPr>
          <p:sp>
            <p:nvSpPr>
              <p:cNvPr id="5618" name="Line 270">
                <a:extLst>
                  <a:ext uri="{FF2B5EF4-FFF2-40B4-BE49-F238E27FC236}">
                    <a16:creationId xmlns:a16="http://schemas.microsoft.com/office/drawing/2014/main" id="{CED5AF96-93A1-44B1-9FBD-0F1A13846B3F}"/>
                  </a:ext>
                </a:extLst>
              </p:cNvPr>
              <p:cNvSpPr>
                <a:spLocks noChangeShapeType="1"/>
              </p:cNvSpPr>
              <p:nvPr/>
            </p:nvSpPr>
            <p:spPr bwMode="auto">
              <a:xfrm flipH="1">
                <a:off x="3130" y="3288"/>
                <a:ext cx="205" cy="6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5619" name="Line 271">
                <a:extLst>
                  <a:ext uri="{FF2B5EF4-FFF2-40B4-BE49-F238E27FC236}">
                    <a16:creationId xmlns:a16="http://schemas.microsoft.com/office/drawing/2014/main" id="{639C7F3F-C4A8-4F48-A9DE-818A150F69EC}"/>
                  </a:ext>
                </a:extLst>
              </p:cNvPr>
              <p:cNvSpPr>
                <a:spLocks noChangeShapeType="1"/>
              </p:cNvSpPr>
              <p:nvPr/>
            </p:nvSpPr>
            <p:spPr bwMode="auto">
              <a:xfrm>
                <a:off x="3335" y="3288"/>
                <a:ext cx="205" cy="6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5620" name="Line 272">
                <a:extLst>
                  <a:ext uri="{FF2B5EF4-FFF2-40B4-BE49-F238E27FC236}">
                    <a16:creationId xmlns:a16="http://schemas.microsoft.com/office/drawing/2014/main" id="{D75D7DAB-9F72-4C18-9866-CA0F9145C21D}"/>
                  </a:ext>
                </a:extLst>
              </p:cNvPr>
              <p:cNvSpPr>
                <a:spLocks noChangeShapeType="1"/>
              </p:cNvSpPr>
              <p:nvPr/>
            </p:nvSpPr>
            <p:spPr bwMode="auto">
              <a:xfrm>
                <a:off x="3130" y="3957"/>
                <a:ext cx="205" cy="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5621" name="Line 273">
                <a:extLst>
                  <a:ext uri="{FF2B5EF4-FFF2-40B4-BE49-F238E27FC236}">
                    <a16:creationId xmlns:a16="http://schemas.microsoft.com/office/drawing/2014/main" id="{A887AFA1-0E52-40EB-A161-19102CAA26E7}"/>
                  </a:ext>
                </a:extLst>
              </p:cNvPr>
              <p:cNvSpPr>
                <a:spLocks noChangeShapeType="1"/>
              </p:cNvSpPr>
              <p:nvPr/>
            </p:nvSpPr>
            <p:spPr bwMode="auto">
              <a:xfrm flipH="1">
                <a:off x="3335" y="3957"/>
                <a:ext cx="205" cy="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5622" name="Line 274">
                <a:extLst>
                  <a:ext uri="{FF2B5EF4-FFF2-40B4-BE49-F238E27FC236}">
                    <a16:creationId xmlns:a16="http://schemas.microsoft.com/office/drawing/2014/main" id="{B24B63E6-6B15-47C3-9ECC-5B6D6C381CD8}"/>
                  </a:ext>
                </a:extLst>
              </p:cNvPr>
              <p:cNvSpPr>
                <a:spLocks noChangeShapeType="1"/>
              </p:cNvSpPr>
              <p:nvPr/>
            </p:nvSpPr>
            <p:spPr bwMode="auto">
              <a:xfrm>
                <a:off x="3335" y="3303"/>
                <a:ext cx="0" cy="72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5623" name="Line 275">
                <a:extLst>
                  <a:ext uri="{FF2B5EF4-FFF2-40B4-BE49-F238E27FC236}">
                    <a16:creationId xmlns:a16="http://schemas.microsoft.com/office/drawing/2014/main" id="{FFDAA35C-D7E5-485F-A722-F0A08E18F4C4}"/>
                  </a:ext>
                </a:extLst>
              </p:cNvPr>
              <p:cNvSpPr>
                <a:spLocks noChangeShapeType="1"/>
              </p:cNvSpPr>
              <p:nvPr/>
            </p:nvSpPr>
            <p:spPr bwMode="auto">
              <a:xfrm flipV="1">
                <a:off x="3130" y="3888"/>
                <a:ext cx="205" cy="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5624" name="Line 276">
                <a:extLst>
                  <a:ext uri="{FF2B5EF4-FFF2-40B4-BE49-F238E27FC236}">
                    <a16:creationId xmlns:a16="http://schemas.microsoft.com/office/drawing/2014/main" id="{C3297E16-5A06-4AAB-A5CD-D7C0C5EB1B6E}"/>
                  </a:ext>
                </a:extLst>
              </p:cNvPr>
              <p:cNvSpPr>
                <a:spLocks noChangeShapeType="1"/>
              </p:cNvSpPr>
              <p:nvPr/>
            </p:nvSpPr>
            <p:spPr bwMode="auto">
              <a:xfrm flipH="1" flipV="1">
                <a:off x="3335" y="3888"/>
                <a:ext cx="205" cy="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5625" name="Line 277">
                <a:extLst>
                  <a:ext uri="{FF2B5EF4-FFF2-40B4-BE49-F238E27FC236}">
                    <a16:creationId xmlns:a16="http://schemas.microsoft.com/office/drawing/2014/main" id="{C4394239-A5BB-40B0-9D89-8EA6254FFF60}"/>
                  </a:ext>
                </a:extLst>
              </p:cNvPr>
              <p:cNvSpPr>
                <a:spLocks noChangeShapeType="1"/>
              </p:cNvSpPr>
              <p:nvPr/>
            </p:nvSpPr>
            <p:spPr bwMode="auto">
              <a:xfrm>
                <a:off x="3217" y="3668"/>
                <a:ext cx="118"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5626" name="Line 278">
                <a:extLst>
                  <a:ext uri="{FF2B5EF4-FFF2-40B4-BE49-F238E27FC236}">
                    <a16:creationId xmlns:a16="http://schemas.microsoft.com/office/drawing/2014/main" id="{FAEFADE2-2079-4A02-A0DD-D4EA8FF6613C}"/>
                  </a:ext>
                </a:extLst>
              </p:cNvPr>
              <p:cNvSpPr>
                <a:spLocks noChangeShapeType="1"/>
              </p:cNvSpPr>
              <p:nvPr/>
            </p:nvSpPr>
            <p:spPr bwMode="auto">
              <a:xfrm flipV="1">
                <a:off x="3335" y="3668"/>
                <a:ext cx="124"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5627" name="Line 279">
                <a:extLst>
                  <a:ext uri="{FF2B5EF4-FFF2-40B4-BE49-F238E27FC236}">
                    <a16:creationId xmlns:a16="http://schemas.microsoft.com/office/drawing/2014/main" id="{49921FF4-5964-4E89-A1E8-13CEB05E7EAA}"/>
                  </a:ext>
                </a:extLst>
              </p:cNvPr>
              <p:cNvSpPr>
                <a:spLocks noChangeShapeType="1"/>
              </p:cNvSpPr>
              <p:nvPr/>
            </p:nvSpPr>
            <p:spPr bwMode="auto">
              <a:xfrm>
                <a:off x="3178" y="3766"/>
                <a:ext cx="152" cy="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5628" name="Line 280">
                <a:extLst>
                  <a:ext uri="{FF2B5EF4-FFF2-40B4-BE49-F238E27FC236}">
                    <a16:creationId xmlns:a16="http://schemas.microsoft.com/office/drawing/2014/main" id="{89E791E5-406C-46AE-BF90-3557F0CC0310}"/>
                  </a:ext>
                </a:extLst>
              </p:cNvPr>
              <p:cNvSpPr>
                <a:spLocks noChangeShapeType="1"/>
              </p:cNvSpPr>
              <p:nvPr/>
            </p:nvSpPr>
            <p:spPr bwMode="auto">
              <a:xfrm flipV="1">
                <a:off x="3335" y="3781"/>
                <a:ext cx="153" cy="6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5629" name="Line 281">
                <a:extLst>
                  <a:ext uri="{FF2B5EF4-FFF2-40B4-BE49-F238E27FC236}">
                    <a16:creationId xmlns:a16="http://schemas.microsoft.com/office/drawing/2014/main" id="{768CCB87-04E7-4BD3-9CF5-ABC5990DA8FC}"/>
                  </a:ext>
                </a:extLst>
              </p:cNvPr>
              <p:cNvSpPr>
                <a:spLocks noChangeShapeType="1"/>
              </p:cNvSpPr>
              <p:nvPr/>
            </p:nvSpPr>
            <p:spPr bwMode="auto">
              <a:xfrm flipV="1">
                <a:off x="3335" y="3567"/>
                <a:ext cx="78" cy="2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5630" name="Line 282">
                <a:extLst>
                  <a:ext uri="{FF2B5EF4-FFF2-40B4-BE49-F238E27FC236}">
                    <a16:creationId xmlns:a16="http://schemas.microsoft.com/office/drawing/2014/main" id="{64980C3B-F897-4292-95AE-3894617F67F3}"/>
                  </a:ext>
                </a:extLst>
              </p:cNvPr>
              <p:cNvSpPr>
                <a:spLocks noChangeShapeType="1"/>
              </p:cNvSpPr>
              <p:nvPr/>
            </p:nvSpPr>
            <p:spPr bwMode="auto">
              <a:xfrm flipV="1">
                <a:off x="3335" y="3428"/>
                <a:ext cx="49" cy="2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5631" name="Line 283">
                <a:extLst>
                  <a:ext uri="{FF2B5EF4-FFF2-40B4-BE49-F238E27FC236}">
                    <a16:creationId xmlns:a16="http://schemas.microsoft.com/office/drawing/2014/main" id="{3BFF3E08-1C4D-4B8A-88FD-3D1E6077C59B}"/>
                  </a:ext>
                </a:extLst>
              </p:cNvPr>
              <p:cNvSpPr>
                <a:spLocks noChangeShapeType="1"/>
              </p:cNvSpPr>
              <p:nvPr/>
            </p:nvSpPr>
            <p:spPr bwMode="auto">
              <a:xfrm>
                <a:off x="3247" y="3558"/>
                <a:ext cx="95" cy="3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5632" name="Line 284">
                <a:extLst>
                  <a:ext uri="{FF2B5EF4-FFF2-40B4-BE49-F238E27FC236}">
                    <a16:creationId xmlns:a16="http://schemas.microsoft.com/office/drawing/2014/main" id="{26F7C5A2-CDFD-47C2-A69F-C02809695ABE}"/>
                  </a:ext>
                </a:extLst>
              </p:cNvPr>
              <p:cNvSpPr>
                <a:spLocks noChangeShapeType="1"/>
              </p:cNvSpPr>
              <p:nvPr/>
            </p:nvSpPr>
            <p:spPr bwMode="auto">
              <a:xfrm>
                <a:off x="3289" y="3422"/>
                <a:ext cx="55" cy="3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pic>
          <p:nvPicPr>
            <p:cNvPr id="5616" name="Picture 1472" descr="cell_tower_radiation copy">
              <a:extLst>
                <a:ext uri="{FF2B5EF4-FFF2-40B4-BE49-F238E27FC236}">
                  <a16:creationId xmlns:a16="http://schemas.microsoft.com/office/drawing/2014/main" id="{997032DB-98DC-44E8-872B-4C539D579F9E}"/>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42" y="2409"/>
              <a:ext cx="576" cy="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17" name="Oval 1473">
              <a:extLst>
                <a:ext uri="{FF2B5EF4-FFF2-40B4-BE49-F238E27FC236}">
                  <a16:creationId xmlns:a16="http://schemas.microsoft.com/office/drawing/2014/main" id="{74E5E9F5-4E35-4115-B59F-243139E634EA}"/>
                </a:ext>
              </a:extLst>
            </p:cNvPr>
            <p:cNvSpPr>
              <a:spLocks noChangeArrowheads="1"/>
            </p:cNvSpPr>
            <p:nvPr/>
          </p:nvSpPr>
          <p:spPr bwMode="auto">
            <a:xfrm>
              <a:off x="986" y="2597"/>
              <a:ext cx="66" cy="69"/>
            </a:xfrm>
            <a:prstGeom prst="ellipse">
              <a:avLst/>
            </a:prstGeom>
            <a:solidFill>
              <a:schemeClr val="tx2"/>
            </a:solidFill>
            <a:ln w="9525">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grpSp>
        <p:nvGrpSpPr>
          <p:cNvPr id="5179" name="Group 1474">
            <a:extLst>
              <a:ext uri="{FF2B5EF4-FFF2-40B4-BE49-F238E27FC236}">
                <a16:creationId xmlns:a16="http://schemas.microsoft.com/office/drawing/2014/main" id="{4876A3FD-7680-43BF-82CD-24CE45B55182}"/>
              </a:ext>
            </a:extLst>
          </p:cNvPr>
          <p:cNvGrpSpPr>
            <a:grpSpLocks/>
          </p:cNvGrpSpPr>
          <p:nvPr/>
        </p:nvGrpSpPr>
        <p:grpSpPr bwMode="auto">
          <a:xfrm>
            <a:off x="9509126" y="4991101"/>
            <a:ext cx="227013" cy="481013"/>
            <a:chOff x="4140" y="429"/>
            <a:chExt cx="1425" cy="2396"/>
          </a:xfrm>
        </p:grpSpPr>
        <p:sp>
          <p:nvSpPr>
            <p:cNvPr id="5583" name="Freeform 1475">
              <a:extLst>
                <a:ext uri="{FF2B5EF4-FFF2-40B4-BE49-F238E27FC236}">
                  <a16:creationId xmlns:a16="http://schemas.microsoft.com/office/drawing/2014/main" id="{BCB09774-AFC1-4122-B56F-CDF847E8363B}"/>
                </a:ext>
              </a:extLst>
            </p:cNvPr>
            <p:cNvSpPr>
              <a:spLocks/>
            </p:cNvSpPr>
            <p:nvPr/>
          </p:nvSpPr>
          <p:spPr bwMode="auto">
            <a:xfrm>
              <a:off x="5268" y="433"/>
              <a:ext cx="283" cy="2286"/>
            </a:xfrm>
            <a:custGeom>
              <a:avLst/>
              <a:gdLst>
                <a:gd name="T0" fmla="*/ 2 w 354"/>
                <a:gd name="T1" fmla="*/ 0 h 2742"/>
                <a:gd name="T2" fmla="*/ 2 w 354"/>
                <a:gd name="T3" fmla="*/ 7 h 2742"/>
                <a:gd name="T4" fmla="*/ 2 w 354"/>
                <a:gd name="T5" fmla="*/ 48 h 2742"/>
                <a:gd name="T6" fmla="*/ 0 w 354"/>
                <a:gd name="T7" fmla="*/ 50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584" name="Rectangle 1476">
              <a:extLst>
                <a:ext uri="{FF2B5EF4-FFF2-40B4-BE49-F238E27FC236}">
                  <a16:creationId xmlns:a16="http://schemas.microsoft.com/office/drawing/2014/main" id="{CF7B6B3E-F065-4A7A-B4B7-05CF90F2077F}"/>
                </a:ext>
              </a:extLst>
            </p:cNvPr>
            <p:cNvSpPr>
              <a:spLocks noChangeArrowheads="1"/>
            </p:cNvSpPr>
            <p:nvPr/>
          </p:nvSpPr>
          <p:spPr bwMode="auto">
            <a:xfrm>
              <a:off x="4210" y="429"/>
              <a:ext cx="1046"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585" name="Freeform 1477">
              <a:extLst>
                <a:ext uri="{FF2B5EF4-FFF2-40B4-BE49-F238E27FC236}">
                  <a16:creationId xmlns:a16="http://schemas.microsoft.com/office/drawing/2014/main" id="{18C9D99C-0251-4F0B-95DE-283D7958F53B}"/>
                </a:ext>
              </a:extLst>
            </p:cNvPr>
            <p:cNvSpPr>
              <a:spLocks/>
            </p:cNvSpPr>
            <p:nvPr/>
          </p:nvSpPr>
          <p:spPr bwMode="auto">
            <a:xfrm>
              <a:off x="5321" y="570"/>
              <a:ext cx="169" cy="2115"/>
            </a:xfrm>
            <a:custGeom>
              <a:avLst/>
              <a:gdLst>
                <a:gd name="T0" fmla="*/ 2 w 211"/>
                <a:gd name="T1" fmla="*/ 0 h 2537"/>
                <a:gd name="T2" fmla="*/ 2 w 211"/>
                <a:gd name="T3" fmla="*/ 5 h 2537"/>
                <a:gd name="T4" fmla="*/ 2 w 211"/>
                <a:gd name="T5" fmla="*/ 45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586" name="Freeform 1478">
              <a:extLst>
                <a:ext uri="{FF2B5EF4-FFF2-40B4-BE49-F238E27FC236}">
                  <a16:creationId xmlns:a16="http://schemas.microsoft.com/office/drawing/2014/main" id="{7A585B02-E640-41E5-9C18-1E5344D47834}"/>
                </a:ext>
              </a:extLst>
            </p:cNvPr>
            <p:cNvSpPr>
              <a:spLocks/>
            </p:cNvSpPr>
            <p:nvPr/>
          </p:nvSpPr>
          <p:spPr bwMode="auto">
            <a:xfrm>
              <a:off x="5284" y="1640"/>
              <a:ext cx="263" cy="189"/>
            </a:xfrm>
            <a:custGeom>
              <a:avLst/>
              <a:gdLst>
                <a:gd name="T0" fmla="*/ 2 w 328"/>
                <a:gd name="T1" fmla="*/ 0 h 226"/>
                <a:gd name="T2" fmla="*/ 2 w 328"/>
                <a:gd name="T3" fmla="*/ 3 h 226"/>
                <a:gd name="T4" fmla="*/ 2 w 328"/>
                <a:gd name="T5" fmla="*/ 5 h 226"/>
                <a:gd name="T6" fmla="*/ 0 w 328"/>
                <a:gd name="T7" fmla="*/ 3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587" name="Rectangle 1479">
              <a:extLst>
                <a:ext uri="{FF2B5EF4-FFF2-40B4-BE49-F238E27FC236}">
                  <a16:creationId xmlns:a16="http://schemas.microsoft.com/office/drawing/2014/main" id="{66D3A444-CCF4-4DE0-B908-9A93DD2E591E}"/>
                </a:ext>
              </a:extLst>
            </p:cNvPr>
            <p:cNvSpPr>
              <a:spLocks noChangeArrowheads="1"/>
            </p:cNvSpPr>
            <p:nvPr/>
          </p:nvSpPr>
          <p:spPr bwMode="auto">
            <a:xfrm>
              <a:off x="4210" y="690"/>
              <a:ext cx="598" cy="47"/>
            </a:xfrm>
            <a:prstGeom prst="rect">
              <a:avLst/>
            </a:prstGeom>
            <a:solidFill>
              <a:schemeClr val="tx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nvGrpSpPr>
            <p:cNvPr id="5588" name="Group 1480">
              <a:extLst>
                <a:ext uri="{FF2B5EF4-FFF2-40B4-BE49-F238E27FC236}">
                  <a16:creationId xmlns:a16="http://schemas.microsoft.com/office/drawing/2014/main" id="{B82FDC4C-C714-4C96-97A4-322AF7699EE7}"/>
                </a:ext>
              </a:extLst>
            </p:cNvPr>
            <p:cNvGrpSpPr>
              <a:grpSpLocks/>
            </p:cNvGrpSpPr>
            <p:nvPr/>
          </p:nvGrpSpPr>
          <p:grpSpPr bwMode="auto">
            <a:xfrm>
              <a:off x="4749" y="668"/>
              <a:ext cx="581" cy="145"/>
              <a:chOff x="614" y="2568"/>
              <a:chExt cx="725" cy="139"/>
            </a:xfrm>
          </p:grpSpPr>
          <p:sp>
            <p:nvSpPr>
              <p:cNvPr id="5613" name="AutoShape 1481">
                <a:extLst>
                  <a:ext uri="{FF2B5EF4-FFF2-40B4-BE49-F238E27FC236}">
                    <a16:creationId xmlns:a16="http://schemas.microsoft.com/office/drawing/2014/main" id="{2024B8C6-112D-43C6-A2A2-BDEDAC8464A7}"/>
                  </a:ext>
                </a:extLst>
              </p:cNvPr>
              <p:cNvSpPr>
                <a:spLocks noChangeArrowheads="1"/>
              </p:cNvSpPr>
              <p:nvPr/>
            </p:nvSpPr>
            <p:spPr bwMode="auto">
              <a:xfrm>
                <a:off x="613" y="2566"/>
                <a:ext cx="721" cy="14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614" name="AutoShape 1482">
                <a:extLst>
                  <a:ext uri="{FF2B5EF4-FFF2-40B4-BE49-F238E27FC236}">
                    <a16:creationId xmlns:a16="http://schemas.microsoft.com/office/drawing/2014/main" id="{5C37BDD1-39BD-4438-B706-C30666834541}"/>
                  </a:ext>
                </a:extLst>
              </p:cNvPr>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sp>
          <p:nvSpPr>
            <p:cNvPr id="5589" name="Rectangle 1483">
              <a:extLst>
                <a:ext uri="{FF2B5EF4-FFF2-40B4-BE49-F238E27FC236}">
                  <a16:creationId xmlns:a16="http://schemas.microsoft.com/office/drawing/2014/main" id="{0D0AECE3-468A-43E3-AD1B-167C9AA61FD3}"/>
                </a:ext>
              </a:extLst>
            </p:cNvPr>
            <p:cNvSpPr>
              <a:spLocks noChangeArrowheads="1"/>
            </p:cNvSpPr>
            <p:nvPr/>
          </p:nvSpPr>
          <p:spPr bwMode="auto">
            <a:xfrm>
              <a:off x="4220" y="1022"/>
              <a:ext cx="598" cy="47"/>
            </a:xfrm>
            <a:prstGeom prst="rect">
              <a:avLst/>
            </a:prstGeom>
            <a:solidFill>
              <a:schemeClr val="tx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nvGrpSpPr>
            <p:cNvPr id="5590" name="Group 1484">
              <a:extLst>
                <a:ext uri="{FF2B5EF4-FFF2-40B4-BE49-F238E27FC236}">
                  <a16:creationId xmlns:a16="http://schemas.microsoft.com/office/drawing/2014/main" id="{6A482D55-7E96-4830-B375-C342BAB3F13A}"/>
                </a:ext>
              </a:extLst>
            </p:cNvPr>
            <p:cNvGrpSpPr>
              <a:grpSpLocks/>
            </p:cNvGrpSpPr>
            <p:nvPr/>
          </p:nvGrpSpPr>
          <p:grpSpPr bwMode="auto">
            <a:xfrm>
              <a:off x="4747" y="994"/>
              <a:ext cx="581" cy="134"/>
              <a:chOff x="614" y="2568"/>
              <a:chExt cx="725" cy="139"/>
            </a:xfrm>
          </p:grpSpPr>
          <p:sp>
            <p:nvSpPr>
              <p:cNvPr id="5611" name="AutoShape 1485">
                <a:extLst>
                  <a:ext uri="{FF2B5EF4-FFF2-40B4-BE49-F238E27FC236}">
                    <a16:creationId xmlns:a16="http://schemas.microsoft.com/office/drawing/2014/main" id="{1ED2C03C-1502-4073-B9C9-DC3A753981F7}"/>
                  </a:ext>
                </a:extLst>
              </p:cNvPr>
              <p:cNvSpPr>
                <a:spLocks noChangeArrowheads="1"/>
              </p:cNvSpPr>
              <p:nvPr/>
            </p:nvSpPr>
            <p:spPr bwMode="auto">
              <a:xfrm>
                <a:off x="615" y="2564"/>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612" name="AutoShape 1486">
                <a:extLst>
                  <a:ext uri="{FF2B5EF4-FFF2-40B4-BE49-F238E27FC236}">
                    <a16:creationId xmlns:a16="http://schemas.microsoft.com/office/drawing/2014/main" id="{F704D284-23FB-46E2-A3F4-6CB9524223DB}"/>
                  </a:ext>
                </a:extLst>
              </p:cNvPr>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sp>
          <p:nvSpPr>
            <p:cNvPr id="5591" name="Rectangle 1487">
              <a:extLst>
                <a:ext uri="{FF2B5EF4-FFF2-40B4-BE49-F238E27FC236}">
                  <a16:creationId xmlns:a16="http://schemas.microsoft.com/office/drawing/2014/main" id="{633DDCC6-4CBC-4100-BE37-EAD8AAD96AFA}"/>
                </a:ext>
              </a:extLst>
            </p:cNvPr>
            <p:cNvSpPr>
              <a:spLocks noChangeArrowheads="1"/>
            </p:cNvSpPr>
            <p:nvPr/>
          </p:nvSpPr>
          <p:spPr bwMode="auto">
            <a:xfrm>
              <a:off x="4220" y="1354"/>
              <a:ext cx="598" cy="47"/>
            </a:xfrm>
            <a:prstGeom prst="rect">
              <a:avLst/>
            </a:prstGeom>
            <a:solidFill>
              <a:schemeClr val="tx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592" name="Rectangle 1488">
              <a:extLst>
                <a:ext uri="{FF2B5EF4-FFF2-40B4-BE49-F238E27FC236}">
                  <a16:creationId xmlns:a16="http://schemas.microsoft.com/office/drawing/2014/main" id="{B78F724B-776A-46D6-8CA4-BE794AF35A7D}"/>
                </a:ext>
              </a:extLst>
            </p:cNvPr>
            <p:cNvSpPr>
              <a:spLocks noChangeArrowheads="1"/>
            </p:cNvSpPr>
            <p:nvPr/>
          </p:nvSpPr>
          <p:spPr bwMode="auto">
            <a:xfrm>
              <a:off x="4230" y="1655"/>
              <a:ext cx="598" cy="47"/>
            </a:xfrm>
            <a:prstGeom prst="rect">
              <a:avLst/>
            </a:prstGeom>
            <a:solidFill>
              <a:schemeClr val="tx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nvGrpSpPr>
            <p:cNvPr id="5593" name="Group 1489">
              <a:extLst>
                <a:ext uri="{FF2B5EF4-FFF2-40B4-BE49-F238E27FC236}">
                  <a16:creationId xmlns:a16="http://schemas.microsoft.com/office/drawing/2014/main" id="{91CDB5A1-22F5-40F2-8C9C-565974AE325B}"/>
                </a:ext>
              </a:extLst>
            </p:cNvPr>
            <p:cNvGrpSpPr>
              <a:grpSpLocks/>
            </p:cNvGrpSpPr>
            <p:nvPr/>
          </p:nvGrpSpPr>
          <p:grpSpPr bwMode="auto">
            <a:xfrm>
              <a:off x="4735" y="1627"/>
              <a:ext cx="582" cy="151"/>
              <a:chOff x="614" y="2568"/>
              <a:chExt cx="725" cy="139"/>
            </a:xfrm>
          </p:grpSpPr>
          <p:sp>
            <p:nvSpPr>
              <p:cNvPr id="5609" name="AutoShape 1490">
                <a:extLst>
                  <a:ext uri="{FF2B5EF4-FFF2-40B4-BE49-F238E27FC236}">
                    <a16:creationId xmlns:a16="http://schemas.microsoft.com/office/drawing/2014/main" id="{D0A7E7C4-3959-4EC6-9222-4C755D8ACC85}"/>
                  </a:ext>
                </a:extLst>
              </p:cNvPr>
              <p:cNvSpPr>
                <a:spLocks noChangeArrowheads="1"/>
              </p:cNvSpPr>
              <p:nvPr/>
            </p:nvSpPr>
            <p:spPr bwMode="auto">
              <a:xfrm>
                <a:off x="618" y="2579"/>
                <a:ext cx="720" cy="131"/>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610" name="AutoShape 1491">
                <a:extLst>
                  <a:ext uri="{FF2B5EF4-FFF2-40B4-BE49-F238E27FC236}">
                    <a16:creationId xmlns:a16="http://schemas.microsoft.com/office/drawing/2014/main" id="{E5183737-5F37-44E1-A372-FCAF00B5D6B9}"/>
                  </a:ext>
                </a:extLst>
              </p:cNvPr>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sp>
          <p:nvSpPr>
            <p:cNvPr id="5594" name="Freeform 1492">
              <a:extLst>
                <a:ext uri="{FF2B5EF4-FFF2-40B4-BE49-F238E27FC236}">
                  <a16:creationId xmlns:a16="http://schemas.microsoft.com/office/drawing/2014/main" id="{C90D8681-4E95-4054-8369-D67CF4B4370D}"/>
                </a:ext>
              </a:extLst>
            </p:cNvPr>
            <p:cNvSpPr>
              <a:spLocks/>
            </p:cNvSpPr>
            <p:nvPr/>
          </p:nvSpPr>
          <p:spPr bwMode="auto">
            <a:xfrm>
              <a:off x="5288" y="1354"/>
              <a:ext cx="263" cy="188"/>
            </a:xfrm>
            <a:custGeom>
              <a:avLst/>
              <a:gdLst>
                <a:gd name="T0" fmla="*/ 2 w 328"/>
                <a:gd name="T1" fmla="*/ 0 h 226"/>
                <a:gd name="T2" fmla="*/ 2 w 328"/>
                <a:gd name="T3" fmla="*/ 2 h 226"/>
                <a:gd name="T4" fmla="*/ 2 w 328"/>
                <a:gd name="T5" fmla="*/ 4 h 226"/>
                <a:gd name="T6" fmla="*/ 0 w 328"/>
                <a:gd name="T7" fmla="*/ 2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nvGrpSpPr>
            <p:cNvPr id="5595" name="Group 1493">
              <a:extLst>
                <a:ext uri="{FF2B5EF4-FFF2-40B4-BE49-F238E27FC236}">
                  <a16:creationId xmlns:a16="http://schemas.microsoft.com/office/drawing/2014/main" id="{AF47B936-C421-44CB-AC79-B48FED911AF9}"/>
                </a:ext>
              </a:extLst>
            </p:cNvPr>
            <p:cNvGrpSpPr>
              <a:grpSpLocks/>
            </p:cNvGrpSpPr>
            <p:nvPr/>
          </p:nvGrpSpPr>
          <p:grpSpPr bwMode="auto">
            <a:xfrm>
              <a:off x="4739" y="1327"/>
              <a:ext cx="582" cy="139"/>
              <a:chOff x="614" y="2568"/>
              <a:chExt cx="725" cy="139"/>
            </a:xfrm>
          </p:grpSpPr>
          <p:sp>
            <p:nvSpPr>
              <p:cNvPr id="5607" name="AutoShape 1494">
                <a:extLst>
                  <a:ext uri="{FF2B5EF4-FFF2-40B4-BE49-F238E27FC236}">
                    <a16:creationId xmlns:a16="http://schemas.microsoft.com/office/drawing/2014/main" id="{9FFAE438-5BDD-4A3A-AFAF-BFD5268E35EA}"/>
                  </a:ext>
                </a:extLst>
              </p:cNvPr>
              <p:cNvSpPr>
                <a:spLocks noChangeArrowheads="1"/>
              </p:cNvSpPr>
              <p:nvPr/>
            </p:nvSpPr>
            <p:spPr bwMode="auto">
              <a:xfrm>
                <a:off x="613" y="2571"/>
                <a:ext cx="732"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608" name="AutoShape 1495">
                <a:extLst>
                  <a:ext uri="{FF2B5EF4-FFF2-40B4-BE49-F238E27FC236}">
                    <a16:creationId xmlns:a16="http://schemas.microsoft.com/office/drawing/2014/main" id="{BBF9D61E-A180-4B7B-99FB-E2F75086DC31}"/>
                  </a:ext>
                </a:extLst>
              </p:cNvPr>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sp>
          <p:nvSpPr>
            <p:cNvPr id="5596" name="Rectangle 1496">
              <a:extLst>
                <a:ext uri="{FF2B5EF4-FFF2-40B4-BE49-F238E27FC236}">
                  <a16:creationId xmlns:a16="http://schemas.microsoft.com/office/drawing/2014/main" id="{244A0103-3FEB-4AD1-BAA8-BD8098100824}"/>
                </a:ext>
              </a:extLst>
            </p:cNvPr>
            <p:cNvSpPr>
              <a:spLocks noChangeArrowheads="1"/>
            </p:cNvSpPr>
            <p:nvPr/>
          </p:nvSpPr>
          <p:spPr bwMode="auto">
            <a:xfrm>
              <a:off x="5246" y="429"/>
              <a:ext cx="70" cy="2285"/>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597" name="Freeform 1497">
              <a:extLst>
                <a:ext uri="{FF2B5EF4-FFF2-40B4-BE49-F238E27FC236}">
                  <a16:creationId xmlns:a16="http://schemas.microsoft.com/office/drawing/2014/main" id="{F9F90A56-B56B-48D9-958C-BD5C5B9C8E73}"/>
                </a:ext>
              </a:extLst>
            </p:cNvPr>
            <p:cNvSpPr>
              <a:spLocks/>
            </p:cNvSpPr>
            <p:nvPr/>
          </p:nvSpPr>
          <p:spPr bwMode="auto">
            <a:xfrm>
              <a:off x="5312" y="1007"/>
              <a:ext cx="237" cy="213"/>
            </a:xfrm>
            <a:custGeom>
              <a:avLst/>
              <a:gdLst>
                <a:gd name="T0" fmla="*/ 2 w 296"/>
                <a:gd name="T1" fmla="*/ 0 h 256"/>
                <a:gd name="T2" fmla="*/ 2 w 296"/>
                <a:gd name="T3" fmla="*/ 2 h 256"/>
                <a:gd name="T4" fmla="*/ 2 w 296"/>
                <a:gd name="T5" fmla="*/ 4 h 256"/>
                <a:gd name="T6" fmla="*/ 0 w 296"/>
                <a:gd name="T7" fmla="*/ 2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598" name="Freeform 1498">
              <a:extLst>
                <a:ext uri="{FF2B5EF4-FFF2-40B4-BE49-F238E27FC236}">
                  <a16:creationId xmlns:a16="http://schemas.microsoft.com/office/drawing/2014/main" id="{528F5D63-D7BB-46F5-8653-ACF07CBF9A6B}"/>
                </a:ext>
              </a:extLst>
            </p:cNvPr>
            <p:cNvSpPr>
              <a:spLocks/>
            </p:cNvSpPr>
            <p:nvPr/>
          </p:nvSpPr>
          <p:spPr bwMode="auto">
            <a:xfrm>
              <a:off x="5315" y="680"/>
              <a:ext cx="244" cy="240"/>
            </a:xfrm>
            <a:custGeom>
              <a:avLst/>
              <a:gdLst>
                <a:gd name="T0" fmla="*/ 0 w 304"/>
                <a:gd name="T1" fmla="*/ 0 h 288"/>
                <a:gd name="T2" fmla="*/ 2 w 304"/>
                <a:gd name="T3" fmla="*/ 2 h 288"/>
                <a:gd name="T4" fmla="*/ 2 w 304"/>
                <a:gd name="T5" fmla="*/ 5 h 288"/>
                <a:gd name="T6" fmla="*/ 2 w 304"/>
                <a:gd name="T7" fmla="*/ 2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599" name="Oval 1499">
              <a:extLst>
                <a:ext uri="{FF2B5EF4-FFF2-40B4-BE49-F238E27FC236}">
                  <a16:creationId xmlns:a16="http://schemas.microsoft.com/office/drawing/2014/main" id="{534AAA25-345D-42BF-92C0-5638367FB078}"/>
                </a:ext>
              </a:extLst>
            </p:cNvPr>
            <p:cNvSpPr>
              <a:spLocks noChangeArrowheads="1"/>
            </p:cNvSpPr>
            <p:nvPr/>
          </p:nvSpPr>
          <p:spPr bwMode="auto">
            <a:xfrm>
              <a:off x="5515" y="2611"/>
              <a:ext cx="50"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600" name="Freeform 1500">
              <a:extLst>
                <a:ext uri="{FF2B5EF4-FFF2-40B4-BE49-F238E27FC236}">
                  <a16:creationId xmlns:a16="http://schemas.microsoft.com/office/drawing/2014/main" id="{65492923-EAE5-4EC1-8F89-5510C89E3166}"/>
                </a:ext>
              </a:extLst>
            </p:cNvPr>
            <p:cNvSpPr>
              <a:spLocks/>
            </p:cNvSpPr>
            <p:nvPr/>
          </p:nvSpPr>
          <p:spPr bwMode="auto">
            <a:xfrm>
              <a:off x="5302" y="2614"/>
              <a:ext cx="245" cy="200"/>
            </a:xfrm>
            <a:custGeom>
              <a:avLst/>
              <a:gdLst>
                <a:gd name="T0" fmla="*/ 0 w 306"/>
                <a:gd name="T1" fmla="*/ 3 h 240"/>
                <a:gd name="T2" fmla="*/ 2 w 306"/>
                <a:gd name="T3" fmla="*/ 5 h 240"/>
                <a:gd name="T4" fmla="*/ 2 w 306"/>
                <a:gd name="T5" fmla="*/ 3 h 240"/>
                <a:gd name="T6" fmla="*/ 2 w 306"/>
                <a:gd name="T7" fmla="*/ 0 h 240"/>
                <a:gd name="T8" fmla="*/ 0 w 306"/>
                <a:gd name="T9" fmla="*/ 3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601" name="AutoShape 1501">
              <a:extLst>
                <a:ext uri="{FF2B5EF4-FFF2-40B4-BE49-F238E27FC236}">
                  <a16:creationId xmlns:a16="http://schemas.microsoft.com/office/drawing/2014/main" id="{1B307CFC-92E4-4F30-BF18-601592E3F6EA}"/>
                </a:ext>
              </a:extLst>
            </p:cNvPr>
            <p:cNvSpPr>
              <a:spLocks noChangeArrowheads="1"/>
            </p:cNvSpPr>
            <p:nvPr/>
          </p:nvSpPr>
          <p:spPr bwMode="auto">
            <a:xfrm>
              <a:off x="4140" y="2675"/>
              <a:ext cx="1196" cy="150"/>
            </a:xfrm>
            <a:prstGeom prst="roundRect">
              <a:avLst>
                <a:gd name="adj" fmla="val 50000"/>
              </a:avLst>
            </a:prstGeom>
            <a:solidFill>
              <a:srgbClr val="DDDDDD"/>
            </a:solidFill>
            <a:ln w="9525">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602" name="AutoShape 1502">
              <a:extLst>
                <a:ext uri="{FF2B5EF4-FFF2-40B4-BE49-F238E27FC236}">
                  <a16:creationId xmlns:a16="http://schemas.microsoft.com/office/drawing/2014/main" id="{BE8F9C6F-B3C0-4242-A128-41C9EE322369}"/>
                </a:ext>
              </a:extLst>
            </p:cNvPr>
            <p:cNvSpPr>
              <a:spLocks noChangeArrowheads="1"/>
            </p:cNvSpPr>
            <p:nvPr/>
          </p:nvSpPr>
          <p:spPr bwMode="auto">
            <a:xfrm>
              <a:off x="4210" y="2714"/>
              <a:ext cx="1066" cy="79"/>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603" name="Oval 1503">
              <a:extLst>
                <a:ext uri="{FF2B5EF4-FFF2-40B4-BE49-F238E27FC236}">
                  <a16:creationId xmlns:a16="http://schemas.microsoft.com/office/drawing/2014/main" id="{65C7A55F-8DF0-4F77-93B2-C38F30876486}"/>
                </a:ext>
              </a:extLst>
            </p:cNvPr>
            <p:cNvSpPr>
              <a:spLocks noChangeArrowheads="1"/>
            </p:cNvSpPr>
            <p:nvPr/>
          </p:nvSpPr>
          <p:spPr bwMode="auto">
            <a:xfrm>
              <a:off x="4309"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604" name="Oval 1504">
              <a:extLst>
                <a:ext uri="{FF2B5EF4-FFF2-40B4-BE49-F238E27FC236}">
                  <a16:creationId xmlns:a16="http://schemas.microsoft.com/office/drawing/2014/main" id="{5ED10BC4-E417-4D22-83FB-AB908E67141F}"/>
                </a:ext>
              </a:extLst>
            </p:cNvPr>
            <p:cNvSpPr>
              <a:spLocks noChangeArrowheads="1"/>
            </p:cNvSpPr>
            <p:nvPr/>
          </p:nvSpPr>
          <p:spPr bwMode="auto">
            <a:xfrm>
              <a:off x="4489" y="2382"/>
              <a:ext cx="159"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eaLnBrk="1" hangingPunct="1"/>
              <a:endParaRPr lang="en-US" altLang="en-US">
                <a:solidFill>
                  <a:srgbClr val="FF0000"/>
                </a:solidFill>
                <a:cs typeface="Arial" panose="020B0604020202020204" pitchFamily="34" charset="0"/>
              </a:endParaRPr>
            </a:p>
          </p:txBody>
        </p:sp>
        <p:sp>
          <p:nvSpPr>
            <p:cNvPr id="5605" name="Oval 1505">
              <a:extLst>
                <a:ext uri="{FF2B5EF4-FFF2-40B4-BE49-F238E27FC236}">
                  <a16:creationId xmlns:a16="http://schemas.microsoft.com/office/drawing/2014/main" id="{9191570D-3054-4530-912A-3024ECC48B17}"/>
                </a:ext>
              </a:extLst>
            </p:cNvPr>
            <p:cNvSpPr>
              <a:spLocks noChangeArrowheads="1"/>
            </p:cNvSpPr>
            <p:nvPr/>
          </p:nvSpPr>
          <p:spPr bwMode="auto">
            <a:xfrm>
              <a:off x="4658"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606" name="Rectangle 1506">
              <a:extLst>
                <a:ext uri="{FF2B5EF4-FFF2-40B4-BE49-F238E27FC236}">
                  <a16:creationId xmlns:a16="http://schemas.microsoft.com/office/drawing/2014/main" id="{6EB6B99A-092A-439A-83C0-23B2E3419460}"/>
                </a:ext>
              </a:extLst>
            </p:cNvPr>
            <p:cNvSpPr>
              <a:spLocks noChangeArrowheads="1"/>
            </p:cNvSpPr>
            <p:nvPr/>
          </p:nvSpPr>
          <p:spPr bwMode="auto">
            <a:xfrm>
              <a:off x="5067" y="1837"/>
              <a:ext cx="80" cy="759"/>
            </a:xfrm>
            <a:prstGeom prst="rect">
              <a:avLst/>
            </a:prstGeom>
            <a:solidFill>
              <a:srgbClr val="292929"/>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grpSp>
        <p:nvGrpSpPr>
          <p:cNvPr id="5180" name="Group 1507">
            <a:extLst>
              <a:ext uri="{FF2B5EF4-FFF2-40B4-BE49-F238E27FC236}">
                <a16:creationId xmlns:a16="http://schemas.microsoft.com/office/drawing/2014/main" id="{FA63F2ED-D9EB-4EF4-9FC3-04BDB7F82147}"/>
              </a:ext>
            </a:extLst>
          </p:cNvPr>
          <p:cNvGrpSpPr>
            <a:grpSpLocks/>
          </p:cNvGrpSpPr>
          <p:nvPr/>
        </p:nvGrpSpPr>
        <p:grpSpPr bwMode="auto">
          <a:xfrm>
            <a:off x="9193213" y="5292726"/>
            <a:ext cx="227012" cy="481013"/>
            <a:chOff x="4140" y="429"/>
            <a:chExt cx="1425" cy="2396"/>
          </a:xfrm>
        </p:grpSpPr>
        <p:sp>
          <p:nvSpPr>
            <p:cNvPr id="5551" name="Freeform 1508">
              <a:extLst>
                <a:ext uri="{FF2B5EF4-FFF2-40B4-BE49-F238E27FC236}">
                  <a16:creationId xmlns:a16="http://schemas.microsoft.com/office/drawing/2014/main" id="{2FDDCDBC-C053-43B0-AF86-D702562A5704}"/>
                </a:ext>
              </a:extLst>
            </p:cNvPr>
            <p:cNvSpPr>
              <a:spLocks/>
            </p:cNvSpPr>
            <p:nvPr/>
          </p:nvSpPr>
          <p:spPr bwMode="auto">
            <a:xfrm>
              <a:off x="5268" y="433"/>
              <a:ext cx="283" cy="2286"/>
            </a:xfrm>
            <a:custGeom>
              <a:avLst/>
              <a:gdLst>
                <a:gd name="T0" fmla="*/ 2 w 354"/>
                <a:gd name="T1" fmla="*/ 0 h 2742"/>
                <a:gd name="T2" fmla="*/ 2 w 354"/>
                <a:gd name="T3" fmla="*/ 7 h 2742"/>
                <a:gd name="T4" fmla="*/ 2 w 354"/>
                <a:gd name="T5" fmla="*/ 48 h 2742"/>
                <a:gd name="T6" fmla="*/ 0 w 354"/>
                <a:gd name="T7" fmla="*/ 50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552" name="Rectangle 1509">
              <a:extLst>
                <a:ext uri="{FF2B5EF4-FFF2-40B4-BE49-F238E27FC236}">
                  <a16:creationId xmlns:a16="http://schemas.microsoft.com/office/drawing/2014/main" id="{80F65155-793F-47C7-B85F-D493F0FFF6B9}"/>
                </a:ext>
              </a:extLst>
            </p:cNvPr>
            <p:cNvSpPr>
              <a:spLocks noChangeArrowheads="1"/>
            </p:cNvSpPr>
            <p:nvPr/>
          </p:nvSpPr>
          <p:spPr bwMode="auto">
            <a:xfrm>
              <a:off x="4210" y="429"/>
              <a:ext cx="1046"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553" name="Freeform 1510">
              <a:extLst>
                <a:ext uri="{FF2B5EF4-FFF2-40B4-BE49-F238E27FC236}">
                  <a16:creationId xmlns:a16="http://schemas.microsoft.com/office/drawing/2014/main" id="{718D673C-8ED8-40FF-9F20-12E04FE018CF}"/>
                </a:ext>
              </a:extLst>
            </p:cNvPr>
            <p:cNvSpPr>
              <a:spLocks/>
            </p:cNvSpPr>
            <p:nvPr/>
          </p:nvSpPr>
          <p:spPr bwMode="auto">
            <a:xfrm>
              <a:off x="5321" y="570"/>
              <a:ext cx="169" cy="2115"/>
            </a:xfrm>
            <a:custGeom>
              <a:avLst/>
              <a:gdLst>
                <a:gd name="T0" fmla="*/ 2 w 211"/>
                <a:gd name="T1" fmla="*/ 0 h 2537"/>
                <a:gd name="T2" fmla="*/ 2 w 211"/>
                <a:gd name="T3" fmla="*/ 5 h 2537"/>
                <a:gd name="T4" fmla="*/ 2 w 211"/>
                <a:gd name="T5" fmla="*/ 45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554" name="Freeform 1511">
              <a:extLst>
                <a:ext uri="{FF2B5EF4-FFF2-40B4-BE49-F238E27FC236}">
                  <a16:creationId xmlns:a16="http://schemas.microsoft.com/office/drawing/2014/main" id="{9F3603D9-5D4E-483F-93DD-9E5BD97EAACD}"/>
                </a:ext>
              </a:extLst>
            </p:cNvPr>
            <p:cNvSpPr>
              <a:spLocks/>
            </p:cNvSpPr>
            <p:nvPr/>
          </p:nvSpPr>
          <p:spPr bwMode="auto">
            <a:xfrm>
              <a:off x="5284" y="1640"/>
              <a:ext cx="263" cy="189"/>
            </a:xfrm>
            <a:custGeom>
              <a:avLst/>
              <a:gdLst>
                <a:gd name="T0" fmla="*/ 2 w 328"/>
                <a:gd name="T1" fmla="*/ 0 h 226"/>
                <a:gd name="T2" fmla="*/ 2 w 328"/>
                <a:gd name="T3" fmla="*/ 3 h 226"/>
                <a:gd name="T4" fmla="*/ 2 w 328"/>
                <a:gd name="T5" fmla="*/ 5 h 226"/>
                <a:gd name="T6" fmla="*/ 0 w 328"/>
                <a:gd name="T7" fmla="*/ 3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555" name="Rectangle 1512">
              <a:extLst>
                <a:ext uri="{FF2B5EF4-FFF2-40B4-BE49-F238E27FC236}">
                  <a16:creationId xmlns:a16="http://schemas.microsoft.com/office/drawing/2014/main" id="{E9E8FBA3-233A-4DB2-AE69-499FF5F0B498}"/>
                </a:ext>
              </a:extLst>
            </p:cNvPr>
            <p:cNvSpPr>
              <a:spLocks noChangeArrowheads="1"/>
            </p:cNvSpPr>
            <p:nvPr/>
          </p:nvSpPr>
          <p:spPr bwMode="auto">
            <a:xfrm>
              <a:off x="4210" y="690"/>
              <a:ext cx="598" cy="47"/>
            </a:xfrm>
            <a:prstGeom prst="rect">
              <a:avLst/>
            </a:prstGeom>
            <a:solidFill>
              <a:schemeClr val="tx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nvGrpSpPr>
            <p:cNvPr id="5556" name="Group 1513">
              <a:extLst>
                <a:ext uri="{FF2B5EF4-FFF2-40B4-BE49-F238E27FC236}">
                  <a16:creationId xmlns:a16="http://schemas.microsoft.com/office/drawing/2014/main" id="{01FC1E7E-2BBB-4293-AB74-F3FA0BD1041C}"/>
                </a:ext>
              </a:extLst>
            </p:cNvPr>
            <p:cNvGrpSpPr>
              <a:grpSpLocks/>
            </p:cNvGrpSpPr>
            <p:nvPr/>
          </p:nvGrpSpPr>
          <p:grpSpPr bwMode="auto">
            <a:xfrm>
              <a:off x="4749" y="668"/>
              <a:ext cx="581" cy="145"/>
              <a:chOff x="614" y="2568"/>
              <a:chExt cx="725" cy="139"/>
            </a:xfrm>
          </p:grpSpPr>
          <p:sp>
            <p:nvSpPr>
              <p:cNvPr id="5581" name="AutoShape 1514">
                <a:extLst>
                  <a:ext uri="{FF2B5EF4-FFF2-40B4-BE49-F238E27FC236}">
                    <a16:creationId xmlns:a16="http://schemas.microsoft.com/office/drawing/2014/main" id="{347A2893-FACA-48C1-BB14-AD19C8AA4DEE}"/>
                  </a:ext>
                </a:extLst>
              </p:cNvPr>
              <p:cNvSpPr>
                <a:spLocks noChangeArrowheads="1"/>
              </p:cNvSpPr>
              <p:nvPr/>
            </p:nvSpPr>
            <p:spPr bwMode="auto">
              <a:xfrm>
                <a:off x="613" y="2566"/>
                <a:ext cx="721" cy="14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582" name="AutoShape 1515">
                <a:extLst>
                  <a:ext uri="{FF2B5EF4-FFF2-40B4-BE49-F238E27FC236}">
                    <a16:creationId xmlns:a16="http://schemas.microsoft.com/office/drawing/2014/main" id="{DC5725E5-154A-4A66-BB92-C667448E903D}"/>
                  </a:ext>
                </a:extLst>
              </p:cNvPr>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sp>
          <p:nvSpPr>
            <p:cNvPr id="5557" name="Rectangle 1516">
              <a:extLst>
                <a:ext uri="{FF2B5EF4-FFF2-40B4-BE49-F238E27FC236}">
                  <a16:creationId xmlns:a16="http://schemas.microsoft.com/office/drawing/2014/main" id="{F6D7D900-3D87-4437-BE86-A9681FF82784}"/>
                </a:ext>
              </a:extLst>
            </p:cNvPr>
            <p:cNvSpPr>
              <a:spLocks noChangeArrowheads="1"/>
            </p:cNvSpPr>
            <p:nvPr/>
          </p:nvSpPr>
          <p:spPr bwMode="auto">
            <a:xfrm>
              <a:off x="4220" y="1022"/>
              <a:ext cx="598" cy="47"/>
            </a:xfrm>
            <a:prstGeom prst="rect">
              <a:avLst/>
            </a:prstGeom>
            <a:solidFill>
              <a:schemeClr val="tx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nvGrpSpPr>
            <p:cNvPr id="5558" name="Group 1517">
              <a:extLst>
                <a:ext uri="{FF2B5EF4-FFF2-40B4-BE49-F238E27FC236}">
                  <a16:creationId xmlns:a16="http://schemas.microsoft.com/office/drawing/2014/main" id="{BC0C468A-6AB5-4DD6-A1EF-7C7B9069659E}"/>
                </a:ext>
              </a:extLst>
            </p:cNvPr>
            <p:cNvGrpSpPr>
              <a:grpSpLocks/>
            </p:cNvGrpSpPr>
            <p:nvPr/>
          </p:nvGrpSpPr>
          <p:grpSpPr bwMode="auto">
            <a:xfrm>
              <a:off x="4747" y="994"/>
              <a:ext cx="581" cy="134"/>
              <a:chOff x="614" y="2568"/>
              <a:chExt cx="725" cy="139"/>
            </a:xfrm>
          </p:grpSpPr>
          <p:sp>
            <p:nvSpPr>
              <p:cNvPr id="5579" name="AutoShape 1518">
                <a:extLst>
                  <a:ext uri="{FF2B5EF4-FFF2-40B4-BE49-F238E27FC236}">
                    <a16:creationId xmlns:a16="http://schemas.microsoft.com/office/drawing/2014/main" id="{00201717-FB86-458F-9357-CE56393A4D70}"/>
                  </a:ext>
                </a:extLst>
              </p:cNvPr>
              <p:cNvSpPr>
                <a:spLocks noChangeArrowheads="1"/>
              </p:cNvSpPr>
              <p:nvPr/>
            </p:nvSpPr>
            <p:spPr bwMode="auto">
              <a:xfrm>
                <a:off x="615" y="2564"/>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580" name="AutoShape 1519">
                <a:extLst>
                  <a:ext uri="{FF2B5EF4-FFF2-40B4-BE49-F238E27FC236}">
                    <a16:creationId xmlns:a16="http://schemas.microsoft.com/office/drawing/2014/main" id="{AA828887-88EC-4E2A-87D3-F19180F46666}"/>
                  </a:ext>
                </a:extLst>
              </p:cNvPr>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sp>
          <p:nvSpPr>
            <p:cNvPr id="5559" name="Rectangle 1520">
              <a:extLst>
                <a:ext uri="{FF2B5EF4-FFF2-40B4-BE49-F238E27FC236}">
                  <a16:creationId xmlns:a16="http://schemas.microsoft.com/office/drawing/2014/main" id="{A2145720-A50D-4E16-9602-4DD727FFCAD7}"/>
                </a:ext>
              </a:extLst>
            </p:cNvPr>
            <p:cNvSpPr>
              <a:spLocks noChangeArrowheads="1"/>
            </p:cNvSpPr>
            <p:nvPr/>
          </p:nvSpPr>
          <p:spPr bwMode="auto">
            <a:xfrm>
              <a:off x="4220" y="1354"/>
              <a:ext cx="598" cy="47"/>
            </a:xfrm>
            <a:prstGeom prst="rect">
              <a:avLst/>
            </a:prstGeom>
            <a:solidFill>
              <a:schemeClr val="tx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560" name="Rectangle 1521">
              <a:extLst>
                <a:ext uri="{FF2B5EF4-FFF2-40B4-BE49-F238E27FC236}">
                  <a16:creationId xmlns:a16="http://schemas.microsoft.com/office/drawing/2014/main" id="{9FD6C678-8CF0-41EA-9CB1-1889BD9FEE1E}"/>
                </a:ext>
              </a:extLst>
            </p:cNvPr>
            <p:cNvSpPr>
              <a:spLocks noChangeArrowheads="1"/>
            </p:cNvSpPr>
            <p:nvPr/>
          </p:nvSpPr>
          <p:spPr bwMode="auto">
            <a:xfrm>
              <a:off x="4230" y="1655"/>
              <a:ext cx="598" cy="47"/>
            </a:xfrm>
            <a:prstGeom prst="rect">
              <a:avLst/>
            </a:prstGeom>
            <a:solidFill>
              <a:schemeClr val="tx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nvGrpSpPr>
            <p:cNvPr id="5561" name="Group 1522">
              <a:extLst>
                <a:ext uri="{FF2B5EF4-FFF2-40B4-BE49-F238E27FC236}">
                  <a16:creationId xmlns:a16="http://schemas.microsoft.com/office/drawing/2014/main" id="{6A4E0789-D0E1-42D9-8C23-D6F2CBD139A6}"/>
                </a:ext>
              </a:extLst>
            </p:cNvPr>
            <p:cNvGrpSpPr>
              <a:grpSpLocks/>
            </p:cNvGrpSpPr>
            <p:nvPr/>
          </p:nvGrpSpPr>
          <p:grpSpPr bwMode="auto">
            <a:xfrm>
              <a:off x="4735" y="1627"/>
              <a:ext cx="582" cy="151"/>
              <a:chOff x="614" y="2568"/>
              <a:chExt cx="725" cy="139"/>
            </a:xfrm>
          </p:grpSpPr>
          <p:sp>
            <p:nvSpPr>
              <p:cNvPr id="5577" name="AutoShape 1523">
                <a:extLst>
                  <a:ext uri="{FF2B5EF4-FFF2-40B4-BE49-F238E27FC236}">
                    <a16:creationId xmlns:a16="http://schemas.microsoft.com/office/drawing/2014/main" id="{FEE5468C-602E-48C8-9423-F3B934C5B779}"/>
                  </a:ext>
                </a:extLst>
              </p:cNvPr>
              <p:cNvSpPr>
                <a:spLocks noChangeArrowheads="1"/>
              </p:cNvSpPr>
              <p:nvPr/>
            </p:nvSpPr>
            <p:spPr bwMode="auto">
              <a:xfrm>
                <a:off x="618" y="2579"/>
                <a:ext cx="720" cy="131"/>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578" name="AutoShape 1524">
                <a:extLst>
                  <a:ext uri="{FF2B5EF4-FFF2-40B4-BE49-F238E27FC236}">
                    <a16:creationId xmlns:a16="http://schemas.microsoft.com/office/drawing/2014/main" id="{8AFD167F-E801-4252-809B-D0057AAE42A2}"/>
                  </a:ext>
                </a:extLst>
              </p:cNvPr>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sp>
          <p:nvSpPr>
            <p:cNvPr id="5562" name="Freeform 1525">
              <a:extLst>
                <a:ext uri="{FF2B5EF4-FFF2-40B4-BE49-F238E27FC236}">
                  <a16:creationId xmlns:a16="http://schemas.microsoft.com/office/drawing/2014/main" id="{4B2A1798-5C7C-4029-B19F-695F3E9D06FA}"/>
                </a:ext>
              </a:extLst>
            </p:cNvPr>
            <p:cNvSpPr>
              <a:spLocks/>
            </p:cNvSpPr>
            <p:nvPr/>
          </p:nvSpPr>
          <p:spPr bwMode="auto">
            <a:xfrm>
              <a:off x="5288" y="1354"/>
              <a:ext cx="263" cy="188"/>
            </a:xfrm>
            <a:custGeom>
              <a:avLst/>
              <a:gdLst>
                <a:gd name="T0" fmla="*/ 2 w 328"/>
                <a:gd name="T1" fmla="*/ 0 h 226"/>
                <a:gd name="T2" fmla="*/ 2 w 328"/>
                <a:gd name="T3" fmla="*/ 2 h 226"/>
                <a:gd name="T4" fmla="*/ 2 w 328"/>
                <a:gd name="T5" fmla="*/ 4 h 226"/>
                <a:gd name="T6" fmla="*/ 0 w 328"/>
                <a:gd name="T7" fmla="*/ 2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nvGrpSpPr>
            <p:cNvPr id="5563" name="Group 1526">
              <a:extLst>
                <a:ext uri="{FF2B5EF4-FFF2-40B4-BE49-F238E27FC236}">
                  <a16:creationId xmlns:a16="http://schemas.microsoft.com/office/drawing/2014/main" id="{12E5ED1C-9607-4AA9-993F-2742C91D74D3}"/>
                </a:ext>
              </a:extLst>
            </p:cNvPr>
            <p:cNvGrpSpPr>
              <a:grpSpLocks/>
            </p:cNvGrpSpPr>
            <p:nvPr/>
          </p:nvGrpSpPr>
          <p:grpSpPr bwMode="auto">
            <a:xfrm>
              <a:off x="4739" y="1327"/>
              <a:ext cx="582" cy="139"/>
              <a:chOff x="614" y="2568"/>
              <a:chExt cx="725" cy="139"/>
            </a:xfrm>
          </p:grpSpPr>
          <p:sp>
            <p:nvSpPr>
              <p:cNvPr id="5575" name="AutoShape 1527">
                <a:extLst>
                  <a:ext uri="{FF2B5EF4-FFF2-40B4-BE49-F238E27FC236}">
                    <a16:creationId xmlns:a16="http://schemas.microsoft.com/office/drawing/2014/main" id="{A54B767E-9143-48FA-B876-1BE4C7F161B0}"/>
                  </a:ext>
                </a:extLst>
              </p:cNvPr>
              <p:cNvSpPr>
                <a:spLocks noChangeArrowheads="1"/>
              </p:cNvSpPr>
              <p:nvPr/>
            </p:nvSpPr>
            <p:spPr bwMode="auto">
              <a:xfrm>
                <a:off x="613" y="2571"/>
                <a:ext cx="732"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576" name="AutoShape 1528">
                <a:extLst>
                  <a:ext uri="{FF2B5EF4-FFF2-40B4-BE49-F238E27FC236}">
                    <a16:creationId xmlns:a16="http://schemas.microsoft.com/office/drawing/2014/main" id="{E9EF1231-85AD-43FF-AB0D-FCB551DC02C8}"/>
                  </a:ext>
                </a:extLst>
              </p:cNvPr>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sp>
          <p:nvSpPr>
            <p:cNvPr id="5564" name="Rectangle 1529">
              <a:extLst>
                <a:ext uri="{FF2B5EF4-FFF2-40B4-BE49-F238E27FC236}">
                  <a16:creationId xmlns:a16="http://schemas.microsoft.com/office/drawing/2014/main" id="{404D620E-42A5-436F-A162-0EF77B595C19}"/>
                </a:ext>
              </a:extLst>
            </p:cNvPr>
            <p:cNvSpPr>
              <a:spLocks noChangeArrowheads="1"/>
            </p:cNvSpPr>
            <p:nvPr/>
          </p:nvSpPr>
          <p:spPr bwMode="auto">
            <a:xfrm>
              <a:off x="5246" y="429"/>
              <a:ext cx="70" cy="2285"/>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565" name="Freeform 1530">
              <a:extLst>
                <a:ext uri="{FF2B5EF4-FFF2-40B4-BE49-F238E27FC236}">
                  <a16:creationId xmlns:a16="http://schemas.microsoft.com/office/drawing/2014/main" id="{14B3C0A3-321D-4A81-8813-FF270F535EDC}"/>
                </a:ext>
              </a:extLst>
            </p:cNvPr>
            <p:cNvSpPr>
              <a:spLocks/>
            </p:cNvSpPr>
            <p:nvPr/>
          </p:nvSpPr>
          <p:spPr bwMode="auto">
            <a:xfrm>
              <a:off x="5312" y="1007"/>
              <a:ext cx="237" cy="213"/>
            </a:xfrm>
            <a:custGeom>
              <a:avLst/>
              <a:gdLst>
                <a:gd name="T0" fmla="*/ 2 w 296"/>
                <a:gd name="T1" fmla="*/ 0 h 256"/>
                <a:gd name="T2" fmla="*/ 2 w 296"/>
                <a:gd name="T3" fmla="*/ 2 h 256"/>
                <a:gd name="T4" fmla="*/ 2 w 296"/>
                <a:gd name="T5" fmla="*/ 4 h 256"/>
                <a:gd name="T6" fmla="*/ 0 w 296"/>
                <a:gd name="T7" fmla="*/ 2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566" name="Freeform 1531">
              <a:extLst>
                <a:ext uri="{FF2B5EF4-FFF2-40B4-BE49-F238E27FC236}">
                  <a16:creationId xmlns:a16="http://schemas.microsoft.com/office/drawing/2014/main" id="{DBA239D3-CFAB-41E1-A60E-36E97726F139}"/>
                </a:ext>
              </a:extLst>
            </p:cNvPr>
            <p:cNvSpPr>
              <a:spLocks/>
            </p:cNvSpPr>
            <p:nvPr/>
          </p:nvSpPr>
          <p:spPr bwMode="auto">
            <a:xfrm>
              <a:off x="5315" y="680"/>
              <a:ext cx="244" cy="240"/>
            </a:xfrm>
            <a:custGeom>
              <a:avLst/>
              <a:gdLst>
                <a:gd name="T0" fmla="*/ 0 w 304"/>
                <a:gd name="T1" fmla="*/ 0 h 288"/>
                <a:gd name="T2" fmla="*/ 2 w 304"/>
                <a:gd name="T3" fmla="*/ 2 h 288"/>
                <a:gd name="T4" fmla="*/ 2 w 304"/>
                <a:gd name="T5" fmla="*/ 5 h 288"/>
                <a:gd name="T6" fmla="*/ 2 w 304"/>
                <a:gd name="T7" fmla="*/ 2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567" name="Oval 1532">
              <a:extLst>
                <a:ext uri="{FF2B5EF4-FFF2-40B4-BE49-F238E27FC236}">
                  <a16:creationId xmlns:a16="http://schemas.microsoft.com/office/drawing/2014/main" id="{425D7EFF-F494-4566-AA2C-47B44806CF75}"/>
                </a:ext>
              </a:extLst>
            </p:cNvPr>
            <p:cNvSpPr>
              <a:spLocks noChangeArrowheads="1"/>
            </p:cNvSpPr>
            <p:nvPr/>
          </p:nvSpPr>
          <p:spPr bwMode="auto">
            <a:xfrm>
              <a:off x="5515" y="2611"/>
              <a:ext cx="50"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568" name="Freeform 1533">
              <a:extLst>
                <a:ext uri="{FF2B5EF4-FFF2-40B4-BE49-F238E27FC236}">
                  <a16:creationId xmlns:a16="http://schemas.microsoft.com/office/drawing/2014/main" id="{DA9D0B30-CAFB-4807-A87D-B5119C93B563}"/>
                </a:ext>
              </a:extLst>
            </p:cNvPr>
            <p:cNvSpPr>
              <a:spLocks/>
            </p:cNvSpPr>
            <p:nvPr/>
          </p:nvSpPr>
          <p:spPr bwMode="auto">
            <a:xfrm>
              <a:off x="5302" y="2614"/>
              <a:ext cx="245" cy="200"/>
            </a:xfrm>
            <a:custGeom>
              <a:avLst/>
              <a:gdLst>
                <a:gd name="T0" fmla="*/ 0 w 306"/>
                <a:gd name="T1" fmla="*/ 3 h 240"/>
                <a:gd name="T2" fmla="*/ 2 w 306"/>
                <a:gd name="T3" fmla="*/ 5 h 240"/>
                <a:gd name="T4" fmla="*/ 2 w 306"/>
                <a:gd name="T5" fmla="*/ 3 h 240"/>
                <a:gd name="T6" fmla="*/ 2 w 306"/>
                <a:gd name="T7" fmla="*/ 0 h 240"/>
                <a:gd name="T8" fmla="*/ 0 w 306"/>
                <a:gd name="T9" fmla="*/ 3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569" name="AutoShape 1534">
              <a:extLst>
                <a:ext uri="{FF2B5EF4-FFF2-40B4-BE49-F238E27FC236}">
                  <a16:creationId xmlns:a16="http://schemas.microsoft.com/office/drawing/2014/main" id="{6277D95B-8129-45BE-99C8-50CB105BEE98}"/>
                </a:ext>
              </a:extLst>
            </p:cNvPr>
            <p:cNvSpPr>
              <a:spLocks noChangeArrowheads="1"/>
            </p:cNvSpPr>
            <p:nvPr/>
          </p:nvSpPr>
          <p:spPr bwMode="auto">
            <a:xfrm>
              <a:off x="4140" y="2675"/>
              <a:ext cx="1196" cy="150"/>
            </a:xfrm>
            <a:prstGeom prst="roundRect">
              <a:avLst>
                <a:gd name="adj" fmla="val 50000"/>
              </a:avLst>
            </a:prstGeom>
            <a:solidFill>
              <a:srgbClr val="DDDDDD"/>
            </a:solidFill>
            <a:ln w="9525">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570" name="AutoShape 1535">
              <a:extLst>
                <a:ext uri="{FF2B5EF4-FFF2-40B4-BE49-F238E27FC236}">
                  <a16:creationId xmlns:a16="http://schemas.microsoft.com/office/drawing/2014/main" id="{070904F8-D252-431D-9305-3885E92A825C}"/>
                </a:ext>
              </a:extLst>
            </p:cNvPr>
            <p:cNvSpPr>
              <a:spLocks noChangeArrowheads="1"/>
            </p:cNvSpPr>
            <p:nvPr/>
          </p:nvSpPr>
          <p:spPr bwMode="auto">
            <a:xfrm>
              <a:off x="4210" y="2714"/>
              <a:ext cx="1066" cy="79"/>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571" name="Oval 1536">
              <a:extLst>
                <a:ext uri="{FF2B5EF4-FFF2-40B4-BE49-F238E27FC236}">
                  <a16:creationId xmlns:a16="http://schemas.microsoft.com/office/drawing/2014/main" id="{79942D3D-BABB-4B56-B6A1-1C66F09733EB}"/>
                </a:ext>
              </a:extLst>
            </p:cNvPr>
            <p:cNvSpPr>
              <a:spLocks noChangeArrowheads="1"/>
            </p:cNvSpPr>
            <p:nvPr/>
          </p:nvSpPr>
          <p:spPr bwMode="auto">
            <a:xfrm>
              <a:off x="4309"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572" name="Oval 1537">
              <a:extLst>
                <a:ext uri="{FF2B5EF4-FFF2-40B4-BE49-F238E27FC236}">
                  <a16:creationId xmlns:a16="http://schemas.microsoft.com/office/drawing/2014/main" id="{A8FFBF7B-D31D-4B08-B034-141CE6B20D32}"/>
                </a:ext>
              </a:extLst>
            </p:cNvPr>
            <p:cNvSpPr>
              <a:spLocks noChangeArrowheads="1"/>
            </p:cNvSpPr>
            <p:nvPr/>
          </p:nvSpPr>
          <p:spPr bwMode="auto">
            <a:xfrm>
              <a:off x="4489" y="2382"/>
              <a:ext cx="159"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eaLnBrk="1" hangingPunct="1"/>
              <a:endParaRPr lang="en-US" altLang="en-US">
                <a:solidFill>
                  <a:srgbClr val="FF0000"/>
                </a:solidFill>
                <a:cs typeface="Arial" panose="020B0604020202020204" pitchFamily="34" charset="0"/>
              </a:endParaRPr>
            </a:p>
          </p:txBody>
        </p:sp>
        <p:sp>
          <p:nvSpPr>
            <p:cNvPr id="5573" name="Oval 1538">
              <a:extLst>
                <a:ext uri="{FF2B5EF4-FFF2-40B4-BE49-F238E27FC236}">
                  <a16:creationId xmlns:a16="http://schemas.microsoft.com/office/drawing/2014/main" id="{9367CAA0-1DD4-4513-8B7E-D655EBD939FA}"/>
                </a:ext>
              </a:extLst>
            </p:cNvPr>
            <p:cNvSpPr>
              <a:spLocks noChangeArrowheads="1"/>
            </p:cNvSpPr>
            <p:nvPr/>
          </p:nvSpPr>
          <p:spPr bwMode="auto">
            <a:xfrm>
              <a:off x="4658"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574" name="Rectangle 1539">
              <a:extLst>
                <a:ext uri="{FF2B5EF4-FFF2-40B4-BE49-F238E27FC236}">
                  <a16:creationId xmlns:a16="http://schemas.microsoft.com/office/drawing/2014/main" id="{B3B008C3-1218-4B8E-91D0-8D633046E38C}"/>
                </a:ext>
              </a:extLst>
            </p:cNvPr>
            <p:cNvSpPr>
              <a:spLocks noChangeArrowheads="1"/>
            </p:cNvSpPr>
            <p:nvPr/>
          </p:nvSpPr>
          <p:spPr bwMode="auto">
            <a:xfrm>
              <a:off x="5067" y="1837"/>
              <a:ext cx="80" cy="759"/>
            </a:xfrm>
            <a:prstGeom prst="rect">
              <a:avLst/>
            </a:prstGeom>
            <a:solidFill>
              <a:srgbClr val="292929"/>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grpSp>
        <p:nvGrpSpPr>
          <p:cNvPr id="5181" name="Group 1540">
            <a:extLst>
              <a:ext uri="{FF2B5EF4-FFF2-40B4-BE49-F238E27FC236}">
                <a16:creationId xmlns:a16="http://schemas.microsoft.com/office/drawing/2014/main" id="{6FA9D40C-50FE-4E66-B30B-8CAABED58C13}"/>
              </a:ext>
            </a:extLst>
          </p:cNvPr>
          <p:cNvGrpSpPr>
            <a:grpSpLocks/>
          </p:cNvGrpSpPr>
          <p:nvPr/>
        </p:nvGrpSpPr>
        <p:grpSpPr bwMode="auto">
          <a:xfrm>
            <a:off x="6570664" y="2032000"/>
            <a:ext cx="534987" cy="407988"/>
            <a:chOff x="877" y="1008"/>
            <a:chExt cx="2747" cy="2591"/>
          </a:xfrm>
        </p:grpSpPr>
        <p:pic>
          <p:nvPicPr>
            <p:cNvPr id="5528" name="Picture 1541" descr="antenna_stylized">
              <a:extLst>
                <a:ext uri="{FF2B5EF4-FFF2-40B4-BE49-F238E27FC236}">
                  <a16:creationId xmlns:a16="http://schemas.microsoft.com/office/drawing/2014/main" id="{C34019D3-CA7A-4CD1-9497-9C0ADF59CEE7}"/>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29" name="Picture 1542" descr="laptop_keyboard">
              <a:extLst>
                <a:ext uri="{FF2B5EF4-FFF2-40B4-BE49-F238E27FC236}">
                  <a16:creationId xmlns:a16="http://schemas.microsoft.com/office/drawing/2014/main" id="{C495197F-E391-4621-9510-BA12AB56B4E3}"/>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30" name="Freeform 1543">
              <a:extLst>
                <a:ext uri="{FF2B5EF4-FFF2-40B4-BE49-F238E27FC236}">
                  <a16:creationId xmlns:a16="http://schemas.microsoft.com/office/drawing/2014/main" id="{4598EA48-6D9F-4D65-90DF-D8E5775B84E1}"/>
                </a:ext>
              </a:extLst>
            </p:cNvPr>
            <p:cNvSpPr>
              <a:spLocks/>
            </p:cNvSpPr>
            <p:nvPr/>
          </p:nvSpPr>
          <p:spPr bwMode="auto">
            <a:xfrm>
              <a:off x="1753" y="1603"/>
              <a:ext cx="1807" cy="1322"/>
            </a:xfrm>
            <a:custGeom>
              <a:avLst/>
              <a:gdLst>
                <a:gd name="T0" fmla="*/ 1 w 2982"/>
                <a:gd name="T1" fmla="*/ 0 h 2442"/>
                <a:gd name="T2" fmla="*/ 0 w 2982"/>
                <a:gd name="T3" fmla="*/ 1 h 2442"/>
                <a:gd name="T4" fmla="*/ 1 w 2982"/>
                <a:gd name="T5" fmla="*/ 1 h 2442"/>
                <a:gd name="T6" fmla="*/ 1 w 2982"/>
                <a:gd name="T7" fmla="*/ 1 h 2442"/>
                <a:gd name="T8" fmla="*/ 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pic>
          <p:nvPicPr>
            <p:cNvPr id="5531" name="Picture 1544" descr="screen">
              <a:extLst>
                <a:ext uri="{FF2B5EF4-FFF2-40B4-BE49-F238E27FC236}">
                  <a16:creationId xmlns:a16="http://schemas.microsoft.com/office/drawing/2014/main" id="{DB5930FA-4607-441B-A152-3C1D36307D9F}"/>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32" name="Freeform 1545">
              <a:extLst>
                <a:ext uri="{FF2B5EF4-FFF2-40B4-BE49-F238E27FC236}">
                  <a16:creationId xmlns:a16="http://schemas.microsoft.com/office/drawing/2014/main" id="{7AAE13CC-D91D-41C6-AAFE-72AC31F5543D}"/>
                </a:ext>
              </a:extLst>
            </p:cNvPr>
            <p:cNvSpPr>
              <a:spLocks/>
            </p:cNvSpPr>
            <p:nvPr/>
          </p:nvSpPr>
          <p:spPr bwMode="auto">
            <a:xfrm>
              <a:off x="2082" y="1564"/>
              <a:ext cx="1531" cy="246"/>
            </a:xfrm>
            <a:custGeom>
              <a:avLst/>
              <a:gdLst>
                <a:gd name="T0" fmla="*/ 1 w 2528"/>
                <a:gd name="T1" fmla="*/ 0 h 455"/>
                <a:gd name="T2" fmla="*/ 1 w 2528"/>
                <a:gd name="T3" fmla="*/ 1 h 455"/>
                <a:gd name="T4" fmla="*/ 1 w 2528"/>
                <a:gd name="T5" fmla="*/ 1 h 455"/>
                <a:gd name="T6" fmla="*/ 0 w 2528"/>
                <a:gd name="T7" fmla="*/ 1 h 455"/>
                <a:gd name="T8" fmla="*/ 1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533" name="Freeform 1546">
              <a:extLst>
                <a:ext uri="{FF2B5EF4-FFF2-40B4-BE49-F238E27FC236}">
                  <a16:creationId xmlns:a16="http://schemas.microsoft.com/office/drawing/2014/main" id="{BFBC31B4-B852-4514-BA31-8EB3187018EC}"/>
                </a:ext>
              </a:extLst>
            </p:cNvPr>
            <p:cNvSpPr>
              <a:spLocks/>
            </p:cNvSpPr>
            <p:nvPr/>
          </p:nvSpPr>
          <p:spPr bwMode="auto">
            <a:xfrm>
              <a:off x="1737" y="1562"/>
              <a:ext cx="425" cy="1024"/>
            </a:xfrm>
            <a:custGeom>
              <a:avLst/>
              <a:gdLst>
                <a:gd name="T0" fmla="*/ 1 w 702"/>
                <a:gd name="T1" fmla="*/ 0 h 1893"/>
                <a:gd name="T2" fmla="*/ 0 w 702"/>
                <a:gd name="T3" fmla="*/ 1 h 1893"/>
                <a:gd name="T4" fmla="*/ 1 w 702"/>
                <a:gd name="T5" fmla="*/ 1 h 1893"/>
                <a:gd name="T6" fmla="*/ 1 w 702"/>
                <a:gd name="T7" fmla="*/ 1 h 1893"/>
                <a:gd name="T8" fmla="*/ 1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534" name="Freeform 1547">
              <a:extLst>
                <a:ext uri="{FF2B5EF4-FFF2-40B4-BE49-F238E27FC236}">
                  <a16:creationId xmlns:a16="http://schemas.microsoft.com/office/drawing/2014/main" id="{C2668320-86C9-46DA-8505-C524D55A867B}"/>
                </a:ext>
              </a:extLst>
            </p:cNvPr>
            <p:cNvSpPr>
              <a:spLocks/>
            </p:cNvSpPr>
            <p:nvPr/>
          </p:nvSpPr>
          <p:spPr bwMode="auto">
            <a:xfrm>
              <a:off x="3144" y="1745"/>
              <a:ext cx="458" cy="1182"/>
            </a:xfrm>
            <a:custGeom>
              <a:avLst/>
              <a:gdLst>
                <a:gd name="T0" fmla="*/ 1 w 756"/>
                <a:gd name="T1" fmla="*/ 0 h 2184"/>
                <a:gd name="T2" fmla="*/ 1 w 756"/>
                <a:gd name="T3" fmla="*/ 1 h 2184"/>
                <a:gd name="T4" fmla="*/ 0 w 756"/>
                <a:gd name="T5" fmla="*/ 1 h 2184"/>
                <a:gd name="T6" fmla="*/ 1 w 756"/>
                <a:gd name="T7" fmla="*/ 1 h 2184"/>
                <a:gd name="T8" fmla="*/ 1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535" name="Freeform 1548">
              <a:extLst>
                <a:ext uri="{FF2B5EF4-FFF2-40B4-BE49-F238E27FC236}">
                  <a16:creationId xmlns:a16="http://schemas.microsoft.com/office/drawing/2014/main" id="{B5ADF18E-EBCC-4D1E-91DD-45E1B8C616F3}"/>
                </a:ext>
              </a:extLst>
            </p:cNvPr>
            <p:cNvSpPr>
              <a:spLocks/>
            </p:cNvSpPr>
            <p:nvPr/>
          </p:nvSpPr>
          <p:spPr bwMode="auto">
            <a:xfrm>
              <a:off x="1732" y="2534"/>
              <a:ext cx="1680" cy="399"/>
            </a:xfrm>
            <a:custGeom>
              <a:avLst/>
              <a:gdLst>
                <a:gd name="T0" fmla="*/ 1 w 2773"/>
                <a:gd name="T1" fmla="*/ 0 h 738"/>
                <a:gd name="T2" fmla="*/ 0 w 2773"/>
                <a:gd name="T3" fmla="*/ 1 h 738"/>
                <a:gd name="T4" fmla="*/ 1 w 2773"/>
                <a:gd name="T5" fmla="*/ 1 h 738"/>
                <a:gd name="T6" fmla="*/ 1 w 2773"/>
                <a:gd name="T7" fmla="*/ 1 h 738"/>
                <a:gd name="T8" fmla="*/ 1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536" name="Freeform 1549">
              <a:extLst>
                <a:ext uri="{FF2B5EF4-FFF2-40B4-BE49-F238E27FC236}">
                  <a16:creationId xmlns:a16="http://schemas.microsoft.com/office/drawing/2014/main" id="{8FD511A0-A865-426E-AD0E-FC5790D7C6FA}"/>
                </a:ext>
              </a:extLst>
            </p:cNvPr>
            <p:cNvSpPr>
              <a:spLocks/>
            </p:cNvSpPr>
            <p:nvPr/>
          </p:nvSpPr>
          <p:spPr bwMode="auto">
            <a:xfrm>
              <a:off x="3195" y="1755"/>
              <a:ext cx="429" cy="1187"/>
            </a:xfrm>
            <a:custGeom>
              <a:avLst/>
              <a:gdLst>
                <a:gd name="T0" fmla="*/ 1 w 637"/>
                <a:gd name="T1" fmla="*/ 0 h 1659"/>
                <a:gd name="T2" fmla="*/ 1 w 637"/>
                <a:gd name="T3" fmla="*/ 0 h 1659"/>
                <a:gd name="T4" fmla="*/ 1 w 637"/>
                <a:gd name="T5" fmla="*/ 1 h 1659"/>
                <a:gd name="T6" fmla="*/ 0 w 637"/>
                <a:gd name="T7" fmla="*/ 1 h 1659"/>
                <a:gd name="T8" fmla="*/ 1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537" name="Freeform 1550">
              <a:extLst>
                <a:ext uri="{FF2B5EF4-FFF2-40B4-BE49-F238E27FC236}">
                  <a16:creationId xmlns:a16="http://schemas.microsoft.com/office/drawing/2014/main" id="{1899657A-073C-454B-967C-9B8788D51151}"/>
                </a:ext>
              </a:extLst>
            </p:cNvPr>
            <p:cNvSpPr>
              <a:spLocks/>
            </p:cNvSpPr>
            <p:nvPr/>
          </p:nvSpPr>
          <p:spPr bwMode="auto">
            <a:xfrm>
              <a:off x="1734" y="2587"/>
              <a:ext cx="1494" cy="394"/>
            </a:xfrm>
            <a:custGeom>
              <a:avLst/>
              <a:gdLst>
                <a:gd name="T0" fmla="*/ 0 w 2216"/>
                <a:gd name="T1" fmla="*/ 0 h 550"/>
                <a:gd name="T2" fmla="*/ 1 w 2216"/>
                <a:gd name="T3" fmla="*/ 1 h 550"/>
                <a:gd name="T4" fmla="*/ 1 w 2216"/>
                <a:gd name="T5" fmla="*/ 1 h 550"/>
                <a:gd name="T6" fmla="*/ 1 w 2216"/>
                <a:gd name="T7" fmla="*/ 1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nvGrpSpPr>
            <p:cNvPr id="5538" name="Group 1551">
              <a:extLst>
                <a:ext uri="{FF2B5EF4-FFF2-40B4-BE49-F238E27FC236}">
                  <a16:creationId xmlns:a16="http://schemas.microsoft.com/office/drawing/2014/main" id="{1A394BF9-DDAE-4D32-A58E-0BD50B0C6945}"/>
                </a:ext>
              </a:extLst>
            </p:cNvPr>
            <p:cNvGrpSpPr>
              <a:grpSpLocks/>
            </p:cNvGrpSpPr>
            <p:nvPr/>
          </p:nvGrpSpPr>
          <p:grpSpPr bwMode="auto">
            <a:xfrm>
              <a:off x="1709" y="3008"/>
              <a:ext cx="507" cy="234"/>
              <a:chOff x="1740" y="2642"/>
              <a:chExt cx="752" cy="327"/>
            </a:xfrm>
          </p:grpSpPr>
          <p:sp>
            <p:nvSpPr>
              <p:cNvPr id="5545" name="Freeform 1552">
                <a:extLst>
                  <a:ext uri="{FF2B5EF4-FFF2-40B4-BE49-F238E27FC236}">
                    <a16:creationId xmlns:a16="http://schemas.microsoft.com/office/drawing/2014/main" id="{CE286A48-5A09-4A23-A5E0-15386C5589F9}"/>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546" name="Freeform 1553">
                <a:extLst>
                  <a:ext uri="{FF2B5EF4-FFF2-40B4-BE49-F238E27FC236}">
                    <a16:creationId xmlns:a16="http://schemas.microsoft.com/office/drawing/2014/main" id="{0D93C35E-C8F3-488A-B153-BC08210F3779}"/>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547" name="Freeform 1554">
                <a:extLst>
                  <a:ext uri="{FF2B5EF4-FFF2-40B4-BE49-F238E27FC236}">
                    <a16:creationId xmlns:a16="http://schemas.microsoft.com/office/drawing/2014/main" id="{9002001F-682D-4F95-9FF7-36842314FDE1}"/>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548" name="Freeform 1555">
                <a:extLst>
                  <a:ext uri="{FF2B5EF4-FFF2-40B4-BE49-F238E27FC236}">
                    <a16:creationId xmlns:a16="http://schemas.microsoft.com/office/drawing/2014/main" id="{8FDDD879-7158-4B11-9E83-463A111E03A1}"/>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549" name="Freeform 1556">
                <a:extLst>
                  <a:ext uri="{FF2B5EF4-FFF2-40B4-BE49-F238E27FC236}">
                    <a16:creationId xmlns:a16="http://schemas.microsoft.com/office/drawing/2014/main" id="{D51C44B8-BA5E-4039-A6B5-5A8F756C7796}"/>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550" name="Freeform 1557">
                <a:extLst>
                  <a:ext uri="{FF2B5EF4-FFF2-40B4-BE49-F238E27FC236}">
                    <a16:creationId xmlns:a16="http://schemas.microsoft.com/office/drawing/2014/main" id="{29CC4694-7BDC-46C5-A509-1DD6DBD477A7}"/>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sp>
          <p:nvSpPr>
            <p:cNvPr id="5539" name="Freeform 1558">
              <a:extLst>
                <a:ext uri="{FF2B5EF4-FFF2-40B4-BE49-F238E27FC236}">
                  <a16:creationId xmlns:a16="http://schemas.microsoft.com/office/drawing/2014/main" id="{1A5C2033-149A-487D-A59F-3DA7E4821507}"/>
                </a:ext>
              </a:extLst>
            </p:cNvPr>
            <p:cNvSpPr>
              <a:spLocks/>
            </p:cNvSpPr>
            <p:nvPr/>
          </p:nvSpPr>
          <p:spPr bwMode="auto">
            <a:xfrm>
              <a:off x="2577" y="3043"/>
              <a:ext cx="614" cy="514"/>
            </a:xfrm>
            <a:custGeom>
              <a:avLst/>
              <a:gdLst>
                <a:gd name="T0" fmla="*/ 1 w 990"/>
                <a:gd name="T1" fmla="*/ 1 h 792"/>
                <a:gd name="T2" fmla="*/ 1 w 990"/>
                <a:gd name="T3" fmla="*/ 0 h 792"/>
                <a:gd name="T4" fmla="*/ 1 w 990"/>
                <a:gd name="T5" fmla="*/ 1 h 792"/>
                <a:gd name="T6" fmla="*/ 0 w 990"/>
                <a:gd name="T7" fmla="*/ 1 h 792"/>
                <a:gd name="T8" fmla="*/ 1 w 990"/>
                <a:gd name="T9" fmla="*/ 1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540" name="Freeform 1559">
              <a:extLst>
                <a:ext uri="{FF2B5EF4-FFF2-40B4-BE49-F238E27FC236}">
                  <a16:creationId xmlns:a16="http://schemas.microsoft.com/office/drawing/2014/main" id="{3C035E3B-7615-49E7-AB33-7497C1BB61EC}"/>
                </a:ext>
              </a:extLst>
            </p:cNvPr>
            <p:cNvSpPr>
              <a:spLocks/>
            </p:cNvSpPr>
            <p:nvPr/>
          </p:nvSpPr>
          <p:spPr bwMode="auto">
            <a:xfrm>
              <a:off x="1010" y="3084"/>
              <a:ext cx="1571" cy="469"/>
            </a:xfrm>
            <a:custGeom>
              <a:avLst/>
              <a:gdLst>
                <a:gd name="T0" fmla="*/ 1 w 2532"/>
                <a:gd name="T1" fmla="*/ 0 h 723"/>
                <a:gd name="T2" fmla="*/ 1 w 2532"/>
                <a:gd name="T3" fmla="*/ 0 h 723"/>
                <a:gd name="T4" fmla="*/ 1 w 2532"/>
                <a:gd name="T5" fmla="*/ 1 h 723"/>
                <a:gd name="T6" fmla="*/ 1 w 2532"/>
                <a:gd name="T7" fmla="*/ 1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541" name="Freeform 1560">
              <a:extLst>
                <a:ext uri="{FF2B5EF4-FFF2-40B4-BE49-F238E27FC236}">
                  <a16:creationId xmlns:a16="http://schemas.microsoft.com/office/drawing/2014/main" id="{4AD6DA81-1B2D-4268-9A6F-082C93309205}"/>
                </a:ext>
              </a:extLst>
            </p:cNvPr>
            <p:cNvSpPr>
              <a:spLocks/>
            </p:cNvSpPr>
            <p:nvPr/>
          </p:nvSpPr>
          <p:spPr bwMode="auto">
            <a:xfrm>
              <a:off x="1011" y="2998"/>
              <a:ext cx="17" cy="95"/>
            </a:xfrm>
            <a:custGeom>
              <a:avLst/>
              <a:gdLst>
                <a:gd name="T0" fmla="*/ 1 w 26"/>
                <a:gd name="T1" fmla="*/ 1 h 147"/>
                <a:gd name="T2" fmla="*/ 1 w 26"/>
                <a:gd name="T3" fmla="*/ 1 h 147"/>
                <a:gd name="T4" fmla="*/ 0 w 26"/>
                <a:gd name="T5" fmla="*/ 1 h 147"/>
                <a:gd name="T6" fmla="*/ 1 w 26"/>
                <a:gd name="T7" fmla="*/ 0 h 147"/>
                <a:gd name="T8" fmla="*/ 1 w 26"/>
                <a:gd name="T9" fmla="*/ 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542" name="Freeform 1561">
              <a:extLst>
                <a:ext uri="{FF2B5EF4-FFF2-40B4-BE49-F238E27FC236}">
                  <a16:creationId xmlns:a16="http://schemas.microsoft.com/office/drawing/2014/main" id="{C92E4575-D354-4C9E-BFB9-6C29E6539ED3}"/>
                </a:ext>
              </a:extLst>
            </p:cNvPr>
            <p:cNvSpPr>
              <a:spLocks/>
            </p:cNvSpPr>
            <p:nvPr/>
          </p:nvSpPr>
          <p:spPr bwMode="auto">
            <a:xfrm>
              <a:off x="1012" y="2611"/>
              <a:ext cx="730" cy="393"/>
            </a:xfrm>
            <a:custGeom>
              <a:avLst/>
              <a:gdLst>
                <a:gd name="T0" fmla="*/ 1 w 1176"/>
                <a:gd name="T1" fmla="*/ 0 h 606"/>
                <a:gd name="T2" fmla="*/ 0 w 1176"/>
                <a:gd name="T3" fmla="*/ 1 h 606"/>
                <a:gd name="T4" fmla="*/ 1 w 1176"/>
                <a:gd name="T5" fmla="*/ 1 h 606"/>
                <a:gd name="T6" fmla="*/ 1 w 1176"/>
                <a:gd name="T7" fmla="*/ 1 h 606"/>
                <a:gd name="T8" fmla="*/ 1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543" name="Freeform 1562">
              <a:extLst>
                <a:ext uri="{FF2B5EF4-FFF2-40B4-BE49-F238E27FC236}">
                  <a16:creationId xmlns:a16="http://schemas.microsoft.com/office/drawing/2014/main" id="{62433D6D-472C-44B9-BA82-E841C37F7030}"/>
                </a:ext>
              </a:extLst>
            </p:cNvPr>
            <p:cNvSpPr>
              <a:spLocks/>
            </p:cNvSpPr>
            <p:nvPr/>
          </p:nvSpPr>
          <p:spPr bwMode="auto">
            <a:xfrm>
              <a:off x="1061" y="3018"/>
              <a:ext cx="1490" cy="451"/>
            </a:xfrm>
            <a:custGeom>
              <a:avLst/>
              <a:gdLst>
                <a:gd name="T0" fmla="*/ 1 w 2532"/>
                <a:gd name="T1" fmla="*/ 0 h 723"/>
                <a:gd name="T2" fmla="*/ 1 w 2532"/>
                <a:gd name="T3" fmla="*/ 0 h 723"/>
                <a:gd name="T4" fmla="*/ 1 w 2532"/>
                <a:gd name="T5" fmla="*/ 1 h 723"/>
                <a:gd name="T6" fmla="*/ 1 w 2532"/>
                <a:gd name="T7" fmla="*/ 1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544" name="Freeform 1563">
              <a:extLst>
                <a:ext uri="{FF2B5EF4-FFF2-40B4-BE49-F238E27FC236}">
                  <a16:creationId xmlns:a16="http://schemas.microsoft.com/office/drawing/2014/main" id="{0ED02F89-A56D-44E5-B033-49FAD8A5E195}"/>
                </a:ext>
              </a:extLst>
            </p:cNvPr>
            <p:cNvSpPr>
              <a:spLocks/>
            </p:cNvSpPr>
            <p:nvPr/>
          </p:nvSpPr>
          <p:spPr bwMode="auto">
            <a:xfrm flipV="1">
              <a:off x="2549" y="2986"/>
              <a:ext cx="608" cy="467"/>
            </a:xfrm>
            <a:custGeom>
              <a:avLst/>
              <a:gdLst>
                <a:gd name="T0" fmla="*/ 0 w 2532"/>
                <a:gd name="T1" fmla="*/ 0 h 723"/>
                <a:gd name="T2" fmla="*/ 0 w 2532"/>
                <a:gd name="T3" fmla="*/ 0 h 723"/>
                <a:gd name="T4" fmla="*/ 0 w 2532"/>
                <a:gd name="T5" fmla="*/ 1 h 723"/>
                <a:gd name="T6" fmla="*/ 0 w 2532"/>
                <a:gd name="T7" fmla="*/ 1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grpSp>
        <p:nvGrpSpPr>
          <p:cNvPr id="5182" name="Group 1564">
            <a:extLst>
              <a:ext uri="{FF2B5EF4-FFF2-40B4-BE49-F238E27FC236}">
                <a16:creationId xmlns:a16="http://schemas.microsoft.com/office/drawing/2014/main" id="{95A2E7E3-87AA-477A-BCF2-D7D372208D9F}"/>
              </a:ext>
            </a:extLst>
          </p:cNvPr>
          <p:cNvGrpSpPr>
            <a:grpSpLocks/>
          </p:cNvGrpSpPr>
          <p:nvPr/>
        </p:nvGrpSpPr>
        <p:grpSpPr bwMode="auto">
          <a:xfrm>
            <a:off x="8140701" y="5475289"/>
            <a:ext cx="474663" cy="407987"/>
            <a:chOff x="877" y="1008"/>
            <a:chExt cx="2747" cy="2591"/>
          </a:xfrm>
        </p:grpSpPr>
        <p:pic>
          <p:nvPicPr>
            <p:cNvPr id="5505" name="Picture 1565" descr="antenna_stylized">
              <a:extLst>
                <a:ext uri="{FF2B5EF4-FFF2-40B4-BE49-F238E27FC236}">
                  <a16:creationId xmlns:a16="http://schemas.microsoft.com/office/drawing/2014/main" id="{209453EE-C8AC-4E93-A658-4B3FED1EC7B6}"/>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06" name="Picture 1566" descr="laptop_keyboard">
              <a:extLst>
                <a:ext uri="{FF2B5EF4-FFF2-40B4-BE49-F238E27FC236}">
                  <a16:creationId xmlns:a16="http://schemas.microsoft.com/office/drawing/2014/main" id="{66D9A981-2CC7-41BA-A25A-D7E5842F2BB5}"/>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07" name="Freeform 1567">
              <a:extLst>
                <a:ext uri="{FF2B5EF4-FFF2-40B4-BE49-F238E27FC236}">
                  <a16:creationId xmlns:a16="http://schemas.microsoft.com/office/drawing/2014/main" id="{E36023B1-C729-4AF4-90C5-21A74AA68AC2}"/>
                </a:ext>
              </a:extLst>
            </p:cNvPr>
            <p:cNvSpPr>
              <a:spLocks/>
            </p:cNvSpPr>
            <p:nvPr/>
          </p:nvSpPr>
          <p:spPr bwMode="auto">
            <a:xfrm>
              <a:off x="1753" y="1603"/>
              <a:ext cx="1807" cy="1322"/>
            </a:xfrm>
            <a:custGeom>
              <a:avLst/>
              <a:gdLst>
                <a:gd name="T0" fmla="*/ 1 w 2982"/>
                <a:gd name="T1" fmla="*/ 0 h 2442"/>
                <a:gd name="T2" fmla="*/ 0 w 2982"/>
                <a:gd name="T3" fmla="*/ 1 h 2442"/>
                <a:gd name="T4" fmla="*/ 1 w 2982"/>
                <a:gd name="T5" fmla="*/ 1 h 2442"/>
                <a:gd name="T6" fmla="*/ 1 w 2982"/>
                <a:gd name="T7" fmla="*/ 1 h 2442"/>
                <a:gd name="T8" fmla="*/ 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pic>
          <p:nvPicPr>
            <p:cNvPr id="5508" name="Picture 1568" descr="screen">
              <a:extLst>
                <a:ext uri="{FF2B5EF4-FFF2-40B4-BE49-F238E27FC236}">
                  <a16:creationId xmlns:a16="http://schemas.microsoft.com/office/drawing/2014/main" id="{F05E6F0D-16F0-43D7-BEF9-26AED5A0423A}"/>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09" name="Freeform 1569">
              <a:extLst>
                <a:ext uri="{FF2B5EF4-FFF2-40B4-BE49-F238E27FC236}">
                  <a16:creationId xmlns:a16="http://schemas.microsoft.com/office/drawing/2014/main" id="{1945B48C-4EBC-497E-8F3A-91EA16983C8B}"/>
                </a:ext>
              </a:extLst>
            </p:cNvPr>
            <p:cNvSpPr>
              <a:spLocks/>
            </p:cNvSpPr>
            <p:nvPr/>
          </p:nvSpPr>
          <p:spPr bwMode="auto">
            <a:xfrm>
              <a:off x="2082" y="1564"/>
              <a:ext cx="1531" cy="246"/>
            </a:xfrm>
            <a:custGeom>
              <a:avLst/>
              <a:gdLst>
                <a:gd name="T0" fmla="*/ 1 w 2528"/>
                <a:gd name="T1" fmla="*/ 0 h 455"/>
                <a:gd name="T2" fmla="*/ 1 w 2528"/>
                <a:gd name="T3" fmla="*/ 1 h 455"/>
                <a:gd name="T4" fmla="*/ 1 w 2528"/>
                <a:gd name="T5" fmla="*/ 1 h 455"/>
                <a:gd name="T6" fmla="*/ 0 w 2528"/>
                <a:gd name="T7" fmla="*/ 1 h 455"/>
                <a:gd name="T8" fmla="*/ 1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510" name="Freeform 1570">
              <a:extLst>
                <a:ext uri="{FF2B5EF4-FFF2-40B4-BE49-F238E27FC236}">
                  <a16:creationId xmlns:a16="http://schemas.microsoft.com/office/drawing/2014/main" id="{459FF43A-6EC7-4587-9B92-2AB9400DBC51}"/>
                </a:ext>
              </a:extLst>
            </p:cNvPr>
            <p:cNvSpPr>
              <a:spLocks/>
            </p:cNvSpPr>
            <p:nvPr/>
          </p:nvSpPr>
          <p:spPr bwMode="auto">
            <a:xfrm>
              <a:off x="1737" y="1562"/>
              <a:ext cx="425" cy="1024"/>
            </a:xfrm>
            <a:custGeom>
              <a:avLst/>
              <a:gdLst>
                <a:gd name="T0" fmla="*/ 1 w 702"/>
                <a:gd name="T1" fmla="*/ 0 h 1893"/>
                <a:gd name="T2" fmla="*/ 0 w 702"/>
                <a:gd name="T3" fmla="*/ 1 h 1893"/>
                <a:gd name="T4" fmla="*/ 1 w 702"/>
                <a:gd name="T5" fmla="*/ 1 h 1893"/>
                <a:gd name="T6" fmla="*/ 1 w 702"/>
                <a:gd name="T7" fmla="*/ 1 h 1893"/>
                <a:gd name="T8" fmla="*/ 1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511" name="Freeform 1571">
              <a:extLst>
                <a:ext uri="{FF2B5EF4-FFF2-40B4-BE49-F238E27FC236}">
                  <a16:creationId xmlns:a16="http://schemas.microsoft.com/office/drawing/2014/main" id="{F45B66F9-8A0C-42F7-8238-B7F731A8B9BC}"/>
                </a:ext>
              </a:extLst>
            </p:cNvPr>
            <p:cNvSpPr>
              <a:spLocks/>
            </p:cNvSpPr>
            <p:nvPr/>
          </p:nvSpPr>
          <p:spPr bwMode="auto">
            <a:xfrm>
              <a:off x="3144" y="1745"/>
              <a:ext cx="458" cy="1182"/>
            </a:xfrm>
            <a:custGeom>
              <a:avLst/>
              <a:gdLst>
                <a:gd name="T0" fmla="*/ 1 w 756"/>
                <a:gd name="T1" fmla="*/ 0 h 2184"/>
                <a:gd name="T2" fmla="*/ 1 w 756"/>
                <a:gd name="T3" fmla="*/ 1 h 2184"/>
                <a:gd name="T4" fmla="*/ 0 w 756"/>
                <a:gd name="T5" fmla="*/ 1 h 2184"/>
                <a:gd name="T6" fmla="*/ 1 w 756"/>
                <a:gd name="T7" fmla="*/ 1 h 2184"/>
                <a:gd name="T8" fmla="*/ 1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512" name="Freeform 1572">
              <a:extLst>
                <a:ext uri="{FF2B5EF4-FFF2-40B4-BE49-F238E27FC236}">
                  <a16:creationId xmlns:a16="http://schemas.microsoft.com/office/drawing/2014/main" id="{6DBA7138-CE9C-4796-8114-1DC4FA6362B9}"/>
                </a:ext>
              </a:extLst>
            </p:cNvPr>
            <p:cNvSpPr>
              <a:spLocks/>
            </p:cNvSpPr>
            <p:nvPr/>
          </p:nvSpPr>
          <p:spPr bwMode="auto">
            <a:xfrm>
              <a:off x="1732" y="2534"/>
              <a:ext cx="1680" cy="399"/>
            </a:xfrm>
            <a:custGeom>
              <a:avLst/>
              <a:gdLst>
                <a:gd name="T0" fmla="*/ 1 w 2773"/>
                <a:gd name="T1" fmla="*/ 0 h 738"/>
                <a:gd name="T2" fmla="*/ 0 w 2773"/>
                <a:gd name="T3" fmla="*/ 1 h 738"/>
                <a:gd name="T4" fmla="*/ 1 w 2773"/>
                <a:gd name="T5" fmla="*/ 1 h 738"/>
                <a:gd name="T6" fmla="*/ 1 w 2773"/>
                <a:gd name="T7" fmla="*/ 1 h 738"/>
                <a:gd name="T8" fmla="*/ 1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513" name="Freeform 1573">
              <a:extLst>
                <a:ext uri="{FF2B5EF4-FFF2-40B4-BE49-F238E27FC236}">
                  <a16:creationId xmlns:a16="http://schemas.microsoft.com/office/drawing/2014/main" id="{A1BF0C0A-50A5-4EF9-A9E8-B8A7D302E2BA}"/>
                </a:ext>
              </a:extLst>
            </p:cNvPr>
            <p:cNvSpPr>
              <a:spLocks/>
            </p:cNvSpPr>
            <p:nvPr/>
          </p:nvSpPr>
          <p:spPr bwMode="auto">
            <a:xfrm>
              <a:off x="3195" y="1755"/>
              <a:ext cx="429" cy="1187"/>
            </a:xfrm>
            <a:custGeom>
              <a:avLst/>
              <a:gdLst>
                <a:gd name="T0" fmla="*/ 1 w 637"/>
                <a:gd name="T1" fmla="*/ 0 h 1659"/>
                <a:gd name="T2" fmla="*/ 1 w 637"/>
                <a:gd name="T3" fmla="*/ 0 h 1659"/>
                <a:gd name="T4" fmla="*/ 1 w 637"/>
                <a:gd name="T5" fmla="*/ 1 h 1659"/>
                <a:gd name="T6" fmla="*/ 0 w 637"/>
                <a:gd name="T7" fmla="*/ 1 h 1659"/>
                <a:gd name="T8" fmla="*/ 1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514" name="Freeform 1574">
              <a:extLst>
                <a:ext uri="{FF2B5EF4-FFF2-40B4-BE49-F238E27FC236}">
                  <a16:creationId xmlns:a16="http://schemas.microsoft.com/office/drawing/2014/main" id="{BF6FAD6B-4BA1-4A3D-B56A-F56E9A258678}"/>
                </a:ext>
              </a:extLst>
            </p:cNvPr>
            <p:cNvSpPr>
              <a:spLocks/>
            </p:cNvSpPr>
            <p:nvPr/>
          </p:nvSpPr>
          <p:spPr bwMode="auto">
            <a:xfrm>
              <a:off x="1734" y="2587"/>
              <a:ext cx="1494" cy="394"/>
            </a:xfrm>
            <a:custGeom>
              <a:avLst/>
              <a:gdLst>
                <a:gd name="T0" fmla="*/ 0 w 2216"/>
                <a:gd name="T1" fmla="*/ 0 h 550"/>
                <a:gd name="T2" fmla="*/ 1 w 2216"/>
                <a:gd name="T3" fmla="*/ 1 h 550"/>
                <a:gd name="T4" fmla="*/ 1 w 2216"/>
                <a:gd name="T5" fmla="*/ 1 h 550"/>
                <a:gd name="T6" fmla="*/ 1 w 2216"/>
                <a:gd name="T7" fmla="*/ 1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nvGrpSpPr>
            <p:cNvPr id="5515" name="Group 1575">
              <a:extLst>
                <a:ext uri="{FF2B5EF4-FFF2-40B4-BE49-F238E27FC236}">
                  <a16:creationId xmlns:a16="http://schemas.microsoft.com/office/drawing/2014/main" id="{AC94F5A9-25A9-4F34-8415-05137146CDD1}"/>
                </a:ext>
              </a:extLst>
            </p:cNvPr>
            <p:cNvGrpSpPr>
              <a:grpSpLocks/>
            </p:cNvGrpSpPr>
            <p:nvPr/>
          </p:nvGrpSpPr>
          <p:grpSpPr bwMode="auto">
            <a:xfrm>
              <a:off x="1709" y="3008"/>
              <a:ext cx="507" cy="234"/>
              <a:chOff x="1740" y="2642"/>
              <a:chExt cx="752" cy="327"/>
            </a:xfrm>
          </p:grpSpPr>
          <p:sp>
            <p:nvSpPr>
              <p:cNvPr id="5522" name="Freeform 1576">
                <a:extLst>
                  <a:ext uri="{FF2B5EF4-FFF2-40B4-BE49-F238E27FC236}">
                    <a16:creationId xmlns:a16="http://schemas.microsoft.com/office/drawing/2014/main" id="{694F8140-FD61-491E-9DCA-5349166C2066}"/>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523" name="Freeform 1577">
                <a:extLst>
                  <a:ext uri="{FF2B5EF4-FFF2-40B4-BE49-F238E27FC236}">
                    <a16:creationId xmlns:a16="http://schemas.microsoft.com/office/drawing/2014/main" id="{1D3FDFDE-2799-41C0-A569-20048C11BBEA}"/>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524" name="Freeform 1578">
                <a:extLst>
                  <a:ext uri="{FF2B5EF4-FFF2-40B4-BE49-F238E27FC236}">
                    <a16:creationId xmlns:a16="http://schemas.microsoft.com/office/drawing/2014/main" id="{3F98F6A7-E734-41B6-B477-8FEB23C60CD9}"/>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525" name="Freeform 1579">
                <a:extLst>
                  <a:ext uri="{FF2B5EF4-FFF2-40B4-BE49-F238E27FC236}">
                    <a16:creationId xmlns:a16="http://schemas.microsoft.com/office/drawing/2014/main" id="{28161140-BE6D-4889-B606-28CCD886FD50}"/>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526" name="Freeform 1580">
                <a:extLst>
                  <a:ext uri="{FF2B5EF4-FFF2-40B4-BE49-F238E27FC236}">
                    <a16:creationId xmlns:a16="http://schemas.microsoft.com/office/drawing/2014/main" id="{A9E7DAC3-EDDA-48F2-BDE9-51696AC05D8E}"/>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527" name="Freeform 1581">
                <a:extLst>
                  <a:ext uri="{FF2B5EF4-FFF2-40B4-BE49-F238E27FC236}">
                    <a16:creationId xmlns:a16="http://schemas.microsoft.com/office/drawing/2014/main" id="{C7D11446-92A6-4428-9166-54DF173B71F5}"/>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sp>
          <p:nvSpPr>
            <p:cNvPr id="5516" name="Freeform 1582">
              <a:extLst>
                <a:ext uri="{FF2B5EF4-FFF2-40B4-BE49-F238E27FC236}">
                  <a16:creationId xmlns:a16="http://schemas.microsoft.com/office/drawing/2014/main" id="{659F5531-116C-413B-96A3-7F99A3359F4B}"/>
                </a:ext>
              </a:extLst>
            </p:cNvPr>
            <p:cNvSpPr>
              <a:spLocks/>
            </p:cNvSpPr>
            <p:nvPr/>
          </p:nvSpPr>
          <p:spPr bwMode="auto">
            <a:xfrm>
              <a:off x="2577" y="3043"/>
              <a:ext cx="614" cy="514"/>
            </a:xfrm>
            <a:custGeom>
              <a:avLst/>
              <a:gdLst>
                <a:gd name="T0" fmla="*/ 1 w 990"/>
                <a:gd name="T1" fmla="*/ 1 h 792"/>
                <a:gd name="T2" fmla="*/ 1 w 990"/>
                <a:gd name="T3" fmla="*/ 0 h 792"/>
                <a:gd name="T4" fmla="*/ 1 w 990"/>
                <a:gd name="T5" fmla="*/ 1 h 792"/>
                <a:gd name="T6" fmla="*/ 0 w 990"/>
                <a:gd name="T7" fmla="*/ 1 h 792"/>
                <a:gd name="T8" fmla="*/ 1 w 990"/>
                <a:gd name="T9" fmla="*/ 1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517" name="Freeform 1583">
              <a:extLst>
                <a:ext uri="{FF2B5EF4-FFF2-40B4-BE49-F238E27FC236}">
                  <a16:creationId xmlns:a16="http://schemas.microsoft.com/office/drawing/2014/main" id="{713258DE-A5FD-4D29-A0CB-D622EDAFEBAB}"/>
                </a:ext>
              </a:extLst>
            </p:cNvPr>
            <p:cNvSpPr>
              <a:spLocks/>
            </p:cNvSpPr>
            <p:nvPr/>
          </p:nvSpPr>
          <p:spPr bwMode="auto">
            <a:xfrm>
              <a:off x="1010" y="3084"/>
              <a:ext cx="1571" cy="469"/>
            </a:xfrm>
            <a:custGeom>
              <a:avLst/>
              <a:gdLst>
                <a:gd name="T0" fmla="*/ 1 w 2532"/>
                <a:gd name="T1" fmla="*/ 0 h 723"/>
                <a:gd name="T2" fmla="*/ 1 w 2532"/>
                <a:gd name="T3" fmla="*/ 0 h 723"/>
                <a:gd name="T4" fmla="*/ 1 w 2532"/>
                <a:gd name="T5" fmla="*/ 1 h 723"/>
                <a:gd name="T6" fmla="*/ 1 w 2532"/>
                <a:gd name="T7" fmla="*/ 1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518" name="Freeform 1584">
              <a:extLst>
                <a:ext uri="{FF2B5EF4-FFF2-40B4-BE49-F238E27FC236}">
                  <a16:creationId xmlns:a16="http://schemas.microsoft.com/office/drawing/2014/main" id="{3F3B978C-39B8-4A38-AC18-CD8E21849B7F}"/>
                </a:ext>
              </a:extLst>
            </p:cNvPr>
            <p:cNvSpPr>
              <a:spLocks/>
            </p:cNvSpPr>
            <p:nvPr/>
          </p:nvSpPr>
          <p:spPr bwMode="auto">
            <a:xfrm>
              <a:off x="1011" y="2998"/>
              <a:ext cx="17" cy="95"/>
            </a:xfrm>
            <a:custGeom>
              <a:avLst/>
              <a:gdLst>
                <a:gd name="T0" fmla="*/ 1 w 26"/>
                <a:gd name="T1" fmla="*/ 1 h 147"/>
                <a:gd name="T2" fmla="*/ 1 w 26"/>
                <a:gd name="T3" fmla="*/ 1 h 147"/>
                <a:gd name="T4" fmla="*/ 0 w 26"/>
                <a:gd name="T5" fmla="*/ 1 h 147"/>
                <a:gd name="T6" fmla="*/ 1 w 26"/>
                <a:gd name="T7" fmla="*/ 0 h 147"/>
                <a:gd name="T8" fmla="*/ 1 w 26"/>
                <a:gd name="T9" fmla="*/ 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519" name="Freeform 1585">
              <a:extLst>
                <a:ext uri="{FF2B5EF4-FFF2-40B4-BE49-F238E27FC236}">
                  <a16:creationId xmlns:a16="http://schemas.microsoft.com/office/drawing/2014/main" id="{87339E1A-5109-46FA-8BD7-D22931EFA93A}"/>
                </a:ext>
              </a:extLst>
            </p:cNvPr>
            <p:cNvSpPr>
              <a:spLocks/>
            </p:cNvSpPr>
            <p:nvPr/>
          </p:nvSpPr>
          <p:spPr bwMode="auto">
            <a:xfrm>
              <a:off x="1012" y="2611"/>
              <a:ext cx="730" cy="393"/>
            </a:xfrm>
            <a:custGeom>
              <a:avLst/>
              <a:gdLst>
                <a:gd name="T0" fmla="*/ 1 w 1176"/>
                <a:gd name="T1" fmla="*/ 0 h 606"/>
                <a:gd name="T2" fmla="*/ 0 w 1176"/>
                <a:gd name="T3" fmla="*/ 1 h 606"/>
                <a:gd name="T4" fmla="*/ 1 w 1176"/>
                <a:gd name="T5" fmla="*/ 1 h 606"/>
                <a:gd name="T6" fmla="*/ 1 w 1176"/>
                <a:gd name="T7" fmla="*/ 1 h 606"/>
                <a:gd name="T8" fmla="*/ 1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520" name="Freeform 1586">
              <a:extLst>
                <a:ext uri="{FF2B5EF4-FFF2-40B4-BE49-F238E27FC236}">
                  <a16:creationId xmlns:a16="http://schemas.microsoft.com/office/drawing/2014/main" id="{1E08F3FB-38A6-4847-844F-2EC7B51C1BE7}"/>
                </a:ext>
              </a:extLst>
            </p:cNvPr>
            <p:cNvSpPr>
              <a:spLocks/>
            </p:cNvSpPr>
            <p:nvPr/>
          </p:nvSpPr>
          <p:spPr bwMode="auto">
            <a:xfrm>
              <a:off x="1061" y="3018"/>
              <a:ext cx="1490" cy="451"/>
            </a:xfrm>
            <a:custGeom>
              <a:avLst/>
              <a:gdLst>
                <a:gd name="T0" fmla="*/ 1 w 2532"/>
                <a:gd name="T1" fmla="*/ 0 h 723"/>
                <a:gd name="T2" fmla="*/ 1 w 2532"/>
                <a:gd name="T3" fmla="*/ 0 h 723"/>
                <a:gd name="T4" fmla="*/ 1 w 2532"/>
                <a:gd name="T5" fmla="*/ 1 h 723"/>
                <a:gd name="T6" fmla="*/ 1 w 2532"/>
                <a:gd name="T7" fmla="*/ 1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521" name="Freeform 1587">
              <a:extLst>
                <a:ext uri="{FF2B5EF4-FFF2-40B4-BE49-F238E27FC236}">
                  <a16:creationId xmlns:a16="http://schemas.microsoft.com/office/drawing/2014/main" id="{D83C7037-510A-4D74-8437-09ED1D15CDA3}"/>
                </a:ext>
              </a:extLst>
            </p:cNvPr>
            <p:cNvSpPr>
              <a:spLocks/>
            </p:cNvSpPr>
            <p:nvPr/>
          </p:nvSpPr>
          <p:spPr bwMode="auto">
            <a:xfrm flipV="1">
              <a:off x="2549" y="2986"/>
              <a:ext cx="608" cy="467"/>
            </a:xfrm>
            <a:custGeom>
              <a:avLst/>
              <a:gdLst>
                <a:gd name="T0" fmla="*/ 0 w 2532"/>
                <a:gd name="T1" fmla="*/ 0 h 723"/>
                <a:gd name="T2" fmla="*/ 0 w 2532"/>
                <a:gd name="T3" fmla="*/ 0 h 723"/>
                <a:gd name="T4" fmla="*/ 0 w 2532"/>
                <a:gd name="T5" fmla="*/ 1 h 723"/>
                <a:gd name="T6" fmla="*/ 0 w 2532"/>
                <a:gd name="T7" fmla="*/ 1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grpSp>
        <p:nvGrpSpPr>
          <p:cNvPr id="5183" name="Group 1588">
            <a:extLst>
              <a:ext uri="{FF2B5EF4-FFF2-40B4-BE49-F238E27FC236}">
                <a16:creationId xmlns:a16="http://schemas.microsoft.com/office/drawing/2014/main" id="{AB4DE9EF-BEF7-45AB-9E7E-E6EDEFAD0236}"/>
              </a:ext>
            </a:extLst>
          </p:cNvPr>
          <p:cNvGrpSpPr>
            <a:grpSpLocks/>
          </p:cNvGrpSpPr>
          <p:nvPr/>
        </p:nvGrpSpPr>
        <p:grpSpPr bwMode="auto">
          <a:xfrm>
            <a:off x="6829425" y="3030539"/>
            <a:ext cx="444500" cy="407987"/>
            <a:chOff x="877" y="1008"/>
            <a:chExt cx="2747" cy="2591"/>
          </a:xfrm>
        </p:grpSpPr>
        <p:pic>
          <p:nvPicPr>
            <p:cNvPr id="5482" name="Picture 1589" descr="antenna_stylized">
              <a:extLst>
                <a:ext uri="{FF2B5EF4-FFF2-40B4-BE49-F238E27FC236}">
                  <a16:creationId xmlns:a16="http://schemas.microsoft.com/office/drawing/2014/main" id="{A475488C-CEE0-4A02-86B2-71168185BBC3}"/>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83" name="Picture 1590" descr="laptop_keyboard">
              <a:extLst>
                <a:ext uri="{FF2B5EF4-FFF2-40B4-BE49-F238E27FC236}">
                  <a16:creationId xmlns:a16="http://schemas.microsoft.com/office/drawing/2014/main" id="{4819C0F2-805E-49A8-88B3-ABCD057A7787}"/>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84" name="Freeform 1591">
              <a:extLst>
                <a:ext uri="{FF2B5EF4-FFF2-40B4-BE49-F238E27FC236}">
                  <a16:creationId xmlns:a16="http://schemas.microsoft.com/office/drawing/2014/main" id="{09B83B7C-8608-4CF0-822C-2191502C241E}"/>
                </a:ext>
              </a:extLst>
            </p:cNvPr>
            <p:cNvSpPr>
              <a:spLocks/>
            </p:cNvSpPr>
            <p:nvPr/>
          </p:nvSpPr>
          <p:spPr bwMode="auto">
            <a:xfrm>
              <a:off x="1753" y="1603"/>
              <a:ext cx="1807" cy="1322"/>
            </a:xfrm>
            <a:custGeom>
              <a:avLst/>
              <a:gdLst>
                <a:gd name="T0" fmla="*/ 1 w 2982"/>
                <a:gd name="T1" fmla="*/ 0 h 2442"/>
                <a:gd name="T2" fmla="*/ 0 w 2982"/>
                <a:gd name="T3" fmla="*/ 1 h 2442"/>
                <a:gd name="T4" fmla="*/ 1 w 2982"/>
                <a:gd name="T5" fmla="*/ 1 h 2442"/>
                <a:gd name="T6" fmla="*/ 1 w 2982"/>
                <a:gd name="T7" fmla="*/ 1 h 2442"/>
                <a:gd name="T8" fmla="*/ 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pic>
          <p:nvPicPr>
            <p:cNvPr id="5485" name="Picture 1592" descr="screen">
              <a:extLst>
                <a:ext uri="{FF2B5EF4-FFF2-40B4-BE49-F238E27FC236}">
                  <a16:creationId xmlns:a16="http://schemas.microsoft.com/office/drawing/2014/main" id="{6E97144E-A70D-4EB7-80D1-5AA8A99E3D13}"/>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86" name="Freeform 1593">
              <a:extLst>
                <a:ext uri="{FF2B5EF4-FFF2-40B4-BE49-F238E27FC236}">
                  <a16:creationId xmlns:a16="http://schemas.microsoft.com/office/drawing/2014/main" id="{9FC40541-DC5F-4F49-B373-3C6A99B1AF3C}"/>
                </a:ext>
              </a:extLst>
            </p:cNvPr>
            <p:cNvSpPr>
              <a:spLocks/>
            </p:cNvSpPr>
            <p:nvPr/>
          </p:nvSpPr>
          <p:spPr bwMode="auto">
            <a:xfrm>
              <a:off x="2082" y="1564"/>
              <a:ext cx="1531" cy="246"/>
            </a:xfrm>
            <a:custGeom>
              <a:avLst/>
              <a:gdLst>
                <a:gd name="T0" fmla="*/ 1 w 2528"/>
                <a:gd name="T1" fmla="*/ 0 h 455"/>
                <a:gd name="T2" fmla="*/ 1 w 2528"/>
                <a:gd name="T3" fmla="*/ 1 h 455"/>
                <a:gd name="T4" fmla="*/ 1 w 2528"/>
                <a:gd name="T5" fmla="*/ 1 h 455"/>
                <a:gd name="T6" fmla="*/ 0 w 2528"/>
                <a:gd name="T7" fmla="*/ 1 h 455"/>
                <a:gd name="T8" fmla="*/ 1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487" name="Freeform 1594">
              <a:extLst>
                <a:ext uri="{FF2B5EF4-FFF2-40B4-BE49-F238E27FC236}">
                  <a16:creationId xmlns:a16="http://schemas.microsoft.com/office/drawing/2014/main" id="{C0C24E76-6A69-48DF-92F1-95F7E3D60C4C}"/>
                </a:ext>
              </a:extLst>
            </p:cNvPr>
            <p:cNvSpPr>
              <a:spLocks/>
            </p:cNvSpPr>
            <p:nvPr/>
          </p:nvSpPr>
          <p:spPr bwMode="auto">
            <a:xfrm>
              <a:off x="1737" y="1562"/>
              <a:ext cx="425" cy="1024"/>
            </a:xfrm>
            <a:custGeom>
              <a:avLst/>
              <a:gdLst>
                <a:gd name="T0" fmla="*/ 1 w 702"/>
                <a:gd name="T1" fmla="*/ 0 h 1893"/>
                <a:gd name="T2" fmla="*/ 0 w 702"/>
                <a:gd name="T3" fmla="*/ 1 h 1893"/>
                <a:gd name="T4" fmla="*/ 1 w 702"/>
                <a:gd name="T5" fmla="*/ 1 h 1893"/>
                <a:gd name="T6" fmla="*/ 1 w 702"/>
                <a:gd name="T7" fmla="*/ 1 h 1893"/>
                <a:gd name="T8" fmla="*/ 1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488" name="Freeform 1595">
              <a:extLst>
                <a:ext uri="{FF2B5EF4-FFF2-40B4-BE49-F238E27FC236}">
                  <a16:creationId xmlns:a16="http://schemas.microsoft.com/office/drawing/2014/main" id="{6506CD8F-DF8D-4232-B96E-C10D9898AAFD}"/>
                </a:ext>
              </a:extLst>
            </p:cNvPr>
            <p:cNvSpPr>
              <a:spLocks/>
            </p:cNvSpPr>
            <p:nvPr/>
          </p:nvSpPr>
          <p:spPr bwMode="auto">
            <a:xfrm>
              <a:off x="3144" y="1745"/>
              <a:ext cx="458" cy="1182"/>
            </a:xfrm>
            <a:custGeom>
              <a:avLst/>
              <a:gdLst>
                <a:gd name="T0" fmla="*/ 1 w 756"/>
                <a:gd name="T1" fmla="*/ 0 h 2184"/>
                <a:gd name="T2" fmla="*/ 1 w 756"/>
                <a:gd name="T3" fmla="*/ 1 h 2184"/>
                <a:gd name="T4" fmla="*/ 0 w 756"/>
                <a:gd name="T5" fmla="*/ 1 h 2184"/>
                <a:gd name="T6" fmla="*/ 1 w 756"/>
                <a:gd name="T7" fmla="*/ 1 h 2184"/>
                <a:gd name="T8" fmla="*/ 1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489" name="Freeform 1596">
              <a:extLst>
                <a:ext uri="{FF2B5EF4-FFF2-40B4-BE49-F238E27FC236}">
                  <a16:creationId xmlns:a16="http://schemas.microsoft.com/office/drawing/2014/main" id="{E74D338D-3B61-47DC-9EC3-E9FF47E19DAA}"/>
                </a:ext>
              </a:extLst>
            </p:cNvPr>
            <p:cNvSpPr>
              <a:spLocks/>
            </p:cNvSpPr>
            <p:nvPr/>
          </p:nvSpPr>
          <p:spPr bwMode="auto">
            <a:xfrm>
              <a:off x="1732" y="2534"/>
              <a:ext cx="1680" cy="399"/>
            </a:xfrm>
            <a:custGeom>
              <a:avLst/>
              <a:gdLst>
                <a:gd name="T0" fmla="*/ 1 w 2773"/>
                <a:gd name="T1" fmla="*/ 0 h 738"/>
                <a:gd name="T2" fmla="*/ 0 w 2773"/>
                <a:gd name="T3" fmla="*/ 1 h 738"/>
                <a:gd name="T4" fmla="*/ 1 w 2773"/>
                <a:gd name="T5" fmla="*/ 1 h 738"/>
                <a:gd name="T6" fmla="*/ 1 w 2773"/>
                <a:gd name="T7" fmla="*/ 1 h 738"/>
                <a:gd name="T8" fmla="*/ 1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490" name="Freeform 1597">
              <a:extLst>
                <a:ext uri="{FF2B5EF4-FFF2-40B4-BE49-F238E27FC236}">
                  <a16:creationId xmlns:a16="http://schemas.microsoft.com/office/drawing/2014/main" id="{17DFA0A0-C7FE-4D34-BD28-FE3A77F487CB}"/>
                </a:ext>
              </a:extLst>
            </p:cNvPr>
            <p:cNvSpPr>
              <a:spLocks/>
            </p:cNvSpPr>
            <p:nvPr/>
          </p:nvSpPr>
          <p:spPr bwMode="auto">
            <a:xfrm>
              <a:off x="3195" y="1755"/>
              <a:ext cx="429" cy="1187"/>
            </a:xfrm>
            <a:custGeom>
              <a:avLst/>
              <a:gdLst>
                <a:gd name="T0" fmla="*/ 1 w 637"/>
                <a:gd name="T1" fmla="*/ 0 h 1659"/>
                <a:gd name="T2" fmla="*/ 1 w 637"/>
                <a:gd name="T3" fmla="*/ 0 h 1659"/>
                <a:gd name="T4" fmla="*/ 1 w 637"/>
                <a:gd name="T5" fmla="*/ 1 h 1659"/>
                <a:gd name="T6" fmla="*/ 0 w 637"/>
                <a:gd name="T7" fmla="*/ 1 h 1659"/>
                <a:gd name="T8" fmla="*/ 1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491" name="Freeform 1598">
              <a:extLst>
                <a:ext uri="{FF2B5EF4-FFF2-40B4-BE49-F238E27FC236}">
                  <a16:creationId xmlns:a16="http://schemas.microsoft.com/office/drawing/2014/main" id="{BE72324F-22FA-4035-91E6-B06C8A8AAA59}"/>
                </a:ext>
              </a:extLst>
            </p:cNvPr>
            <p:cNvSpPr>
              <a:spLocks/>
            </p:cNvSpPr>
            <p:nvPr/>
          </p:nvSpPr>
          <p:spPr bwMode="auto">
            <a:xfrm>
              <a:off x="1734" y="2587"/>
              <a:ext cx="1494" cy="394"/>
            </a:xfrm>
            <a:custGeom>
              <a:avLst/>
              <a:gdLst>
                <a:gd name="T0" fmla="*/ 0 w 2216"/>
                <a:gd name="T1" fmla="*/ 0 h 550"/>
                <a:gd name="T2" fmla="*/ 1 w 2216"/>
                <a:gd name="T3" fmla="*/ 1 h 550"/>
                <a:gd name="T4" fmla="*/ 1 w 2216"/>
                <a:gd name="T5" fmla="*/ 1 h 550"/>
                <a:gd name="T6" fmla="*/ 1 w 2216"/>
                <a:gd name="T7" fmla="*/ 1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nvGrpSpPr>
            <p:cNvPr id="5492" name="Group 1599">
              <a:extLst>
                <a:ext uri="{FF2B5EF4-FFF2-40B4-BE49-F238E27FC236}">
                  <a16:creationId xmlns:a16="http://schemas.microsoft.com/office/drawing/2014/main" id="{830BD94A-27E6-4192-A047-F8F3C3BBBB62}"/>
                </a:ext>
              </a:extLst>
            </p:cNvPr>
            <p:cNvGrpSpPr>
              <a:grpSpLocks/>
            </p:cNvGrpSpPr>
            <p:nvPr/>
          </p:nvGrpSpPr>
          <p:grpSpPr bwMode="auto">
            <a:xfrm>
              <a:off x="1709" y="3008"/>
              <a:ext cx="507" cy="234"/>
              <a:chOff x="1740" y="2642"/>
              <a:chExt cx="752" cy="327"/>
            </a:xfrm>
          </p:grpSpPr>
          <p:sp>
            <p:nvSpPr>
              <p:cNvPr id="5499" name="Freeform 1600">
                <a:extLst>
                  <a:ext uri="{FF2B5EF4-FFF2-40B4-BE49-F238E27FC236}">
                    <a16:creationId xmlns:a16="http://schemas.microsoft.com/office/drawing/2014/main" id="{8A170805-7EB4-4AE5-9EFF-03BEC9856BBD}"/>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500" name="Freeform 1601">
                <a:extLst>
                  <a:ext uri="{FF2B5EF4-FFF2-40B4-BE49-F238E27FC236}">
                    <a16:creationId xmlns:a16="http://schemas.microsoft.com/office/drawing/2014/main" id="{0F6D1A2C-B61F-4847-9F3C-C9718462CE7E}"/>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501" name="Freeform 1602">
                <a:extLst>
                  <a:ext uri="{FF2B5EF4-FFF2-40B4-BE49-F238E27FC236}">
                    <a16:creationId xmlns:a16="http://schemas.microsoft.com/office/drawing/2014/main" id="{20E9FB4A-401F-4460-A3DF-086C693856CA}"/>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502" name="Freeform 1603">
                <a:extLst>
                  <a:ext uri="{FF2B5EF4-FFF2-40B4-BE49-F238E27FC236}">
                    <a16:creationId xmlns:a16="http://schemas.microsoft.com/office/drawing/2014/main" id="{BD3B2497-428C-4ABF-A234-54636C94CE0D}"/>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503" name="Freeform 1604">
                <a:extLst>
                  <a:ext uri="{FF2B5EF4-FFF2-40B4-BE49-F238E27FC236}">
                    <a16:creationId xmlns:a16="http://schemas.microsoft.com/office/drawing/2014/main" id="{3075BD1C-0C28-4FCA-8DB7-818494AF23D2}"/>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504" name="Freeform 1605">
                <a:extLst>
                  <a:ext uri="{FF2B5EF4-FFF2-40B4-BE49-F238E27FC236}">
                    <a16:creationId xmlns:a16="http://schemas.microsoft.com/office/drawing/2014/main" id="{8405187C-FFFB-4285-9999-3B237D109BFE}"/>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sp>
          <p:nvSpPr>
            <p:cNvPr id="5493" name="Freeform 1606">
              <a:extLst>
                <a:ext uri="{FF2B5EF4-FFF2-40B4-BE49-F238E27FC236}">
                  <a16:creationId xmlns:a16="http://schemas.microsoft.com/office/drawing/2014/main" id="{1A75AFEF-34EF-4DBD-A1F9-7A4EFB8C384F}"/>
                </a:ext>
              </a:extLst>
            </p:cNvPr>
            <p:cNvSpPr>
              <a:spLocks/>
            </p:cNvSpPr>
            <p:nvPr/>
          </p:nvSpPr>
          <p:spPr bwMode="auto">
            <a:xfrm>
              <a:off x="2577" y="3043"/>
              <a:ext cx="614" cy="514"/>
            </a:xfrm>
            <a:custGeom>
              <a:avLst/>
              <a:gdLst>
                <a:gd name="T0" fmla="*/ 1 w 990"/>
                <a:gd name="T1" fmla="*/ 1 h 792"/>
                <a:gd name="T2" fmla="*/ 1 w 990"/>
                <a:gd name="T3" fmla="*/ 0 h 792"/>
                <a:gd name="T4" fmla="*/ 1 w 990"/>
                <a:gd name="T5" fmla="*/ 1 h 792"/>
                <a:gd name="T6" fmla="*/ 0 w 990"/>
                <a:gd name="T7" fmla="*/ 1 h 792"/>
                <a:gd name="T8" fmla="*/ 1 w 990"/>
                <a:gd name="T9" fmla="*/ 1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494" name="Freeform 1607">
              <a:extLst>
                <a:ext uri="{FF2B5EF4-FFF2-40B4-BE49-F238E27FC236}">
                  <a16:creationId xmlns:a16="http://schemas.microsoft.com/office/drawing/2014/main" id="{C53FFF97-09D0-4101-8542-D17337304D8A}"/>
                </a:ext>
              </a:extLst>
            </p:cNvPr>
            <p:cNvSpPr>
              <a:spLocks/>
            </p:cNvSpPr>
            <p:nvPr/>
          </p:nvSpPr>
          <p:spPr bwMode="auto">
            <a:xfrm>
              <a:off x="1010" y="3084"/>
              <a:ext cx="1571" cy="469"/>
            </a:xfrm>
            <a:custGeom>
              <a:avLst/>
              <a:gdLst>
                <a:gd name="T0" fmla="*/ 1 w 2532"/>
                <a:gd name="T1" fmla="*/ 0 h 723"/>
                <a:gd name="T2" fmla="*/ 1 w 2532"/>
                <a:gd name="T3" fmla="*/ 0 h 723"/>
                <a:gd name="T4" fmla="*/ 1 w 2532"/>
                <a:gd name="T5" fmla="*/ 1 h 723"/>
                <a:gd name="T6" fmla="*/ 1 w 2532"/>
                <a:gd name="T7" fmla="*/ 1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495" name="Freeform 1608">
              <a:extLst>
                <a:ext uri="{FF2B5EF4-FFF2-40B4-BE49-F238E27FC236}">
                  <a16:creationId xmlns:a16="http://schemas.microsoft.com/office/drawing/2014/main" id="{7C82A97F-EF9F-40C6-B3E1-BA6060F0F085}"/>
                </a:ext>
              </a:extLst>
            </p:cNvPr>
            <p:cNvSpPr>
              <a:spLocks/>
            </p:cNvSpPr>
            <p:nvPr/>
          </p:nvSpPr>
          <p:spPr bwMode="auto">
            <a:xfrm>
              <a:off x="1011" y="2998"/>
              <a:ext cx="17" cy="95"/>
            </a:xfrm>
            <a:custGeom>
              <a:avLst/>
              <a:gdLst>
                <a:gd name="T0" fmla="*/ 1 w 26"/>
                <a:gd name="T1" fmla="*/ 1 h 147"/>
                <a:gd name="T2" fmla="*/ 1 w 26"/>
                <a:gd name="T3" fmla="*/ 1 h 147"/>
                <a:gd name="T4" fmla="*/ 0 w 26"/>
                <a:gd name="T5" fmla="*/ 1 h 147"/>
                <a:gd name="T6" fmla="*/ 1 w 26"/>
                <a:gd name="T7" fmla="*/ 0 h 147"/>
                <a:gd name="T8" fmla="*/ 1 w 26"/>
                <a:gd name="T9" fmla="*/ 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496" name="Freeform 1609">
              <a:extLst>
                <a:ext uri="{FF2B5EF4-FFF2-40B4-BE49-F238E27FC236}">
                  <a16:creationId xmlns:a16="http://schemas.microsoft.com/office/drawing/2014/main" id="{F0E3B580-A362-483D-A06B-B370E5D1C8EA}"/>
                </a:ext>
              </a:extLst>
            </p:cNvPr>
            <p:cNvSpPr>
              <a:spLocks/>
            </p:cNvSpPr>
            <p:nvPr/>
          </p:nvSpPr>
          <p:spPr bwMode="auto">
            <a:xfrm>
              <a:off x="1012" y="2611"/>
              <a:ext cx="730" cy="393"/>
            </a:xfrm>
            <a:custGeom>
              <a:avLst/>
              <a:gdLst>
                <a:gd name="T0" fmla="*/ 1 w 1176"/>
                <a:gd name="T1" fmla="*/ 0 h 606"/>
                <a:gd name="T2" fmla="*/ 0 w 1176"/>
                <a:gd name="T3" fmla="*/ 1 h 606"/>
                <a:gd name="T4" fmla="*/ 1 w 1176"/>
                <a:gd name="T5" fmla="*/ 1 h 606"/>
                <a:gd name="T6" fmla="*/ 1 w 1176"/>
                <a:gd name="T7" fmla="*/ 1 h 606"/>
                <a:gd name="T8" fmla="*/ 1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497" name="Freeform 1610">
              <a:extLst>
                <a:ext uri="{FF2B5EF4-FFF2-40B4-BE49-F238E27FC236}">
                  <a16:creationId xmlns:a16="http://schemas.microsoft.com/office/drawing/2014/main" id="{46691DFD-954F-4CDC-A5A6-91006F7EB34A}"/>
                </a:ext>
              </a:extLst>
            </p:cNvPr>
            <p:cNvSpPr>
              <a:spLocks/>
            </p:cNvSpPr>
            <p:nvPr/>
          </p:nvSpPr>
          <p:spPr bwMode="auto">
            <a:xfrm>
              <a:off x="1061" y="3018"/>
              <a:ext cx="1490" cy="451"/>
            </a:xfrm>
            <a:custGeom>
              <a:avLst/>
              <a:gdLst>
                <a:gd name="T0" fmla="*/ 1 w 2532"/>
                <a:gd name="T1" fmla="*/ 0 h 723"/>
                <a:gd name="T2" fmla="*/ 1 w 2532"/>
                <a:gd name="T3" fmla="*/ 0 h 723"/>
                <a:gd name="T4" fmla="*/ 1 w 2532"/>
                <a:gd name="T5" fmla="*/ 1 h 723"/>
                <a:gd name="T6" fmla="*/ 1 w 2532"/>
                <a:gd name="T7" fmla="*/ 1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498" name="Freeform 1611">
              <a:extLst>
                <a:ext uri="{FF2B5EF4-FFF2-40B4-BE49-F238E27FC236}">
                  <a16:creationId xmlns:a16="http://schemas.microsoft.com/office/drawing/2014/main" id="{7286BDFD-75C0-4C87-8EDB-CFE4700D418A}"/>
                </a:ext>
              </a:extLst>
            </p:cNvPr>
            <p:cNvSpPr>
              <a:spLocks/>
            </p:cNvSpPr>
            <p:nvPr/>
          </p:nvSpPr>
          <p:spPr bwMode="auto">
            <a:xfrm flipV="1">
              <a:off x="2549" y="2986"/>
              <a:ext cx="608" cy="467"/>
            </a:xfrm>
            <a:custGeom>
              <a:avLst/>
              <a:gdLst>
                <a:gd name="T0" fmla="*/ 0 w 2532"/>
                <a:gd name="T1" fmla="*/ 0 h 723"/>
                <a:gd name="T2" fmla="*/ 0 w 2532"/>
                <a:gd name="T3" fmla="*/ 0 h 723"/>
                <a:gd name="T4" fmla="*/ 0 w 2532"/>
                <a:gd name="T5" fmla="*/ 1 h 723"/>
                <a:gd name="T6" fmla="*/ 0 w 2532"/>
                <a:gd name="T7" fmla="*/ 1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grpSp>
        <p:nvGrpSpPr>
          <p:cNvPr id="5184" name="Group 1612">
            <a:extLst>
              <a:ext uri="{FF2B5EF4-FFF2-40B4-BE49-F238E27FC236}">
                <a16:creationId xmlns:a16="http://schemas.microsoft.com/office/drawing/2014/main" id="{A7C4C062-FDF7-4049-98CF-A404818B6186}"/>
              </a:ext>
            </a:extLst>
          </p:cNvPr>
          <p:cNvGrpSpPr>
            <a:grpSpLocks/>
          </p:cNvGrpSpPr>
          <p:nvPr/>
        </p:nvGrpSpPr>
        <p:grpSpPr bwMode="auto">
          <a:xfrm flipH="1">
            <a:off x="7208839" y="3211513"/>
            <a:ext cx="414337" cy="373062"/>
            <a:chOff x="2839" y="3501"/>
            <a:chExt cx="755" cy="803"/>
          </a:xfrm>
        </p:grpSpPr>
        <p:pic>
          <p:nvPicPr>
            <p:cNvPr id="5480" name="Picture 1613" descr="desktop_computer_stylized_medium">
              <a:extLst>
                <a:ext uri="{FF2B5EF4-FFF2-40B4-BE49-F238E27FC236}">
                  <a16:creationId xmlns:a16="http://schemas.microsoft.com/office/drawing/2014/main" id="{1FC707E9-7606-4249-B23E-4DF5D9C7F3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81" name="Freeform 1614">
              <a:extLst>
                <a:ext uri="{FF2B5EF4-FFF2-40B4-BE49-F238E27FC236}">
                  <a16:creationId xmlns:a16="http://schemas.microsoft.com/office/drawing/2014/main" id="{E98BA525-6DB5-47E1-BAD4-3C033B34B2C1}"/>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grpSp>
        <p:nvGrpSpPr>
          <p:cNvPr id="5185" name="Group 1615">
            <a:extLst>
              <a:ext uri="{FF2B5EF4-FFF2-40B4-BE49-F238E27FC236}">
                <a16:creationId xmlns:a16="http://schemas.microsoft.com/office/drawing/2014/main" id="{99C104CE-FDAE-4D59-BF0E-800B22ADD038}"/>
              </a:ext>
            </a:extLst>
          </p:cNvPr>
          <p:cNvGrpSpPr>
            <a:grpSpLocks/>
          </p:cNvGrpSpPr>
          <p:nvPr/>
        </p:nvGrpSpPr>
        <p:grpSpPr bwMode="auto">
          <a:xfrm>
            <a:off x="8575676" y="5411789"/>
            <a:ext cx="474663" cy="407987"/>
            <a:chOff x="877" y="1008"/>
            <a:chExt cx="2747" cy="2591"/>
          </a:xfrm>
        </p:grpSpPr>
        <p:pic>
          <p:nvPicPr>
            <p:cNvPr id="5457" name="Picture 1616" descr="antenna_stylized">
              <a:extLst>
                <a:ext uri="{FF2B5EF4-FFF2-40B4-BE49-F238E27FC236}">
                  <a16:creationId xmlns:a16="http://schemas.microsoft.com/office/drawing/2014/main" id="{443531FA-487C-4C1E-8D4C-A8730CB4CC6E}"/>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58" name="Picture 1617" descr="laptop_keyboard">
              <a:extLst>
                <a:ext uri="{FF2B5EF4-FFF2-40B4-BE49-F238E27FC236}">
                  <a16:creationId xmlns:a16="http://schemas.microsoft.com/office/drawing/2014/main" id="{C097E867-468E-4E84-B775-6DF0809D7E05}"/>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59" name="Freeform 1618">
              <a:extLst>
                <a:ext uri="{FF2B5EF4-FFF2-40B4-BE49-F238E27FC236}">
                  <a16:creationId xmlns:a16="http://schemas.microsoft.com/office/drawing/2014/main" id="{DF26741A-A2ED-4872-8BBC-9A49210D875F}"/>
                </a:ext>
              </a:extLst>
            </p:cNvPr>
            <p:cNvSpPr>
              <a:spLocks/>
            </p:cNvSpPr>
            <p:nvPr/>
          </p:nvSpPr>
          <p:spPr bwMode="auto">
            <a:xfrm>
              <a:off x="1753" y="1603"/>
              <a:ext cx="1807" cy="1322"/>
            </a:xfrm>
            <a:custGeom>
              <a:avLst/>
              <a:gdLst>
                <a:gd name="T0" fmla="*/ 1 w 2982"/>
                <a:gd name="T1" fmla="*/ 0 h 2442"/>
                <a:gd name="T2" fmla="*/ 0 w 2982"/>
                <a:gd name="T3" fmla="*/ 1 h 2442"/>
                <a:gd name="T4" fmla="*/ 1 w 2982"/>
                <a:gd name="T5" fmla="*/ 1 h 2442"/>
                <a:gd name="T6" fmla="*/ 1 w 2982"/>
                <a:gd name="T7" fmla="*/ 1 h 2442"/>
                <a:gd name="T8" fmla="*/ 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pic>
          <p:nvPicPr>
            <p:cNvPr id="5460" name="Picture 1619" descr="screen">
              <a:extLst>
                <a:ext uri="{FF2B5EF4-FFF2-40B4-BE49-F238E27FC236}">
                  <a16:creationId xmlns:a16="http://schemas.microsoft.com/office/drawing/2014/main" id="{BAC49BD6-313A-41E6-8D44-38687E621275}"/>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61" name="Freeform 1620">
              <a:extLst>
                <a:ext uri="{FF2B5EF4-FFF2-40B4-BE49-F238E27FC236}">
                  <a16:creationId xmlns:a16="http://schemas.microsoft.com/office/drawing/2014/main" id="{6D9462E6-B92B-44AD-9DD5-6BF88609DB37}"/>
                </a:ext>
              </a:extLst>
            </p:cNvPr>
            <p:cNvSpPr>
              <a:spLocks/>
            </p:cNvSpPr>
            <p:nvPr/>
          </p:nvSpPr>
          <p:spPr bwMode="auto">
            <a:xfrm>
              <a:off x="2082" y="1564"/>
              <a:ext cx="1531" cy="246"/>
            </a:xfrm>
            <a:custGeom>
              <a:avLst/>
              <a:gdLst>
                <a:gd name="T0" fmla="*/ 1 w 2528"/>
                <a:gd name="T1" fmla="*/ 0 h 455"/>
                <a:gd name="T2" fmla="*/ 1 w 2528"/>
                <a:gd name="T3" fmla="*/ 1 h 455"/>
                <a:gd name="T4" fmla="*/ 1 w 2528"/>
                <a:gd name="T5" fmla="*/ 1 h 455"/>
                <a:gd name="T6" fmla="*/ 0 w 2528"/>
                <a:gd name="T7" fmla="*/ 1 h 455"/>
                <a:gd name="T8" fmla="*/ 1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462" name="Freeform 1621">
              <a:extLst>
                <a:ext uri="{FF2B5EF4-FFF2-40B4-BE49-F238E27FC236}">
                  <a16:creationId xmlns:a16="http://schemas.microsoft.com/office/drawing/2014/main" id="{09B45DD4-0F03-4D2F-8D08-28C9C87A39EA}"/>
                </a:ext>
              </a:extLst>
            </p:cNvPr>
            <p:cNvSpPr>
              <a:spLocks/>
            </p:cNvSpPr>
            <p:nvPr/>
          </p:nvSpPr>
          <p:spPr bwMode="auto">
            <a:xfrm>
              <a:off x="1737" y="1562"/>
              <a:ext cx="425" cy="1024"/>
            </a:xfrm>
            <a:custGeom>
              <a:avLst/>
              <a:gdLst>
                <a:gd name="T0" fmla="*/ 1 w 702"/>
                <a:gd name="T1" fmla="*/ 0 h 1893"/>
                <a:gd name="T2" fmla="*/ 0 w 702"/>
                <a:gd name="T3" fmla="*/ 1 h 1893"/>
                <a:gd name="T4" fmla="*/ 1 w 702"/>
                <a:gd name="T5" fmla="*/ 1 h 1893"/>
                <a:gd name="T6" fmla="*/ 1 w 702"/>
                <a:gd name="T7" fmla="*/ 1 h 1893"/>
                <a:gd name="T8" fmla="*/ 1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463" name="Freeform 1622">
              <a:extLst>
                <a:ext uri="{FF2B5EF4-FFF2-40B4-BE49-F238E27FC236}">
                  <a16:creationId xmlns:a16="http://schemas.microsoft.com/office/drawing/2014/main" id="{D361B556-6C38-4673-8C0D-1F66BDA92A52}"/>
                </a:ext>
              </a:extLst>
            </p:cNvPr>
            <p:cNvSpPr>
              <a:spLocks/>
            </p:cNvSpPr>
            <p:nvPr/>
          </p:nvSpPr>
          <p:spPr bwMode="auto">
            <a:xfrm>
              <a:off x="3144" y="1745"/>
              <a:ext cx="458" cy="1182"/>
            </a:xfrm>
            <a:custGeom>
              <a:avLst/>
              <a:gdLst>
                <a:gd name="T0" fmla="*/ 1 w 756"/>
                <a:gd name="T1" fmla="*/ 0 h 2184"/>
                <a:gd name="T2" fmla="*/ 1 w 756"/>
                <a:gd name="T3" fmla="*/ 1 h 2184"/>
                <a:gd name="T4" fmla="*/ 0 w 756"/>
                <a:gd name="T5" fmla="*/ 1 h 2184"/>
                <a:gd name="T6" fmla="*/ 1 w 756"/>
                <a:gd name="T7" fmla="*/ 1 h 2184"/>
                <a:gd name="T8" fmla="*/ 1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464" name="Freeform 1623">
              <a:extLst>
                <a:ext uri="{FF2B5EF4-FFF2-40B4-BE49-F238E27FC236}">
                  <a16:creationId xmlns:a16="http://schemas.microsoft.com/office/drawing/2014/main" id="{0E61A790-9E9B-402F-BB0E-A79B040D6F3F}"/>
                </a:ext>
              </a:extLst>
            </p:cNvPr>
            <p:cNvSpPr>
              <a:spLocks/>
            </p:cNvSpPr>
            <p:nvPr/>
          </p:nvSpPr>
          <p:spPr bwMode="auto">
            <a:xfrm>
              <a:off x="1732" y="2534"/>
              <a:ext cx="1680" cy="399"/>
            </a:xfrm>
            <a:custGeom>
              <a:avLst/>
              <a:gdLst>
                <a:gd name="T0" fmla="*/ 1 w 2773"/>
                <a:gd name="T1" fmla="*/ 0 h 738"/>
                <a:gd name="T2" fmla="*/ 0 w 2773"/>
                <a:gd name="T3" fmla="*/ 1 h 738"/>
                <a:gd name="T4" fmla="*/ 1 w 2773"/>
                <a:gd name="T5" fmla="*/ 1 h 738"/>
                <a:gd name="T6" fmla="*/ 1 w 2773"/>
                <a:gd name="T7" fmla="*/ 1 h 738"/>
                <a:gd name="T8" fmla="*/ 1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465" name="Freeform 1624">
              <a:extLst>
                <a:ext uri="{FF2B5EF4-FFF2-40B4-BE49-F238E27FC236}">
                  <a16:creationId xmlns:a16="http://schemas.microsoft.com/office/drawing/2014/main" id="{D5182D7D-9A1F-4158-93E0-66B547718DB8}"/>
                </a:ext>
              </a:extLst>
            </p:cNvPr>
            <p:cNvSpPr>
              <a:spLocks/>
            </p:cNvSpPr>
            <p:nvPr/>
          </p:nvSpPr>
          <p:spPr bwMode="auto">
            <a:xfrm>
              <a:off x="3195" y="1755"/>
              <a:ext cx="429" cy="1187"/>
            </a:xfrm>
            <a:custGeom>
              <a:avLst/>
              <a:gdLst>
                <a:gd name="T0" fmla="*/ 1 w 637"/>
                <a:gd name="T1" fmla="*/ 0 h 1659"/>
                <a:gd name="T2" fmla="*/ 1 w 637"/>
                <a:gd name="T3" fmla="*/ 0 h 1659"/>
                <a:gd name="T4" fmla="*/ 1 w 637"/>
                <a:gd name="T5" fmla="*/ 1 h 1659"/>
                <a:gd name="T6" fmla="*/ 0 w 637"/>
                <a:gd name="T7" fmla="*/ 1 h 1659"/>
                <a:gd name="T8" fmla="*/ 1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466" name="Freeform 1625">
              <a:extLst>
                <a:ext uri="{FF2B5EF4-FFF2-40B4-BE49-F238E27FC236}">
                  <a16:creationId xmlns:a16="http://schemas.microsoft.com/office/drawing/2014/main" id="{98D45A6A-D135-4C44-85CB-B2F0C6C024DB}"/>
                </a:ext>
              </a:extLst>
            </p:cNvPr>
            <p:cNvSpPr>
              <a:spLocks/>
            </p:cNvSpPr>
            <p:nvPr/>
          </p:nvSpPr>
          <p:spPr bwMode="auto">
            <a:xfrm>
              <a:off x="1734" y="2587"/>
              <a:ext cx="1494" cy="394"/>
            </a:xfrm>
            <a:custGeom>
              <a:avLst/>
              <a:gdLst>
                <a:gd name="T0" fmla="*/ 0 w 2216"/>
                <a:gd name="T1" fmla="*/ 0 h 550"/>
                <a:gd name="T2" fmla="*/ 1 w 2216"/>
                <a:gd name="T3" fmla="*/ 1 h 550"/>
                <a:gd name="T4" fmla="*/ 1 w 2216"/>
                <a:gd name="T5" fmla="*/ 1 h 550"/>
                <a:gd name="T6" fmla="*/ 1 w 2216"/>
                <a:gd name="T7" fmla="*/ 1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nvGrpSpPr>
            <p:cNvPr id="5467" name="Group 1626">
              <a:extLst>
                <a:ext uri="{FF2B5EF4-FFF2-40B4-BE49-F238E27FC236}">
                  <a16:creationId xmlns:a16="http://schemas.microsoft.com/office/drawing/2014/main" id="{B9BE02B7-CB8E-4B87-AD1B-14CEB1B9FCCD}"/>
                </a:ext>
              </a:extLst>
            </p:cNvPr>
            <p:cNvGrpSpPr>
              <a:grpSpLocks/>
            </p:cNvGrpSpPr>
            <p:nvPr/>
          </p:nvGrpSpPr>
          <p:grpSpPr bwMode="auto">
            <a:xfrm>
              <a:off x="1709" y="3008"/>
              <a:ext cx="507" cy="234"/>
              <a:chOff x="1740" y="2642"/>
              <a:chExt cx="752" cy="327"/>
            </a:xfrm>
          </p:grpSpPr>
          <p:sp>
            <p:nvSpPr>
              <p:cNvPr id="5474" name="Freeform 1627">
                <a:extLst>
                  <a:ext uri="{FF2B5EF4-FFF2-40B4-BE49-F238E27FC236}">
                    <a16:creationId xmlns:a16="http://schemas.microsoft.com/office/drawing/2014/main" id="{37E93939-E5F7-4F9A-B8D0-EEECEE20F4A4}"/>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475" name="Freeform 1628">
                <a:extLst>
                  <a:ext uri="{FF2B5EF4-FFF2-40B4-BE49-F238E27FC236}">
                    <a16:creationId xmlns:a16="http://schemas.microsoft.com/office/drawing/2014/main" id="{259C6689-BEAB-4CFF-B573-B73A6EBD7A63}"/>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476" name="Freeform 1629">
                <a:extLst>
                  <a:ext uri="{FF2B5EF4-FFF2-40B4-BE49-F238E27FC236}">
                    <a16:creationId xmlns:a16="http://schemas.microsoft.com/office/drawing/2014/main" id="{78B89441-A69B-4BFA-BB94-93AF6137330E}"/>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477" name="Freeform 1630">
                <a:extLst>
                  <a:ext uri="{FF2B5EF4-FFF2-40B4-BE49-F238E27FC236}">
                    <a16:creationId xmlns:a16="http://schemas.microsoft.com/office/drawing/2014/main" id="{006DC49A-3931-4BF1-9FEE-E5B680B0A5D7}"/>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478" name="Freeform 1631">
                <a:extLst>
                  <a:ext uri="{FF2B5EF4-FFF2-40B4-BE49-F238E27FC236}">
                    <a16:creationId xmlns:a16="http://schemas.microsoft.com/office/drawing/2014/main" id="{37F25D91-2955-4A00-84CB-E31B65E5BFEC}"/>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479" name="Freeform 1632">
                <a:extLst>
                  <a:ext uri="{FF2B5EF4-FFF2-40B4-BE49-F238E27FC236}">
                    <a16:creationId xmlns:a16="http://schemas.microsoft.com/office/drawing/2014/main" id="{1353B57C-F878-4360-BB4F-06C8A3D4256E}"/>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sp>
          <p:nvSpPr>
            <p:cNvPr id="5468" name="Freeform 1633">
              <a:extLst>
                <a:ext uri="{FF2B5EF4-FFF2-40B4-BE49-F238E27FC236}">
                  <a16:creationId xmlns:a16="http://schemas.microsoft.com/office/drawing/2014/main" id="{42190B1F-D01B-45F2-8811-5951C04EAF21}"/>
                </a:ext>
              </a:extLst>
            </p:cNvPr>
            <p:cNvSpPr>
              <a:spLocks/>
            </p:cNvSpPr>
            <p:nvPr/>
          </p:nvSpPr>
          <p:spPr bwMode="auto">
            <a:xfrm>
              <a:off x="2577" y="3043"/>
              <a:ext cx="614" cy="514"/>
            </a:xfrm>
            <a:custGeom>
              <a:avLst/>
              <a:gdLst>
                <a:gd name="T0" fmla="*/ 1 w 990"/>
                <a:gd name="T1" fmla="*/ 1 h 792"/>
                <a:gd name="T2" fmla="*/ 1 w 990"/>
                <a:gd name="T3" fmla="*/ 0 h 792"/>
                <a:gd name="T4" fmla="*/ 1 w 990"/>
                <a:gd name="T5" fmla="*/ 1 h 792"/>
                <a:gd name="T6" fmla="*/ 0 w 990"/>
                <a:gd name="T7" fmla="*/ 1 h 792"/>
                <a:gd name="T8" fmla="*/ 1 w 990"/>
                <a:gd name="T9" fmla="*/ 1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469" name="Freeform 1634">
              <a:extLst>
                <a:ext uri="{FF2B5EF4-FFF2-40B4-BE49-F238E27FC236}">
                  <a16:creationId xmlns:a16="http://schemas.microsoft.com/office/drawing/2014/main" id="{FA518D89-356C-4EA3-BD6B-C9C30ECF8828}"/>
                </a:ext>
              </a:extLst>
            </p:cNvPr>
            <p:cNvSpPr>
              <a:spLocks/>
            </p:cNvSpPr>
            <p:nvPr/>
          </p:nvSpPr>
          <p:spPr bwMode="auto">
            <a:xfrm>
              <a:off x="1010" y="3084"/>
              <a:ext cx="1571" cy="469"/>
            </a:xfrm>
            <a:custGeom>
              <a:avLst/>
              <a:gdLst>
                <a:gd name="T0" fmla="*/ 1 w 2532"/>
                <a:gd name="T1" fmla="*/ 0 h 723"/>
                <a:gd name="T2" fmla="*/ 1 w 2532"/>
                <a:gd name="T3" fmla="*/ 0 h 723"/>
                <a:gd name="T4" fmla="*/ 1 w 2532"/>
                <a:gd name="T5" fmla="*/ 1 h 723"/>
                <a:gd name="T6" fmla="*/ 1 w 2532"/>
                <a:gd name="T7" fmla="*/ 1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470" name="Freeform 1635">
              <a:extLst>
                <a:ext uri="{FF2B5EF4-FFF2-40B4-BE49-F238E27FC236}">
                  <a16:creationId xmlns:a16="http://schemas.microsoft.com/office/drawing/2014/main" id="{122A48D0-5142-4BE4-9273-573F4076ACCE}"/>
                </a:ext>
              </a:extLst>
            </p:cNvPr>
            <p:cNvSpPr>
              <a:spLocks/>
            </p:cNvSpPr>
            <p:nvPr/>
          </p:nvSpPr>
          <p:spPr bwMode="auto">
            <a:xfrm>
              <a:off x="1011" y="2998"/>
              <a:ext cx="17" cy="95"/>
            </a:xfrm>
            <a:custGeom>
              <a:avLst/>
              <a:gdLst>
                <a:gd name="T0" fmla="*/ 1 w 26"/>
                <a:gd name="T1" fmla="*/ 1 h 147"/>
                <a:gd name="T2" fmla="*/ 1 w 26"/>
                <a:gd name="T3" fmla="*/ 1 h 147"/>
                <a:gd name="T4" fmla="*/ 0 w 26"/>
                <a:gd name="T5" fmla="*/ 1 h 147"/>
                <a:gd name="T6" fmla="*/ 1 w 26"/>
                <a:gd name="T7" fmla="*/ 0 h 147"/>
                <a:gd name="T8" fmla="*/ 1 w 26"/>
                <a:gd name="T9" fmla="*/ 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471" name="Freeform 1636">
              <a:extLst>
                <a:ext uri="{FF2B5EF4-FFF2-40B4-BE49-F238E27FC236}">
                  <a16:creationId xmlns:a16="http://schemas.microsoft.com/office/drawing/2014/main" id="{9A0EF60D-C62C-4C56-873A-296D503A008B}"/>
                </a:ext>
              </a:extLst>
            </p:cNvPr>
            <p:cNvSpPr>
              <a:spLocks/>
            </p:cNvSpPr>
            <p:nvPr/>
          </p:nvSpPr>
          <p:spPr bwMode="auto">
            <a:xfrm>
              <a:off x="1012" y="2611"/>
              <a:ext cx="730" cy="393"/>
            </a:xfrm>
            <a:custGeom>
              <a:avLst/>
              <a:gdLst>
                <a:gd name="T0" fmla="*/ 1 w 1176"/>
                <a:gd name="T1" fmla="*/ 0 h 606"/>
                <a:gd name="T2" fmla="*/ 0 w 1176"/>
                <a:gd name="T3" fmla="*/ 1 h 606"/>
                <a:gd name="T4" fmla="*/ 1 w 1176"/>
                <a:gd name="T5" fmla="*/ 1 h 606"/>
                <a:gd name="T6" fmla="*/ 1 w 1176"/>
                <a:gd name="T7" fmla="*/ 1 h 606"/>
                <a:gd name="T8" fmla="*/ 1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472" name="Freeform 1637">
              <a:extLst>
                <a:ext uri="{FF2B5EF4-FFF2-40B4-BE49-F238E27FC236}">
                  <a16:creationId xmlns:a16="http://schemas.microsoft.com/office/drawing/2014/main" id="{178FC322-5B3D-4209-BA98-6B1C6DD6845F}"/>
                </a:ext>
              </a:extLst>
            </p:cNvPr>
            <p:cNvSpPr>
              <a:spLocks/>
            </p:cNvSpPr>
            <p:nvPr/>
          </p:nvSpPr>
          <p:spPr bwMode="auto">
            <a:xfrm>
              <a:off x="1061" y="3018"/>
              <a:ext cx="1490" cy="451"/>
            </a:xfrm>
            <a:custGeom>
              <a:avLst/>
              <a:gdLst>
                <a:gd name="T0" fmla="*/ 1 w 2532"/>
                <a:gd name="T1" fmla="*/ 0 h 723"/>
                <a:gd name="T2" fmla="*/ 1 w 2532"/>
                <a:gd name="T3" fmla="*/ 0 h 723"/>
                <a:gd name="T4" fmla="*/ 1 w 2532"/>
                <a:gd name="T5" fmla="*/ 1 h 723"/>
                <a:gd name="T6" fmla="*/ 1 w 2532"/>
                <a:gd name="T7" fmla="*/ 1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473" name="Freeform 1638">
              <a:extLst>
                <a:ext uri="{FF2B5EF4-FFF2-40B4-BE49-F238E27FC236}">
                  <a16:creationId xmlns:a16="http://schemas.microsoft.com/office/drawing/2014/main" id="{4F1E5B93-D4C4-4575-A848-07348B033598}"/>
                </a:ext>
              </a:extLst>
            </p:cNvPr>
            <p:cNvSpPr>
              <a:spLocks/>
            </p:cNvSpPr>
            <p:nvPr/>
          </p:nvSpPr>
          <p:spPr bwMode="auto">
            <a:xfrm flipV="1">
              <a:off x="2549" y="2986"/>
              <a:ext cx="608" cy="467"/>
            </a:xfrm>
            <a:custGeom>
              <a:avLst/>
              <a:gdLst>
                <a:gd name="T0" fmla="*/ 0 w 2532"/>
                <a:gd name="T1" fmla="*/ 0 h 723"/>
                <a:gd name="T2" fmla="*/ 0 w 2532"/>
                <a:gd name="T3" fmla="*/ 0 h 723"/>
                <a:gd name="T4" fmla="*/ 0 w 2532"/>
                <a:gd name="T5" fmla="*/ 1 h 723"/>
                <a:gd name="T6" fmla="*/ 0 w 2532"/>
                <a:gd name="T7" fmla="*/ 1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pic>
        <p:nvPicPr>
          <p:cNvPr id="5186" name="Picture 1283" descr="underline_base">
            <a:extLst>
              <a:ext uri="{FF2B5EF4-FFF2-40B4-BE49-F238E27FC236}">
                <a16:creationId xmlns:a16="http://schemas.microsoft.com/office/drawing/2014/main" id="{10A26F34-5085-4A3B-A6D2-9D17E08E71C4}"/>
              </a:ext>
            </a:extLst>
          </p:cNvPr>
          <p:cNvPicPr>
            <a:picLocks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057401" y="933450"/>
            <a:ext cx="3656013"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Group 1046">
            <a:extLst>
              <a:ext uri="{FF2B5EF4-FFF2-40B4-BE49-F238E27FC236}">
                <a16:creationId xmlns:a16="http://schemas.microsoft.com/office/drawing/2014/main" id="{00F4B7E0-4E04-4A1A-82A5-0A14133AEDEB}"/>
              </a:ext>
            </a:extLst>
          </p:cNvPr>
          <p:cNvGrpSpPr>
            <a:grpSpLocks/>
          </p:cNvGrpSpPr>
          <p:nvPr/>
        </p:nvGrpSpPr>
        <p:grpSpPr bwMode="auto">
          <a:xfrm>
            <a:off x="6924675" y="1141413"/>
            <a:ext cx="1047750" cy="996950"/>
            <a:chOff x="3402" y="719"/>
            <a:chExt cx="660" cy="628"/>
          </a:xfrm>
        </p:grpSpPr>
        <p:sp>
          <p:nvSpPr>
            <p:cNvPr id="5447" name="Freeform 1030">
              <a:extLst>
                <a:ext uri="{FF2B5EF4-FFF2-40B4-BE49-F238E27FC236}">
                  <a16:creationId xmlns:a16="http://schemas.microsoft.com/office/drawing/2014/main" id="{09F3517C-17A6-4B44-B7FD-AD4096FBDDFE}"/>
                </a:ext>
              </a:extLst>
            </p:cNvPr>
            <p:cNvSpPr>
              <a:spLocks/>
            </p:cNvSpPr>
            <p:nvPr/>
          </p:nvSpPr>
          <p:spPr bwMode="auto">
            <a:xfrm>
              <a:off x="3402" y="753"/>
              <a:ext cx="192" cy="594"/>
            </a:xfrm>
            <a:custGeom>
              <a:avLst/>
              <a:gdLst>
                <a:gd name="T0" fmla="*/ 0 w 192"/>
                <a:gd name="T1" fmla="*/ 594 h 594"/>
                <a:gd name="T2" fmla="*/ 192 w 192"/>
                <a:gd name="T3" fmla="*/ 0 h 594"/>
                <a:gd name="T4" fmla="*/ 192 w 192"/>
                <a:gd name="T5" fmla="*/ 515 h 594"/>
                <a:gd name="T6" fmla="*/ 0 w 192"/>
                <a:gd name="T7" fmla="*/ 594 h 594"/>
                <a:gd name="T8" fmla="*/ 0 60000 65536"/>
                <a:gd name="T9" fmla="*/ 0 60000 65536"/>
                <a:gd name="T10" fmla="*/ 0 60000 65536"/>
                <a:gd name="T11" fmla="*/ 0 60000 65536"/>
                <a:gd name="T12" fmla="*/ 0 w 192"/>
                <a:gd name="T13" fmla="*/ 0 h 594"/>
                <a:gd name="T14" fmla="*/ 192 w 192"/>
                <a:gd name="T15" fmla="*/ 594 h 594"/>
              </a:gdLst>
              <a:ahLst/>
              <a:cxnLst>
                <a:cxn ang="T8">
                  <a:pos x="T0" y="T1"/>
                </a:cxn>
                <a:cxn ang="T9">
                  <a:pos x="T2" y="T3"/>
                </a:cxn>
                <a:cxn ang="T10">
                  <a:pos x="T4" y="T5"/>
                </a:cxn>
                <a:cxn ang="T11">
                  <a:pos x="T6" y="T7"/>
                </a:cxn>
              </a:cxnLst>
              <a:rect l="T12" t="T13" r="T14" b="T15"/>
              <a:pathLst>
                <a:path w="192" h="594">
                  <a:moveTo>
                    <a:pt x="0" y="594"/>
                  </a:moveTo>
                  <a:lnTo>
                    <a:pt x="192" y="0"/>
                  </a:lnTo>
                  <a:lnTo>
                    <a:pt x="192" y="515"/>
                  </a:lnTo>
                  <a:lnTo>
                    <a:pt x="0" y="594"/>
                  </a:lnTo>
                  <a:close/>
                </a:path>
              </a:pathLst>
            </a:custGeom>
            <a:gradFill rotWithShape="1">
              <a:gsLst>
                <a:gs pos="0">
                  <a:schemeClr val="bg1"/>
                </a:gs>
                <a:gs pos="100000">
                  <a:srgbClr val="CC000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nvGrpSpPr>
            <p:cNvPr id="5448" name="Group 310">
              <a:extLst>
                <a:ext uri="{FF2B5EF4-FFF2-40B4-BE49-F238E27FC236}">
                  <a16:creationId xmlns:a16="http://schemas.microsoft.com/office/drawing/2014/main" id="{9BFA3E72-9D2D-45A4-B7B9-F24793EC0FDD}"/>
                </a:ext>
              </a:extLst>
            </p:cNvPr>
            <p:cNvGrpSpPr>
              <a:grpSpLocks/>
            </p:cNvGrpSpPr>
            <p:nvPr/>
          </p:nvGrpSpPr>
          <p:grpSpPr bwMode="auto">
            <a:xfrm>
              <a:off x="3549" y="719"/>
              <a:ext cx="513" cy="547"/>
              <a:chOff x="2956" y="969"/>
              <a:chExt cx="513" cy="547"/>
            </a:xfrm>
          </p:grpSpPr>
          <p:sp>
            <p:nvSpPr>
              <p:cNvPr id="5449" name="Rectangle 311">
                <a:extLst>
                  <a:ext uri="{FF2B5EF4-FFF2-40B4-BE49-F238E27FC236}">
                    <a16:creationId xmlns:a16="http://schemas.microsoft.com/office/drawing/2014/main" id="{4A3CD3C5-A814-49A8-BBD8-4007C40BA5BA}"/>
                  </a:ext>
                </a:extLst>
              </p:cNvPr>
              <p:cNvSpPr>
                <a:spLocks noChangeArrowheads="1"/>
              </p:cNvSpPr>
              <p:nvPr/>
            </p:nvSpPr>
            <p:spPr bwMode="auto">
              <a:xfrm>
                <a:off x="3018" y="969"/>
                <a:ext cx="426" cy="48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450" name="Rectangle 312">
                <a:extLst>
                  <a:ext uri="{FF2B5EF4-FFF2-40B4-BE49-F238E27FC236}">
                    <a16:creationId xmlns:a16="http://schemas.microsoft.com/office/drawing/2014/main" id="{52F23F23-172A-4E60-BFC2-62AE0E2A03EA}"/>
                  </a:ext>
                </a:extLst>
              </p:cNvPr>
              <p:cNvSpPr>
                <a:spLocks noChangeArrowheads="1"/>
              </p:cNvSpPr>
              <p:nvPr/>
            </p:nvSpPr>
            <p:spPr bwMode="auto">
              <a:xfrm>
                <a:off x="2997" y="984"/>
                <a:ext cx="435" cy="504"/>
              </a:xfrm>
              <a:prstGeom prst="rect">
                <a:avLst/>
              </a:prstGeom>
              <a:solidFill>
                <a:schemeClr val="bg1"/>
              </a:solidFill>
              <a:ln w="12700">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451" name="Rectangle 313">
                <a:extLst>
                  <a:ext uri="{FF2B5EF4-FFF2-40B4-BE49-F238E27FC236}">
                    <a16:creationId xmlns:a16="http://schemas.microsoft.com/office/drawing/2014/main" id="{1680BFAC-C7E4-4AFB-8FA6-2A9B8221ABC6}"/>
                  </a:ext>
                </a:extLst>
              </p:cNvPr>
              <p:cNvSpPr>
                <a:spLocks noChangeArrowheads="1"/>
              </p:cNvSpPr>
              <p:nvPr/>
            </p:nvSpPr>
            <p:spPr bwMode="auto">
              <a:xfrm>
                <a:off x="3000" y="1185"/>
                <a:ext cx="432" cy="108"/>
              </a:xfrm>
              <a:prstGeom prst="rect">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452" name="Text Box 314">
                <a:extLst>
                  <a:ext uri="{FF2B5EF4-FFF2-40B4-BE49-F238E27FC236}">
                    <a16:creationId xmlns:a16="http://schemas.microsoft.com/office/drawing/2014/main" id="{53E3C913-4CF9-4728-98AA-968D39409B1D}"/>
                  </a:ext>
                </a:extLst>
              </p:cNvPr>
              <p:cNvSpPr txBox="1">
                <a:spLocks noChangeArrowheads="1"/>
              </p:cNvSpPr>
              <p:nvPr/>
            </p:nvSpPr>
            <p:spPr bwMode="auto">
              <a:xfrm>
                <a:off x="2956" y="978"/>
                <a:ext cx="513" cy="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1000"/>
                  <a:t>application</a:t>
                </a:r>
              </a:p>
              <a:p>
                <a:pPr algn="ctr"/>
                <a:r>
                  <a:rPr lang="en-US" altLang="en-US" sz="1000"/>
                  <a:t>transport</a:t>
                </a:r>
              </a:p>
              <a:p>
                <a:pPr algn="ctr"/>
                <a:r>
                  <a:rPr lang="en-US" altLang="en-US" sz="1000">
                    <a:solidFill>
                      <a:schemeClr val="bg1"/>
                    </a:solidFill>
                  </a:rPr>
                  <a:t>network</a:t>
                </a:r>
                <a:endParaRPr lang="en-US" altLang="en-US" sz="1000"/>
              </a:p>
              <a:p>
                <a:pPr algn="ctr"/>
                <a:r>
                  <a:rPr lang="en-US" altLang="en-US" sz="1000"/>
                  <a:t>data link</a:t>
                </a:r>
              </a:p>
              <a:p>
                <a:pPr algn="ctr"/>
                <a:r>
                  <a:rPr lang="en-US" altLang="en-US" sz="1000"/>
                  <a:t>physical</a:t>
                </a:r>
                <a:endParaRPr lang="en-US" altLang="en-US" sz="2400"/>
              </a:p>
            </p:txBody>
          </p:sp>
          <p:sp>
            <p:nvSpPr>
              <p:cNvPr id="5453" name="Line 315">
                <a:extLst>
                  <a:ext uri="{FF2B5EF4-FFF2-40B4-BE49-F238E27FC236}">
                    <a16:creationId xmlns:a16="http://schemas.microsoft.com/office/drawing/2014/main" id="{1372C1F5-4BA5-4A0F-9A22-D096838580C5}"/>
                  </a:ext>
                </a:extLst>
              </p:cNvPr>
              <p:cNvSpPr>
                <a:spLocks noChangeShapeType="1"/>
              </p:cNvSpPr>
              <p:nvPr/>
            </p:nvSpPr>
            <p:spPr bwMode="auto">
              <a:xfrm>
                <a:off x="2997" y="1194"/>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454" name="Line 316">
                <a:extLst>
                  <a:ext uri="{FF2B5EF4-FFF2-40B4-BE49-F238E27FC236}">
                    <a16:creationId xmlns:a16="http://schemas.microsoft.com/office/drawing/2014/main" id="{65461C6C-5188-41E4-8DD9-5B260753BE3F}"/>
                  </a:ext>
                </a:extLst>
              </p:cNvPr>
              <p:cNvSpPr>
                <a:spLocks noChangeShapeType="1"/>
              </p:cNvSpPr>
              <p:nvPr/>
            </p:nvSpPr>
            <p:spPr bwMode="auto">
              <a:xfrm>
                <a:off x="3003" y="1290"/>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455" name="Line 317">
                <a:extLst>
                  <a:ext uri="{FF2B5EF4-FFF2-40B4-BE49-F238E27FC236}">
                    <a16:creationId xmlns:a16="http://schemas.microsoft.com/office/drawing/2014/main" id="{939AB02C-37A8-475C-AC34-B15E411387B7}"/>
                  </a:ext>
                </a:extLst>
              </p:cNvPr>
              <p:cNvSpPr>
                <a:spLocks noChangeShapeType="1"/>
              </p:cNvSpPr>
              <p:nvPr/>
            </p:nvSpPr>
            <p:spPr bwMode="auto">
              <a:xfrm>
                <a:off x="3003" y="1374"/>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456" name="Line 318">
                <a:extLst>
                  <a:ext uri="{FF2B5EF4-FFF2-40B4-BE49-F238E27FC236}">
                    <a16:creationId xmlns:a16="http://schemas.microsoft.com/office/drawing/2014/main" id="{4DFA0D70-D3E4-417A-8E99-9142996B646D}"/>
                  </a:ext>
                </a:extLst>
              </p:cNvPr>
              <p:cNvSpPr>
                <a:spLocks noChangeShapeType="1"/>
              </p:cNvSpPr>
              <p:nvPr/>
            </p:nvSpPr>
            <p:spPr bwMode="auto">
              <a:xfrm>
                <a:off x="3003" y="1092"/>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3" name="Group 1047">
            <a:extLst>
              <a:ext uri="{FF2B5EF4-FFF2-40B4-BE49-F238E27FC236}">
                <a16:creationId xmlns:a16="http://schemas.microsoft.com/office/drawing/2014/main" id="{19B5495F-C2EF-46E6-BA09-269EC94B19C9}"/>
              </a:ext>
            </a:extLst>
          </p:cNvPr>
          <p:cNvGrpSpPr>
            <a:grpSpLocks/>
          </p:cNvGrpSpPr>
          <p:nvPr/>
        </p:nvGrpSpPr>
        <p:grpSpPr bwMode="auto">
          <a:xfrm>
            <a:off x="9620250" y="4148138"/>
            <a:ext cx="1047750" cy="996950"/>
            <a:chOff x="3402" y="719"/>
            <a:chExt cx="660" cy="628"/>
          </a:xfrm>
        </p:grpSpPr>
        <p:sp>
          <p:nvSpPr>
            <p:cNvPr id="5437" name="Freeform 1048">
              <a:extLst>
                <a:ext uri="{FF2B5EF4-FFF2-40B4-BE49-F238E27FC236}">
                  <a16:creationId xmlns:a16="http://schemas.microsoft.com/office/drawing/2014/main" id="{BC80466C-C1AA-4FEF-AF87-1E459FFD57B7}"/>
                </a:ext>
              </a:extLst>
            </p:cNvPr>
            <p:cNvSpPr>
              <a:spLocks/>
            </p:cNvSpPr>
            <p:nvPr/>
          </p:nvSpPr>
          <p:spPr bwMode="auto">
            <a:xfrm>
              <a:off x="3402" y="753"/>
              <a:ext cx="192" cy="594"/>
            </a:xfrm>
            <a:custGeom>
              <a:avLst/>
              <a:gdLst>
                <a:gd name="T0" fmla="*/ 0 w 192"/>
                <a:gd name="T1" fmla="*/ 594 h 594"/>
                <a:gd name="T2" fmla="*/ 192 w 192"/>
                <a:gd name="T3" fmla="*/ 0 h 594"/>
                <a:gd name="T4" fmla="*/ 192 w 192"/>
                <a:gd name="T5" fmla="*/ 515 h 594"/>
                <a:gd name="T6" fmla="*/ 0 w 192"/>
                <a:gd name="T7" fmla="*/ 594 h 594"/>
                <a:gd name="T8" fmla="*/ 0 60000 65536"/>
                <a:gd name="T9" fmla="*/ 0 60000 65536"/>
                <a:gd name="T10" fmla="*/ 0 60000 65536"/>
                <a:gd name="T11" fmla="*/ 0 60000 65536"/>
                <a:gd name="T12" fmla="*/ 0 w 192"/>
                <a:gd name="T13" fmla="*/ 0 h 594"/>
                <a:gd name="T14" fmla="*/ 192 w 192"/>
                <a:gd name="T15" fmla="*/ 594 h 594"/>
              </a:gdLst>
              <a:ahLst/>
              <a:cxnLst>
                <a:cxn ang="T8">
                  <a:pos x="T0" y="T1"/>
                </a:cxn>
                <a:cxn ang="T9">
                  <a:pos x="T2" y="T3"/>
                </a:cxn>
                <a:cxn ang="T10">
                  <a:pos x="T4" y="T5"/>
                </a:cxn>
                <a:cxn ang="T11">
                  <a:pos x="T6" y="T7"/>
                </a:cxn>
              </a:cxnLst>
              <a:rect l="T12" t="T13" r="T14" b="T15"/>
              <a:pathLst>
                <a:path w="192" h="594">
                  <a:moveTo>
                    <a:pt x="0" y="594"/>
                  </a:moveTo>
                  <a:lnTo>
                    <a:pt x="192" y="0"/>
                  </a:lnTo>
                  <a:lnTo>
                    <a:pt x="192" y="515"/>
                  </a:lnTo>
                  <a:lnTo>
                    <a:pt x="0" y="594"/>
                  </a:lnTo>
                  <a:close/>
                </a:path>
              </a:pathLst>
            </a:custGeom>
            <a:gradFill rotWithShape="1">
              <a:gsLst>
                <a:gs pos="0">
                  <a:schemeClr val="bg1"/>
                </a:gs>
                <a:gs pos="100000">
                  <a:srgbClr val="CC000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nvGrpSpPr>
            <p:cNvPr id="5438" name="Group 1049">
              <a:extLst>
                <a:ext uri="{FF2B5EF4-FFF2-40B4-BE49-F238E27FC236}">
                  <a16:creationId xmlns:a16="http://schemas.microsoft.com/office/drawing/2014/main" id="{C2BEEC1E-A369-4C33-8D4B-F91C52B87CA2}"/>
                </a:ext>
              </a:extLst>
            </p:cNvPr>
            <p:cNvGrpSpPr>
              <a:grpSpLocks/>
            </p:cNvGrpSpPr>
            <p:nvPr/>
          </p:nvGrpSpPr>
          <p:grpSpPr bwMode="auto">
            <a:xfrm>
              <a:off x="3549" y="719"/>
              <a:ext cx="513" cy="547"/>
              <a:chOff x="2956" y="969"/>
              <a:chExt cx="513" cy="547"/>
            </a:xfrm>
          </p:grpSpPr>
          <p:sp>
            <p:nvSpPr>
              <p:cNvPr id="5439" name="Rectangle 1050">
                <a:extLst>
                  <a:ext uri="{FF2B5EF4-FFF2-40B4-BE49-F238E27FC236}">
                    <a16:creationId xmlns:a16="http://schemas.microsoft.com/office/drawing/2014/main" id="{17E53E28-13BD-4576-925F-2707F9DF0C9F}"/>
                  </a:ext>
                </a:extLst>
              </p:cNvPr>
              <p:cNvSpPr>
                <a:spLocks noChangeArrowheads="1"/>
              </p:cNvSpPr>
              <p:nvPr/>
            </p:nvSpPr>
            <p:spPr bwMode="auto">
              <a:xfrm>
                <a:off x="3018" y="969"/>
                <a:ext cx="426" cy="48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440" name="Rectangle 1051">
                <a:extLst>
                  <a:ext uri="{FF2B5EF4-FFF2-40B4-BE49-F238E27FC236}">
                    <a16:creationId xmlns:a16="http://schemas.microsoft.com/office/drawing/2014/main" id="{2A07F6AA-5F13-471F-8232-1FAF3B994BE8}"/>
                  </a:ext>
                </a:extLst>
              </p:cNvPr>
              <p:cNvSpPr>
                <a:spLocks noChangeArrowheads="1"/>
              </p:cNvSpPr>
              <p:nvPr/>
            </p:nvSpPr>
            <p:spPr bwMode="auto">
              <a:xfrm>
                <a:off x="2997" y="984"/>
                <a:ext cx="435" cy="504"/>
              </a:xfrm>
              <a:prstGeom prst="rect">
                <a:avLst/>
              </a:prstGeom>
              <a:solidFill>
                <a:schemeClr val="bg1"/>
              </a:solidFill>
              <a:ln w="12700">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441" name="Rectangle 1052">
                <a:extLst>
                  <a:ext uri="{FF2B5EF4-FFF2-40B4-BE49-F238E27FC236}">
                    <a16:creationId xmlns:a16="http://schemas.microsoft.com/office/drawing/2014/main" id="{FB2F84F7-9C27-47C6-BFCB-CA7E8FE32775}"/>
                  </a:ext>
                </a:extLst>
              </p:cNvPr>
              <p:cNvSpPr>
                <a:spLocks noChangeArrowheads="1"/>
              </p:cNvSpPr>
              <p:nvPr/>
            </p:nvSpPr>
            <p:spPr bwMode="auto">
              <a:xfrm>
                <a:off x="3000" y="1185"/>
                <a:ext cx="432" cy="108"/>
              </a:xfrm>
              <a:prstGeom prst="rect">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442" name="Text Box 1053">
                <a:extLst>
                  <a:ext uri="{FF2B5EF4-FFF2-40B4-BE49-F238E27FC236}">
                    <a16:creationId xmlns:a16="http://schemas.microsoft.com/office/drawing/2014/main" id="{DBBCA9D7-7207-45D5-A235-F59E9672E613}"/>
                  </a:ext>
                </a:extLst>
              </p:cNvPr>
              <p:cNvSpPr txBox="1">
                <a:spLocks noChangeArrowheads="1"/>
              </p:cNvSpPr>
              <p:nvPr/>
            </p:nvSpPr>
            <p:spPr bwMode="auto">
              <a:xfrm>
                <a:off x="2956" y="978"/>
                <a:ext cx="513" cy="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1000"/>
                  <a:t>application</a:t>
                </a:r>
              </a:p>
              <a:p>
                <a:pPr algn="ctr"/>
                <a:r>
                  <a:rPr lang="en-US" altLang="en-US" sz="1000"/>
                  <a:t>transport</a:t>
                </a:r>
              </a:p>
              <a:p>
                <a:pPr algn="ctr"/>
                <a:r>
                  <a:rPr lang="en-US" altLang="en-US" sz="1000">
                    <a:solidFill>
                      <a:schemeClr val="bg1"/>
                    </a:solidFill>
                  </a:rPr>
                  <a:t>network</a:t>
                </a:r>
                <a:endParaRPr lang="en-US" altLang="en-US" sz="1000"/>
              </a:p>
              <a:p>
                <a:pPr algn="ctr"/>
                <a:r>
                  <a:rPr lang="en-US" altLang="en-US" sz="1000"/>
                  <a:t>data link</a:t>
                </a:r>
              </a:p>
              <a:p>
                <a:pPr algn="ctr"/>
                <a:r>
                  <a:rPr lang="en-US" altLang="en-US" sz="1000"/>
                  <a:t>physical</a:t>
                </a:r>
                <a:endParaRPr lang="en-US" altLang="en-US" sz="2400"/>
              </a:p>
            </p:txBody>
          </p:sp>
          <p:sp>
            <p:nvSpPr>
              <p:cNvPr id="5443" name="Line 1054">
                <a:extLst>
                  <a:ext uri="{FF2B5EF4-FFF2-40B4-BE49-F238E27FC236}">
                    <a16:creationId xmlns:a16="http://schemas.microsoft.com/office/drawing/2014/main" id="{FD272BF2-9459-499C-B4D6-75E5BBF68B3B}"/>
                  </a:ext>
                </a:extLst>
              </p:cNvPr>
              <p:cNvSpPr>
                <a:spLocks noChangeShapeType="1"/>
              </p:cNvSpPr>
              <p:nvPr/>
            </p:nvSpPr>
            <p:spPr bwMode="auto">
              <a:xfrm>
                <a:off x="2997" y="1194"/>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444" name="Line 1055">
                <a:extLst>
                  <a:ext uri="{FF2B5EF4-FFF2-40B4-BE49-F238E27FC236}">
                    <a16:creationId xmlns:a16="http://schemas.microsoft.com/office/drawing/2014/main" id="{A4F7D54A-838B-4E51-9893-FE0C973A0A32}"/>
                  </a:ext>
                </a:extLst>
              </p:cNvPr>
              <p:cNvSpPr>
                <a:spLocks noChangeShapeType="1"/>
              </p:cNvSpPr>
              <p:nvPr/>
            </p:nvSpPr>
            <p:spPr bwMode="auto">
              <a:xfrm>
                <a:off x="3003" y="1290"/>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445" name="Line 1056">
                <a:extLst>
                  <a:ext uri="{FF2B5EF4-FFF2-40B4-BE49-F238E27FC236}">
                    <a16:creationId xmlns:a16="http://schemas.microsoft.com/office/drawing/2014/main" id="{EE9D09D6-E403-432A-8B09-3C9D46BECEA3}"/>
                  </a:ext>
                </a:extLst>
              </p:cNvPr>
              <p:cNvSpPr>
                <a:spLocks noChangeShapeType="1"/>
              </p:cNvSpPr>
              <p:nvPr/>
            </p:nvSpPr>
            <p:spPr bwMode="auto">
              <a:xfrm>
                <a:off x="3003" y="1374"/>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446" name="Line 1057">
                <a:extLst>
                  <a:ext uri="{FF2B5EF4-FFF2-40B4-BE49-F238E27FC236}">
                    <a16:creationId xmlns:a16="http://schemas.microsoft.com/office/drawing/2014/main" id="{26C7358C-A6F3-4075-B604-9EF43F69D9FC}"/>
                  </a:ext>
                </a:extLst>
              </p:cNvPr>
              <p:cNvSpPr>
                <a:spLocks noChangeShapeType="1"/>
              </p:cNvSpPr>
              <p:nvPr/>
            </p:nvSpPr>
            <p:spPr bwMode="auto">
              <a:xfrm>
                <a:off x="3003" y="1092"/>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5187" name="Group 1278">
            <a:extLst>
              <a:ext uri="{FF2B5EF4-FFF2-40B4-BE49-F238E27FC236}">
                <a16:creationId xmlns:a16="http://schemas.microsoft.com/office/drawing/2014/main" id="{AD183BBC-11B7-4575-A89D-DB8A530136F0}"/>
              </a:ext>
            </a:extLst>
          </p:cNvPr>
          <p:cNvGrpSpPr>
            <a:grpSpLocks/>
          </p:cNvGrpSpPr>
          <p:nvPr/>
        </p:nvGrpSpPr>
        <p:grpSpPr bwMode="auto">
          <a:xfrm>
            <a:off x="7377113" y="1763713"/>
            <a:ext cx="2546350" cy="3429000"/>
            <a:chOff x="3674" y="1148"/>
            <a:chExt cx="1604" cy="2160"/>
          </a:xfrm>
        </p:grpSpPr>
        <p:grpSp>
          <p:nvGrpSpPr>
            <p:cNvPr id="5195" name="Group 433">
              <a:extLst>
                <a:ext uri="{FF2B5EF4-FFF2-40B4-BE49-F238E27FC236}">
                  <a16:creationId xmlns:a16="http://schemas.microsoft.com/office/drawing/2014/main" id="{6EFAD1DE-1152-46BC-97AA-D98C49067447}"/>
                </a:ext>
              </a:extLst>
            </p:cNvPr>
            <p:cNvGrpSpPr>
              <a:grpSpLocks/>
            </p:cNvGrpSpPr>
            <p:nvPr/>
          </p:nvGrpSpPr>
          <p:grpSpPr bwMode="auto">
            <a:xfrm>
              <a:off x="3701" y="1305"/>
              <a:ext cx="513" cy="442"/>
              <a:chOff x="3937" y="633"/>
              <a:chExt cx="513" cy="442"/>
            </a:xfrm>
          </p:grpSpPr>
          <p:sp>
            <p:nvSpPr>
              <p:cNvPr id="5416" name="Line 434">
                <a:extLst>
                  <a:ext uri="{FF2B5EF4-FFF2-40B4-BE49-F238E27FC236}">
                    <a16:creationId xmlns:a16="http://schemas.microsoft.com/office/drawing/2014/main" id="{2C94F8AB-5D75-4E81-B031-A3E1F7BDF3F0}"/>
                  </a:ext>
                </a:extLst>
              </p:cNvPr>
              <p:cNvSpPr>
                <a:spLocks noChangeShapeType="1"/>
              </p:cNvSpPr>
              <p:nvPr/>
            </p:nvSpPr>
            <p:spPr bwMode="auto">
              <a:xfrm>
                <a:off x="4061" y="1035"/>
                <a:ext cx="312" cy="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417" name="Line 435">
                <a:extLst>
                  <a:ext uri="{FF2B5EF4-FFF2-40B4-BE49-F238E27FC236}">
                    <a16:creationId xmlns:a16="http://schemas.microsoft.com/office/drawing/2014/main" id="{959BB64E-C661-4FDB-AF28-B304EC357E14}"/>
                  </a:ext>
                </a:extLst>
              </p:cNvPr>
              <p:cNvSpPr>
                <a:spLocks noChangeShapeType="1"/>
              </p:cNvSpPr>
              <p:nvPr/>
            </p:nvSpPr>
            <p:spPr bwMode="auto">
              <a:xfrm flipV="1">
                <a:off x="4212" y="929"/>
                <a:ext cx="1" cy="10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418" name="Oval 436">
                <a:extLst>
                  <a:ext uri="{FF2B5EF4-FFF2-40B4-BE49-F238E27FC236}">
                    <a16:creationId xmlns:a16="http://schemas.microsoft.com/office/drawing/2014/main" id="{2C375FB8-B810-40FA-9E96-D9F14131851D}"/>
                  </a:ext>
                </a:extLst>
              </p:cNvPr>
              <p:cNvSpPr>
                <a:spLocks noChangeArrowheads="1"/>
              </p:cNvSpPr>
              <p:nvPr/>
            </p:nvSpPr>
            <p:spPr bwMode="auto">
              <a:xfrm>
                <a:off x="4048" y="854"/>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419" name="Line 437">
                <a:extLst>
                  <a:ext uri="{FF2B5EF4-FFF2-40B4-BE49-F238E27FC236}">
                    <a16:creationId xmlns:a16="http://schemas.microsoft.com/office/drawing/2014/main" id="{24D34135-DB88-40C5-A69E-25E2083C3364}"/>
                  </a:ext>
                </a:extLst>
              </p:cNvPr>
              <p:cNvSpPr>
                <a:spLocks noChangeShapeType="1"/>
              </p:cNvSpPr>
              <p:nvPr/>
            </p:nvSpPr>
            <p:spPr bwMode="auto">
              <a:xfrm>
                <a:off x="4048" y="847"/>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420" name="Line 438">
                <a:extLst>
                  <a:ext uri="{FF2B5EF4-FFF2-40B4-BE49-F238E27FC236}">
                    <a16:creationId xmlns:a16="http://schemas.microsoft.com/office/drawing/2014/main" id="{09BDED41-298D-4EA5-82F7-E377292278AA}"/>
                  </a:ext>
                </a:extLst>
              </p:cNvPr>
              <p:cNvSpPr>
                <a:spLocks noChangeShapeType="1"/>
              </p:cNvSpPr>
              <p:nvPr/>
            </p:nvSpPr>
            <p:spPr bwMode="auto">
              <a:xfrm>
                <a:off x="4361" y="847"/>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421" name="Rectangle 439">
                <a:extLst>
                  <a:ext uri="{FF2B5EF4-FFF2-40B4-BE49-F238E27FC236}">
                    <a16:creationId xmlns:a16="http://schemas.microsoft.com/office/drawing/2014/main" id="{DA76921F-20C0-4ACE-A624-A8ED4D67C179}"/>
                  </a:ext>
                </a:extLst>
              </p:cNvPr>
              <p:cNvSpPr>
                <a:spLocks noChangeArrowheads="1"/>
              </p:cNvSpPr>
              <p:nvPr/>
            </p:nvSpPr>
            <p:spPr bwMode="auto">
              <a:xfrm>
                <a:off x="4048" y="847"/>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5422" name="Oval 440">
                <a:extLst>
                  <a:ext uri="{FF2B5EF4-FFF2-40B4-BE49-F238E27FC236}">
                    <a16:creationId xmlns:a16="http://schemas.microsoft.com/office/drawing/2014/main" id="{C447F5FC-6952-4E49-A6BB-8A23E158AF9E}"/>
                  </a:ext>
                </a:extLst>
              </p:cNvPr>
              <p:cNvSpPr>
                <a:spLocks noChangeArrowheads="1"/>
              </p:cNvSpPr>
              <p:nvPr/>
            </p:nvSpPr>
            <p:spPr bwMode="auto">
              <a:xfrm>
                <a:off x="4045" y="788"/>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nvGrpSpPr>
              <p:cNvPr id="5423" name="Group 441">
                <a:extLst>
                  <a:ext uri="{FF2B5EF4-FFF2-40B4-BE49-F238E27FC236}">
                    <a16:creationId xmlns:a16="http://schemas.microsoft.com/office/drawing/2014/main" id="{CDC7E08F-D01D-4FD3-AE23-41C39693A183}"/>
                  </a:ext>
                </a:extLst>
              </p:cNvPr>
              <p:cNvGrpSpPr>
                <a:grpSpLocks/>
              </p:cNvGrpSpPr>
              <p:nvPr/>
            </p:nvGrpSpPr>
            <p:grpSpPr bwMode="auto">
              <a:xfrm>
                <a:off x="4120" y="809"/>
                <a:ext cx="156" cy="55"/>
                <a:chOff x="2848" y="848"/>
                <a:chExt cx="140" cy="98"/>
              </a:xfrm>
            </p:grpSpPr>
            <p:sp>
              <p:nvSpPr>
                <p:cNvPr id="5434" name="Line 442">
                  <a:extLst>
                    <a:ext uri="{FF2B5EF4-FFF2-40B4-BE49-F238E27FC236}">
                      <a16:creationId xmlns:a16="http://schemas.microsoft.com/office/drawing/2014/main" id="{35F9B1C3-AD15-4859-AE5A-595DE1F4A843}"/>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435" name="Line 443">
                  <a:extLst>
                    <a:ext uri="{FF2B5EF4-FFF2-40B4-BE49-F238E27FC236}">
                      <a16:creationId xmlns:a16="http://schemas.microsoft.com/office/drawing/2014/main" id="{98DF46C4-1A3D-49BD-9E12-65527079B4A1}"/>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436" name="Line 444">
                  <a:extLst>
                    <a:ext uri="{FF2B5EF4-FFF2-40B4-BE49-F238E27FC236}">
                      <a16:creationId xmlns:a16="http://schemas.microsoft.com/office/drawing/2014/main" id="{87FD8B62-54CB-49F8-9B1F-63446D0A5A16}"/>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5424" name="Group 445">
                <a:extLst>
                  <a:ext uri="{FF2B5EF4-FFF2-40B4-BE49-F238E27FC236}">
                    <a16:creationId xmlns:a16="http://schemas.microsoft.com/office/drawing/2014/main" id="{F72E1573-4C5B-43FD-8BEB-13529896D37C}"/>
                  </a:ext>
                </a:extLst>
              </p:cNvPr>
              <p:cNvGrpSpPr>
                <a:grpSpLocks/>
              </p:cNvGrpSpPr>
              <p:nvPr/>
            </p:nvGrpSpPr>
            <p:grpSpPr bwMode="auto">
              <a:xfrm flipV="1">
                <a:off x="4120" y="808"/>
                <a:ext cx="156" cy="56"/>
                <a:chOff x="2848" y="848"/>
                <a:chExt cx="140" cy="98"/>
              </a:xfrm>
            </p:grpSpPr>
            <p:sp>
              <p:nvSpPr>
                <p:cNvPr id="5431" name="Line 446">
                  <a:extLst>
                    <a:ext uri="{FF2B5EF4-FFF2-40B4-BE49-F238E27FC236}">
                      <a16:creationId xmlns:a16="http://schemas.microsoft.com/office/drawing/2014/main" id="{83FBD4E5-87A0-4CC1-9CE2-25DF382FB1C2}"/>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432" name="Line 447">
                  <a:extLst>
                    <a:ext uri="{FF2B5EF4-FFF2-40B4-BE49-F238E27FC236}">
                      <a16:creationId xmlns:a16="http://schemas.microsoft.com/office/drawing/2014/main" id="{3261234D-C0FD-45F9-BB88-7DF9FB8702F4}"/>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433" name="Line 448">
                  <a:extLst>
                    <a:ext uri="{FF2B5EF4-FFF2-40B4-BE49-F238E27FC236}">
                      <a16:creationId xmlns:a16="http://schemas.microsoft.com/office/drawing/2014/main" id="{A59E3D43-3A37-4971-AD44-BA9A9D5E1FD2}"/>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5425" name="Rectangle 449">
                <a:extLst>
                  <a:ext uri="{FF2B5EF4-FFF2-40B4-BE49-F238E27FC236}">
                    <a16:creationId xmlns:a16="http://schemas.microsoft.com/office/drawing/2014/main" id="{1BC91BD3-BC72-4CCE-8293-23C2064CE8CC}"/>
                  </a:ext>
                </a:extLst>
              </p:cNvPr>
              <p:cNvSpPr>
                <a:spLocks noChangeArrowheads="1"/>
              </p:cNvSpPr>
              <p:nvPr/>
            </p:nvSpPr>
            <p:spPr bwMode="auto">
              <a:xfrm>
                <a:off x="3996" y="732"/>
                <a:ext cx="426" cy="3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426" name="Rectangle 450">
                <a:extLst>
                  <a:ext uri="{FF2B5EF4-FFF2-40B4-BE49-F238E27FC236}">
                    <a16:creationId xmlns:a16="http://schemas.microsoft.com/office/drawing/2014/main" id="{A1DC4DD1-4C64-48C7-AEF3-35D75BF14C33}"/>
                  </a:ext>
                </a:extLst>
              </p:cNvPr>
              <p:cNvSpPr>
                <a:spLocks noChangeArrowheads="1"/>
              </p:cNvSpPr>
              <p:nvPr/>
            </p:nvSpPr>
            <p:spPr bwMode="auto">
              <a:xfrm>
                <a:off x="3969" y="753"/>
                <a:ext cx="435" cy="312"/>
              </a:xfrm>
              <a:prstGeom prst="rect">
                <a:avLst/>
              </a:prstGeom>
              <a:solidFill>
                <a:schemeClr val="bg1"/>
              </a:solidFill>
              <a:ln w="12700">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427" name="Line 451">
                <a:extLst>
                  <a:ext uri="{FF2B5EF4-FFF2-40B4-BE49-F238E27FC236}">
                    <a16:creationId xmlns:a16="http://schemas.microsoft.com/office/drawing/2014/main" id="{CDFB2063-97F2-42A4-9A95-4A1786BBCB3E}"/>
                  </a:ext>
                </a:extLst>
              </p:cNvPr>
              <p:cNvSpPr>
                <a:spLocks noChangeShapeType="1"/>
              </p:cNvSpPr>
              <p:nvPr/>
            </p:nvSpPr>
            <p:spPr bwMode="auto">
              <a:xfrm>
                <a:off x="3966" y="945"/>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428" name="Line 452">
                <a:extLst>
                  <a:ext uri="{FF2B5EF4-FFF2-40B4-BE49-F238E27FC236}">
                    <a16:creationId xmlns:a16="http://schemas.microsoft.com/office/drawing/2014/main" id="{6D0B4144-D9C8-4760-A329-E7D330A62438}"/>
                  </a:ext>
                </a:extLst>
              </p:cNvPr>
              <p:cNvSpPr>
                <a:spLocks noChangeShapeType="1"/>
              </p:cNvSpPr>
              <p:nvPr/>
            </p:nvSpPr>
            <p:spPr bwMode="auto">
              <a:xfrm>
                <a:off x="3972" y="849"/>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429" name="Rectangle 453">
                <a:extLst>
                  <a:ext uri="{FF2B5EF4-FFF2-40B4-BE49-F238E27FC236}">
                    <a16:creationId xmlns:a16="http://schemas.microsoft.com/office/drawing/2014/main" id="{3B322FD0-6A92-4FB4-9CF5-60CEF764FD5D}"/>
                  </a:ext>
                </a:extLst>
              </p:cNvPr>
              <p:cNvSpPr>
                <a:spLocks noChangeArrowheads="1"/>
              </p:cNvSpPr>
              <p:nvPr/>
            </p:nvSpPr>
            <p:spPr bwMode="auto">
              <a:xfrm>
                <a:off x="3966" y="756"/>
                <a:ext cx="435" cy="93"/>
              </a:xfrm>
              <a:prstGeom prst="rect">
                <a:avLst/>
              </a:prstGeom>
              <a:solidFill>
                <a:srgbClr val="CC0000"/>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a:solidFill>
                    <a:srgbClr val="CC0000"/>
                  </a:solidFill>
                  <a:latin typeface="Comic Sans MS" panose="030F0702030302020204" pitchFamily="66" charset="0"/>
                </a:endParaRPr>
              </a:p>
            </p:txBody>
          </p:sp>
          <p:sp>
            <p:nvSpPr>
              <p:cNvPr id="5430" name="Text Box 454">
                <a:extLst>
                  <a:ext uri="{FF2B5EF4-FFF2-40B4-BE49-F238E27FC236}">
                    <a16:creationId xmlns:a16="http://schemas.microsoft.com/office/drawing/2014/main" id="{1B4A9F99-18EE-4404-83E7-98039723C268}"/>
                  </a:ext>
                </a:extLst>
              </p:cNvPr>
              <p:cNvSpPr txBox="1">
                <a:spLocks noChangeArrowheads="1"/>
              </p:cNvSpPr>
              <p:nvPr/>
            </p:nvSpPr>
            <p:spPr bwMode="auto">
              <a:xfrm>
                <a:off x="3937" y="633"/>
                <a:ext cx="513"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1000"/>
              </a:p>
              <a:p>
                <a:pPr algn="ctr"/>
                <a:r>
                  <a:rPr lang="en-US" altLang="en-US" sz="1000">
                    <a:solidFill>
                      <a:schemeClr val="bg1"/>
                    </a:solidFill>
                  </a:rPr>
                  <a:t>network</a:t>
                </a:r>
              </a:p>
              <a:p>
                <a:pPr algn="ctr"/>
                <a:r>
                  <a:rPr lang="en-US" altLang="en-US" sz="1000"/>
                  <a:t>data link</a:t>
                </a:r>
              </a:p>
              <a:p>
                <a:pPr algn="ctr"/>
                <a:r>
                  <a:rPr lang="en-US" altLang="en-US" sz="1000"/>
                  <a:t>physical</a:t>
                </a:r>
                <a:endParaRPr lang="en-US" altLang="en-US" sz="2400"/>
              </a:p>
            </p:txBody>
          </p:sp>
        </p:grpSp>
        <p:grpSp>
          <p:nvGrpSpPr>
            <p:cNvPr id="5196" name="Group 1058">
              <a:extLst>
                <a:ext uri="{FF2B5EF4-FFF2-40B4-BE49-F238E27FC236}">
                  <a16:creationId xmlns:a16="http://schemas.microsoft.com/office/drawing/2014/main" id="{6D38478E-2E16-4E56-B758-0663623CF11B}"/>
                </a:ext>
              </a:extLst>
            </p:cNvPr>
            <p:cNvGrpSpPr>
              <a:grpSpLocks/>
            </p:cNvGrpSpPr>
            <p:nvPr/>
          </p:nvGrpSpPr>
          <p:grpSpPr bwMode="auto">
            <a:xfrm>
              <a:off x="4207" y="1532"/>
              <a:ext cx="513" cy="442"/>
              <a:chOff x="3937" y="633"/>
              <a:chExt cx="513" cy="442"/>
            </a:xfrm>
          </p:grpSpPr>
          <p:sp>
            <p:nvSpPr>
              <p:cNvPr id="5395" name="Line 1059">
                <a:extLst>
                  <a:ext uri="{FF2B5EF4-FFF2-40B4-BE49-F238E27FC236}">
                    <a16:creationId xmlns:a16="http://schemas.microsoft.com/office/drawing/2014/main" id="{BF650001-8B59-420A-8995-60365DFE6365}"/>
                  </a:ext>
                </a:extLst>
              </p:cNvPr>
              <p:cNvSpPr>
                <a:spLocks noChangeShapeType="1"/>
              </p:cNvSpPr>
              <p:nvPr/>
            </p:nvSpPr>
            <p:spPr bwMode="auto">
              <a:xfrm>
                <a:off x="4061" y="1035"/>
                <a:ext cx="312" cy="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396" name="Line 1060">
                <a:extLst>
                  <a:ext uri="{FF2B5EF4-FFF2-40B4-BE49-F238E27FC236}">
                    <a16:creationId xmlns:a16="http://schemas.microsoft.com/office/drawing/2014/main" id="{D881C560-36BB-4577-8C21-2CD77D014ACA}"/>
                  </a:ext>
                </a:extLst>
              </p:cNvPr>
              <p:cNvSpPr>
                <a:spLocks noChangeShapeType="1"/>
              </p:cNvSpPr>
              <p:nvPr/>
            </p:nvSpPr>
            <p:spPr bwMode="auto">
              <a:xfrm flipV="1">
                <a:off x="4212" y="929"/>
                <a:ext cx="1" cy="10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397" name="Oval 1061">
                <a:extLst>
                  <a:ext uri="{FF2B5EF4-FFF2-40B4-BE49-F238E27FC236}">
                    <a16:creationId xmlns:a16="http://schemas.microsoft.com/office/drawing/2014/main" id="{67B642D9-4119-4EDD-96E5-C5EED6A86D8F}"/>
                  </a:ext>
                </a:extLst>
              </p:cNvPr>
              <p:cNvSpPr>
                <a:spLocks noChangeArrowheads="1"/>
              </p:cNvSpPr>
              <p:nvPr/>
            </p:nvSpPr>
            <p:spPr bwMode="auto">
              <a:xfrm>
                <a:off x="4048" y="854"/>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398" name="Line 1062">
                <a:extLst>
                  <a:ext uri="{FF2B5EF4-FFF2-40B4-BE49-F238E27FC236}">
                    <a16:creationId xmlns:a16="http://schemas.microsoft.com/office/drawing/2014/main" id="{6E5CB40F-D42F-42D0-949E-C157694923AB}"/>
                  </a:ext>
                </a:extLst>
              </p:cNvPr>
              <p:cNvSpPr>
                <a:spLocks noChangeShapeType="1"/>
              </p:cNvSpPr>
              <p:nvPr/>
            </p:nvSpPr>
            <p:spPr bwMode="auto">
              <a:xfrm>
                <a:off x="4048" y="847"/>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399" name="Line 1063">
                <a:extLst>
                  <a:ext uri="{FF2B5EF4-FFF2-40B4-BE49-F238E27FC236}">
                    <a16:creationId xmlns:a16="http://schemas.microsoft.com/office/drawing/2014/main" id="{25FD3D78-233C-409B-B1A9-DE8F2F3ED317}"/>
                  </a:ext>
                </a:extLst>
              </p:cNvPr>
              <p:cNvSpPr>
                <a:spLocks noChangeShapeType="1"/>
              </p:cNvSpPr>
              <p:nvPr/>
            </p:nvSpPr>
            <p:spPr bwMode="auto">
              <a:xfrm>
                <a:off x="4361" y="847"/>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400" name="Rectangle 1064">
                <a:extLst>
                  <a:ext uri="{FF2B5EF4-FFF2-40B4-BE49-F238E27FC236}">
                    <a16:creationId xmlns:a16="http://schemas.microsoft.com/office/drawing/2014/main" id="{B3635EBE-0D86-4F6F-9275-3A9EF3FEDC25}"/>
                  </a:ext>
                </a:extLst>
              </p:cNvPr>
              <p:cNvSpPr>
                <a:spLocks noChangeArrowheads="1"/>
              </p:cNvSpPr>
              <p:nvPr/>
            </p:nvSpPr>
            <p:spPr bwMode="auto">
              <a:xfrm>
                <a:off x="4048" y="847"/>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5401" name="Oval 1065">
                <a:extLst>
                  <a:ext uri="{FF2B5EF4-FFF2-40B4-BE49-F238E27FC236}">
                    <a16:creationId xmlns:a16="http://schemas.microsoft.com/office/drawing/2014/main" id="{1D1E19DD-C5BB-4E48-83D0-DF66F2AA8ABF}"/>
                  </a:ext>
                </a:extLst>
              </p:cNvPr>
              <p:cNvSpPr>
                <a:spLocks noChangeArrowheads="1"/>
              </p:cNvSpPr>
              <p:nvPr/>
            </p:nvSpPr>
            <p:spPr bwMode="auto">
              <a:xfrm>
                <a:off x="4045" y="788"/>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nvGrpSpPr>
              <p:cNvPr id="5402" name="Group 1066">
                <a:extLst>
                  <a:ext uri="{FF2B5EF4-FFF2-40B4-BE49-F238E27FC236}">
                    <a16:creationId xmlns:a16="http://schemas.microsoft.com/office/drawing/2014/main" id="{A97A66C2-9406-4118-9B9A-6DF140AF63D2}"/>
                  </a:ext>
                </a:extLst>
              </p:cNvPr>
              <p:cNvGrpSpPr>
                <a:grpSpLocks/>
              </p:cNvGrpSpPr>
              <p:nvPr/>
            </p:nvGrpSpPr>
            <p:grpSpPr bwMode="auto">
              <a:xfrm>
                <a:off x="4120" y="809"/>
                <a:ext cx="156" cy="55"/>
                <a:chOff x="2848" y="848"/>
                <a:chExt cx="140" cy="98"/>
              </a:xfrm>
            </p:grpSpPr>
            <p:sp>
              <p:nvSpPr>
                <p:cNvPr id="5413" name="Line 1067">
                  <a:extLst>
                    <a:ext uri="{FF2B5EF4-FFF2-40B4-BE49-F238E27FC236}">
                      <a16:creationId xmlns:a16="http://schemas.microsoft.com/office/drawing/2014/main" id="{36A39871-65D3-4B97-8E41-FF802BDA7AA7}"/>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414" name="Line 1068">
                  <a:extLst>
                    <a:ext uri="{FF2B5EF4-FFF2-40B4-BE49-F238E27FC236}">
                      <a16:creationId xmlns:a16="http://schemas.microsoft.com/office/drawing/2014/main" id="{2EF8D667-517F-4A99-AEBF-ED7AC36DAF74}"/>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415" name="Line 1069">
                  <a:extLst>
                    <a:ext uri="{FF2B5EF4-FFF2-40B4-BE49-F238E27FC236}">
                      <a16:creationId xmlns:a16="http://schemas.microsoft.com/office/drawing/2014/main" id="{ABB5C901-1BD9-44F6-8013-C853DC432EC3}"/>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5403" name="Group 1070">
                <a:extLst>
                  <a:ext uri="{FF2B5EF4-FFF2-40B4-BE49-F238E27FC236}">
                    <a16:creationId xmlns:a16="http://schemas.microsoft.com/office/drawing/2014/main" id="{5996EA7C-D36C-44C2-9000-0B8CB441DBAE}"/>
                  </a:ext>
                </a:extLst>
              </p:cNvPr>
              <p:cNvGrpSpPr>
                <a:grpSpLocks/>
              </p:cNvGrpSpPr>
              <p:nvPr/>
            </p:nvGrpSpPr>
            <p:grpSpPr bwMode="auto">
              <a:xfrm flipV="1">
                <a:off x="4120" y="808"/>
                <a:ext cx="156" cy="56"/>
                <a:chOff x="2848" y="848"/>
                <a:chExt cx="140" cy="98"/>
              </a:xfrm>
            </p:grpSpPr>
            <p:sp>
              <p:nvSpPr>
                <p:cNvPr id="5410" name="Line 1071">
                  <a:extLst>
                    <a:ext uri="{FF2B5EF4-FFF2-40B4-BE49-F238E27FC236}">
                      <a16:creationId xmlns:a16="http://schemas.microsoft.com/office/drawing/2014/main" id="{E9367E34-618F-4538-B5BF-7D7E0BDB72CB}"/>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411" name="Line 1072">
                  <a:extLst>
                    <a:ext uri="{FF2B5EF4-FFF2-40B4-BE49-F238E27FC236}">
                      <a16:creationId xmlns:a16="http://schemas.microsoft.com/office/drawing/2014/main" id="{A6442FAA-F745-4CE9-8087-0DA8666E0BD4}"/>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412" name="Line 1073">
                  <a:extLst>
                    <a:ext uri="{FF2B5EF4-FFF2-40B4-BE49-F238E27FC236}">
                      <a16:creationId xmlns:a16="http://schemas.microsoft.com/office/drawing/2014/main" id="{86AD97D2-70FB-4613-8E14-E57D39F73F93}"/>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5404" name="Rectangle 1074">
                <a:extLst>
                  <a:ext uri="{FF2B5EF4-FFF2-40B4-BE49-F238E27FC236}">
                    <a16:creationId xmlns:a16="http://schemas.microsoft.com/office/drawing/2014/main" id="{CD94E135-F600-42A4-8F17-972C15535FA7}"/>
                  </a:ext>
                </a:extLst>
              </p:cNvPr>
              <p:cNvSpPr>
                <a:spLocks noChangeArrowheads="1"/>
              </p:cNvSpPr>
              <p:nvPr/>
            </p:nvSpPr>
            <p:spPr bwMode="auto">
              <a:xfrm>
                <a:off x="3996" y="732"/>
                <a:ext cx="426" cy="3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405" name="Rectangle 1075">
                <a:extLst>
                  <a:ext uri="{FF2B5EF4-FFF2-40B4-BE49-F238E27FC236}">
                    <a16:creationId xmlns:a16="http://schemas.microsoft.com/office/drawing/2014/main" id="{D24AA17E-32EF-4233-B781-C4942A759EE9}"/>
                  </a:ext>
                </a:extLst>
              </p:cNvPr>
              <p:cNvSpPr>
                <a:spLocks noChangeArrowheads="1"/>
              </p:cNvSpPr>
              <p:nvPr/>
            </p:nvSpPr>
            <p:spPr bwMode="auto">
              <a:xfrm>
                <a:off x="3969" y="753"/>
                <a:ext cx="435" cy="312"/>
              </a:xfrm>
              <a:prstGeom prst="rect">
                <a:avLst/>
              </a:prstGeom>
              <a:solidFill>
                <a:schemeClr val="bg1"/>
              </a:solidFill>
              <a:ln w="12700">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406" name="Line 1076">
                <a:extLst>
                  <a:ext uri="{FF2B5EF4-FFF2-40B4-BE49-F238E27FC236}">
                    <a16:creationId xmlns:a16="http://schemas.microsoft.com/office/drawing/2014/main" id="{83167CF9-9F32-4A53-B497-387696193964}"/>
                  </a:ext>
                </a:extLst>
              </p:cNvPr>
              <p:cNvSpPr>
                <a:spLocks noChangeShapeType="1"/>
              </p:cNvSpPr>
              <p:nvPr/>
            </p:nvSpPr>
            <p:spPr bwMode="auto">
              <a:xfrm>
                <a:off x="3966" y="945"/>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407" name="Line 1077">
                <a:extLst>
                  <a:ext uri="{FF2B5EF4-FFF2-40B4-BE49-F238E27FC236}">
                    <a16:creationId xmlns:a16="http://schemas.microsoft.com/office/drawing/2014/main" id="{15078567-783D-400A-B194-947E90DCCA05}"/>
                  </a:ext>
                </a:extLst>
              </p:cNvPr>
              <p:cNvSpPr>
                <a:spLocks noChangeShapeType="1"/>
              </p:cNvSpPr>
              <p:nvPr/>
            </p:nvSpPr>
            <p:spPr bwMode="auto">
              <a:xfrm>
                <a:off x="3972" y="849"/>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408" name="Rectangle 1078">
                <a:extLst>
                  <a:ext uri="{FF2B5EF4-FFF2-40B4-BE49-F238E27FC236}">
                    <a16:creationId xmlns:a16="http://schemas.microsoft.com/office/drawing/2014/main" id="{284E3A85-50F9-47AC-AF41-160B3AA1DAB4}"/>
                  </a:ext>
                </a:extLst>
              </p:cNvPr>
              <p:cNvSpPr>
                <a:spLocks noChangeArrowheads="1"/>
              </p:cNvSpPr>
              <p:nvPr/>
            </p:nvSpPr>
            <p:spPr bwMode="auto">
              <a:xfrm>
                <a:off x="3966" y="756"/>
                <a:ext cx="435" cy="93"/>
              </a:xfrm>
              <a:prstGeom prst="rect">
                <a:avLst/>
              </a:prstGeom>
              <a:solidFill>
                <a:srgbClr val="CC0000"/>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409" name="Text Box 1079">
                <a:extLst>
                  <a:ext uri="{FF2B5EF4-FFF2-40B4-BE49-F238E27FC236}">
                    <a16:creationId xmlns:a16="http://schemas.microsoft.com/office/drawing/2014/main" id="{B02205F0-E08A-4A5B-A578-43A748BE8BB8}"/>
                  </a:ext>
                </a:extLst>
              </p:cNvPr>
              <p:cNvSpPr txBox="1">
                <a:spLocks noChangeArrowheads="1"/>
              </p:cNvSpPr>
              <p:nvPr/>
            </p:nvSpPr>
            <p:spPr bwMode="auto">
              <a:xfrm>
                <a:off x="3937" y="633"/>
                <a:ext cx="513"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1000"/>
              </a:p>
              <a:p>
                <a:pPr algn="ctr"/>
                <a:r>
                  <a:rPr lang="en-US" altLang="en-US" sz="1000">
                    <a:solidFill>
                      <a:schemeClr val="bg1"/>
                    </a:solidFill>
                  </a:rPr>
                  <a:t>network</a:t>
                </a:r>
              </a:p>
              <a:p>
                <a:pPr algn="ctr"/>
                <a:r>
                  <a:rPr lang="en-US" altLang="en-US" sz="1000"/>
                  <a:t>data link</a:t>
                </a:r>
              </a:p>
              <a:p>
                <a:pPr algn="ctr"/>
                <a:r>
                  <a:rPr lang="en-US" altLang="en-US" sz="1000"/>
                  <a:t>physical</a:t>
                </a:r>
                <a:endParaRPr lang="en-US" altLang="en-US" sz="2400"/>
              </a:p>
            </p:txBody>
          </p:sp>
        </p:grpSp>
        <p:grpSp>
          <p:nvGrpSpPr>
            <p:cNvPr id="5197" name="Group 1080">
              <a:extLst>
                <a:ext uri="{FF2B5EF4-FFF2-40B4-BE49-F238E27FC236}">
                  <a16:creationId xmlns:a16="http://schemas.microsoft.com/office/drawing/2014/main" id="{9A88ACAB-9E72-4F3A-8EBD-163E5C838168}"/>
                </a:ext>
              </a:extLst>
            </p:cNvPr>
            <p:cNvGrpSpPr>
              <a:grpSpLocks/>
            </p:cNvGrpSpPr>
            <p:nvPr/>
          </p:nvGrpSpPr>
          <p:grpSpPr bwMode="auto">
            <a:xfrm>
              <a:off x="4661" y="1148"/>
              <a:ext cx="513" cy="442"/>
              <a:chOff x="3937" y="633"/>
              <a:chExt cx="513" cy="442"/>
            </a:xfrm>
          </p:grpSpPr>
          <p:sp>
            <p:nvSpPr>
              <p:cNvPr id="5374" name="Line 1081">
                <a:extLst>
                  <a:ext uri="{FF2B5EF4-FFF2-40B4-BE49-F238E27FC236}">
                    <a16:creationId xmlns:a16="http://schemas.microsoft.com/office/drawing/2014/main" id="{ED566115-683D-4F56-97B6-260BB367E4A1}"/>
                  </a:ext>
                </a:extLst>
              </p:cNvPr>
              <p:cNvSpPr>
                <a:spLocks noChangeShapeType="1"/>
              </p:cNvSpPr>
              <p:nvPr/>
            </p:nvSpPr>
            <p:spPr bwMode="auto">
              <a:xfrm>
                <a:off x="4061" y="1035"/>
                <a:ext cx="312" cy="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375" name="Line 1082">
                <a:extLst>
                  <a:ext uri="{FF2B5EF4-FFF2-40B4-BE49-F238E27FC236}">
                    <a16:creationId xmlns:a16="http://schemas.microsoft.com/office/drawing/2014/main" id="{BE0F2A09-4B24-4EF2-8CFC-6F965C8144E7}"/>
                  </a:ext>
                </a:extLst>
              </p:cNvPr>
              <p:cNvSpPr>
                <a:spLocks noChangeShapeType="1"/>
              </p:cNvSpPr>
              <p:nvPr/>
            </p:nvSpPr>
            <p:spPr bwMode="auto">
              <a:xfrm flipV="1">
                <a:off x="4212" y="929"/>
                <a:ext cx="1" cy="10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376" name="Oval 1083">
                <a:extLst>
                  <a:ext uri="{FF2B5EF4-FFF2-40B4-BE49-F238E27FC236}">
                    <a16:creationId xmlns:a16="http://schemas.microsoft.com/office/drawing/2014/main" id="{90BFE9D3-AEC0-4AC0-B3F4-CC33FF1D5B84}"/>
                  </a:ext>
                </a:extLst>
              </p:cNvPr>
              <p:cNvSpPr>
                <a:spLocks noChangeArrowheads="1"/>
              </p:cNvSpPr>
              <p:nvPr/>
            </p:nvSpPr>
            <p:spPr bwMode="auto">
              <a:xfrm>
                <a:off x="4048" y="854"/>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377" name="Line 1084">
                <a:extLst>
                  <a:ext uri="{FF2B5EF4-FFF2-40B4-BE49-F238E27FC236}">
                    <a16:creationId xmlns:a16="http://schemas.microsoft.com/office/drawing/2014/main" id="{40F8529A-3404-4B22-93B0-54EC08B2E659}"/>
                  </a:ext>
                </a:extLst>
              </p:cNvPr>
              <p:cNvSpPr>
                <a:spLocks noChangeShapeType="1"/>
              </p:cNvSpPr>
              <p:nvPr/>
            </p:nvSpPr>
            <p:spPr bwMode="auto">
              <a:xfrm>
                <a:off x="4048" y="847"/>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378" name="Line 1085">
                <a:extLst>
                  <a:ext uri="{FF2B5EF4-FFF2-40B4-BE49-F238E27FC236}">
                    <a16:creationId xmlns:a16="http://schemas.microsoft.com/office/drawing/2014/main" id="{368C00C6-BA58-4210-80E8-8B28B803E0FB}"/>
                  </a:ext>
                </a:extLst>
              </p:cNvPr>
              <p:cNvSpPr>
                <a:spLocks noChangeShapeType="1"/>
              </p:cNvSpPr>
              <p:nvPr/>
            </p:nvSpPr>
            <p:spPr bwMode="auto">
              <a:xfrm>
                <a:off x="4361" y="847"/>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379" name="Rectangle 1086">
                <a:extLst>
                  <a:ext uri="{FF2B5EF4-FFF2-40B4-BE49-F238E27FC236}">
                    <a16:creationId xmlns:a16="http://schemas.microsoft.com/office/drawing/2014/main" id="{49914CB2-DA78-4B85-A0B3-30271747E9A6}"/>
                  </a:ext>
                </a:extLst>
              </p:cNvPr>
              <p:cNvSpPr>
                <a:spLocks noChangeArrowheads="1"/>
              </p:cNvSpPr>
              <p:nvPr/>
            </p:nvSpPr>
            <p:spPr bwMode="auto">
              <a:xfrm>
                <a:off x="4048" y="847"/>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5380" name="Oval 1087">
                <a:extLst>
                  <a:ext uri="{FF2B5EF4-FFF2-40B4-BE49-F238E27FC236}">
                    <a16:creationId xmlns:a16="http://schemas.microsoft.com/office/drawing/2014/main" id="{7F4A56A6-A0CB-40BB-A73A-7F01B781DC93}"/>
                  </a:ext>
                </a:extLst>
              </p:cNvPr>
              <p:cNvSpPr>
                <a:spLocks noChangeArrowheads="1"/>
              </p:cNvSpPr>
              <p:nvPr/>
            </p:nvSpPr>
            <p:spPr bwMode="auto">
              <a:xfrm>
                <a:off x="4045" y="788"/>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nvGrpSpPr>
              <p:cNvPr id="5381" name="Group 1088">
                <a:extLst>
                  <a:ext uri="{FF2B5EF4-FFF2-40B4-BE49-F238E27FC236}">
                    <a16:creationId xmlns:a16="http://schemas.microsoft.com/office/drawing/2014/main" id="{4005702D-7781-4C82-AA4C-8170776EF27B}"/>
                  </a:ext>
                </a:extLst>
              </p:cNvPr>
              <p:cNvGrpSpPr>
                <a:grpSpLocks/>
              </p:cNvGrpSpPr>
              <p:nvPr/>
            </p:nvGrpSpPr>
            <p:grpSpPr bwMode="auto">
              <a:xfrm>
                <a:off x="4120" y="809"/>
                <a:ext cx="156" cy="55"/>
                <a:chOff x="2848" y="848"/>
                <a:chExt cx="140" cy="98"/>
              </a:xfrm>
            </p:grpSpPr>
            <p:sp>
              <p:nvSpPr>
                <p:cNvPr id="5392" name="Line 1089">
                  <a:extLst>
                    <a:ext uri="{FF2B5EF4-FFF2-40B4-BE49-F238E27FC236}">
                      <a16:creationId xmlns:a16="http://schemas.microsoft.com/office/drawing/2014/main" id="{DD0477C0-DEBA-4F8D-9D6F-2FA6E9918A37}"/>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393" name="Line 1090">
                  <a:extLst>
                    <a:ext uri="{FF2B5EF4-FFF2-40B4-BE49-F238E27FC236}">
                      <a16:creationId xmlns:a16="http://schemas.microsoft.com/office/drawing/2014/main" id="{646319CB-C7F0-487A-A75A-0BE1769A65CE}"/>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394" name="Line 1091">
                  <a:extLst>
                    <a:ext uri="{FF2B5EF4-FFF2-40B4-BE49-F238E27FC236}">
                      <a16:creationId xmlns:a16="http://schemas.microsoft.com/office/drawing/2014/main" id="{96820F73-8B7A-470B-BCFA-858B9C3F5779}"/>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5382" name="Group 1092">
                <a:extLst>
                  <a:ext uri="{FF2B5EF4-FFF2-40B4-BE49-F238E27FC236}">
                    <a16:creationId xmlns:a16="http://schemas.microsoft.com/office/drawing/2014/main" id="{A0E02BBA-BD58-4D31-8042-549FEC847891}"/>
                  </a:ext>
                </a:extLst>
              </p:cNvPr>
              <p:cNvGrpSpPr>
                <a:grpSpLocks/>
              </p:cNvGrpSpPr>
              <p:nvPr/>
            </p:nvGrpSpPr>
            <p:grpSpPr bwMode="auto">
              <a:xfrm flipV="1">
                <a:off x="4120" y="808"/>
                <a:ext cx="156" cy="56"/>
                <a:chOff x="2848" y="848"/>
                <a:chExt cx="140" cy="98"/>
              </a:xfrm>
            </p:grpSpPr>
            <p:sp>
              <p:nvSpPr>
                <p:cNvPr id="5389" name="Line 1093">
                  <a:extLst>
                    <a:ext uri="{FF2B5EF4-FFF2-40B4-BE49-F238E27FC236}">
                      <a16:creationId xmlns:a16="http://schemas.microsoft.com/office/drawing/2014/main" id="{978384D3-7E15-42FD-AC37-D6BD0F45AA0E}"/>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390" name="Line 1094">
                  <a:extLst>
                    <a:ext uri="{FF2B5EF4-FFF2-40B4-BE49-F238E27FC236}">
                      <a16:creationId xmlns:a16="http://schemas.microsoft.com/office/drawing/2014/main" id="{BF0B8A28-FBE8-4A57-B0F2-3A6A07A94DA2}"/>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391" name="Line 1095">
                  <a:extLst>
                    <a:ext uri="{FF2B5EF4-FFF2-40B4-BE49-F238E27FC236}">
                      <a16:creationId xmlns:a16="http://schemas.microsoft.com/office/drawing/2014/main" id="{6CB42F6D-07E8-4F11-8327-818426FB1D4E}"/>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5383" name="Rectangle 1096">
                <a:extLst>
                  <a:ext uri="{FF2B5EF4-FFF2-40B4-BE49-F238E27FC236}">
                    <a16:creationId xmlns:a16="http://schemas.microsoft.com/office/drawing/2014/main" id="{9200F08F-08BD-4EEF-8AD0-47F3036008CC}"/>
                  </a:ext>
                </a:extLst>
              </p:cNvPr>
              <p:cNvSpPr>
                <a:spLocks noChangeArrowheads="1"/>
              </p:cNvSpPr>
              <p:nvPr/>
            </p:nvSpPr>
            <p:spPr bwMode="auto">
              <a:xfrm>
                <a:off x="3996" y="732"/>
                <a:ext cx="426" cy="3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384" name="Rectangle 1097">
                <a:extLst>
                  <a:ext uri="{FF2B5EF4-FFF2-40B4-BE49-F238E27FC236}">
                    <a16:creationId xmlns:a16="http://schemas.microsoft.com/office/drawing/2014/main" id="{D20DBA0D-6893-40F3-874B-ABC241621B87}"/>
                  </a:ext>
                </a:extLst>
              </p:cNvPr>
              <p:cNvSpPr>
                <a:spLocks noChangeArrowheads="1"/>
              </p:cNvSpPr>
              <p:nvPr/>
            </p:nvSpPr>
            <p:spPr bwMode="auto">
              <a:xfrm>
                <a:off x="3969" y="753"/>
                <a:ext cx="435" cy="312"/>
              </a:xfrm>
              <a:prstGeom prst="rect">
                <a:avLst/>
              </a:prstGeom>
              <a:solidFill>
                <a:schemeClr val="bg1"/>
              </a:solidFill>
              <a:ln w="12700">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385" name="Line 1098">
                <a:extLst>
                  <a:ext uri="{FF2B5EF4-FFF2-40B4-BE49-F238E27FC236}">
                    <a16:creationId xmlns:a16="http://schemas.microsoft.com/office/drawing/2014/main" id="{6A0BB7A4-557F-4B9F-9E83-8865C2EAC794}"/>
                  </a:ext>
                </a:extLst>
              </p:cNvPr>
              <p:cNvSpPr>
                <a:spLocks noChangeShapeType="1"/>
              </p:cNvSpPr>
              <p:nvPr/>
            </p:nvSpPr>
            <p:spPr bwMode="auto">
              <a:xfrm>
                <a:off x="3966" y="945"/>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386" name="Line 1099">
                <a:extLst>
                  <a:ext uri="{FF2B5EF4-FFF2-40B4-BE49-F238E27FC236}">
                    <a16:creationId xmlns:a16="http://schemas.microsoft.com/office/drawing/2014/main" id="{42B81429-B40C-4233-836A-027A71B17240}"/>
                  </a:ext>
                </a:extLst>
              </p:cNvPr>
              <p:cNvSpPr>
                <a:spLocks noChangeShapeType="1"/>
              </p:cNvSpPr>
              <p:nvPr/>
            </p:nvSpPr>
            <p:spPr bwMode="auto">
              <a:xfrm>
                <a:off x="3972" y="849"/>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387" name="Rectangle 1100">
                <a:extLst>
                  <a:ext uri="{FF2B5EF4-FFF2-40B4-BE49-F238E27FC236}">
                    <a16:creationId xmlns:a16="http://schemas.microsoft.com/office/drawing/2014/main" id="{FD824D63-9412-4D78-B852-076BEC657D07}"/>
                  </a:ext>
                </a:extLst>
              </p:cNvPr>
              <p:cNvSpPr>
                <a:spLocks noChangeArrowheads="1"/>
              </p:cNvSpPr>
              <p:nvPr/>
            </p:nvSpPr>
            <p:spPr bwMode="auto">
              <a:xfrm>
                <a:off x="3966" y="756"/>
                <a:ext cx="435" cy="93"/>
              </a:xfrm>
              <a:prstGeom prst="rect">
                <a:avLst/>
              </a:prstGeom>
              <a:solidFill>
                <a:srgbClr val="CC0000"/>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388" name="Text Box 1101">
                <a:extLst>
                  <a:ext uri="{FF2B5EF4-FFF2-40B4-BE49-F238E27FC236}">
                    <a16:creationId xmlns:a16="http://schemas.microsoft.com/office/drawing/2014/main" id="{7447742B-B0AE-4BEE-8C94-A1ED89C6215A}"/>
                  </a:ext>
                </a:extLst>
              </p:cNvPr>
              <p:cNvSpPr txBox="1">
                <a:spLocks noChangeArrowheads="1"/>
              </p:cNvSpPr>
              <p:nvPr/>
            </p:nvSpPr>
            <p:spPr bwMode="auto">
              <a:xfrm>
                <a:off x="3937" y="633"/>
                <a:ext cx="513"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1000"/>
              </a:p>
              <a:p>
                <a:pPr algn="ctr"/>
                <a:r>
                  <a:rPr lang="en-US" altLang="en-US" sz="1000">
                    <a:solidFill>
                      <a:schemeClr val="bg1"/>
                    </a:solidFill>
                  </a:rPr>
                  <a:t>network</a:t>
                </a:r>
              </a:p>
              <a:p>
                <a:pPr algn="ctr"/>
                <a:r>
                  <a:rPr lang="en-US" altLang="en-US" sz="1000"/>
                  <a:t>data link</a:t>
                </a:r>
              </a:p>
              <a:p>
                <a:pPr algn="ctr"/>
                <a:r>
                  <a:rPr lang="en-US" altLang="en-US" sz="1000"/>
                  <a:t>physical</a:t>
                </a:r>
                <a:endParaRPr lang="en-US" altLang="en-US" sz="2400"/>
              </a:p>
            </p:txBody>
          </p:sp>
        </p:grpSp>
        <p:grpSp>
          <p:nvGrpSpPr>
            <p:cNvPr id="5198" name="Group 1102">
              <a:extLst>
                <a:ext uri="{FF2B5EF4-FFF2-40B4-BE49-F238E27FC236}">
                  <a16:creationId xmlns:a16="http://schemas.microsoft.com/office/drawing/2014/main" id="{D7AFF6B5-5F7A-470A-893A-3BE2C9944222}"/>
                </a:ext>
              </a:extLst>
            </p:cNvPr>
            <p:cNvGrpSpPr>
              <a:grpSpLocks/>
            </p:cNvGrpSpPr>
            <p:nvPr/>
          </p:nvGrpSpPr>
          <p:grpSpPr bwMode="auto">
            <a:xfrm>
              <a:off x="4702" y="1523"/>
              <a:ext cx="513" cy="442"/>
              <a:chOff x="3937" y="633"/>
              <a:chExt cx="513" cy="442"/>
            </a:xfrm>
          </p:grpSpPr>
          <p:sp>
            <p:nvSpPr>
              <p:cNvPr id="5353" name="Line 1103">
                <a:extLst>
                  <a:ext uri="{FF2B5EF4-FFF2-40B4-BE49-F238E27FC236}">
                    <a16:creationId xmlns:a16="http://schemas.microsoft.com/office/drawing/2014/main" id="{F7817E06-537E-4F8E-B811-9AC63913D51B}"/>
                  </a:ext>
                </a:extLst>
              </p:cNvPr>
              <p:cNvSpPr>
                <a:spLocks noChangeShapeType="1"/>
              </p:cNvSpPr>
              <p:nvPr/>
            </p:nvSpPr>
            <p:spPr bwMode="auto">
              <a:xfrm>
                <a:off x="4061" y="1035"/>
                <a:ext cx="312" cy="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354" name="Line 1104">
                <a:extLst>
                  <a:ext uri="{FF2B5EF4-FFF2-40B4-BE49-F238E27FC236}">
                    <a16:creationId xmlns:a16="http://schemas.microsoft.com/office/drawing/2014/main" id="{D4F038B9-E39F-46F1-854E-652A18961C41}"/>
                  </a:ext>
                </a:extLst>
              </p:cNvPr>
              <p:cNvSpPr>
                <a:spLocks noChangeShapeType="1"/>
              </p:cNvSpPr>
              <p:nvPr/>
            </p:nvSpPr>
            <p:spPr bwMode="auto">
              <a:xfrm flipV="1">
                <a:off x="4212" y="929"/>
                <a:ext cx="1" cy="10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355" name="Oval 1105">
                <a:extLst>
                  <a:ext uri="{FF2B5EF4-FFF2-40B4-BE49-F238E27FC236}">
                    <a16:creationId xmlns:a16="http://schemas.microsoft.com/office/drawing/2014/main" id="{872BFB32-ABEF-40ED-A4E4-FE4DEF44D273}"/>
                  </a:ext>
                </a:extLst>
              </p:cNvPr>
              <p:cNvSpPr>
                <a:spLocks noChangeArrowheads="1"/>
              </p:cNvSpPr>
              <p:nvPr/>
            </p:nvSpPr>
            <p:spPr bwMode="auto">
              <a:xfrm>
                <a:off x="4048" y="854"/>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356" name="Line 1106">
                <a:extLst>
                  <a:ext uri="{FF2B5EF4-FFF2-40B4-BE49-F238E27FC236}">
                    <a16:creationId xmlns:a16="http://schemas.microsoft.com/office/drawing/2014/main" id="{69BEB87C-2951-42AD-811A-976A4A762C7B}"/>
                  </a:ext>
                </a:extLst>
              </p:cNvPr>
              <p:cNvSpPr>
                <a:spLocks noChangeShapeType="1"/>
              </p:cNvSpPr>
              <p:nvPr/>
            </p:nvSpPr>
            <p:spPr bwMode="auto">
              <a:xfrm>
                <a:off x="4048" y="847"/>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357" name="Line 1107">
                <a:extLst>
                  <a:ext uri="{FF2B5EF4-FFF2-40B4-BE49-F238E27FC236}">
                    <a16:creationId xmlns:a16="http://schemas.microsoft.com/office/drawing/2014/main" id="{69B3A94D-6285-4FEB-B819-AD3433D22E3D}"/>
                  </a:ext>
                </a:extLst>
              </p:cNvPr>
              <p:cNvSpPr>
                <a:spLocks noChangeShapeType="1"/>
              </p:cNvSpPr>
              <p:nvPr/>
            </p:nvSpPr>
            <p:spPr bwMode="auto">
              <a:xfrm>
                <a:off x="4361" y="847"/>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358" name="Rectangle 1108">
                <a:extLst>
                  <a:ext uri="{FF2B5EF4-FFF2-40B4-BE49-F238E27FC236}">
                    <a16:creationId xmlns:a16="http://schemas.microsoft.com/office/drawing/2014/main" id="{BE5A21EC-7C1C-48BE-BB90-E49DE0FB56EE}"/>
                  </a:ext>
                </a:extLst>
              </p:cNvPr>
              <p:cNvSpPr>
                <a:spLocks noChangeArrowheads="1"/>
              </p:cNvSpPr>
              <p:nvPr/>
            </p:nvSpPr>
            <p:spPr bwMode="auto">
              <a:xfrm>
                <a:off x="4048" y="847"/>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5359" name="Oval 1109">
                <a:extLst>
                  <a:ext uri="{FF2B5EF4-FFF2-40B4-BE49-F238E27FC236}">
                    <a16:creationId xmlns:a16="http://schemas.microsoft.com/office/drawing/2014/main" id="{7C8869EF-C309-4A2A-A09B-BC9679BC5B4C}"/>
                  </a:ext>
                </a:extLst>
              </p:cNvPr>
              <p:cNvSpPr>
                <a:spLocks noChangeArrowheads="1"/>
              </p:cNvSpPr>
              <p:nvPr/>
            </p:nvSpPr>
            <p:spPr bwMode="auto">
              <a:xfrm>
                <a:off x="4045" y="788"/>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nvGrpSpPr>
              <p:cNvPr id="5360" name="Group 1110">
                <a:extLst>
                  <a:ext uri="{FF2B5EF4-FFF2-40B4-BE49-F238E27FC236}">
                    <a16:creationId xmlns:a16="http://schemas.microsoft.com/office/drawing/2014/main" id="{D8821C59-8010-4C52-8753-4568724FE37B}"/>
                  </a:ext>
                </a:extLst>
              </p:cNvPr>
              <p:cNvGrpSpPr>
                <a:grpSpLocks/>
              </p:cNvGrpSpPr>
              <p:nvPr/>
            </p:nvGrpSpPr>
            <p:grpSpPr bwMode="auto">
              <a:xfrm>
                <a:off x="4120" y="809"/>
                <a:ext cx="156" cy="55"/>
                <a:chOff x="2848" y="848"/>
                <a:chExt cx="140" cy="98"/>
              </a:xfrm>
            </p:grpSpPr>
            <p:sp>
              <p:nvSpPr>
                <p:cNvPr id="5371" name="Line 1111">
                  <a:extLst>
                    <a:ext uri="{FF2B5EF4-FFF2-40B4-BE49-F238E27FC236}">
                      <a16:creationId xmlns:a16="http://schemas.microsoft.com/office/drawing/2014/main" id="{5D07D9D2-EA3D-4F7C-94FB-9E33BBD0F736}"/>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372" name="Line 1112">
                  <a:extLst>
                    <a:ext uri="{FF2B5EF4-FFF2-40B4-BE49-F238E27FC236}">
                      <a16:creationId xmlns:a16="http://schemas.microsoft.com/office/drawing/2014/main" id="{4E849F32-9D9E-47DC-9FF2-287B2293938D}"/>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373" name="Line 1113">
                  <a:extLst>
                    <a:ext uri="{FF2B5EF4-FFF2-40B4-BE49-F238E27FC236}">
                      <a16:creationId xmlns:a16="http://schemas.microsoft.com/office/drawing/2014/main" id="{7BC8886E-D4E7-4160-B4C2-A7E312C87BDF}"/>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5361" name="Group 1114">
                <a:extLst>
                  <a:ext uri="{FF2B5EF4-FFF2-40B4-BE49-F238E27FC236}">
                    <a16:creationId xmlns:a16="http://schemas.microsoft.com/office/drawing/2014/main" id="{728C2994-A190-417B-84B8-2FD2E23FABCE}"/>
                  </a:ext>
                </a:extLst>
              </p:cNvPr>
              <p:cNvGrpSpPr>
                <a:grpSpLocks/>
              </p:cNvGrpSpPr>
              <p:nvPr/>
            </p:nvGrpSpPr>
            <p:grpSpPr bwMode="auto">
              <a:xfrm flipV="1">
                <a:off x="4120" y="808"/>
                <a:ext cx="156" cy="56"/>
                <a:chOff x="2848" y="848"/>
                <a:chExt cx="140" cy="98"/>
              </a:xfrm>
            </p:grpSpPr>
            <p:sp>
              <p:nvSpPr>
                <p:cNvPr id="5368" name="Line 1115">
                  <a:extLst>
                    <a:ext uri="{FF2B5EF4-FFF2-40B4-BE49-F238E27FC236}">
                      <a16:creationId xmlns:a16="http://schemas.microsoft.com/office/drawing/2014/main" id="{C8FB0624-D9F5-46DB-B07D-966DBEE9540E}"/>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369" name="Line 1116">
                  <a:extLst>
                    <a:ext uri="{FF2B5EF4-FFF2-40B4-BE49-F238E27FC236}">
                      <a16:creationId xmlns:a16="http://schemas.microsoft.com/office/drawing/2014/main" id="{8D080463-5B0E-4D74-A114-00AAADEB8108}"/>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370" name="Line 1117">
                  <a:extLst>
                    <a:ext uri="{FF2B5EF4-FFF2-40B4-BE49-F238E27FC236}">
                      <a16:creationId xmlns:a16="http://schemas.microsoft.com/office/drawing/2014/main" id="{D970B1CC-529A-4202-A650-B309AC8E9C96}"/>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5362" name="Rectangle 1118">
                <a:extLst>
                  <a:ext uri="{FF2B5EF4-FFF2-40B4-BE49-F238E27FC236}">
                    <a16:creationId xmlns:a16="http://schemas.microsoft.com/office/drawing/2014/main" id="{642BAD07-8DBA-4BBC-A470-AA0E0DD0375A}"/>
                  </a:ext>
                </a:extLst>
              </p:cNvPr>
              <p:cNvSpPr>
                <a:spLocks noChangeArrowheads="1"/>
              </p:cNvSpPr>
              <p:nvPr/>
            </p:nvSpPr>
            <p:spPr bwMode="auto">
              <a:xfrm>
                <a:off x="3996" y="732"/>
                <a:ext cx="426" cy="3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363" name="Rectangle 1119">
                <a:extLst>
                  <a:ext uri="{FF2B5EF4-FFF2-40B4-BE49-F238E27FC236}">
                    <a16:creationId xmlns:a16="http://schemas.microsoft.com/office/drawing/2014/main" id="{69F720D9-B446-4FE1-BC6E-F50C83CD1AF9}"/>
                  </a:ext>
                </a:extLst>
              </p:cNvPr>
              <p:cNvSpPr>
                <a:spLocks noChangeArrowheads="1"/>
              </p:cNvSpPr>
              <p:nvPr/>
            </p:nvSpPr>
            <p:spPr bwMode="auto">
              <a:xfrm>
                <a:off x="3969" y="753"/>
                <a:ext cx="435" cy="312"/>
              </a:xfrm>
              <a:prstGeom prst="rect">
                <a:avLst/>
              </a:prstGeom>
              <a:solidFill>
                <a:schemeClr val="bg1"/>
              </a:solidFill>
              <a:ln w="12700">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364" name="Line 1120">
                <a:extLst>
                  <a:ext uri="{FF2B5EF4-FFF2-40B4-BE49-F238E27FC236}">
                    <a16:creationId xmlns:a16="http://schemas.microsoft.com/office/drawing/2014/main" id="{A5D27802-7DF4-4E53-93AD-6A0E8F6841D1}"/>
                  </a:ext>
                </a:extLst>
              </p:cNvPr>
              <p:cNvSpPr>
                <a:spLocks noChangeShapeType="1"/>
              </p:cNvSpPr>
              <p:nvPr/>
            </p:nvSpPr>
            <p:spPr bwMode="auto">
              <a:xfrm>
                <a:off x="3966" y="945"/>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365" name="Line 1121">
                <a:extLst>
                  <a:ext uri="{FF2B5EF4-FFF2-40B4-BE49-F238E27FC236}">
                    <a16:creationId xmlns:a16="http://schemas.microsoft.com/office/drawing/2014/main" id="{A06AD856-6283-4F59-B7E7-EA1FD5C6FC4B}"/>
                  </a:ext>
                </a:extLst>
              </p:cNvPr>
              <p:cNvSpPr>
                <a:spLocks noChangeShapeType="1"/>
              </p:cNvSpPr>
              <p:nvPr/>
            </p:nvSpPr>
            <p:spPr bwMode="auto">
              <a:xfrm>
                <a:off x="3972" y="849"/>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366" name="Rectangle 1122">
                <a:extLst>
                  <a:ext uri="{FF2B5EF4-FFF2-40B4-BE49-F238E27FC236}">
                    <a16:creationId xmlns:a16="http://schemas.microsoft.com/office/drawing/2014/main" id="{7FE60B0D-1C8D-4D3B-9A71-507C662C3A64}"/>
                  </a:ext>
                </a:extLst>
              </p:cNvPr>
              <p:cNvSpPr>
                <a:spLocks noChangeArrowheads="1"/>
              </p:cNvSpPr>
              <p:nvPr/>
            </p:nvSpPr>
            <p:spPr bwMode="auto">
              <a:xfrm>
                <a:off x="3966" y="756"/>
                <a:ext cx="435" cy="93"/>
              </a:xfrm>
              <a:prstGeom prst="rect">
                <a:avLst/>
              </a:prstGeom>
              <a:solidFill>
                <a:srgbClr val="CC0000"/>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367" name="Text Box 1123">
                <a:extLst>
                  <a:ext uri="{FF2B5EF4-FFF2-40B4-BE49-F238E27FC236}">
                    <a16:creationId xmlns:a16="http://schemas.microsoft.com/office/drawing/2014/main" id="{24E804B6-9295-4F2E-A7A8-C1E6484EC982}"/>
                  </a:ext>
                </a:extLst>
              </p:cNvPr>
              <p:cNvSpPr txBox="1">
                <a:spLocks noChangeArrowheads="1"/>
              </p:cNvSpPr>
              <p:nvPr/>
            </p:nvSpPr>
            <p:spPr bwMode="auto">
              <a:xfrm>
                <a:off x="3937" y="633"/>
                <a:ext cx="513"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1000"/>
              </a:p>
              <a:p>
                <a:pPr algn="ctr"/>
                <a:r>
                  <a:rPr lang="en-US" altLang="en-US" sz="1000">
                    <a:solidFill>
                      <a:schemeClr val="bg1"/>
                    </a:solidFill>
                  </a:rPr>
                  <a:t>network</a:t>
                </a:r>
              </a:p>
              <a:p>
                <a:pPr algn="ctr"/>
                <a:r>
                  <a:rPr lang="en-US" altLang="en-US" sz="1000"/>
                  <a:t>data link</a:t>
                </a:r>
              </a:p>
              <a:p>
                <a:pPr algn="ctr"/>
                <a:r>
                  <a:rPr lang="en-US" altLang="en-US" sz="1000"/>
                  <a:t>physical</a:t>
                </a:r>
                <a:endParaRPr lang="en-US" altLang="en-US" sz="2400"/>
              </a:p>
            </p:txBody>
          </p:sp>
        </p:grpSp>
        <p:grpSp>
          <p:nvGrpSpPr>
            <p:cNvPr id="5199" name="Group 1124">
              <a:extLst>
                <a:ext uri="{FF2B5EF4-FFF2-40B4-BE49-F238E27FC236}">
                  <a16:creationId xmlns:a16="http://schemas.microsoft.com/office/drawing/2014/main" id="{5EDF89FB-A183-49CE-B971-D91FCAA95DB0}"/>
                </a:ext>
              </a:extLst>
            </p:cNvPr>
            <p:cNvGrpSpPr>
              <a:grpSpLocks/>
            </p:cNvGrpSpPr>
            <p:nvPr/>
          </p:nvGrpSpPr>
          <p:grpSpPr bwMode="auto">
            <a:xfrm>
              <a:off x="4197" y="1157"/>
              <a:ext cx="513" cy="442"/>
              <a:chOff x="3937" y="633"/>
              <a:chExt cx="513" cy="442"/>
            </a:xfrm>
          </p:grpSpPr>
          <p:sp>
            <p:nvSpPr>
              <p:cNvPr id="5332" name="Line 1125">
                <a:extLst>
                  <a:ext uri="{FF2B5EF4-FFF2-40B4-BE49-F238E27FC236}">
                    <a16:creationId xmlns:a16="http://schemas.microsoft.com/office/drawing/2014/main" id="{E0D7CF69-D317-4A21-9CE1-0200747E0528}"/>
                  </a:ext>
                </a:extLst>
              </p:cNvPr>
              <p:cNvSpPr>
                <a:spLocks noChangeShapeType="1"/>
              </p:cNvSpPr>
              <p:nvPr/>
            </p:nvSpPr>
            <p:spPr bwMode="auto">
              <a:xfrm>
                <a:off x="4061" y="1035"/>
                <a:ext cx="312" cy="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333" name="Line 1126">
                <a:extLst>
                  <a:ext uri="{FF2B5EF4-FFF2-40B4-BE49-F238E27FC236}">
                    <a16:creationId xmlns:a16="http://schemas.microsoft.com/office/drawing/2014/main" id="{5EB0701A-E86F-41B2-BA5E-E4210D773576}"/>
                  </a:ext>
                </a:extLst>
              </p:cNvPr>
              <p:cNvSpPr>
                <a:spLocks noChangeShapeType="1"/>
              </p:cNvSpPr>
              <p:nvPr/>
            </p:nvSpPr>
            <p:spPr bwMode="auto">
              <a:xfrm flipV="1">
                <a:off x="4212" y="929"/>
                <a:ext cx="1" cy="10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334" name="Oval 1127">
                <a:extLst>
                  <a:ext uri="{FF2B5EF4-FFF2-40B4-BE49-F238E27FC236}">
                    <a16:creationId xmlns:a16="http://schemas.microsoft.com/office/drawing/2014/main" id="{F3AA150E-B887-4AB9-A580-851CAFAC02C2}"/>
                  </a:ext>
                </a:extLst>
              </p:cNvPr>
              <p:cNvSpPr>
                <a:spLocks noChangeArrowheads="1"/>
              </p:cNvSpPr>
              <p:nvPr/>
            </p:nvSpPr>
            <p:spPr bwMode="auto">
              <a:xfrm>
                <a:off x="4048" y="854"/>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335" name="Line 1128">
                <a:extLst>
                  <a:ext uri="{FF2B5EF4-FFF2-40B4-BE49-F238E27FC236}">
                    <a16:creationId xmlns:a16="http://schemas.microsoft.com/office/drawing/2014/main" id="{D1604181-5DB2-4C03-BB79-20478BD18E26}"/>
                  </a:ext>
                </a:extLst>
              </p:cNvPr>
              <p:cNvSpPr>
                <a:spLocks noChangeShapeType="1"/>
              </p:cNvSpPr>
              <p:nvPr/>
            </p:nvSpPr>
            <p:spPr bwMode="auto">
              <a:xfrm>
                <a:off x="4048" y="847"/>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336" name="Line 1129">
                <a:extLst>
                  <a:ext uri="{FF2B5EF4-FFF2-40B4-BE49-F238E27FC236}">
                    <a16:creationId xmlns:a16="http://schemas.microsoft.com/office/drawing/2014/main" id="{5B8DDAB8-0BE9-4281-B109-781966C79607}"/>
                  </a:ext>
                </a:extLst>
              </p:cNvPr>
              <p:cNvSpPr>
                <a:spLocks noChangeShapeType="1"/>
              </p:cNvSpPr>
              <p:nvPr/>
            </p:nvSpPr>
            <p:spPr bwMode="auto">
              <a:xfrm>
                <a:off x="4361" y="847"/>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337" name="Rectangle 1130">
                <a:extLst>
                  <a:ext uri="{FF2B5EF4-FFF2-40B4-BE49-F238E27FC236}">
                    <a16:creationId xmlns:a16="http://schemas.microsoft.com/office/drawing/2014/main" id="{3113E8AA-4EBE-41A0-A0AC-9006A899C18B}"/>
                  </a:ext>
                </a:extLst>
              </p:cNvPr>
              <p:cNvSpPr>
                <a:spLocks noChangeArrowheads="1"/>
              </p:cNvSpPr>
              <p:nvPr/>
            </p:nvSpPr>
            <p:spPr bwMode="auto">
              <a:xfrm>
                <a:off x="4048" y="847"/>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5338" name="Oval 1131">
                <a:extLst>
                  <a:ext uri="{FF2B5EF4-FFF2-40B4-BE49-F238E27FC236}">
                    <a16:creationId xmlns:a16="http://schemas.microsoft.com/office/drawing/2014/main" id="{DDBC7343-593B-4F7A-B881-D62B16121FCA}"/>
                  </a:ext>
                </a:extLst>
              </p:cNvPr>
              <p:cNvSpPr>
                <a:spLocks noChangeArrowheads="1"/>
              </p:cNvSpPr>
              <p:nvPr/>
            </p:nvSpPr>
            <p:spPr bwMode="auto">
              <a:xfrm>
                <a:off x="4045" y="788"/>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nvGrpSpPr>
              <p:cNvPr id="5339" name="Group 1132">
                <a:extLst>
                  <a:ext uri="{FF2B5EF4-FFF2-40B4-BE49-F238E27FC236}">
                    <a16:creationId xmlns:a16="http://schemas.microsoft.com/office/drawing/2014/main" id="{3E8F2460-08DC-415E-9019-17461D602823}"/>
                  </a:ext>
                </a:extLst>
              </p:cNvPr>
              <p:cNvGrpSpPr>
                <a:grpSpLocks/>
              </p:cNvGrpSpPr>
              <p:nvPr/>
            </p:nvGrpSpPr>
            <p:grpSpPr bwMode="auto">
              <a:xfrm>
                <a:off x="4120" y="809"/>
                <a:ext cx="156" cy="55"/>
                <a:chOff x="2848" y="848"/>
                <a:chExt cx="140" cy="98"/>
              </a:xfrm>
            </p:grpSpPr>
            <p:sp>
              <p:nvSpPr>
                <p:cNvPr id="5350" name="Line 1133">
                  <a:extLst>
                    <a:ext uri="{FF2B5EF4-FFF2-40B4-BE49-F238E27FC236}">
                      <a16:creationId xmlns:a16="http://schemas.microsoft.com/office/drawing/2014/main" id="{C31033CC-A671-4B29-8033-60394EC96A88}"/>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351" name="Line 1134">
                  <a:extLst>
                    <a:ext uri="{FF2B5EF4-FFF2-40B4-BE49-F238E27FC236}">
                      <a16:creationId xmlns:a16="http://schemas.microsoft.com/office/drawing/2014/main" id="{5EF119ED-6E3C-45C3-B9DE-F9F9A0F3B54B}"/>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352" name="Line 1135">
                  <a:extLst>
                    <a:ext uri="{FF2B5EF4-FFF2-40B4-BE49-F238E27FC236}">
                      <a16:creationId xmlns:a16="http://schemas.microsoft.com/office/drawing/2014/main" id="{E50F5284-1588-4783-B57D-1B86FBA8D036}"/>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5340" name="Group 1136">
                <a:extLst>
                  <a:ext uri="{FF2B5EF4-FFF2-40B4-BE49-F238E27FC236}">
                    <a16:creationId xmlns:a16="http://schemas.microsoft.com/office/drawing/2014/main" id="{C8BA6F2B-5077-47BB-BA02-0C59CBDADB5A}"/>
                  </a:ext>
                </a:extLst>
              </p:cNvPr>
              <p:cNvGrpSpPr>
                <a:grpSpLocks/>
              </p:cNvGrpSpPr>
              <p:nvPr/>
            </p:nvGrpSpPr>
            <p:grpSpPr bwMode="auto">
              <a:xfrm flipV="1">
                <a:off x="4120" y="808"/>
                <a:ext cx="156" cy="56"/>
                <a:chOff x="2848" y="848"/>
                <a:chExt cx="140" cy="98"/>
              </a:xfrm>
            </p:grpSpPr>
            <p:sp>
              <p:nvSpPr>
                <p:cNvPr id="5347" name="Line 1137">
                  <a:extLst>
                    <a:ext uri="{FF2B5EF4-FFF2-40B4-BE49-F238E27FC236}">
                      <a16:creationId xmlns:a16="http://schemas.microsoft.com/office/drawing/2014/main" id="{3558EEA7-5798-4C22-9DAF-D2FC132996C6}"/>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348" name="Line 1138">
                  <a:extLst>
                    <a:ext uri="{FF2B5EF4-FFF2-40B4-BE49-F238E27FC236}">
                      <a16:creationId xmlns:a16="http://schemas.microsoft.com/office/drawing/2014/main" id="{6AA798E0-E9B7-4E22-A308-CB943581FE04}"/>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349" name="Line 1139">
                  <a:extLst>
                    <a:ext uri="{FF2B5EF4-FFF2-40B4-BE49-F238E27FC236}">
                      <a16:creationId xmlns:a16="http://schemas.microsoft.com/office/drawing/2014/main" id="{2AA4AF58-E358-471F-A737-88DC07458A73}"/>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5341" name="Rectangle 1140">
                <a:extLst>
                  <a:ext uri="{FF2B5EF4-FFF2-40B4-BE49-F238E27FC236}">
                    <a16:creationId xmlns:a16="http://schemas.microsoft.com/office/drawing/2014/main" id="{E54F2105-83C5-44F0-8713-A01FB39E1379}"/>
                  </a:ext>
                </a:extLst>
              </p:cNvPr>
              <p:cNvSpPr>
                <a:spLocks noChangeArrowheads="1"/>
              </p:cNvSpPr>
              <p:nvPr/>
            </p:nvSpPr>
            <p:spPr bwMode="auto">
              <a:xfrm>
                <a:off x="3996" y="732"/>
                <a:ext cx="426" cy="3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342" name="Rectangle 1141">
                <a:extLst>
                  <a:ext uri="{FF2B5EF4-FFF2-40B4-BE49-F238E27FC236}">
                    <a16:creationId xmlns:a16="http://schemas.microsoft.com/office/drawing/2014/main" id="{A32F3703-60FC-4C9F-9339-21C2B4837C64}"/>
                  </a:ext>
                </a:extLst>
              </p:cNvPr>
              <p:cNvSpPr>
                <a:spLocks noChangeArrowheads="1"/>
              </p:cNvSpPr>
              <p:nvPr/>
            </p:nvSpPr>
            <p:spPr bwMode="auto">
              <a:xfrm>
                <a:off x="3969" y="753"/>
                <a:ext cx="435" cy="312"/>
              </a:xfrm>
              <a:prstGeom prst="rect">
                <a:avLst/>
              </a:prstGeom>
              <a:solidFill>
                <a:schemeClr val="bg1"/>
              </a:solidFill>
              <a:ln w="12700">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343" name="Line 1142">
                <a:extLst>
                  <a:ext uri="{FF2B5EF4-FFF2-40B4-BE49-F238E27FC236}">
                    <a16:creationId xmlns:a16="http://schemas.microsoft.com/office/drawing/2014/main" id="{1DE12711-8031-4C9B-91B8-EB60EB88E528}"/>
                  </a:ext>
                </a:extLst>
              </p:cNvPr>
              <p:cNvSpPr>
                <a:spLocks noChangeShapeType="1"/>
              </p:cNvSpPr>
              <p:nvPr/>
            </p:nvSpPr>
            <p:spPr bwMode="auto">
              <a:xfrm>
                <a:off x="3966" y="945"/>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344" name="Line 1143">
                <a:extLst>
                  <a:ext uri="{FF2B5EF4-FFF2-40B4-BE49-F238E27FC236}">
                    <a16:creationId xmlns:a16="http://schemas.microsoft.com/office/drawing/2014/main" id="{C1FC4573-4F0F-444D-8FB7-4EC0434717BC}"/>
                  </a:ext>
                </a:extLst>
              </p:cNvPr>
              <p:cNvSpPr>
                <a:spLocks noChangeShapeType="1"/>
              </p:cNvSpPr>
              <p:nvPr/>
            </p:nvSpPr>
            <p:spPr bwMode="auto">
              <a:xfrm>
                <a:off x="3972" y="849"/>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345" name="Rectangle 1144">
                <a:extLst>
                  <a:ext uri="{FF2B5EF4-FFF2-40B4-BE49-F238E27FC236}">
                    <a16:creationId xmlns:a16="http://schemas.microsoft.com/office/drawing/2014/main" id="{B2A493C6-5E3E-4B0E-9809-017C72B23A1B}"/>
                  </a:ext>
                </a:extLst>
              </p:cNvPr>
              <p:cNvSpPr>
                <a:spLocks noChangeArrowheads="1"/>
              </p:cNvSpPr>
              <p:nvPr/>
            </p:nvSpPr>
            <p:spPr bwMode="auto">
              <a:xfrm>
                <a:off x="3966" y="756"/>
                <a:ext cx="435" cy="93"/>
              </a:xfrm>
              <a:prstGeom prst="rect">
                <a:avLst/>
              </a:prstGeom>
              <a:solidFill>
                <a:srgbClr val="CC0000"/>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346" name="Text Box 1145">
                <a:extLst>
                  <a:ext uri="{FF2B5EF4-FFF2-40B4-BE49-F238E27FC236}">
                    <a16:creationId xmlns:a16="http://schemas.microsoft.com/office/drawing/2014/main" id="{48FC254D-233C-4928-BB23-34FF5C3A9462}"/>
                  </a:ext>
                </a:extLst>
              </p:cNvPr>
              <p:cNvSpPr txBox="1">
                <a:spLocks noChangeArrowheads="1"/>
              </p:cNvSpPr>
              <p:nvPr/>
            </p:nvSpPr>
            <p:spPr bwMode="auto">
              <a:xfrm>
                <a:off x="3937" y="633"/>
                <a:ext cx="513"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1000"/>
              </a:p>
              <a:p>
                <a:pPr algn="ctr"/>
                <a:r>
                  <a:rPr lang="en-US" altLang="en-US" sz="1000">
                    <a:solidFill>
                      <a:schemeClr val="bg1"/>
                    </a:solidFill>
                  </a:rPr>
                  <a:t>network</a:t>
                </a:r>
              </a:p>
              <a:p>
                <a:pPr algn="ctr"/>
                <a:r>
                  <a:rPr lang="en-US" altLang="en-US" sz="1000"/>
                  <a:t>data link</a:t>
                </a:r>
              </a:p>
              <a:p>
                <a:pPr algn="ctr"/>
                <a:r>
                  <a:rPr lang="en-US" altLang="en-US" sz="1000"/>
                  <a:t>physical</a:t>
                </a:r>
                <a:endParaRPr lang="en-US" altLang="en-US" sz="2400"/>
              </a:p>
            </p:txBody>
          </p:sp>
        </p:grpSp>
        <p:grpSp>
          <p:nvGrpSpPr>
            <p:cNvPr id="5200" name="Group 1146">
              <a:extLst>
                <a:ext uri="{FF2B5EF4-FFF2-40B4-BE49-F238E27FC236}">
                  <a16:creationId xmlns:a16="http://schemas.microsoft.com/office/drawing/2014/main" id="{41893E48-80B7-4B7B-B792-762CB407EF3A}"/>
                </a:ext>
              </a:extLst>
            </p:cNvPr>
            <p:cNvGrpSpPr>
              <a:grpSpLocks/>
            </p:cNvGrpSpPr>
            <p:nvPr/>
          </p:nvGrpSpPr>
          <p:grpSpPr bwMode="auto">
            <a:xfrm>
              <a:off x="4389" y="2239"/>
              <a:ext cx="513" cy="442"/>
              <a:chOff x="3937" y="633"/>
              <a:chExt cx="513" cy="442"/>
            </a:xfrm>
          </p:grpSpPr>
          <p:sp>
            <p:nvSpPr>
              <p:cNvPr id="5311" name="Line 1147">
                <a:extLst>
                  <a:ext uri="{FF2B5EF4-FFF2-40B4-BE49-F238E27FC236}">
                    <a16:creationId xmlns:a16="http://schemas.microsoft.com/office/drawing/2014/main" id="{0A700C92-71A6-4E01-88CA-743C4CFF5C9E}"/>
                  </a:ext>
                </a:extLst>
              </p:cNvPr>
              <p:cNvSpPr>
                <a:spLocks noChangeShapeType="1"/>
              </p:cNvSpPr>
              <p:nvPr/>
            </p:nvSpPr>
            <p:spPr bwMode="auto">
              <a:xfrm>
                <a:off x="4061" y="1035"/>
                <a:ext cx="312" cy="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312" name="Line 1148">
                <a:extLst>
                  <a:ext uri="{FF2B5EF4-FFF2-40B4-BE49-F238E27FC236}">
                    <a16:creationId xmlns:a16="http://schemas.microsoft.com/office/drawing/2014/main" id="{3C7B52B1-0447-4274-B06C-FE9E8B325F09}"/>
                  </a:ext>
                </a:extLst>
              </p:cNvPr>
              <p:cNvSpPr>
                <a:spLocks noChangeShapeType="1"/>
              </p:cNvSpPr>
              <p:nvPr/>
            </p:nvSpPr>
            <p:spPr bwMode="auto">
              <a:xfrm flipV="1">
                <a:off x="4212" y="929"/>
                <a:ext cx="1" cy="10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313" name="Oval 1149">
                <a:extLst>
                  <a:ext uri="{FF2B5EF4-FFF2-40B4-BE49-F238E27FC236}">
                    <a16:creationId xmlns:a16="http://schemas.microsoft.com/office/drawing/2014/main" id="{FF38FB65-C16A-4A9D-B28F-52F8E5A58CD5}"/>
                  </a:ext>
                </a:extLst>
              </p:cNvPr>
              <p:cNvSpPr>
                <a:spLocks noChangeArrowheads="1"/>
              </p:cNvSpPr>
              <p:nvPr/>
            </p:nvSpPr>
            <p:spPr bwMode="auto">
              <a:xfrm>
                <a:off x="4048" y="854"/>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314" name="Line 1150">
                <a:extLst>
                  <a:ext uri="{FF2B5EF4-FFF2-40B4-BE49-F238E27FC236}">
                    <a16:creationId xmlns:a16="http://schemas.microsoft.com/office/drawing/2014/main" id="{719C35AD-583D-446D-8841-ECAC57ED825D}"/>
                  </a:ext>
                </a:extLst>
              </p:cNvPr>
              <p:cNvSpPr>
                <a:spLocks noChangeShapeType="1"/>
              </p:cNvSpPr>
              <p:nvPr/>
            </p:nvSpPr>
            <p:spPr bwMode="auto">
              <a:xfrm>
                <a:off x="4048" y="847"/>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315" name="Line 1151">
                <a:extLst>
                  <a:ext uri="{FF2B5EF4-FFF2-40B4-BE49-F238E27FC236}">
                    <a16:creationId xmlns:a16="http://schemas.microsoft.com/office/drawing/2014/main" id="{E75D1548-A814-4214-8B3B-1F727AF1EAB9}"/>
                  </a:ext>
                </a:extLst>
              </p:cNvPr>
              <p:cNvSpPr>
                <a:spLocks noChangeShapeType="1"/>
              </p:cNvSpPr>
              <p:nvPr/>
            </p:nvSpPr>
            <p:spPr bwMode="auto">
              <a:xfrm>
                <a:off x="4361" y="847"/>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316" name="Rectangle 1152">
                <a:extLst>
                  <a:ext uri="{FF2B5EF4-FFF2-40B4-BE49-F238E27FC236}">
                    <a16:creationId xmlns:a16="http://schemas.microsoft.com/office/drawing/2014/main" id="{13BA665F-92A7-4819-82F4-0613B49C0499}"/>
                  </a:ext>
                </a:extLst>
              </p:cNvPr>
              <p:cNvSpPr>
                <a:spLocks noChangeArrowheads="1"/>
              </p:cNvSpPr>
              <p:nvPr/>
            </p:nvSpPr>
            <p:spPr bwMode="auto">
              <a:xfrm>
                <a:off x="4048" y="847"/>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5317" name="Oval 1153">
                <a:extLst>
                  <a:ext uri="{FF2B5EF4-FFF2-40B4-BE49-F238E27FC236}">
                    <a16:creationId xmlns:a16="http://schemas.microsoft.com/office/drawing/2014/main" id="{E4027E2F-C89F-4BF1-B349-4760E8281CC8}"/>
                  </a:ext>
                </a:extLst>
              </p:cNvPr>
              <p:cNvSpPr>
                <a:spLocks noChangeArrowheads="1"/>
              </p:cNvSpPr>
              <p:nvPr/>
            </p:nvSpPr>
            <p:spPr bwMode="auto">
              <a:xfrm>
                <a:off x="4045" y="788"/>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nvGrpSpPr>
              <p:cNvPr id="5318" name="Group 1154">
                <a:extLst>
                  <a:ext uri="{FF2B5EF4-FFF2-40B4-BE49-F238E27FC236}">
                    <a16:creationId xmlns:a16="http://schemas.microsoft.com/office/drawing/2014/main" id="{A26AF280-F6F0-4ECA-81BA-36FC50D3A5AF}"/>
                  </a:ext>
                </a:extLst>
              </p:cNvPr>
              <p:cNvGrpSpPr>
                <a:grpSpLocks/>
              </p:cNvGrpSpPr>
              <p:nvPr/>
            </p:nvGrpSpPr>
            <p:grpSpPr bwMode="auto">
              <a:xfrm>
                <a:off x="4120" y="809"/>
                <a:ext cx="156" cy="55"/>
                <a:chOff x="2848" y="848"/>
                <a:chExt cx="140" cy="98"/>
              </a:xfrm>
            </p:grpSpPr>
            <p:sp>
              <p:nvSpPr>
                <p:cNvPr id="5329" name="Line 1155">
                  <a:extLst>
                    <a:ext uri="{FF2B5EF4-FFF2-40B4-BE49-F238E27FC236}">
                      <a16:creationId xmlns:a16="http://schemas.microsoft.com/office/drawing/2014/main" id="{735CE0D9-DEC9-4F8C-B379-0A9A46C581FC}"/>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330" name="Line 1156">
                  <a:extLst>
                    <a:ext uri="{FF2B5EF4-FFF2-40B4-BE49-F238E27FC236}">
                      <a16:creationId xmlns:a16="http://schemas.microsoft.com/office/drawing/2014/main" id="{0435F116-CB45-4777-BD99-C891326B481E}"/>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331" name="Line 1157">
                  <a:extLst>
                    <a:ext uri="{FF2B5EF4-FFF2-40B4-BE49-F238E27FC236}">
                      <a16:creationId xmlns:a16="http://schemas.microsoft.com/office/drawing/2014/main" id="{52D66CF9-794F-479A-9170-96BD45F9985A}"/>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5319" name="Group 1158">
                <a:extLst>
                  <a:ext uri="{FF2B5EF4-FFF2-40B4-BE49-F238E27FC236}">
                    <a16:creationId xmlns:a16="http://schemas.microsoft.com/office/drawing/2014/main" id="{803745C7-941E-445F-97CF-976BCF372F5E}"/>
                  </a:ext>
                </a:extLst>
              </p:cNvPr>
              <p:cNvGrpSpPr>
                <a:grpSpLocks/>
              </p:cNvGrpSpPr>
              <p:nvPr/>
            </p:nvGrpSpPr>
            <p:grpSpPr bwMode="auto">
              <a:xfrm flipV="1">
                <a:off x="4120" y="808"/>
                <a:ext cx="156" cy="56"/>
                <a:chOff x="2848" y="848"/>
                <a:chExt cx="140" cy="98"/>
              </a:xfrm>
            </p:grpSpPr>
            <p:sp>
              <p:nvSpPr>
                <p:cNvPr id="5326" name="Line 1159">
                  <a:extLst>
                    <a:ext uri="{FF2B5EF4-FFF2-40B4-BE49-F238E27FC236}">
                      <a16:creationId xmlns:a16="http://schemas.microsoft.com/office/drawing/2014/main" id="{1323EB02-5EC3-401E-B630-27A93C0988EB}"/>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327" name="Line 1160">
                  <a:extLst>
                    <a:ext uri="{FF2B5EF4-FFF2-40B4-BE49-F238E27FC236}">
                      <a16:creationId xmlns:a16="http://schemas.microsoft.com/office/drawing/2014/main" id="{E587E6CA-A510-440D-AE77-14FBD3227B11}"/>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328" name="Line 1161">
                  <a:extLst>
                    <a:ext uri="{FF2B5EF4-FFF2-40B4-BE49-F238E27FC236}">
                      <a16:creationId xmlns:a16="http://schemas.microsoft.com/office/drawing/2014/main" id="{EDBFA47B-17C4-4259-97C2-E2E6346835DC}"/>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5320" name="Rectangle 1162">
                <a:extLst>
                  <a:ext uri="{FF2B5EF4-FFF2-40B4-BE49-F238E27FC236}">
                    <a16:creationId xmlns:a16="http://schemas.microsoft.com/office/drawing/2014/main" id="{091760F4-6808-412C-AA55-E12400A202EC}"/>
                  </a:ext>
                </a:extLst>
              </p:cNvPr>
              <p:cNvSpPr>
                <a:spLocks noChangeArrowheads="1"/>
              </p:cNvSpPr>
              <p:nvPr/>
            </p:nvSpPr>
            <p:spPr bwMode="auto">
              <a:xfrm>
                <a:off x="3996" y="732"/>
                <a:ext cx="426" cy="3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321" name="Rectangle 1163">
                <a:extLst>
                  <a:ext uri="{FF2B5EF4-FFF2-40B4-BE49-F238E27FC236}">
                    <a16:creationId xmlns:a16="http://schemas.microsoft.com/office/drawing/2014/main" id="{EA40B030-C4DD-4399-8CB8-5BECABD559A0}"/>
                  </a:ext>
                </a:extLst>
              </p:cNvPr>
              <p:cNvSpPr>
                <a:spLocks noChangeArrowheads="1"/>
              </p:cNvSpPr>
              <p:nvPr/>
            </p:nvSpPr>
            <p:spPr bwMode="auto">
              <a:xfrm>
                <a:off x="3969" y="753"/>
                <a:ext cx="435" cy="312"/>
              </a:xfrm>
              <a:prstGeom prst="rect">
                <a:avLst/>
              </a:prstGeom>
              <a:solidFill>
                <a:schemeClr val="bg1"/>
              </a:solidFill>
              <a:ln w="12700">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322" name="Line 1164">
                <a:extLst>
                  <a:ext uri="{FF2B5EF4-FFF2-40B4-BE49-F238E27FC236}">
                    <a16:creationId xmlns:a16="http://schemas.microsoft.com/office/drawing/2014/main" id="{219BF29C-D807-4C13-8D1E-49822AA33861}"/>
                  </a:ext>
                </a:extLst>
              </p:cNvPr>
              <p:cNvSpPr>
                <a:spLocks noChangeShapeType="1"/>
              </p:cNvSpPr>
              <p:nvPr/>
            </p:nvSpPr>
            <p:spPr bwMode="auto">
              <a:xfrm>
                <a:off x="3966" y="945"/>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323" name="Line 1165">
                <a:extLst>
                  <a:ext uri="{FF2B5EF4-FFF2-40B4-BE49-F238E27FC236}">
                    <a16:creationId xmlns:a16="http://schemas.microsoft.com/office/drawing/2014/main" id="{1A30B0BB-D0CB-433D-80B8-F2E46AD6777A}"/>
                  </a:ext>
                </a:extLst>
              </p:cNvPr>
              <p:cNvSpPr>
                <a:spLocks noChangeShapeType="1"/>
              </p:cNvSpPr>
              <p:nvPr/>
            </p:nvSpPr>
            <p:spPr bwMode="auto">
              <a:xfrm>
                <a:off x="3972" y="849"/>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324" name="Rectangle 1166">
                <a:extLst>
                  <a:ext uri="{FF2B5EF4-FFF2-40B4-BE49-F238E27FC236}">
                    <a16:creationId xmlns:a16="http://schemas.microsoft.com/office/drawing/2014/main" id="{A93E510B-7912-4103-9BD4-8BC22F515956}"/>
                  </a:ext>
                </a:extLst>
              </p:cNvPr>
              <p:cNvSpPr>
                <a:spLocks noChangeArrowheads="1"/>
              </p:cNvSpPr>
              <p:nvPr/>
            </p:nvSpPr>
            <p:spPr bwMode="auto">
              <a:xfrm>
                <a:off x="3966" y="756"/>
                <a:ext cx="435" cy="93"/>
              </a:xfrm>
              <a:prstGeom prst="rect">
                <a:avLst/>
              </a:prstGeom>
              <a:solidFill>
                <a:srgbClr val="CC0000"/>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325" name="Text Box 1167">
                <a:extLst>
                  <a:ext uri="{FF2B5EF4-FFF2-40B4-BE49-F238E27FC236}">
                    <a16:creationId xmlns:a16="http://schemas.microsoft.com/office/drawing/2014/main" id="{70B1C928-325B-4DF1-8548-FD1BCBD128BD}"/>
                  </a:ext>
                </a:extLst>
              </p:cNvPr>
              <p:cNvSpPr txBox="1">
                <a:spLocks noChangeArrowheads="1"/>
              </p:cNvSpPr>
              <p:nvPr/>
            </p:nvSpPr>
            <p:spPr bwMode="auto">
              <a:xfrm>
                <a:off x="3937" y="633"/>
                <a:ext cx="513"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1000"/>
              </a:p>
              <a:p>
                <a:pPr algn="ctr"/>
                <a:r>
                  <a:rPr lang="en-US" altLang="en-US" sz="1000">
                    <a:solidFill>
                      <a:schemeClr val="bg1"/>
                    </a:solidFill>
                  </a:rPr>
                  <a:t>network</a:t>
                </a:r>
              </a:p>
              <a:p>
                <a:pPr algn="ctr"/>
                <a:r>
                  <a:rPr lang="en-US" altLang="en-US" sz="1000"/>
                  <a:t>data link</a:t>
                </a:r>
              </a:p>
              <a:p>
                <a:pPr algn="ctr"/>
                <a:r>
                  <a:rPr lang="en-US" altLang="en-US" sz="1000"/>
                  <a:t>physical</a:t>
                </a:r>
                <a:endParaRPr lang="en-US" altLang="en-US" sz="2400"/>
              </a:p>
            </p:txBody>
          </p:sp>
        </p:grpSp>
        <p:grpSp>
          <p:nvGrpSpPr>
            <p:cNvPr id="5201" name="Group 1168">
              <a:extLst>
                <a:ext uri="{FF2B5EF4-FFF2-40B4-BE49-F238E27FC236}">
                  <a16:creationId xmlns:a16="http://schemas.microsoft.com/office/drawing/2014/main" id="{5501C797-F6BE-4FB4-9447-DC9FE6A90A46}"/>
                </a:ext>
              </a:extLst>
            </p:cNvPr>
            <p:cNvGrpSpPr>
              <a:grpSpLocks/>
            </p:cNvGrpSpPr>
            <p:nvPr/>
          </p:nvGrpSpPr>
          <p:grpSpPr bwMode="auto">
            <a:xfrm>
              <a:off x="4765" y="1995"/>
              <a:ext cx="513" cy="442"/>
              <a:chOff x="3937" y="633"/>
              <a:chExt cx="513" cy="442"/>
            </a:xfrm>
          </p:grpSpPr>
          <p:sp>
            <p:nvSpPr>
              <p:cNvPr id="5290" name="Line 1169">
                <a:extLst>
                  <a:ext uri="{FF2B5EF4-FFF2-40B4-BE49-F238E27FC236}">
                    <a16:creationId xmlns:a16="http://schemas.microsoft.com/office/drawing/2014/main" id="{203D6C49-6372-42AE-9343-8B2980E61F1C}"/>
                  </a:ext>
                </a:extLst>
              </p:cNvPr>
              <p:cNvSpPr>
                <a:spLocks noChangeShapeType="1"/>
              </p:cNvSpPr>
              <p:nvPr/>
            </p:nvSpPr>
            <p:spPr bwMode="auto">
              <a:xfrm>
                <a:off x="4061" y="1035"/>
                <a:ext cx="312" cy="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91" name="Line 1170">
                <a:extLst>
                  <a:ext uri="{FF2B5EF4-FFF2-40B4-BE49-F238E27FC236}">
                    <a16:creationId xmlns:a16="http://schemas.microsoft.com/office/drawing/2014/main" id="{3BCC34C9-3ACB-49DD-9F71-3683F3ACC0CD}"/>
                  </a:ext>
                </a:extLst>
              </p:cNvPr>
              <p:cNvSpPr>
                <a:spLocks noChangeShapeType="1"/>
              </p:cNvSpPr>
              <p:nvPr/>
            </p:nvSpPr>
            <p:spPr bwMode="auto">
              <a:xfrm flipV="1">
                <a:off x="4212" y="929"/>
                <a:ext cx="1" cy="10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92" name="Oval 1171">
                <a:extLst>
                  <a:ext uri="{FF2B5EF4-FFF2-40B4-BE49-F238E27FC236}">
                    <a16:creationId xmlns:a16="http://schemas.microsoft.com/office/drawing/2014/main" id="{8C529773-E657-4DCA-9972-9D86C5F67857}"/>
                  </a:ext>
                </a:extLst>
              </p:cNvPr>
              <p:cNvSpPr>
                <a:spLocks noChangeArrowheads="1"/>
              </p:cNvSpPr>
              <p:nvPr/>
            </p:nvSpPr>
            <p:spPr bwMode="auto">
              <a:xfrm>
                <a:off x="4048" y="854"/>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293" name="Line 1172">
                <a:extLst>
                  <a:ext uri="{FF2B5EF4-FFF2-40B4-BE49-F238E27FC236}">
                    <a16:creationId xmlns:a16="http://schemas.microsoft.com/office/drawing/2014/main" id="{7F82B9D6-B95B-4EF6-ABFA-7B9B810BCB0C}"/>
                  </a:ext>
                </a:extLst>
              </p:cNvPr>
              <p:cNvSpPr>
                <a:spLocks noChangeShapeType="1"/>
              </p:cNvSpPr>
              <p:nvPr/>
            </p:nvSpPr>
            <p:spPr bwMode="auto">
              <a:xfrm>
                <a:off x="4048" y="847"/>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94" name="Line 1173">
                <a:extLst>
                  <a:ext uri="{FF2B5EF4-FFF2-40B4-BE49-F238E27FC236}">
                    <a16:creationId xmlns:a16="http://schemas.microsoft.com/office/drawing/2014/main" id="{E7BBAF39-B414-413D-872C-8CAF9701FD90}"/>
                  </a:ext>
                </a:extLst>
              </p:cNvPr>
              <p:cNvSpPr>
                <a:spLocks noChangeShapeType="1"/>
              </p:cNvSpPr>
              <p:nvPr/>
            </p:nvSpPr>
            <p:spPr bwMode="auto">
              <a:xfrm>
                <a:off x="4361" y="847"/>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95" name="Rectangle 1174">
                <a:extLst>
                  <a:ext uri="{FF2B5EF4-FFF2-40B4-BE49-F238E27FC236}">
                    <a16:creationId xmlns:a16="http://schemas.microsoft.com/office/drawing/2014/main" id="{D03DBB7B-2EB3-44C0-A9BB-CF2829743354}"/>
                  </a:ext>
                </a:extLst>
              </p:cNvPr>
              <p:cNvSpPr>
                <a:spLocks noChangeArrowheads="1"/>
              </p:cNvSpPr>
              <p:nvPr/>
            </p:nvSpPr>
            <p:spPr bwMode="auto">
              <a:xfrm>
                <a:off x="4048" y="847"/>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5296" name="Oval 1175">
                <a:extLst>
                  <a:ext uri="{FF2B5EF4-FFF2-40B4-BE49-F238E27FC236}">
                    <a16:creationId xmlns:a16="http://schemas.microsoft.com/office/drawing/2014/main" id="{80D7CCFF-8861-489B-BB4A-70E4EFE9400A}"/>
                  </a:ext>
                </a:extLst>
              </p:cNvPr>
              <p:cNvSpPr>
                <a:spLocks noChangeArrowheads="1"/>
              </p:cNvSpPr>
              <p:nvPr/>
            </p:nvSpPr>
            <p:spPr bwMode="auto">
              <a:xfrm>
                <a:off x="4045" y="788"/>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nvGrpSpPr>
              <p:cNvPr id="5297" name="Group 1176">
                <a:extLst>
                  <a:ext uri="{FF2B5EF4-FFF2-40B4-BE49-F238E27FC236}">
                    <a16:creationId xmlns:a16="http://schemas.microsoft.com/office/drawing/2014/main" id="{4727F090-D7D0-48EB-9FFF-C6975556DD8A}"/>
                  </a:ext>
                </a:extLst>
              </p:cNvPr>
              <p:cNvGrpSpPr>
                <a:grpSpLocks/>
              </p:cNvGrpSpPr>
              <p:nvPr/>
            </p:nvGrpSpPr>
            <p:grpSpPr bwMode="auto">
              <a:xfrm>
                <a:off x="4120" y="809"/>
                <a:ext cx="156" cy="55"/>
                <a:chOff x="2848" y="848"/>
                <a:chExt cx="140" cy="98"/>
              </a:xfrm>
            </p:grpSpPr>
            <p:sp>
              <p:nvSpPr>
                <p:cNvPr id="5308" name="Line 1177">
                  <a:extLst>
                    <a:ext uri="{FF2B5EF4-FFF2-40B4-BE49-F238E27FC236}">
                      <a16:creationId xmlns:a16="http://schemas.microsoft.com/office/drawing/2014/main" id="{B371957B-4D70-4246-A755-CB8C5B8E1FE9}"/>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309" name="Line 1178">
                  <a:extLst>
                    <a:ext uri="{FF2B5EF4-FFF2-40B4-BE49-F238E27FC236}">
                      <a16:creationId xmlns:a16="http://schemas.microsoft.com/office/drawing/2014/main" id="{1CB609B1-6823-40D9-9305-66AB0696E1A8}"/>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310" name="Line 1179">
                  <a:extLst>
                    <a:ext uri="{FF2B5EF4-FFF2-40B4-BE49-F238E27FC236}">
                      <a16:creationId xmlns:a16="http://schemas.microsoft.com/office/drawing/2014/main" id="{611C812E-8BEE-44B4-883C-D2883B00A5D6}"/>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5298" name="Group 1180">
                <a:extLst>
                  <a:ext uri="{FF2B5EF4-FFF2-40B4-BE49-F238E27FC236}">
                    <a16:creationId xmlns:a16="http://schemas.microsoft.com/office/drawing/2014/main" id="{6276B977-4727-4E48-A0C8-4008273A42C3}"/>
                  </a:ext>
                </a:extLst>
              </p:cNvPr>
              <p:cNvGrpSpPr>
                <a:grpSpLocks/>
              </p:cNvGrpSpPr>
              <p:nvPr/>
            </p:nvGrpSpPr>
            <p:grpSpPr bwMode="auto">
              <a:xfrm flipV="1">
                <a:off x="4120" y="808"/>
                <a:ext cx="156" cy="56"/>
                <a:chOff x="2848" y="848"/>
                <a:chExt cx="140" cy="98"/>
              </a:xfrm>
            </p:grpSpPr>
            <p:sp>
              <p:nvSpPr>
                <p:cNvPr id="5305" name="Line 1181">
                  <a:extLst>
                    <a:ext uri="{FF2B5EF4-FFF2-40B4-BE49-F238E27FC236}">
                      <a16:creationId xmlns:a16="http://schemas.microsoft.com/office/drawing/2014/main" id="{9624778E-C7A0-4CD4-9D41-AB830222DC8A}"/>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306" name="Line 1182">
                  <a:extLst>
                    <a:ext uri="{FF2B5EF4-FFF2-40B4-BE49-F238E27FC236}">
                      <a16:creationId xmlns:a16="http://schemas.microsoft.com/office/drawing/2014/main" id="{0CC50A00-4510-4727-B689-3458273959CD}"/>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307" name="Line 1183">
                  <a:extLst>
                    <a:ext uri="{FF2B5EF4-FFF2-40B4-BE49-F238E27FC236}">
                      <a16:creationId xmlns:a16="http://schemas.microsoft.com/office/drawing/2014/main" id="{F20F2096-9011-454D-B2AB-B1EA075E2333}"/>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5299" name="Rectangle 1184">
                <a:extLst>
                  <a:ext uri="{FF2B5EF4-FFF2-40B4-BE49-F238E27FC236}">
                    <a16:creationId xmlns:a16="http://schemas.microsoft.com/office/drawing/2014/main" id="{E13FD186-0084-4371-89C8-814ADC37D4A5}"/>
                  </a:ext>
                </a:extLst>
              </p:cNvPr>
              <p:cNvSpPr>
                <a:spLocks noChangeArrowheads="1"/>
              </p:cNvSpPr>
              <p:nvPr/>
            </p:nvSpPr>
            <p:spPr bwMode="auto">
              <a:xfrm>
                <a:off x="3996" y="732"/>
                <a:ext cx="426" cy="3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300" name="Rectangle 1185">
                <a:extLst>
                  <a:ext uri="{FF2B5EF4-FFF2-40B4-BE49-F238E27FC236}">
                    <a16:creationId xmlns:a16="http://schemas.microsoft.com/office/drawing/2014/main" id="{34B8F49A-B4CF-4729-9619-4B0CFE816B4A}"/>
                  </a:ext>
                </a:extLst>
              </p:cNvPr>
              <p:cNvSpPr>
                <a:spLocks noChangeArrowheads="1"/>
              </p:cNvSpPr>
              <p:nvPr/>
            </p:nvSpPr>
            <p:spPr bwMode="auto">
              <a:xfrm>
                <a:off x="3969" y="753"/>
                <a:ext cx="435" cy="312"/>
              </a:xfrm>
              <a:prstGeom prst="rect">
                <a:avLst/>
              </a:prstGeom>
              <a:solidFill>
                <a:schemeClr val="bg1"/>
              </a:solidFill>
              <a:ln w="12700">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301" name="Line 1186">
                <a:extLst>
                  <a:ext uri="{FF2B5EF4-FFF2-40B4-BE49-F238E27FC236}">
                    <a16:creationId xmlns:a16="http://schemas.microsoft.com/office/drawing/2014/main" id="{FFE0DB3E-1E08-4FC0-83B8-1AC1B5EFF0DC}"/>
                  </a:ext>
                </a:extLst>
              </p:cNvPr>
              <p:cNvSpPr>
                <a:spLocks noChangeShapeType="1"/>
              </p:cNvSpPr>
              <p:nvPr/>
            </p:nvSpPr>
            <p:spPr bwMode="auto">
              <a:xfrm>
                <a:off x="3966" y="945"/>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302" name="Line 1187">
                <a:extLst>
                  <a:ext uri="{FF2B5EF4-FFF2-40B4-BE49-F238E27FC236}">
                    <a16:creationId xmlns:a16="http://schemas.microsoft.com/office/drawing/2014/main" id="{CA5AD094-FC0E-4035-AC23-2AF59F797463}"/>
                  </a:ext>
                </a:extLst>
              </p:cNvPr>
              <p:cNvSpPr>
                <a:spLocks noChangeShapeType="1"/>
              </p:cNvSpPr>
              <p:nvPr/>
            </p:nvSpPr>
            <p:spPr bwMode="auto">
              <a:xfrm>
                <a:off x="3972" y="849"/>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303" name="Rectangle 1188">
                <a:extLst>
                  <a:ext uri="{FF2B5EF4-FFF2-40B4-BE49-F238E27FC236}">
                    <a16:creationId xmlns:a16="http://schemas.microsoft.com/office/drawing/2014/main" id="{000E6058-65B7-4F5E-A1F2-7C354B985B1A}"/>
                  </a:ext>
                </a:extLst>
              </p:cNvPr>
              <p:cNvSpPr>
                <a:spLocks noChangeArrowheads="1"/>
              </p:cNvSpPr>
              <p:nvPr/>
            </p:nvSpPr>
            <p:spPr bwMode="auto">
              <a:xfrm>
                <a:off x="3966" y="756"/>
                <a:ext cx="435" cy="93"/>
              </a:xfrm>
              <a:prstGeom prst="rect">
                <a:avLst/>
              </a:prstGeom>
              <a:solidFill>
                <a:srgbClr val="CC0000"/>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304" name="Text Box 1189">
                <a:extLst>
                  <a:ext uri="{FF2B5EF4-FFF2-40B4-BE49-F238E27FC236}">
                    <a16:creationId xmlns:a16="http://schemas.microsoft.com/office/drawing/2014/main" id="{6D6DE50A-DC65-4336-A1DF-E201E1886856}"/>
                  </a:ext>
                </a:extLst>
              </p:cNvPr>
              <p:cNvSpPr txBox="1">
                <a:spLocks noChangeArrowheads="1"/>
              </p:cNvSpPr>
              <p:nvPr/>
            </p:nvSpPr>
            <p:spPr bwMode="auto">
              <a:xfrm>
                <a:off x="3937" y="633"/>
                <a:ext cx="513"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1000"/>
              </a:p>
              <a:p>
                <a:pPr algn="ctr"/>
                <a:r>
                  <a:rPr lang="en-US" altLang="en-US" sz="1000">
                    <a:solidFill>
                      <a:schemeClr val="bg1"/>
                    </a:solidFill>
                  </a:rPr>
                  <a:t>network</a:t>
                </a:r>
              </a:p>
              <a:p>
                <a:pPr algn="ctr"/>
                <a:r>
                  <a:rPr lang="en-US" altLang="en-US" sz="1000"/>
                  <a:t>data link</a:t>
                </a:r>
              </a:p>
              <a:p>
                <a:pPr algn="ctr"/>
                <a:r>
                  <a:rPr lang="en-US" altLang="en-US" sz="1000"/>
                  <a:t>physical</a:t>
                </a:r>
                <a:endParaRPr lang="en-US" altLang="en-US" sz="2400"/>
              </a:p>
            </p:txBody>
          </p:sp>
        </p:grpSp>
        <p:grpSp>
          <p:nvGrpSpPr>
            <p:cNvPr id="5202" name="Group 1190">
              <a:extLst>
                <a:ext uri="{FF2B5EF4-FFF2-40B4-BE49-F238E27FC236}">
                  <a16:creationId xmlns:a16="http://schemas.microsoft.com/office/drawing/2014/main" id="{F27889AC-0A6B-47EA-81CA-7BD256E2EA6B}"/>
                </a:ext>
              </a:extLst>
            </p:cNvPr>
            <p:cNvGrpSpPr>
              <a:grpSpLocks/>
            </p:cNvGrpSpPr>
            <p:nvPr/>
          </p:nvGrpSpPr>
          <p:grpSpPr bwMode="auto">
            <a:xfrm>
              <a:off x="4128" y="2003"/>
              <a:ext cx="513" cy="442"/>
              <a:chOff x="3937" y="633"/>
              <a:chExt cx="513" cy="442"/>
            </a:xfrm>
          </p:grpSpPr>
          <p:sp>
            <p:nvSpPr>
              <p:cNvPr id="5269" name="Line 1191">
                <a:extLst>
                  <a:ext uri="{FF2B5EF4-FFF2-40B4-BE49-F238E27FC236}">
                    <a16:creationId xmlns:a16="http://schemas.microsoft.com/office/drawing/2014/main" id="{65F82166-DBB1-4911-A439-E757834FB61A}"/>
                  </a:ext>
                </a:extLst>
              </p:cNvPr>
              <p:cNvSpPr>
                <a:spLocks noChangeShapeType="1"/>
              </p:cNvSpPr>
              <p:nvPr/>
            </p:nvSpPr>
            <p:spPr bwMode="auto">
              <a:xfrm>
                <a:off x="4061" y="1035"/>
                <a:ext cx="312" cy="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70" name="Line 1192">
                <a:extLst>
                  <a:ext uri="{FF2B5EF4-FFF2-40B4-BE49-F238E27FC236}">
                    <a16:creationId xmlns:a16="http://schemas.microsoft.com/office/drawing/2014/main" id="{57A5402B-63D7-425F-9716-6C145E2BBCD0}"/>
                  </a:ext>
                </a:extLst>
              </p:cNvPr>
              <p:cNvSpPr>
                <a:spLocks noChangeShapeType="1"/>
              </p:cNvSpPr>
              <p:nvPr/>
            </p:nvSpPr>
            <p:spPr bwMode="auto">
              <a:xfrm flipV="1">
                <a:off x="4212" y="929"/>
                <a:ext cx="1" cy="10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71" name="Oval 1193">
                <a:extLst>
                  <a:ext uri="{FF2B5EF4-FFF2-40B4-BE49-F238E27FC236}">
                    <a16:creationId xmlns:a16="http://schemas.microsoft.com/office/drawing/2014/main" id="{72371C49-269E-454F-AAEC-4AA939CE2F65}"/>
                  </a:ext>
                </a:extLst>
              </p:cNvPr>
              <p:cNvSpPr>
                <a:spLocks noChangeArrowheads="1"/>
              </p:cNvSpPr>
              <p:nvPr/>
            </p:nvSpPr>
            <p:spPr bwMode="auto">
              <a:xfrm>
                <a:off x="4048" y="854"/>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272" name="Line 1194">
                <a:extLst>
                  <a:ext uri="{FF2B5EF4-FFF2-40B4-BE49-F238E27FC236}">
                    <a16:creationId xmlns:a16="http://schemas.microsoft.com/office/drawing/2014/main" id="{0EEC0B8E-FD7D-4D67-A1F1-FCB52F893CDD}"/>
                  </a:ext>
                </a:extLst>
              </p:cNvPr>
              <p:cNvSpPr>
                <a:spLocks noChangeShapeType="1"/>
              </p:cNvSpPr>
              <p:nvPr/>
            </p:nvSpPr>
            <p:spPr bwMode="auto">
              <a:xfrm>
                <a:off x="4048" y="847"/>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73" name="Line 1195">
                <a:extLst>
                  <a:ext uri="{FF2B5EF4-FFF2-40B4-BE49-F238E27FC236}">
                    <a16:creationId xmlns:a16="http://schemas.microsoft.com/office/drawing/2014/main" id="{AF711F4E-1205-4BB4-B4A7-36B1D8F8B654}"/>
                  </a:ext>
                </a:extLst>
              </p:cNvPr>
              <p:cNvSpPr>
                <a:spLocks noChangeShapeType="1"/>
              </p:cNvSpPr>
              <p:nvPr/>
            </p:nvSpPr>
            <p:spPr bwMode="auto">
              <a:xfrm>
                <a:off x="4361" y="847"/>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74" name="Rectangle 1196">
                <a:extLst>
                  <a:ext uri="{FF2B5EF4-FFF2-40B4-BE49-F238E27FC236}">
                    <a16:creationId xmlns:a16="http://schemas.microsoft.com/office/drawing/2014/main" id="{523AD78A-FFC2-4949-8BBF-C9734AA94E7B}"/>
                  </a:ext>
                </a:extLst>
              </p:cNvPr>
              <p:cNvSpPr>
                <a:spLocks noChangeArrowheads="1"/>
              </p:cNvSpPr>
              <p:nvPr/>
            </p:nvSpPr>
            <p:spPr bwMode="auto">
              <a:xfrm>
                <a:off x="4048" y="847"/>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5275" name="Oval 1197">
                <a:extLst>
                  <a:ext uri="{FF2B5EF4-FFF2-40B4-BE49-F238E27FC236}">
                    <a16:creationId xmlns:a16="http://schemas.microsoft.com/office/drawing/2014/main" id="{B01A485C-BBF9-42EE-994E-FE410826D35D}"/>
                  </a:ext>
                </a:extLst>
              </p:cNvPr>
              <p:cNvSpPr>
                <a:spLocks noChangeArrowheads="1"/>
              </p:cNvSpPr>
              <p:nvPr/>
            </p:nvSpPr>
            <p:spPr bwMode="auto">
              <a:xfrm>
                <a:off x="4045" y="788"/>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nvGrpSpPr>
              <p:cNvPr id="5276" name="Group 1198">
                <a:extLst>
                  <a:ext uri="{FF2B5EF4-FFF2-40B4-BE49-F238E27FC236}">
                    <a16:creationId xmlns:a16="http://schemas.microsoft.com/office/drawing/2014/main" id="{83068A01-747B-430D-8798-CFFFBEAFA314}"/>
                  </a:ext>
                </a:extLst>
              </p:cNvPr>
              <p:cNvGrpSpPr>
                <a:grpSpLocks/>
              </p:cNvGrpSpPr>
              <p:nvPr/>
            </p:nvGrpSpPr>
            <p:grpSpPr bwMode="auto">
              <a:xfrm>
                <a:off x="4120" y="809"/>
                <a:ext cx="156" cy="55"/>
                <a:chOff x="2848" y="848"/>
                <a:chExt cx="140" cy="98"/>
              </a:xfrm>
            </p:grpSpPr>
            <p:sp>
              <p:nvSpPr>
                <p:cNvPr id="5287" name="Line 1199">
                  <a:extLst>
                    <a:ext uri="{FF2B5EF4-FFF2-40B4-BE49-F238E27FC236}">
                      <a16:creationId xmlns:a16="http://schemas.microsoft.com/office/drawing/2014/main" id="{36078786-FA5B-423E-9300-3BE4C94D799A}"/>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88" name="Line 1200">
                  <a:extLst>
                    <a:ext uri="{FF2B5EF4-FFF2-40B4-BE49-F238E27FC236}">
                      <a16:creationId xmlns:a16="http://schemas.microsoft.com/office/drawing/2014/main" id="{1454047A-111B-4DC1-9417-44AD1D681B39}"/>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89" name="Line 1201">
                  <a:extLst>
                    <a:ext uri="{FF2B5EF4-FFF2-40B4-BE49-F238E27FC236}">
                      <a16:creationId xmlns:a16="http://schemas.microsoft.com/office/drawing/2014/main" id="{46AAE0AA-53D0-49AD-9C68-748AE2B0AE09}"/>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5277" name="Group 1202">
                <a:extLst>
                  <a:ext uri="{FF2B5EF4-FFF2-40B4-BE49-F238E27FC236}">
                    <a16:creationId xmlns:a16="http://schemas.microsoft.com/office/drawing/2014/main" id="{6A5DD040-C31D-4EE7-B8B9-7BA8AC9F8498}"/>
                  </a:ext>
                </a:extLst>
              </p:cNvPr>
              <p:cNvGrpSpPr>
                <a:grpSpLocks/>
              </p:cNvGrpSpPr>
              <p:nvPr/>
            </p:nvGrpSpPr>
            <p:grpSpPr bwMode="auto">
              <a:xfrm flipV="1">
                <a:off x="4120" y="808"/>
                <a:ext cx="156" cy="56"/>
                <a:chOff x="2848" y="848"/>
                <a:chExt cx="140" cy="98"/>
              </a:xfrm>
            </p:grpSpPr>
            <p:sp>
              <p:nvSpPr>
                <p:cNvPr id="5284" name="Line 1203">
                  <a:extLst>
                    <a:ext uri="{FF2B5EF4-FFF2-40B4-BE49-F238E27FC236}">
                      <a16:creationId xmlns:a16="http://schemas.microsoft.com/office/drawing/2014/main" id="{3D046F2C-65EE-44E4-97F1-8189B9544A50}"/>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85" name="Line 1204">
                  <a:extLst>
                    <a:ext uri="{FF2B5EF4-FFF2-40B4-BE49-F238E27FC236}">
                      <a16:creationId xmlns:a16="http://schemas.microsoft.com/office/drawing/2014/main" id="{FE838258-ACA8-4B9F-B996-BEA509130FCE}"/>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86" name="Line 1205">
                  <a:extLst>
                    <a:ext uri="{FF2B5EF4-FFF2-40B4-BE49-F238E27FC236}">
                      <a16:creationId xmlns:a16="http://schemas.microsoft.com/office/drawing/2014/main" id="{7DEE7326-42DD-4A68-9531-978F1DE67873}"/>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5278" name="Rectangle 1206">
                <a:extLst>
                  <a:ext uri="{FF2B5EF4-FFF2-40B4-BE49-F238E27FC236}">
                    <a16:creationId xmlns:a16="http://schemas.microsoft.com/office/drawing/2014/main" id="{F494C61F-D4A8-4E9E-B76D-758F8DA9FE80}"/>
                  </a:ext>
                </a:extLst>
              </p:cNvPr>
              <p:cNvSpPr>
                <a:spLocks noChangeArrowheads="1"/>
              </p:cNvSpPr>
              <p:nvPr/>
            </p:nvSpPr>
            <p:spPr bwMode="auto">
              <a:xfrm>
                <a:off x="3996" y="732"/>
                <a:ext cx="426" cy="3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279" name="Rectangle 1207">
                <a:extLst>
                  <a:ext uri="{FF2B5EF4-FFF2-40B4-BE49-F238E27FC236}">
                    <a16:creationId xmlns:a16="http://schemas.microsoft.com/office/drawing/2014/main" id="{68983848-9E5F-4BF4-B79D-7148B40ED9EF}"/>
                  </a:ext>
                </a:extLst>
              </p:cNvPr>
              <p:cNvSpPr>
                <a:spLocks noChangeArrowheads="1"/>
              </p:cNvSpPr>
              <p:nvPr/>
            </p:nvSpPr>
            <p:spPr bwMode="auto">
              <a:xfrm>
                <a:off x="3969" y="753"/>
                <a:ext cx="435" cy="312"/>
              </a:xfrm>
              <a:prstGeom prst="rect">
                <a:avLst/>
              </a:prstGeom>
              <a:solidFill>
                <a:schemeClr val="bg1"/>
              </a:solidFill>
              <a:ln w="12700">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280" name="Line 1208">
                <a:extLst>
                  <a:ext uri="{FF2B5EF4-FFF2-40B4-BE49-F238E27FC236}">
                    <a16:creationId xmlns:a16="http://schemas.microsoft.com/office/drawing/2014/main" id="{561CA096-AEF0-4A58-A93E-994C7CCD01B5}"/>
                  </a:ext>
                </a:extLst>
              </p:cNvPr>
              <p:cNvSpPr>
                <a:spLocks noChangeShapeType="1"/>
              </p:cNvSpPr>
              <p:nvPr/>
            </p:nvSpPr>
            <p:spPr bwMode="auto">
              <a:xfrm>
                <a:off x="3966" y="945"/>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81" name="Line 1209">
                <a:extLst>
                  <a:ext uri="{FF2B5EF4-FFF2-40B4-BE49-F238E27FC236}">
                    <a16:creationId xmlns:a16="http://schemas.microsoft.com/office/drawing/2014/main" id="{6E30E761-AEC4-4D21-97F0-A58626F50E98}"/>
                  </a:ext>
                </a:extLst>
              </p:cNvPr>
              <p:cNvSpPr>
                <a:spLocks noChangeShapeType="1"/>
              </p:cNvSpPr>
              <p:nvPr/>
            </p:nvSpPr>
            <p:spPr bwMode="auto">
              <a:xfrm>
                <a:off x="3972" y="849"/>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82" name="Rectangle 1210">
                <a:extLst>
                  <a:ext uri="{FF2B5EF4-FFF2-40B4-BE49-F238E27FC236}">
                    <a16:creationId xmlns:a16="http://schemas.microsoft.com/office/drawing/2014/main" id="{4EAB72FD-9FCC-4BC6-A877-10A46558D2D4}"/>
                  </a:ext>
                </a:extLst>
              </p:cNvPr>
              <p:cNvSpPr>
                <a:spLocks noChangeArrowheads="1"/>
              </p:cNvSpPr>
              <p:nvPr/>
            </p:nvSpPr>
            <p:spPr bwMode="auto">
              <a:xfrm>
                <a:off x="3966" y="756"/>
                <a:ext cx="435" cy="93"/>
              </a:xfrm>
              <a:prstGeom prst="rect">
                <a:avLst/>
              </a:prstGeom>
              <a:solidFill>
                <a:srgbClr val="CC0000"/>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283" name="Text Box 1211">
                <a:extLst>
                  <a:ext uri="{FF2B5EF4-FFF2-40B4-BE49-F238E27FC236}">
                    <a16:creationId xmlns:a16="http://schemas.microsoft.com/office/drawing/2014/main" id="{A8F10552-F404-4E0B-B4E5-1C13B95EC2FF}"/>
                  </a:ext>
                </a:extLst>
              </p:cNvPr>
              <p:cNvSpPr txBox="1">
                <a:spLocks noChangeArrowheads="1"/>
              </p:cNvSpPr>
              <p:nvPr/>
            </p:nvSpPr>
            <p:spPr bwMode="auto">
              <a:xfrm>
                <a:off x="3937" y="633"/>
                <a:ext cx="513"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1000"/>
              </a:p>
              <a:p>
                <a:pPr algn="ctr"/>
                <a:r>
                  <a:rPr lang="en-US" altLang="en-US" sz="1000">
                    <a:solidFill>
                      <a:schemeClr val="bg1"/>
                    </a:solidFill>
                  </a:rPr>
                  <a:t>network</a:t>
                </a:r>
              </a:p>
              <a:p>
                <a:pPr algn="ctr"/>
                <a:r>
                  <a:rPr lang="en-US" altLang="en-US" sz="1000"/>
                  <a:t>data link</a:t>
                </a:r>
              </a:p>
              <a:p>
                <a:pPr algn="ctr"/>
                <a:r>
                  <a:rPr lang="en-US" altLang="en-US" sz="1000"/>
                  <a:t>physical</a:t>
                </a:r>
                <a:endParaRPr lang="en-US" altLang="en-US" sz="2400"/>
              </a:p>
            </p:txBody>
          </p:sp>
        </p:grpSp>
        <p:grpSp>
          <p:nvGrpSpPr>
            <p:cNvPr id="5203" name="Group 1212">
              <a:extLst>
                <a:ext uri="{FF2B5EF4-FFF2-40B4-BE49-F238E27FC236}">
                  <a16:creationId xmlns:a16="http://schemas.microsoft.com/office/drawing/2014/main" id="{62B10D8A-F2A1-4284-BC99-19257427BBF7}"/>
                </a:ext>
              </a:extLst>
            </p:cNvPr>
            <p:cNvGrpSpPr>
              <a:grpSpLocks/>
            </p:cNvGrpSpPr>
            <p:nvPr/>
          </p:nvGrpSpPr>
          <p:grpSpPr bwMode="auto">
            <a:xfrm>
              <a:off x="4608" y="2771"/>
              <a:ext cx="513" cy="442"/>
              <a:chOff x="3937" y="633"/>
              <a:chExt cx="513" cy="442"/>
            </a:xfrm>
          </p:grpSpPr>
          <p:sp>
            <p:nvSpPr>
              <p:cNvPr id="5248" name="Line 1213">
                <a:extLst>
                  <a:ext uri="{FF2B5EF4-FFF2-40B4-BE49-F238E27FC236}">
                    <a16:creationId xmlns:a16="http://schemas.microsoft.com/office/drawing/2014/main" id="{218E4E56-067B-44B8-85F0-F0678BE1014E}"/>
                  </a:ext>
                </a:extLst>
              </p:cNvPr>
              <p:cNvSpPr>
                <a:spLocks noChangeShapeType="1"/>
              </p:cNvSpPr>
              <p:nvPr/>
            </p:nvSpPr>
            <p:spPr bwMode="auto">
              <a:xfrm>
                <a:off x="4061" y="1035"/>
                <a:ext cx="312" cy="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49" name="Line 1214">
                <a:extLst>
                  <a:ext uri="{FF2B5EF4-FFF2-40B4-BE49-F238E27FC236}">
                    <a16:creationId xmlns:a16="http://schemas.microsoft.com/office/drawing/2014/main" id="{29B3AA2E-B14E-4F50-82D3-14AB5D9EB4B5}"/>
                  </a:ext>
                </a:extLst>
              </p:cNvPr>
              <p:cNvSpPr>
                <a:spLocks noChangeShapeType="1"/>
              </p:cNvSpPr>
              <p:nvPr/>
            </p:nvSpPr>
            <p:spPr bwMode="auto">
              <a:xfrm flipV="1">
                <a:off x="4212" y="929"/>
                <a:ext cx="1" cy="10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50" name="Oval 1215">
                <a:extLst>
                  <a:ext uri="{FF2B5EF4-FFF2-40B4-BE49-F238E27FC236}">
                    <a16:creationId xmlns:a16="http://schemas.microsoft.com/office/drawing/2014/main" id="{1CE5F3BC-0291-4B56-8E5F-6F49490B6C09}"/>
                  </a:ext>
                </a:extLst>
              </p:cNvPr>
              <p:cNvSpPr>
                <a:spLocks noChangeArrowheads="1"/>
              </p:cNvSpPr>
              <p:nvPr/>
            </p:nvSpPr>
            <p:spPr bwMode="auto">
              <a:xfrm>
                <a:off x="4048" y="854"/>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251" name="Line 1216">
                <a:extLst>
                  <a:ext uri="{FF2B5EF4-FFF2-40B4-BE49-F238E27FC236}">
                    <a16:creationId xmlns:a16="http://schemas.microsoft.com/office/drawing/2014/main" id="{480BC230-521A-4997-8B2D-6B782EF467B4}"/>
                  </a:ext>
                </a:extLst>
              </p:cNvPr>
              <p:cNvSpPr>
                <a:spLocks noChangeShapeType="1"/>
              </p:cNvSpPr>
              <p:nvPr/>
            </p:nvSpPr>
            <p:spPr bwMode="auto">
              <a:xfrm>
                <a:off x="4048" y="847"/>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52" name="Line 1217">
                <a:extLst>
                  <a:ext uri="{FF2B5EF4-FFF2-40B4-BE49-F238E27FC236}">
                    <a16:creationId xmlns:a16="http://schemas.microsoft.com/office/drawing/2014/main" id="{1F2DBF11-8E9F-4B3A-B429-ACC7033F00C3}"/>
                  </a:ext>
                </a:extLst>
              </p:cNvPr>
              <p:cNvSpPr>
                <a:spLocks noChangeShapeType="1"/>
              </p:cNvSpPr>
              <p:nvPr/>
            </p:nvSpPr>
            <p:spPr bwMode="auto">
              <a:xfrm>
                <a:off x="4361" y="847"/>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53" name="Rectangle 1218">
                <a:extLst>
                  <a:ext uri="{FF2B5EF4-FFF2-40B4-BE49-F238E27FC236}">
                    <a16:creationId xmlns:a16="http://schemas.microsoft.com/office/drawing/2014/main" id="{56CF45C6-0040-4353-967D-C98DE2A9885B}"/>
                  </a:ext>
                </a:extLst>
              </p:cNvPr>
              <p:cNvSpPr>
                <a:spLocks noChangeArrowheads="1"/>
              </p:cNvSpPr>
              <p:nvPr/>
            </p:nvSpPr>
            <p:spPr bwMode="auto">
              <a:xfrm>
                <a:off x="4048" y="847"/>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5254" name="Oval 1219">
                <a:extLst>
                  <a:ext uri="{FF2B5EF4-FFF2-40B4-BE49-F238E27FC236}">
                    <a16:creationId xmlns:a16="http://schemas.microsoft.com/office/drawing/2014/main" id="{F70E75FD-4F05-46D3-805C-B3446264D872}"/>
                  </a:ext>
                </a:extLst>
              </p:cNvPr>
              <p:cNvSpPr>
                <a:spLocks noChangeArrowheads="1"/>
              </p:cNvSpPr>
              <p:nvPr/>
            </p:nvSpPr>
            <p:spPr bwMode="auto">
              <a:xfrm>
                <a:off x="4045" y="788"/>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nvGrpSpPr>
              <p:cNvPr id="5255" name="Group 1220">
                <a:extLst>
                  <a:ext uri="{FF2B5EF4-FFF2-40B4-BE49-F238E27FC236}">
                    <a16:creationId xmlns:a16="http://schemas.microsoft.com/office/drawing/2014/main" id="{F6AB9A7F-200D-46BF-9881-32E38FA04698}"/>
                  </a:ext>
                </a:extLst>
              </p:cNvPr>
              <p:cNvGrpSpPr>
                <a:grpSpLocks/>
              </p:cNvGrpSpPr>
              <p:nvPr/>
            </p:nvGrpSpPr>
            <p:grpSpPr bwMode="auto">
              <a:xfrm>
                <a:off x="4120" y="809"/>
                <a:ext cx="156" cy="55"/>
                <a:chOff x="2848" y="848"/>
                <a:chExt cx="140" cy="98"/>
              </a:xfrm>
            </p:grpSpPr>
            <p:sp>
              <p:nvSpPr>
                <p:cNvPr id="5266" name="Line 1221">
                  <a:extLst>
                    <a:ext uri="{FF2B5EF4-FFF2-40B4-BE49-F238E27FC236}">
                      <a16:creationId xmlns:a16="http://schemas.microsoft.com/office/drawing/2014/main" id="{FEEA1499-5334-460E-A362-10CEE118E0A4}"/>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67" name="Line 1222">
                  <a:extLst>
                    <a:ext uri="{FF2B5EF4-FFF2-40B4-BE49-F238E27FC236}">
                      <a16:creationId xmlns:a16="http://schemas.microsoft.com/office/drawing/2014/main" id="{A022D465-0CD4-462D-A59E-E0791833C011}"/>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68" name="Line 1223">
                  <a:extLst>
                    <a:ext uri="{FF2B5EF4-FFF2-40B4-BE49-F238E27FC236}">
                      <a16:creationId xmlns:a16="http://schemas.microsoft.com/office/drawing/2014/main" id="{F6080482-E759-461F-AB5C-3523BEA42DB6}"/>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5256" name="Group 1224">
                <a:extLst>
                  <a:ext uri="{FF2B5EF4-FFF2-40B4-BE49-F238E27FC236}">
                    <a16:creationId xmlns:a16="http://schemas.microsoft.com/office/drawing/2014/main" id="{C92FC89B-65A5-4969-9437-B9329EE03000}"/>
                  </a:ext>
                </a:extLst>
              </p:cNvPr>
              <p:cNvGrpSpPr>
                <a:grpSpLocks/>
              </p:cNvGrpSpPr>
              <p:nvPr/>
            </p:nvGrpSpPr>
            <p:grpSpPr bwMode="auto">
              <a:xfrm flipV="1">
                <a:off x="4120" y="808"/>
                <a:ext cx="156" cy="56"/>
                <a:chOff x="2848" y="848"/>
                <a:chExt cx="140" cy="98"/>
              </a:xfrm>
            </p:grpSpPr>
            <p:sp>
              <p:nvSpPr>
                <p:cNvPr id="5263" name="Line 1225">
                  <a:extLst>
                    <a:ext uri="{FF2B5EF4-FFF2-40B4-BE49-F238E27FC236}">
                      <a16:creationId xmlns:a16="http://schemas.microsoft.com/office/drawing/2014/main" id="{8F1F4231-8E9F-40DB-AE62-D592E17FA988}"/>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64" name="Line 1226">
                  <a:extLst>
                    <a:ext uri="{FF2B5EF4-FFF2-40B4-BE49-F238E27FC236}">
                      <a16:creationId xmlns:a16="http://schemas.microsoft.com/office/drawing/2014/main" id="{F860AB97-2624-4570-B9B4-255B75454F06}"/>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65" name="Line 1227">
                  <a:extLst>
                    <a:ext uri="{FF2B5EF4-FFF2-40B4-BE49-F238E27FC236}">
                      <a16:creationId xmlns:a16="http://schemas.microsoft.com/office/drawing/2014/main" id="{0F0E49E1-10B6-45C3-B334-449A88E8EA19}"/>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5257" name="Rectangle 1228">
                <a:extLst>
                  <a:ext uri="{FF2B5EF4-FFF2-40B4-BE49-F238E27FC236}">
                    <a16:creationId xmlns:a16="http://schemas.microsoft.com/office/drawing/2014/main" id="{E3A32AEB-57AF-4267-8F93-6C59FB9D9C07}"/>
                  </a:ext>
                </a:extLst>
              </p:cNvPr>
              <p:cNvSpPr>
                <a:spLocks noChangeArrowheads="1"/>
              </p:cNvSpPr>
              <p:nvPr/>
            </p:nvSpPr>
            <p:spPr bwMode="auto">
              <a:xfrm>
                <a:off x="3996" y="732"/>
                <a:ext cx="426" cy="3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258" name="Rectangle 1229">
                <a:extLst>
                  <a:ext uri="{FF2B5EF4-FFF2-40B4-BE49-F238E27FC236}">
                    <a16:creationId xmlns:a16="http://schemas.microsoft.com/office/drawing/2014/main" id="{E56A2283-4ED4-4EEA-BC32-EEC6B4B835F3}"/>
                  </a:ext>
                </a:extLst>
              </p:cNvPr>
              <p:cNvSpPr>
                <a:spLocks noChangeArrowheads="1"/>
              </p:cNvSpPr>
              <p:nvPr/>
            </p:nvSpPr>
            <p:spPr bwMode="auto">
              <a:xfrm>
                <a:off x="3969" y="753"/>
                <a:ext cx="435" cy="312"/>
              </a:xfrm>
              <a:prstGeom prst="rect">
                <a:avLst/>
              </a:prstGeom>
              <a:solidFill>
                <a:schemeClr val="bg1"/>
              </a:solidFill>
              <a:ln w="12700">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259" name="Line 1230">
                <a:extLst>
                  <a:ext uri="{FF2B5EF4-FFF2-40B4-BE49-F238E27FC236}">
                    <a16:creationId xmlns:a16="http://schemas.microsoft.com/office/drawing/2014/main" id="{58A1F430-AA5D-433E-BA1E-6EE02627D7EE}"/>
                  </a:ext>
                </a:extLst>
              </p:cNvPr>
              <p:cNvSpPr>
                <a:spLocks noChangeShapeType="1"/>
              </p:cNvSpPr>
              <p:nvPr/>
            </p:nvSpPr>
            <p:spPr bwMode="auto">
              <a:xfrm>
                <a:off x="3966" y="945"/>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60" name="Line 1231">
                <a:extLst>
                  <a:ext uri="{FF2B5EF4-FFF2-40B4-BE49-F238E27FC236}">
                    <a16:creationId xmlns:a16="http://schemas.microsoft.com/office/drawing/2014/main" id="{56A3694E-004D-427C-822E-99925E775F09}"/>
                  </a:ext>
                </a:extLst>
              </p:cNvPr>
              <p:cNvSpPr>
                <a:spLocks noChangeShapeType="1"/>
              </p:cNvSpPr>
              <p:nvPr/>
            </p:nvSpPr>
            <p:spPr bwMode="auto">
              <a:xfrm>
                <a:off x="3972" y="849"/>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61" name="Rectangle 1232">
                <a:extLst>
                  <a:ext uri="{FF2B5EF4-FFF2-40B4-BE49-F238E27FC236}">
                    <a16:creationId xmlns:a16="http://schemas.microsoft.com/office/drawing/2014/main" id="{F43DE0E5-7951-475B-A69A-66BECCDB61E2}"/>
                  </a:ext>
                </a:extLst>
              </p:cNvPr>
              <p:cNvSpPr>
                <a:spLocks noChangeArrowheads="1"/>
              </p:cNvSpPr>
              <p:nvPr/>
            </p:nvSpPr>
            <p:spPr bwMode="auto">
              <a:xfrm>
                <a:off x="3966" y="756"/>
                <a:ext cx="435" cy="93"/>
              </a:xfrm>
              <a:prstGeom prst="rect">
                <a:avLst/>
              </a:prstGeom>
              <a:solidFill>
                <a:srgbClr val="CC0000"/>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262" name="Text Box 1233">
                <a:extLst>
                  <a:ext uri="{FF2B5EF4-FFF2-40B4-BE49-F238E27FC236}">
                    <a16:creationId xmlns:a16="http://schemas.microsoft.com/office/drawing/2014/main" id="{B920B1EC-8247-4899-882B-8F24E633B210}"/>
                  </a:ext>
                </a:extLst>
              </p:cNvPr>
              <p:cNvSpPr txBox="1">
                <a:spLocks noChangeArrowheads="1"/>
              </p:cNvSpPr>
              <p:nvPr/>
            </p:nvSpPr>
            <p:spPr bwMode="auto">
              <a:xfrm>
                <a:off x="3937" y="633"/>
                <a:ext cx="513"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1000"/>
              </a:p>
              <a:p>
                <a:pPr algn="ctr"/>
                <a:r>
                  <a:rPr lang="en-US" altLang="en-US" sz="1000">
                    <a:solidFill>
                      <a:schemeClr val="bg1"/>
                    </a:solidFill>
                  </a:rPr>
                  <a:t>network</a:t>
                </a:r>
              </a:p>
              <a:p>
                <a:pPr algn="ctr"/>
                <a:r>
                  <a:rPr lang="en-US" altLang="en-US" sz="1000"/>
                  <a:t>data link</a:t>
                </a:r>
              </a:p>
              <a:p>
                <a:pPr algn="ctr"/>
                <a:r>
                  <a:rPr lang="en-US" altLang="en-US" sz="1000"/>
                  <a:t>physical</a:t>
                </a:r>
                <a:endParaRPr lang="en-US" altLang="en-US" sz="2400"/>
              </a:p>
            </p:txBody>
          </p:sp>
        </p:grpSp>
        <p:grpSp>
          <p:nvGrpSpPr>
            <p:cNvPr id="5204" name="Group 1234">
              <a:extLst>
                <a:ext uri="{FF2B5EF4-FFF2-40B4-BE49-F238E27FC236}">
                  <a16:creationId xmlns:a16="http://schemas.microsoft.com/office/drawing/2014/main" id="{8E8B3F45-7CBF-454E-A10B-429A51A39C4E}"/>
                </a:ext>
              </a:extLst>
            </p:cNvPr>
            <p:cNvGrpSpPr>
              <a:grpSpLocks/>
            </p:cNvGrpSpPr>
            <p:nvPr/>
          </p:nvGrpSpPr>
          <p:grpSpPr bwMode="auto">
            <a:xfrm>
              <a:off x="4119" y="2640"/>
              <a:ext cx="513" cy="442"/>
              <a:chOff x="3937" y="633"/>
              <a:chExt cx="513" cy="442"/>
            </a:xfrm>
          </p:grpSpPr>
          <p:sp>
            <p:nvSpPr>
              <p:cNvPr id="5227" name="Line 1235">
                <a:extLst>
                  <a:ext uri="{FF2B5EF4-FFF2-40B4-BE49-F238E27FC236}">
                    <a16:creationId xmlns:a16="http://schemas.microsoft.com/office/drawing/2014/main" id="{F90B307D-7AAE-4248-B175-CB51FEFE5C4B}"/>
                  </a:ext>
                </a:extLst>
              </p:cNvPr>
              <p:cNvSpPr>
                <a:spLocks noChangeShapeType="1"/>
              </p:cNvSpPr>
              <p:nvPr/>
            </p:nvSpPr>
            <p:spPr bwMode="auto">
              <a:xfrm>
                <a:off x="4061" y="1035"/>
                <a:ext cx="312" cy="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28" name="Line 1236">
                <a:extLst>
                  <a:ext uri="{FF2B5EF4-FFF2-40B4-BE49-F238E27FC236}">
                    <a16:creationId xmlns:a16="http://schemas.microsoft.com/office/drawing/2014/main" id="{1FFC79F5-22F1-4381-A1B6-AD7E441DB3A8}"/>
                  </a:ext>
                </a:extLst>
              </p:cNvPr>
              <p:cNvSpPr>
                <a:spLocks noChangeShapeType="1"/>
              </p:cNvSpPr>
              <p:nvPr/>
            </p:nvSpPr>
            <p:spPr bwMode="auto">
              <a:xfrm flipV="1">
                <a:off x="4212" y="929"/>
                <a:ext cx="1" cy="10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29" name="Oval 1237">
                <a:extLst>
                  <a:ext uri="{FF2B5EF4-FFF2-40B4-BE49-F238E27FC236}">
                    <a16:creationId xmlns:a16="http://schemas.microsoft.com/office/drawing/2014/main" id="{128FE5C9-1CB6-4BD2-A3BC-6E543B8BAD06}"/>
                  </a:ext>
                </a:extLst>
              </p:cNvPr>
              <p:cNvSpPr>
                <a:spLocks noChangeArrowheads="1"/>
              </p:cNvSpPr>
              <p:nvPr/>
            </p:nvSpPr>
            <p:spPr bwMode="auto">
              <a:xfrm>
                <a:off x="4048" y="854"/>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230" name="Line 1238">
                <a:extLst>
                  <a:ext uri="{FF2B5EF4-FFF2-40B4-BE49-F238E27FC236}">
                    <a16:creationId xmlns:a16="http://schemas.microsoft.com/office/drawing/2014/main" id="{22390E6A-9078-4D0A-AA00-3913F949E3AC}"/>
                  </a:ext>
                </a:extLst>
              </p:cNvPr>
              <p:cNvSpPr>
                <a:spLocks noChangeShapeType="1"/>
              </p:cNvSpPr>
              <p:nvPr/>
            </p:nvSpPr>
            <p:spPr bwMode="auto">
              <a:xfrm>
                <a:off x="4048" y="847"/>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31" name="Line 1239">
                <a:extLst>
                  <a:ext uri="{FF2B5EF4-FFF2-40B4-BE49-F238E27FC236}">
                    <a16:creationId xmlns:a16="http://schemas.microsoft.com/office/drawing/2014/main" id="{C903CBD2-B9D2-485F-A46E-6877161298A9}"/>
                  </a:ext>
                </a:extLst>
              </p:cNvPr>
              <p:cNvSpPr>
                <a:spLocks noChangeShapeType="1"/>
              </p:cNvSpPr>
              <p:nvPr/>
            </p:nvSpPr>
            <p:spPr bwMode="auto">
              <a:xfrm>
                <a:off x="4361" y="847"/>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32" name="Rectangle 1240">
                <a:extLst>
                  <a:ext uri="{FF2B5EF4-FFF2-40B4-BE49-F238E27FC236}">
                    <a16:creationId xmlns:a16="http://schemas.microsoft.com/office/drawing/2014/main" id="{31714A13-6401-4DF4-90D8-418416BC9839}"/>
                  </a:ext>
                </a:extLst>
              </p:cNvPr>
              <p:cNvSpPr>
                <a:spLocks noChangeArrowheads="1"/>
              </p:cNvSpPr>
              <p:nvPr/>
            </p:nvSpPr>
            <p:spPr bwMode="auto">
              <a:xfrm>
                <a:off x="4048" y="847"/>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5233" name="Oval 1241">
                <a:extLst>
                  <a:ext uri="{FF2B5EF4-FFF2-40B4-BE49-F238E27FC236}">
                    <a16:creationId xmlns:a16="http://schemas.microsoft.com/office/drawing/2014/main" id="{27A9926B-B233-4E78-A613-1586C5CD5D54}"/>
                  </a:ext>
                </a:extLst>
              </p:cNvPr>
              <p:cNvSpPr>
                <a:spLocks noChangeArrowheads="1"/>
              </p:cNvSpPr>
              <p:nvPr/>
            </p:nvSpPr>
            <p:spPr bwMode="auto">
              <a:xfrm>
                <a:off x="4045" y="788"/>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nvGrpSpPr>
              <p:cNvPr id="5234" name="Group 1242">
                <a:extLst>
                  <a:ext uri="{FF2B5EF4-FFF2-40B4-BE49-F238E27FC236}">
                    <a16:creationId xmlns:a16="http://schemas.microsoft.com/office/drawing/2014/main" id="{7B24F2B3-563A-4CDC-861F-00A2735EAF03}"/>
                  </a:ext>
                </a:extLst>
              </p:cNvPr>
              <p:cNvGrpSpPr>
                <a:grpSpLocks/>
              </p:cNvGrpSpPr>
              <p:nvPr/>
            </p:nvGrpSpPr>
            <p:grpSpPr bwMode="auto">
              <a:xfrm>
                <a:off x="4120" y="809"/>
                <a:ext cx="156" cy="55"/>
                <a:chOff x="2848" y="848"/>
                <a:chExt cx="140" cy="98"/>
              </a:xfrm>
            </p:grpSpPr>
            <p:sp>
              <p:nvSpPr>
                <p:cNvPr id="5245" name="Line 1243">
                  <a:extLst>
                    <a:ext uri="{FF2B5EF4-FFF2-40B4-BE49-F238E27FC236}">
                      <a16:creationId xmlns:a16="http://schemas.microsoft.com/office/drawing/2014/main" id="{FF161AEB-844A-474F-8DBA-E2DBFCE46D5C}"/>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46" name="Line 1244">
                  <a:extLst>
                    <a:ext uri="{FF2B5EF4-FFF2-40B4-BE49-F238E27FC236}">
                      <a16:creationId xmlns:a16="http://schemas.microsoft.com/office/drawing/2014/main" id="{10ADFE57-5718-4F96-B731-BE3F4E79C8F1}"/>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47" name="Line 1245">
                  <a:extLst>
                    <a:ext uri="{FF2B5EF4-FFF2-40B4-BE49-F238E27FC236}">
                      <a16:creationId xmlns:a16="http://schemas.microsoft.com/office/drawing/2014/main" id="{414D2537-CB3B-4DDF-A1A9-FF85B79FAF1A}"/>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5235" name="Group 1246">
                <a:extLst>
                  <a:ext uri="{FF2B5EF4-FFF2-40B4-BE49-F238E27FC236}">
                    <a16:creationId xmlns:a16="http://schemas.microsoft.com/office/drawing/2014/main" id="{1E4AB41E-8DEC-402E-AD91-1157C240B14D}"/>
                  </a:ext>
                </a:extLst>
              </p:cNvPr>
              <p:cNvGrpSpPr>
                <a:grpSpLocks/>
              </p:cNvGrpSpPr>
              <p:nvPr/>
            </p:nvGrpSpPr>
            <p:grpSpPr bwMode="auto">
              <a:xfrm flipV="1">
                <a:off x="4120" y="808"/>
                <a:ext cx="156" cy="56"/>
                <a:chOff x="2848" y="848"/>
                <a:chExt cx="140" cy="98"/>
              </a:xfrm>
            </p:grpSpPr>
            <p:sp>
              <p:nvSpPr>
                <p:cNvPr id="5242" name="Line 1247">
                  <a:extLst>
                    <a:ext uri="{FF2B5EF4-FFF2-40B4-BE49-F238E27FC236}">
                      <a16:creationId xmlns:a16="http://schemas.microsoft.com/office/drawing/2014/main" id="{06743CD4-3681-4FC1-9900-74A2768E54DD}"/>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43" name="Line 1248">
                  <a:extLst>
                    <a:ext uri="{FF2B5EF4-FFF2-40B4-BE49-F238E27FC236}">
                      <a16:creationId xmlns:a16="http://schemas.microsoft.com/office/drawing/2014/main" id="{B0DAF171-7A95-40B4-9F55-E0B214A94A40}"/>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44" name="Line 1249">
                  <a:extLst>
                    <a:ext uri="{FF2B5EF4-FFF2-40B4-BE49-F238E27FC236}">
                      <a16:creationId xmlns:a16="http://schemas.microsoft.com/office/drawing/2014/main" id="{BB7D0BDC-18AA-4BC9-88FD-AAA7DF463290}"/>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5236" name="Rectangle 1250">
                <a:extLst>
                  <a:ext uri="{FF2B5EF4-FFF2-40B4-BE49-F238E27FC236}">
                    <a16:creationId xmlns:a16="http://schemas.microsoft.com/office/drawing/2014/main" id="{3E9F23E1-FC64-4CA1-AEE3-9874C176313B}"/>
                  </a:ext>
                </a:extLst>
              </p:cNvPr>
              <p:cNvSpPr>
                <a:spLocks noChangeArrowheads="1"/>
              </p:cNvSpPr>
              <p:nvPr/>
            </p:nvSpPr>
            <p:spPr bwMode="auto">
              <a:xfrm>
                <a:off x="3996" y="732"/>
                <a:ext cx="426" cy="3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237" name="Rectangle 1251">
                <a:extLst>
                  <a:ext uri="{FF2B5EF4-FFF2-40B4-BE49-F238E27FC236}">
                    <a16:creationId xmlns:a16="http://schemas.microsoft.com/office/drawing/2014/main" id="{29B8E780-F1AF-447A-8FEC-51AA54040992}"/>
                  </a:ext>
                </a:extLst>
              </p:cNvPr>
              <p:cNvSpPr>
                <a:spLocks noChangeArrowheads="1"/>
              </p:cNvSpPr>
              <p:nvPr/>
            </p:nvSpPr>
            <p:spPr bwMode="auto">
              <a:xfrm>
                <a:off x="3969" y="753"/>
                <a:ext cx="435" cy="312"/>
              </a:xfrm>
              <a:prstGeom prst="rect">
                <a:avLst/>
              </a:prstGeom>
              <a:solidFill>
                <a:schemeClr val="bg1"/>
              </a:solidFill>
              <a:ln w="12700">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238" name="Line 1252">
                <a:extLst>
                  <a:ext uri="{FF2B5EF4-FFF2-40B4-BE49-F238E27FC236}">
                    <a16:creationId xmlns:a16="http://schemas.microsoft.com/office/drawing/2014/main" id="{1E40DC26-54BD-492C-BBAA-0FFA120949BE}"/>
                  </a:ext>
                </a:extLst>
              </p:cNvPr>
              <p:cNvSpPr>
                <a:spLocks noChangeShapeType="1"/>
              </p:cNvSpPr>
              <p:nvPr/>
            </p:nvSpPr>
            <p:spPr bwMode="auto">
              <a:xfrm>
                <a:off x="3966" y="945"/>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39" name="Line 1253">
                <a:extLst>
                  <a:ext uri="{FF2B5EF4-FFF2-40B4-BE49-F238E27FC236}">
                    <a16:creationId xmlns:a16="http://schemas.microsoft.com/office/drawing/2014/main" id="{0AC37CA7-B414-480D-B6A3-2D89734B65B9}"/>
                  </a:ext>
                </a:extLst>
              </p:cNvPr>
              <p:cNvSpPr>
                <a:spLocks noChangeShapeType="1"/>
              </p:cNvSpPr>
              <p:nvPr/>
            </p:nvSpPr>
            <p:spPr bwMode="auto">
              <a:xfrm>
                <a:off x="3972" y="849"/>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40" name="Rectangle 1254">
                <a:extLst>
                  <a:ext uri="{FF2B5EF4-FFF2-40B4-BE49-F238E27FC236}">
                    <a16:creationId xmlns:a16="http://schemas.microsoft.com/office/drawing/2014/main" id="{C215F278-6C50-4421-8F0F-D59AA1F90636}"/>
                  </a:ext>
                </a:extLst>
              </p:cNvPr>
              <p:cNvSpPr>
                <a:spLocks noChangeArrowheads="1"/>
              </p:cNvSpPr>
              <p:nvPr/>
            </p:nvSpPr>
            <p:spPr bwMode="auto">
              <a:xfrm>
                <a:off x="3966" y="756"/>
                <a:ext cx="435" cy="93"/>
              </a:xfrm>
              <a:prstGeom prst="rect">
                <a:avLst/>
              </a:prstGeom>
              <a:solidFill>
                <a:srgbClr val="CC0000"/>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241" name="Text Box 1255">
                <a:extLst>
                  <a:ext uri="{FF2B5EF4-FFF2-40B4-BE49-F238E27FC236}">
                    <a16:creationId xmlns:a16="http://schemas.microsoft.com/office/drawing/2014/main" id="{130F2F93-1C08-4143-9780-E9E147AAF4C3}"/>
                  </a:ext>
                </a:extLst>
              </p:cNvPr>
              <p:cNvSpPr txBox="1">
                <a:spLocks noChangeArrowheads="1"/>
              </p:cNvSpPr>
              <p:nvPr/>
            </p:nvSpPr>
            <p:spPr bwMode="auto">
              <a:xfrm>
                <a:off x="3937" y="633"/>
                <a:ext cx="513"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1000"/>
              </a:p>
              <a:p>
                <a:pPr algn="ctr"/>
                <a:r>
                  <a:rPr lang="en-US" altLang="en-US" sz="1000">
                    <a:solidFill>
                      <a:schemeClr val="bg1"/>
                    </a:solidFill>
                  </a:rPr>
                  <a:t>network</a:t>
                </a:r>
              </a:p>
              <a:p>
                <a:pPr algn="ctr"/>
                <a:r>
                  <a:rPr lang="en-US" altLang="en-US" sz="1000"/>
                  <a:t>data link</a:t>
                </a:r>
              </a:p>
              <a:p>
                <a:pPr algn="ctr"/>
                <a:r>
                  <a:rPr lang="en-US" altLang="en-US" sz="1000"/>
                  <a:t>physical</a:t>
                </a:r>
                <a:endParaRPr lang="en-US" altLang="en-US" sz="2400"/>
              </a:p>
            </p:txBody>
          </p:sp>
        </p:grpSp>
        <p:grpSp>
          <p:nvGrpSpPr>
            <p:cNvPr id="5205" name="Group 1256">
              <a:extLst>
                <a:ext uri="{FF2B5EF4-FFF2-40B4-BE49-F238E27FC236}">
                  <a16:creationId xmlns:a16="http://schemas.microsoft.com/office/drawing/2014/main" id="{3EDBF666-098E-4744-8FA0-7CA0D3E066C9}"/>
                </a:ext>
              </a:extLst>
            </p:cNvPr>
            <p:cNvGrpSpPr>
              <a:grpSpLocks/>
            </p:cNvGrpSpPr>
            <p:nvPr/>
          </p:nvGrpSpPr>
          <p:grpSpPr bwMode="auto">
            <a:xfrm>
              <a:off x="3674" y="2866"/>
              <a:ext cx="513" cy="442"/>
              <a:chOff x="3937" y="633"/>
              <a:chExt cx="513" cy="442"/>
            </a:xfrm>
          </p:grpSpPr>
          <p:sp>
            <p:nvSpPr>
              <p:cNvPr id="5206" name="Line 1257">
                <a:extLst>
                  <a:ext uri="{FF2B5EF4-FFF2-40B4-BE49-F238E27FC236}">
                    <a16:creationId xmlns:a16="http://schemas.microsoft.com/office/drawing/2014/main" id="{D95D4F4D-205E-44B0-B3ED-DD113FF21CFC}"/>
                  </a:ext>
                </a:extLst>
              </p:cNvPr>
              <p:cNvSpPr>
                <a:spLocks noChangeShapeType="1"/>
              </p:cNvSpPr>
              <p:nvPr/>
            </p:nvSpPr>
            <p:spPr bwMode="auto">
              <a:xfrm>
                <a:off x="4061" y="1035"/>
                <a:ext cx="312" cy="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07" name="Line 1258">
                <a:extLst>
                  <a:ext uri="{FF2B5EF4-FFF2-40B4-BE49-F238E27FC236}">
                    <a16:creationId xmlns:a16="http://schemas.microsoft.com/office/drawing/2014/main" id="{4D8D41E6-E04B-4008-A2D9-8D75A513661D}"/>
                  </a:ext>
                </a:extLst>
              </p:cNvPr>
              <p:cNvSpPr>
                <a:spLocks noChangeShapeType="1"/>
              </p:cNvSpPr>
              <p:nvPr/>
            </p:nvSpPr>
            <p:spPr bwMode="auto">
              <a:xfrm flipV="1">
                <a:off x="4212" y="929"/>
                <a:ext cx="1" cy="10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08" name="Oval 1259">
                <a:extLst>
                  <a:ext uri="{FF2B5EF4-FFF2-40B4-BE49-F238E27FC236}">
                    <a16:creationId xmlns:a16="http://schemas.microsoft.com/office/drawing/2014/main" id="{927F0C39-5C59-4136-BC04-8F914F25F898}"/>
                  </a:ext>
                </a:extLst>
              </p:cNvPr>
              <p:cNvSpPr>
                <a:spLocks noChangeArrowheads="1"/>
              </p:cNvSpPr>
              <p:nvPr/>
            </p:nvSpPr>
            <p:spPr bwMode="auto">
              <a:xfrm>
                <a:off x="4048" y="854"/>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209" name="Line 1260">
                <a:extLst>
                  <a:ext uri="{FF2B5EF4-FFF2-40B4-BE49-F238E27FC236}">
                    <a16:creationId xmlns:a16="http://schemas.microsoft.com/office/drawing/2014/main" id="{D8130888-9198-47B1-939A-03DC09E894AA}"/>
                  </a:ext>
                </a:extLst>
              </p:cNvPr>
              <p:cNvSpPr>
                <a:spLocks noChangeShapeType="1"/>
              </p:cNvSpPr>
              <p:nvPr/>
            </p:nvSpPr>
            <p:spPr bwMode="auto">
              <a:xfrm>
                <a:off x="4048" y="847"/>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10" name="Line 1261">
                <a:extLst>
                  <a:ext uri="{FF2B5EF4-FFF2-40B4-BE49-F238E27FC236}">
                    <a16:creationId xmlns:a16="http://schemas.microsoft.com/office/drawing/2014/main" id="{905E5241-9CDE-422D-819C-0206BEB72CBF}"/>
                  </a:ext>
                </a:extLst>
              </p:cNvPr>
              <p:cNvSpPr>
                <a:spLocks noChangeShapeType="1"/>
              </p:cNvSpPr>
              <p:nvPr/>
            </p:nvSpPr>
            <p:spPr bwMode="auto">
              <a:xfrm>
                <a:off x="4361" y="847"/>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11" name="Rectangle 1262">
                <a:extLst>
                  <a:ext uri="{FF2B5EF4-FFF2-40B4-BE49-F238E27FC236}">
                    <a16:creationId xmlns:a16="http://schemas.microsoft.com/office/drawing/2014/main" id="{3A483812-758A-41EB-AFC6-739DAB2AF6AB}"/>
                  </a:ext>
                </a:extLst>
              </p:cNvPr>
              <p:cNvSpPr>
                <a:spLocks noChangeArrowheads="1"/>
              </p:cNvSpPr>
              <p:nvPr/>
            </p:nvSpPr>
            <p:spPr bwMode="auto">
              <a:xfrm>
                <a:off x="4048" y="847"/>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5212" name="Oval 1263">
                <a:extLst>
                  <a:ext uri="{FF2B5EF4-FFF2-40B4-BE49-F238E27FC236}">
                    <a16:creationId xmlns:a16="http://schemas.microsoft.com/office/drawing/2014/main" id="{53A173B7-33C4-40E1-A376-A5C6B3357740}"/>
                  </a:ext>
                </a:extLst>
              </p:cNvPr>
              <p:cNvSpPr>
                <a:spLocks noChangeArrowheads="1"/>
              </p:cNvSpPr>
              <p:nvPr/>
            </p:nvSpPr>
            <p:spPr bwMode="auto">
              <a:xfrm>
                <a:off x="4045" y="788"/>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nvGrpSpPr>
              <p:cNvPr id="5213" name="Group 1264">
                <a:extLst>
                  <a:ext uri="{FF2B5EF4-FFF2-40B4-BE49-F238E27FC236}">
                    <a16:creationId xmlns:a16="http://schemas.microsoft.com/office/drawing/2014/main" id="{F57FD770-F51B-4A6C-8245-61BBEBF9333B}"/>
                  </a:ext>
                </a:extLst>
              </p:cNvPr>
              <p:cNvGrpSpPr>
                <a:grpSpLocks/>
              </p:cNvGrpSpPr>
              <p:nvPr/>
            </p:nvGrpSpPr>
            <p:grpSpPr bwMode="auto">
              <a:xfrm>
                <a:off x="4120" y="809"/>
                <a:ext cx="156" cy="55"/>
                <a:chOff x="2848" y="848"/>
                <a:chExt cx="140" cy="98"/>
              </a:xfrm>
            </p:grpSpPr>
            <p:sp>
              <p:nvSpPr>
                <p:cNvPr id="5224" name="Line 1265">
                  <a:extLst>
                    <a:ext uri="{FF2B5EF4-FFF2-40B4-BE49-F238E27FC236}">
                      <a16:creationId xmlns:a16="http://schemas.microsoft.com/office/drawing/2014/main" id="{5DFB312F-1374-4A37-AF74-6D126851403A}"/>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25" name="Line 1266">
                  <a:extLst>
                    <a:ext uri="{FF2B5EF4-FFF2-40B4-BE49-F238E27FC236}">
                      <a16:creationId xmlns:a16="http://schemas.microsoft.com/office/drawing/2014/main" id="{120DA7C8-88D5-400D-B89F-F1D941496965}"/>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26" name="Line 1267">
                  <a:extLst>
                    <a:ext uri="{FF2B5EF4-FFF2-40B4-BE49-F238E27FC236}">
                      <a16:creationId xmlns:a16="http://schemas.microsoft.com/office/drawing/2014/main" id="{3E65F42A-8C14-4105-B906-628C9FBEDDCA}"/>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5214" name="Group 1268">
                <a:extLst>
                  <a:ext uri="{FF2B5EF4-FFF2-40B4-BE49-F238E27FC236}">
                    <a16:creationId xmlns:a16="http://schemas.microsoft.com/office/drawing/2014/main" id="{28399E0B-8C88-410E-B99F-309E3917251A}"/>
                  </a:ext>
                </a:extLst>
              </p:cNvPr>
              <p:cNvGrpSpPr>
                <a:grpSpLocks/>
              </p:cNvGrpSpPr>
              <p:nvPr/>
            </p:nvGrpSpPr>
            <p:grpSpPr bwMode="auto">
              <a:xfrm flipV="1">
                <a:off x="4120" y="808"/>
                <a:ext cx="156" cy="56"/>
                <a:chOff x="2848" y="848"/>
                <a:chExt cx="140" cy="98"/>
              </a:xfrm>
            </p:grpSpPr>
            <p:sp>
              <p:nvSpPr>
                <p:cNvPr id="5221" name="Line 1269">
                  <a:extLst>
                    <a:ext uri="{FF2B5EF4-FFF2-40B4-BE49-F238E27FC236}">
                      <a16:creationId xmlns:a16="http://schemas.microsoft.com/office/drawing/2014/main" id="{C2D8C42A-4AEF-42D5-9A36-F1D6F1C09ECA}"/>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22" name="Line 1270">
                  <a:extLst>
                    <a:ext uri="{FF2B5EF4-FFF2-40B4-BE49-F238E27FC236}">
                      <a16:creationId xmlns:a16="http://schemas.microsoft.com/office/drawing/2014/main" id="{E180AF16-4D37-463F-9D02-C4DC8142E80C}"/>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23" name="Line 1271">
                  <a:extLst>
                    <a:ext uri="{FF2B5EF4-FFF2-40B4-BE49-F238E27FC236}">
                      <a16:creationId xmlns:a16="http://schemas.microsoft.com/office/drawing/2014/main" id="{70102CF0-43EF-4541-9329-11F5D3DEE35C}"/>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5215" name="Rectangle 1272">
                <a:extLst>
                  <a:ext uri="{FF2B5EF4-FFF2-40B4-BE49-F238E27FC236}">
                    <a16:creationId xmlns:a16="http://schemas.microsoft.com/office/drawing/2014/main" id="{34AA21C0-82A8-4562-986E-70D0DEDA2D20}"/>
                  </a:ext>
                </a:extLst>
              </p:cNvPr>
              <p:cNvSpPr>
                <a:spLocks noChangeArrowheads="1"/>
              </p:cNvSpPr>
              <p:nvPr/>
            </p:nvSpPr>
            <p:spPr bwMode="auto">
              <a:xfrm>
                <a:off x="3996" y="732"/>
                <a:ext cx="426" cy="3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216" name="Rectangle 1273">
                <a:extLst>
                  <a:ext uri="{FF2B5EF4-FFF2-40B4-BE49-F238E27FC236}">
                    <a16:creationId xmlns:a16="http://schemas.microsoft.com/office/drawing/2014/main" id="{2D9F3CD7-78E0-4C25-A360-0FFE32883D5C}"/>
                  </a:ext>
                </a:extLst>
              </p:cNvPr>
              <p:cNvSpPr>
                <a:spLocks noChangeArrowheads="1"/>
              </p:cNvSpPr>
              <p:nvPr/>
            </p:nvSpPr>
            <p:spPr bwMode="auto">
              <a:xfrm>
                <a:off x="3969" y="753"/>
                <a:ext cx="435" cy="312"/>
              </a:xfrm>
              <a:prstGeom prst="rect">
                <a:avLst/>
              </a:prstGeom>
              <a:solidFill>
                <a:schemeClr val="bg1"/>
              </a:solidFill>
              <a:ln w="12700">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217" name="Line 1274">
                <a:extLst>
                  <a:ext uri="{FF2B5EF4-FFF2-40B4-BE49-F238E27FC236}">
                    <a16:creationId xmlns:a16="http://schemas.microsoft.com/office/drawing/2014/main" id="{0AFA4DC4-03C2-461B-8C84-89099834482A}"/>
                  </a:ext>
                </a:extLst>
              </p:cNvPr>
              <p:cNvSpPr>
                <a:spLocks noChangeShapeType="1"/>
              </p:cNvSpPr>
              <p:nvPr/>
            </p:nvSpPr>
            <p:spPr bwMode="auto">
              <a:xfrm>
                <a:off x="3966" y="945"/>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18" name="Line 1275">
                <a:extLst>
                  <a:ext uri="{FF2B5EF4-FFF2-40B4-BE49-F238E27FC236}">
                    <a16:creationId xmlns:a16="http://schemas.microsoft.com/office/drawing/2014/main" id="{78F41EEA-170F-4DA4-BFDA-9E1BD567AF5F}"/>
                  </a:ext>
                </a:extLst>
              </p:cNvPr>
              <p:cNvSpPr>
                <a:spLocks noChangeShapeType="1"/>
              </p:cNvSpPr>
              <p:nvPr/>
            </p:nvSpPr>
            <p:spPr bwMode="auto">
              <a:xfrm>
                <a:off x="3972" y="849"/>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19" name="Rectangle 1276">
                <a:extLst>
                  <a:ext uri="{FF2B5EF4-FFF2-40B4-BE49-F238E27FC236}">
                    <a16:creationId xmlns:a16="http://schemas.microsoft.com/office/drawing/2014/main" id="{0836F52C-DE22-4003-BBB6-4DB0DB39D946}"/>
                  </a:ext>
                </a:extLst>
              </p:cNvPr>
              <p:cNvSpPr>
                <a:spLocks noChangeArrowheads="1"/>
              </p:cNvSpPr>
              <p:nvPr/>
            </p:nvSpPr>
            <p:spPr bwMode="auto">
              <a:xfrm>
                <a:off x="3966" y="756"/>
                <a:ext cx="435" cy="93"/>
              </a:xfrm>
              <a:prstGeom prst="rect">
                <a:avLst/>
              </a:prstGeom>
              <a:solidFill>
                <a:srgbClr val="CC0000"/>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220" name="Text Box 1277">
                <a:extLst>
                  <a:ext uri="{FF2B5EF4-FFF2-40B4-BE49-F238E27FC236}">
                    <a16:creationId xmlns:a16="http://schemas.microsoft.com/office/drawing/2014/main" id="{07E5AB23-2032-41CD-9802-666E65C81460}"/>
                  </a:ext>
                </a:extLst>
              </p:cNvPr>
              <p:cNvSpPr txBox="1">
                <a:spLocks noChangeArrowheads="1"/>
              </p:cNvSpPr>
              <p:nvPr/>
            </p:nvSpPr>
            <p:spPr bwMode="auto">
              <a:xfrm>
                <a:off x="3937" y="633"/>
                <a:ext cx="513"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1000"/>
              </a:p>
              <a:p>
                <a:pPr algn="ctr"/>
                <a:r>
                  <a:rPr lang="en-US" altLang="en-US" sz="1000">
                    <a:solidFill>
                      <a:schemeClr val="bg1"/>
                    </a:solidFill>
                  </a:rPr>
                  <a:t>network</a:t>
                </a:r>
              </a:p>
              <a:p>
                <a:pPr algn="ctr"/>
                <a:r>
                  <a:rPr lang="en-US" altLang="en-US" sz="1000"/>
                  <a:t>data link</a:t>
                </a:r>
              </a:p>
              <a:p>
                <a:pPr algn="ctr"/>
                <a:r>
                  <a:rPr lang="en-US" altLang="en-US" sz="1000"/>
                  <a:t>physical</a:t>
                </a:r>
                <a:endParaRPr lang="en-US" altLang="en-US" sz="2400"/>
              </a:p>
            </p:txBody>
          </p:sp>
        </p:grpSp>
      </p:grpSp>
      <p:sp>
        <p:nvSpPr>
          <p:cNvPr id="632064" name="Rectangle 1280">
            <a:extLst>
              <a:ext uri="{FF2B5EF4-FFF2-40B4-BE49-F238E27FC236}">
                <a16:creationId xmlns:a16="http://schemas.microsoft.com/office/drawing/2014/main" id="{46B7EC11-C044-4396-8866-A49962428B16}"/>
              </a:ext>
            </a:extLst>
          </p:cNvPr>
          <p:cNvSpPr>
            <a:spLocks noChangeArrowheads="1"/>
          </p:cNvSpPr>
          <p:nvPr/>
        </p:nvSpPr>
        <p:spPr bwMode="auto">
          <a:xfrm>
            <a:off x="7245350" y="858838"/>
            <a:ext cx="388938" cy="138112"/>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632065" name="Rectangle 1281">
            <a:extLst>
              <a:ext uri="{FF2B5EF4-FFF2-40B4-BE49-F238E27FC236}">
                <a16:creationId xmlns:a16="http://schemas.microsoft.com/office/drawing/2014/main" id="{3DEE88F9-97D2-4AC7-A249-F0092AF2EA3C}"/>
              </a:ext>
            </a:extLst>
          </p:cNvPr>
          <p:cNvSpPr>
            <a:spLocks noChangeArrowheads="1"/>
          </p:cNvSpPr>
          <p:nvPr/>
        </p:nvSpPr>
        <p:spPr bwMode="auto">
          <a:xfrm>
            <a:off x="7175500" y="1509713"/>
            <a:ext cx="596900" cy="138112"/>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632066" name="Rectangle 1282">
            <a:extLst>
              <a:ext uri="{FF2B5EF4-FFF2-40B4-BE49-F238E27FC236}">
                <a16:creationId xmlns:a16="http://schemas.microsoft.com/office/drawing/2014/main" id="{1AB45D85-A38A-41E7-825C-8BFDCD9C14F3}"/>
              </a:ext>
            </a:extLst>
          </p:cNvPr>
          <p:cNvSpPr>
            <a:spLocks noChangeArrowheads="1"/>
          </p:cNvSpPr>
          <p:nvPr/>
        </p:nvSpPr>
        <p:spPr bwMode="auto">
          <a:xfrm>
            <a:off x="10001250" y="4487863"/>
            <a:ext cx="388938" cy="138112"/>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Tree>
    <p:extLst>
      <p:ext uri="{BB962C8B-B14F-4D97-AF65-F5344CB8AC3E}">
        <p14:creationId xmlns:p14="http://schemas.microsoft.com/office/powerpoint/2010/main" val="32964967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par>
                                <p:cTn id="8" presetID="22" presetClass="entr" presetSubtype="8"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left)">
                                      <p:cBhvr>
                                        <p:cTn id="10" dur="500"/>
                                        <p:tgtEl>
                                          <p:spTgt spid="3"/>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9" presetClass="entr" presetSubtype="0" fill="hold" nodeType="clickEffect">
                                  <p:stCondLst>
                                    <p:cond delay="0"/>
                                  </p:stCondLst>
                                  <p:childTnLst>
                                    <p:set>
                                      <p:cBhvr>
                                        <p:cTn id="14" dur="1" fill="hold">
                                          <p:stCondLst>
                                            <p:cond delay="0"/>
                                          </p:stCondLst>
                                        </p:cTn>
                                        <p:tgtEl>
                                          <p:spTgt spid="5187"/>
                                        </p:tgtEl>
                                        <p:attrNameLst>
                                          <p:attrName>style.visibility</p:attrName>
                                        </p:attrNameLst>
                                      </p:cBhvr>
                                      <p:to>
                                        <p:strVal val="visible"/>
                                      </p:to>
                                    </p:set>
                                    <p:animEffect transition="in" filter="dissolve">
                                      <p:cBhvr>
                                        <p:cTn id="15" dur="1000"/>
                                        <p:tgtEl>
                                          <p:spTgt spid="5187"/>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632064"/>
                                        </p:tgtEl>
                                        <p:attrNameLst>
                                          <p:attrName>style.visibility</p:attrName>
                                        </p:attrNameLst>
                                      </p:cBhvr>
                                      <p:to>
                                        <p:strVal val="visible"/>
                                      </p:to>
                                    </p:set>
                                  </p:childTnLst>
                                </p:cTn>
                              </p:par>
                            </p:childTnLst>
                          </p:cTn>
                        </p:par>
                        <p:par>
                          <p:cTn id="20" fill="hold" nodeType="afterGroup">
                            <p:stCondLst>
                              <p:cond delay="0"/>
                            </p:stCondLst>
                            <p:childTnLst>
                              <p:par>
                                <p:cTn id="21" presetID="42" presetClass="path" presetSubtype="0" accel="50000" decel="50000" fill="hold" grpId="1" nodeType="afterEffect">
                                  <p:stCondLst>
                                    <p:cond delay="0"/>
                                  </p:stCondLst>
                                  <p:childTnLst>
                                    <p:animMotion origin="layout" path="M 0.00244 0.01227 L 0.00382 0.0949 " pathEditMode="relative" rAng="0" ptsTypes="AA">
                                      <p:cBhvr>
                                        <p:cTn id="22" dur="2000" fill="hold"/>
                                        <p:tgtEl>
                                          <p:spTgt spid="632064"/>
                                        </p:tgtEl>
                                        <p:attrNameLst>
                                          <p:attrName>ppt_x</p:attrName>
                                          <p:attrName>ppt_y</p:attrName>
                                        </p:attrNameLst>
                                      </p:cBhvr>
                                      <p:rCtr x="69" y="4120"/>
                                    </p:animMotion>
                                  </p:childTnLst>
                                </p:cTn>
                              </p:par>
                            </p:childTnLst>
                          </p:cTn>
                        </p:par>
                        <p:par>
                          <p:cTn id="23" fill="hold" nodeType="afterGroup">
                            <p:stCondLst>
                              <p:cond delay="2000"/>
                            </p:stCondLst>
                            <p:childTnLst>
                              <p:par>
                                <p:cTn id="24" presetID="1" presetClass="exit" presetSubtype="0" fill="hold" grpId="2" nodeType="afterEffect">
                                  <p:stCondLst>
                                    <p:cond delay="0"/>
                                  </p:stCondLst>
                                  <p:childTnLst>
                                    <p:set>
                                      <p:cBhvr>
                                        <p:cTn id="25" dur="1" fill="hold">
                                          <p:stCondLst>
                                            <p:cond delay="0"/>
                                          </p:stCondLst>
                                        </p:cTn>
                                        <p:tgtEl>
                                          <p:spTgt spid="632064"/>
                                        </p:tgtEl>
                                        <p:attrNameLst>
                                          <p:attrName>style.visibility</p:attrName>
                                        </p:attrNameLst>
                                      </p:cBhvr>
                                      <p:to>
                                        <p:strVal val="hidden"/>
                                      </p:to>
                                    </p:set>
                                  </p:childTnLst>
                                </p:cTn>
                              </p:par>
                            </p:childTnLst>
                          </p:cTn>
                        </p:par>
                        <p:par>
                          <p:cTn id="26" fill="hold" nodeType="afterGroup">
                            <p:stCondLst>
                              <p:cond delay="2000"/>
                            </p:stCondLst>
                            <p:childTnLst>
                              <p:par>
                                <p:cTn id="27" presetID="1" presetClass="entr" presetSubtype="0" fill="hold" grpId="0" nodeType="afterEffect">
                                  <p:stCondLst>
                                    <p:cond delay="0"/>
                                  </p:stCondLst>
                                  <p:childTnLst>
                                    <p:set>
                                      <p:cBhvr>
                                        <p:cTn id="28" dur="1" fill="hold">
                                          <p:stCondLst>
                                            <p:cond delay="0"/>
                                          </p:stCondLst>
                                        </p:cTn>
                                        <p:tgtEl>
                                          <p:spTgt spid="632065"/>
                                        </p:tgtEl>
                                        <p:attrNameLst>
                                          <p:attrName>style.visibility</p:attrName>
                                        </p:attrNameLst>
                                      </p:cBhvr>
                                      <p:to>
                                        <p:strVal val="visible"/>
                                      </p:to>
                                    </p:set>
                                  </p:childTnLst>
                                </p:cTn>
                              </p:par>
                            </p:childTnLst>
                          </p:cTn>
                        </p:par>
                        <p:par>
                          <p:cTn id="29" fill="hold" nodeType="afterGroup">
                            <p:stCondLst>
                              <p:cond delay="2000"/>
                            </p:stCondLst>
                            <p:childTnLst>
                              <p:par>
                                <p:cTn id="30" presetID="0" presetClass="path" presetSubtype="0" accel="50000" decel="50000" fill="hold" grpId="1" nodeType="afterEffect">
                                  <p:stCondLst>
                                    <p:cond delay="0"/>
                                  </p:stCondLst>
                                  <p:childTnLst>
                                    <p:animMotion origin="layout" path="M 2.5E-6 -1.48148E-6 L 2.5E-6 0.07269 L 0.02726 0.18982 L 0.02726 0.1132 L 0.07118 0.11112 L 0.07257 0.18982 L 0.11667 0.14144 L 0.11667 0.07871 L 0.16059 0.07686 L 0.10903 0.23426 L 0.11511 0.15949 L 0.1559 0.15949 L 0.15747 0.23635 L 0.1059 0.34537 L 0.10295 0.27061 L 0.14236 0.26875 L 0.14688 0.39584 L 0.1559 0.3213 L 0.19236 0.31922 L 0.19688 0.39792 L 0.1059 0.49908 L 0.1059 0.41621 L 0.14236 0.41621 L 0.14236 0.49699 L 0.18785 0.53542 L 0.18785 0.44653 L 0.2257 0.44653 L 0.22865 0.52732 L 0.31198 0.50301 L 0.31198 0.43843 " pathEditMode="relative" ptsTypes="AAAAAAAAAAAAAAAAAAAAAAAAAAAAAA">
                                      <p:cBhvr>
                                        <p:cTn id="31" dur="5000" fill="hold"/>
                                        <p:tgtEl>
                                          <p:spTgt spid="632065"/>
                                        </p:tgtEl>
                                        <p:attrNameLst>
                                          <p:attrName>ppt_x</p:attrName>
                                          <p:attrName>ppt_y</p:attrName>
                                        </p:attrNameLst>
                                      </p:cBhvr>
                                    </p:animMotion>
                                  </p:childTnLst>
                                </p:cTn>
                              </p:par>
                            </p:childTnLst>
                          </p:cTn>
                        </p:par>
                        <p:par>
                          <p:cTn id="32" fill="hold" nodeType="afterGroup">
                            <p:stCondLst>
                              <p:cond delay="7000"/>
                            </p:stCondLst>
                            <p:childTnLst>
                              <p:par>
                                <p:cTn id="33" presetID="1" presetClass="exit" presetSubtype="0" fill="hold" grpId="2" nodeType="afterEffect">
                                  <p:stCondLst>
                                    <p:cond delay="0"/>
                                  </p:stCondLst>
                                  <p:childTnLst>
                                    <p:set>
                                      <p:cBhvr>
                                        <p:cTn id="34" dur="1" fill="hold">
                                          <p:stCondLst>
                                            <p:cond delay="0"/>
                                          </p:stCondLst>
                                        </p:cTn>
                                        <p:tgtEl>
                                          <p:spTgt spid="632065"/>
                                        </p:tgtEl>
                                        <p:attrNameLst>
                                          <p:attrName>style.visibility</p:attrName>
                                        </p:attrNameLst>
                                      </p:cBhvr>
                                      <p:to>
                                        <p:strVal val="hidden"/>
                                      </p:to>
                                    </p:set>
                                  </p:childTnLst>
                                </p:cTn>
                              </p:par>
                            </p:childTnLst>
                          </p:cTn>
                        </p:par>
                        <p:par>
                          <p:cTn id="35" fill="hold" nodeType="afterGroup">
                            <p:stCondLst>
                              <p:cond delay="7000"/>
                            </p:stCondLst>
                            <p:childTnLst>
                              <p:par>
                                <p:cTn id="36" presetID="1" presetClass="entr" presetSubtype="0" fill="hold" grpId="0" nodeType="afterEffect">
                                  <p:stCondLst>
                                    <p:cond delay="0"/>
                                  </p:stCondLst>
                                  <p:childTnLst>
                                    <p:set>
                                      <p:cBhvr>
                                        <p:cTn id="37" dur="1" fill="hold">
                                          <p:stCondLst>
                                            <p:cond delay="0"/>
                                          </p:stCondLst>
                                        </p:cTn>
                                        <p:tgtEl>
                                          <p:spTgt spid="632066"/>
                                        </p:tgtEl>
                                        <p:attrNameLst>
                                          <p:attrName>style.visibility</p:attrName>
                                        </p:attrNameLst>
                                      </p:cBhvr>
                                      <p:to>
                                        <p:strVal val="visible"/>
                                      </p:to>
                                    </p:set>
                                  </p:childTnLst>
                                </p:cTn>
                              </p:par>
                            </p:childTnLst>
                          </p:cTn>
                        </p:par>
                        <p:par>
                          <p:cTn id="38" fill="hold" nodeType="afterGroup">
                            <p:stCondLst>
                              <p:cond delay="7000"/>
                            </p:stCondLst>
                            <p:childTnLst>
                              <p:par>
                                <p:cTn id="39" presetID="1" presetClass="entr" presetSubtype="0" fill="hold" grpId="1" nodeType="afterEffect">
                                  <p:stCondLst>
                                    <p:cond delay="0"/>
                                  </p:stCondLst>
                                  <p:childTnLst>
                                    <p:set>
                                      <p:cBhvr>
                                        <p:cTn id="40" dur="1" fill="hold">
                                          <p:stCondLst>
                                            <p:cond delay="0"/>
                                          </p:stCondLst>
                                        </p:cTn>
                                        <p:tgtEl>
                                          <p:spTgt spid="632066"/>
                                        </p:tgtEl>
                                        <p:attrNameLst>
                                          <p:attrName>style.visibility</p:attrName>
                                        </p:attrNameLst>
                                      </p:cBhvr>
                                      <p:to>
                                        <p:strVal val="visible"/>
                                      </p:to>
                                    </p:set>
                                  </p:childTnLst>
                                </p:cTn>
                              </p:par>
                            </p:childTnLst>
                          </p:cTn>
                        </p:par>
                        <p:par>
                          <p:cTn id="41" fill="hold" nodeType="afterGroup">
                            <p:stCondLst>
                              <p:cond delay="7000"/>
                            </p:stCondLst>
                            <p:childTnLst>
                              <p:par>
                                <p:cTn id="42" presetID="42" presetClass="path" presetSubtype="0" accel="50000" decel="50000" fill="hold" grpId="2" nodeType="afterEffect">
                                  <p:stCondLst>
                                    <p:cond delay="0"/>
                                  </p:stCondLst>
                                  <p:childTnLst>
                                    <p:animMotion origin="layout" path="M -3.05556E-6 0 L -0.00156 -0.07106 " pathEditMode="relative" rAng="0" ptsTypes="AA">
                                      <p:cBhvr>
                                        <p:cTn id="43" dur="2000" fill="hold"/>
                                        <p:tgtEl>
                                          <p:spTgt spid="632066"/>
                                        </p:tgtEl>
                                        <p:attrNameLst>
                                          <p:attrName>ppt_x</p:attrName>
                                          <p:attrName>ppt_y</p:attrName>
                                        </p:attrNameLst>
                                      </p:cBhvr>
                                      <p:rCtr x="-87" y="-3565"/>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2064" grpId="0" animBg="1"/>
      <p:bldP spid="632064" grpId="1" animBg="1"/>
      <p:bldP spid="632064" grpId="2" animBg="1"/>
      <p:bldP spid="632065" grpId="0" animBg="1"/>
      <p:bldP spid="632065" grpId="1" animBg="1"/>
      <p:bldP spid="632065" grpId="2" animBg="1"/>
      <p:bldP spid="632066" grpId="0" animBg="1"/>
      <p:bldP spid="632066" grpId="1" animBg="1"/>
      <p:bldP spid="632066" grpId="2"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5" name="Rectangle 2">
            <a:extLst>
              <a:ext uri="{FF2B5EF4-FFF2-40B4-BE49-F238E27FC236}">
                <a16:creationId xmlns:a16="http://schemas.microsoft.com/office/drawing/2014/main" id="{8A7096A2-FD57-4266-BF6D-F1BF6FAF5428}"/>
              </a:ext>
            </a:extLst>
          </p:cNvPr>
          <p:cNvSpPr>
            <a:spLocks noGrp="1" noChangeArrowheads="1"/>
          </p:cNvSpPr>
          <p:nvPr>
            <p:ph type="title"/>
          </p:nvPr>
        </p:nvSpPr>
        <p:spPr>
          <a:xfrm>
            <a:off x="2266949" y="71619"/>
            <a:ext cx="9144000" cy="1143000"/>
          </a:xfrm>
        </p:spPr>
        <p:txBody>
          <a:bodyPr>
            <a:normAutofit/>
          </a:bodyPr>
          <a:lstStyle/>
          <a:p>
            <a:pPr>
              <a:defRPr/>
            </a:pPr>
            <a:r>
              <a:rPr lang="en-US" sz="3200" dirty="0"/>
              <a:t>2 </a:t>
            </a:r>
            <a:r>
              <a:rPr lang="en-US" sz="3200" dirty="0" err="1"/>
              <a:t>chức</a:t>
            </a:r>
            <a:r>
              <a:rPr lang="en-US" sz="3200" dirty="0"/>
              <a:t> </a:t>
            </a:r>
            <a:r>
              <a:rPr lang="en-US" sz="3200" dirty="0" err="1"/>
              <a:t>năng</a:t>
            </a:r>
            <a:r>
              <a:rPr lang="en-US" sz="3200" dirty="0"/>
              <a:t> </a:t>
            </a:r>
            <a:r>
              <a:rPr lang="en-US" sz="3200" dirty="0" err="1"/>
              <a:t>chính</a:t>
            </a:r>
            <a:r>
              <a:rPr lang="en-US" sz="3200" dirty="0"/>
              <a:t> </a:t>
            </a:r>
            <a:r>
              <a:rPr lang="en-US" sz="3200" dirty="0" err="1"/>
              <a:t>của</a:t>
            </a:r>
            <a:r>
              <a:rPr lang="en-US" sz="3200" dirty="0"/>
              <a:t> </a:t>
            </a:r>
            <a:r>
              <a:rPr lang="en-US" sz="3200" dirty="0" err="1"/>
              <a:t>tầng</a:t>
            </a:r>
            <a:r>
              <a:rPr lang="en-US" sz="3200" dirty="0"/>
              <a:t> network</a:t>
            </a:r>
          </a:p>
        </p:txBody>
      </p:sp>
      <p:sp>
        <p:nvSpPr>
          <p:cNvPr id="6150" name="Rectangle 3">
            <a:extLst>
              <a:ext uri="{FF2B5EF4-FFF2-40B4-BE49-F238E27FC236}">
                <a16:creationId xmlns:a16="http://schemas.microsoft.com/office/drawing/2014/main" id="{92D1B631-B312-49DA-B81D-5F4E74213B20}"/>
              </a:ext>
            </a:extLst>
          </p:cNvPr>
          <p:cNvSpPr>
            <a:spLocks noGrp="1" noChangeArrowheads="1"/>
          </p:cNvSpPr>
          <p:nvPr>
            <p:ph idx="1"/>
          </p:nvPr>
        </p:nvSpPr>
        <p:spPr>
          <a:xfrm>
            <a:off x="1903414" y="1625600"/>
            <a:ext cx="4192587" cy="4648200"/>
          </a:xfrm>
        </p:spPr>
        <p:txBody>
          <a:bodyPr/>
          <a:lstStyle/>
          <a:p>
            <a:r>
              <a:rPr lang="en-US" altLang="en-US" i="1" dirty="0">
                <a:solidFill>
                  <a:srgbClr val="000099"/>
                </a:solidFill>
                <a:latin typeface="Comic Sans MS" panose="030F0702030302020204" pitchFamily="66" charset="0"/>
                <a:ea typeface="ＭＳ Ｐゴシック" panose="020B0600070205080204" pitchFamily="34" charset="-128"/>
              </a:rPr>
              <a:t>forwarding:</a:t>
            </a:r>
            <a:r>
              <a:rPr lang="en-US" altLang="en-US" dirty="0">
                <a:latin typeface="Comic Sans MS" panose="030F0702030302020204" pitchFamily="66" charset="0"/>
                <a:ea typeface="ＭＳ Ｐゴシック" panose="020B0600070205080204" pitchFamily="34" charset="-128"/>
              </a:rPr>
              <a:t> di </a:t>
            </a:r>
            <a:r>
              <a:rPr lang="en-US" altLang="en-US" dirty="0" err="1">
                <a:latin typeface="Comic Sans MS" panose="030F0702030302020204" pitchFamily="66" charset="0"/>
                <a:ea typeface="ＭＳ Ｐゴシック" panose="020B0600070205080204" pitchFamily="34" charset="-128"/>
              </a:rPr>
              <a:t>chuyển</a:t>
            </a:r>
            <a:r>
              <a:rPr lang="en-US" altLang="en-US" dirty="0">
                <a:latin typeface="Comic Sans MS" panose="030F0702030302020204" pitchFamily="66" charset="0"/>
                <a:ea typeface="ＭＳ Ｐゴシック" panose="020B0600070205080204" pitchFamily="34" charset="-128"/>
              </a:rPr>
              <a:t> </a:t>
            </a:r>
            <a:r>
              <a:rPr lang="en-US" altLang="en-US" dirty="0" err="1">
                <a:latin typeface="Comic Sans MS" panose="030F0702030302020204" pitchFamily="66" charset="0"/>
                <a:ea typeface="ＭＳ Ｐゴシック" panose="020B0600070205080204" pitchFamily="34" charset="-128"/>
              </a:rPr>
              <a:t>các</a:t>
            </a:r>
            <a:r>
              <a:rPr lang="en-US" altLang="en-US" dirty="0">
                <a:latin typeface="Comic Sans MS" panose="030F0702030302020204" pitchFamily="66" charset="0"/>
                <a:ea typeface="ＭＳ Ｐゴシック" panose="020B0600070205080204" pitchFamily="34" charset="-128"/>
              </a:rPr>
              <a:t> packet </a:t>
            </a:r>
            <a:r>
              <a:rPr lang="en-US" altLang="en-US" dirty="0" err="1">
                <a:latin typeface="Comic Sans MS" panose="030F0702030302020204" pitchFamily="66" charset="0"/>
                <a:ea typeface="ＭＳ Ｐゴシック" panose="020B0600070205080204" pitchFamily="34" charset="-128"/>
              </a:rPr>
              <a:t>từ</a:t>
            </a:r>
            <a:r>
              <a:rPr lang="en-US" altLang="en-US" dirty="0">
                <a:latin typeface="Comic Sans MS" panose="030F0702030302020204" pitchFamily="66" charset="0"/>
                <a:ea typeface="ＭＳ Ｐゴシック" panose="020B0600070205080204" pitchFamily="34" charset="-128"/>
              </a:rPr>
              <a:t> </a:t>
            </a:r>
            <a:r>
              <a:rPr lang="en-US" altLang="en-US" dirty="0" err="1">
                <a:latin typeface="Comic Sans MS" panose="030F0702030302020204" pitchFamily="66" charset="0"/>
                <a:ea typeface="ＭＳ Ｐゴシック" panose="020B0600070205080204" pitchFamily="34" charset="-128"/>
              </a:rPr>
              <a:t>đầu</a:t>
            </a:r>
            <a:r>
              <a:rPr lang="en-US" altLang="en-US" dirty="0">
                <a:latin typeface="Comic Sans MS" panose="030F0702030302020204" pitchFamily="66" charset="0"/>
                <a:ea typeface="ＭＳ Ｐゴシック" panose="020B0600070205080204" pitchFamily="34" charset="-128"/>
              </a:rPr>
              <a:t> </a:t>
            </a:r>
            <a:r>
              <a:rPr lang="en-US" altLang="en-US" dirty="0" err="1">
                <a:latin typeface="Comic Sans MS" panose="030F0702030302020204" pitchFamily="66" charset="0"/>
                <a:ea typeface="ＭＳ Ｐゴシック" panose="020B0600070205080204" pitchFamily="34" charset="-128"/>
              </a:rPr>
              <a:t>vào</a:t>
            </a:r>
            <a:r>
              <a:rPr lang="en-US" altLang="en-US" dirty="0">
                <a:latin typeface="Comic Sans MS" panose="030F0702030302020204" pitchFamily="66" charset="0"/>
                <a:ea typeface="ＭＳ Ｐゴシック" panose="020B0600070205080204" pitchFamily="34" charset="-128"/>
              </a:rPr>
              <a:t> </a:t>
            </a:r>
            <a:r>
              <a:rPr lang="en-US" altLang="en-US" dirty="0" err="1">
                <a:latin typeface="Comic Sans MS" panose="030F0702030302020204" pitchFamily="66" charset="0"/>
                <a:ea typeface="ＭＳ Ｐゴシック" panose="020B0600070205080204" pitchFamily="34" charset="-128"/>
              </a:rPr>
              <a:t>đến</a:t>
            </a:r>
            <a:r>
              <a:rPr lang="en-US" altLang="en-US" dirty="0">
                <a:latin typeface="Comic Sans MS" panose="030F0702030302020204" pitchFamily="66" charset="0"/>
                <a:ea typeface="ＭＳ Ｐゴシック" panose="020B0600070205080204" pitchFamily="34" charset="-128"/>
              </a:rPr>
              <a:t> </a:t>
            </a:r>
            <a:r>
              <a:rPr lang="en-US" altLang="en-US" dirty="0" err="1">
                <a:latin typeface="Comic Sans MS" panose="030F0702030302020204" pitchFamily="66" charset="0"/>
                <a:ea typeface="ＭＳ Ｐゴシック" panose="020B0600070205080204" pitchFamily="34" charset="-128"/>
              </a:rPr>
              <a:t>đầu</a:t>
            </a:r>
            <a:r>
              <a:rPr lang="en-US" altLang="en-US" dirty="0">
                <a:latin typeface="Comic Sans MS" panose="030F0702030302020204" pitchFamily="66" charset="0"/>
                <a:ea typeface="ＭＳ Ｐゴシック" panose="020B0600070205080204" pitchFamily="34" charset="-128"/>
              </a:rPr>
              <a:t> </a:t>
            </a:r>
            <a:r>
              <a:rPr lang="en-US" altLang="en-US" dirty="0" err="1">
                <a:latin typeface="Comic Sans MS" panose="030F0702030302020204" pitchFamily="66" charset="0"/>
                <a:ea typeface="ＭＳ Ｐゴシック" panose="020B0600070205080204" pitchFamily="34" charset="-128"/>
              </a:rPr>
              <a:t>ra</a:t>
            </a:r>
            <a:r>
              <a:rPr lang="en-US" altLang="en-US" dirty="0">
                <a:latin typeface="Comic Sans MS" panose="030F0702030302020204" pitchFamily="66" charset="0"/>
                <a:ea typeface="ＭＳ Ｐゴシック" panose="020B0600070205080204" pitchFamily="34" charset="-128"/>
              </a:rPr>
              <a:t> </a:t>
            </a:r>
            <a:r>
              <a:rPr lang="en-US" altLang="en-US" dirty="0" err="1">
                <a:latin typeface="Comic Sans MS" panose="030F0702030302020204" pitchFamily="66" charset="0"/>
                <a:ea typeface="ＭＳ Ｐゴシック" panose="020B0600070205080204" pitchFamily="34" charset="-128"/>
              </a:rPr>
              <a:t>thích</a:t>
            </a:r>
            <a:r>
              <a:rPr lang="en-US" altLang="en-US" dirty="0">
                <a:latin typeface="Comic Sans MS" panose="030F0702030302020204" pitchFamily="66" charset="0"/>
                <a:ea typeface="ＭＳ Ｐゴシック" panose="020B0600070205080204" pitchFamily="34" charset="-128"/>
              </a:rPr>
              <a:t> </a:t>
            </a:r>
            <a:r>
              <a:rPr lang="en-US" altLang="en-US" dirty="0" err="1">
                <a:latin typeface="Comic Sans MS" panose="030F0702030302020204" pitchFamily="66" charset="0"/>
                <a:ea typeface="ＭＳ Ｐゴシック" panose="020B0600070205080204" pitchFamily="34" charset="-128"/>
              </a:rPr>
              <a:t>hợp</a:t>
            </a:r>
            <a:r>
              <a:rPr lang="en-US" altLang="en-US" dirty="0">
                <a:latin typeface="Comic Sans MS" panose="030F0702030302020204" pitchFamily="66" charset="0"/>
                <a:ea typeface="ＭＳ Ｐゴシック" panose="020B0600070205080204" pitchFamily="34" charset="-128"/>
              </a:rPr>
              <a:t> </a:t>
            </a:r>
            <a:r>
              <a:rPr lang="en-US" altLang="en-US" dirty="0" err="1">
                <a:latin typeface="Comic Sans MS" panose="030F0702030302020204" pitchFamily="66" charset="0"/>
                <a:ea typeface="ＭＳ Ｐゴシック" panose="020B0600070205080204" pitchFamily="34" charset="-128"/>
              </a:rPr>
              <a:t>của</a:t>
            </a:r>
            <a:r>
              <a:rPr lang="en-US" altLang="en-US" dirty="0">
                <a:latin typeface="Comic Sans MS" panose="030F0702030302020204" pitchFamily="66" charset="0"/>
                <a:ea typeface="ＭＳ Ｐゴシック" panose="020B0600070205080204" pitchFamily="34" charset="-128"/>
              </a:rPr>
              <a:t> router</a:t>
            </a:r>
            <a:endParaRPr lang="en-US" altLang="ja-JP" dirty="0">
              <a:latin typeface="Comic Sans MS" panose="030F0702030302020204" pitchFamily="66" charset="0"/>
              <a:ea typeface="ＭＳ Ｐゴシック" panose="020B0600070205080204" pitchFamily="34" charset="-128"/>
            </a:endParaRPr>
          </a:p>
          <a:p>
            <a:pPr>
              <a:spcBef>
                <a:spcPct val="70000"/>
              </a:spcBef>
            </a:pPr>
            <a:r>
              <a:rPr lang="en-US" altLang="en-US" i="1" dirty="0">
                <a:solidFill>
                  <a:srgbClr val="000099"/>
                </a:solidFill>
                <a:latin typeface="Comic Sans MS" panose="030F0702030302020204" pitchFamily="66" charset="0"/>
                <a:ea typeface="ＭＳ Ｐゴシック" panose="020B0600070205080204" pitchFamily="34" charset="-128"/>
              </a:rPr>
              <a:t>routing:</a:t>
            </a:r>
            <a:r>
              <a:rPr lang="en-US" altLang="en-US" dirty="0">
                <a:latin typeface="Comic Sans MS" panose="030F0702030302020204" pitchFamily="66" charset="0"/>
                <a:ea typeface="ＭＳ Ｐゴシック" panose="020B0600070205080204" pitchFamily="34" charset="-128"/>
              </a:rPr>
              <a:t> </a:t>
            </a:r>
            <a:r>
              <a:rPr lang="en-US" altLang="en-US" dirty="0" err="1">
                <a:latin typeface="Comic Sans MS" panose="030F0702030302020204" pitchFamily="66" charset="0"/>
                <a:ea typeface="ＭＳ Ｐゴシック" panose="020B0600070205080204" pitchFamily="34" charset="-128"/>
              </a:rPr>
              <a:t>xác</a:t>
            </a:r>
            <a:r>
              <a:rPr lang="en-US" altLang="en-US" dirty="0">
                <a:latin typeface="Comic Sans MS" panose="030F0702030302020204" pitchFamily="66" charset="0"/>
                <a:ea typeface="ＭＳ Ｐゴシック" panose="020B0600070205080204" pitchFamily="34" charset="-128"/>
              </a:rPr>
              <a:t> </a:t>
            </a:r>
            <a:r>
              <a:rPr lang="en-US" altLang="en-US" dirty="0" err="1">
                <a:latin typeface="Comic Sans MS" panose="030F0702030302020204" pitchFamily="66" charset="0"/>
                <a:ea typeface="ＭＳ Ｐゴシック" panose="020B0600070205080204" pitchFamily="34" charset="-128"/>
              </a:rPr>
              <a:t>định</a:t>
            </a:r>
            <a:r>
              <a:rPr lang="en-US" altLang="en-US" dirty="0">
                <a:latin typeface="Comic Sans MS" panose="030F0702030302020204" pitchFamily="66" charset="0"/>
                <a:ea typeface="ＭＳ Ｐゴシック" panose="020B0600070205080204" pitchFamily="34" charset="-128"/>
              </a:rPr>
              <a:t> </a:t>
            </a:r>
            <a:r>
              <a:rPr lang="en-US" altLang="en-US" dirty="0" err="1">
                <a:latin typeface="Comic Sans MS" panose="030F0702030302020204" pitchFamily="66" charset="0"/>
                <a:ea typeface="ＭＳ Ｐゴシック" panose="020B0600070205080204" pitchFamily="34" charset="-128"/>
              </a:rPr>
              <a:t>đường</a:t>
            </a:r>
            <a:r>
              <a:rPr lang="en-US" altLang="en-US" dirty="0">
                <a:latin typeface="Comic Sans MS" panose="030F0702030302020204" pitchFamily="66" charset="0"/>
                <a:ea typeface="ＭＳ Ｐゴシック" panose="020B0600070205080204" pitchFamily="34" charset="-128"/>
              </a:rPr>
              <a:t> </a:t>
            </a:r>
            <a:r>
              <a:rPr lang="en-US" altLang="en-US" dirty="0" err="1">
                <a:latin typeface="Comic Sans MS" panose="030F0702030302020204" pitchFamily="66" charset="0"/>
                <a:ea typeface="ＭＳ Ｐゴシック" panose="020B0600070205080204" pitchFamily="34" charset="-128"/>
              </a:rPr>
              <a:t>đi</a:t>
            </a:r>
            <a:r>
              <a:rPr lang="en-US" altLang="en-US" dirty="0">
                <a:latin typeface="Comic Sans MS" panose="030F0702030302020204" pitchFamily="66" charset="0"/>
                <a:ea typeface="ＭＳ Ｐゴシック" panose="020B0600070205080204" pitchFamily="34" charset="-128"/>
              </a:rPr>
              <a:t> </a:t>
            </a:r>
            <a:r>
              <a:rPr lang="en-US" altLang="en-US" dirty="0" err="1">
                <a:latin typeface="Comic Sans MS" panose="030F0702030302020204" pitchFamily="66" charset="0"/>
                <a:ea typeface="ＭＳ Ｐゴシック" panose="020B0600070205080204" pitchFamily="34" charset="-128"/>
              </a:rPr>
              <a:t>cho</a:t>
            </a:r>
            <a:r>
              <a:rPr lang="en-US" altLang="en-US" dirty="0">
                <a:latin typeface="Comic Sans MS" panose="030F0702030302020204" pitchFamily="66" charset="0"/>
                <a:ea typeface="ＭＳ Ｐゴシック" panose="020B0600070205080204" pitchFamily="34" charset="-128"/>
              </a:rPr>
              <a:t> </a:t>
            </a:r>
            <a:r>
              <a:rPr lang="en-US" altLang="en-US" dirty="0" err="1">
                <a:latin typeface="Comic Sans MS" panose="030F0702030302020204" pitchFamily="66" charset="0"/>
                <a:ea typeface="ＭＳ Ｐゴシック" panose="020B0600070205080204" pitchFamily="34" charset="-128"/>
              </a:rPr>
              <a:t>các</a:t>
            </a:r>
            <a:r>
              <a:rPr lang="en-US" altLang="en-US" dirty="0">
                <a:latin typeface="Comic Sans MS" panose="030F0702030302020204" pitchFamily="66" charset="0"/>
                <a:ea typeface="ＭＳ Ｐゴシック" panose="020B0600070205080204" pitchFamily="34" charset="-128"/>
              </a:rPr>
              <a:t> </a:t>
            </a:r>
            <a:r>
              <a:rPr lang="en-US" altLang="en-US" dirty="0" err="1">
                <a:latin typeface="Comic Sans MS" panose="030F0702030302020204" pitchFamily="66" charset="0"/>
                <a:ea typeface="ＭＳ Ｐゴシック" panose="020B0600070205080204" pitchFamily="34" charset="-128"/>
              </a:rPr>
              <a:t>gói</a:t>
            </a:r>
            <a:r>
              <a:rPr lang="en-US" altLang="en-US" dirty="0">
                <a:latin typeface="Comic Sans MS" panose="030F0702030302020204" pitchFamily="66" charset="0"/>
                <a:ea typeface="ＭＳ Ｐゴシック" panose="020B0600070205080204" pitchFamily="34" charset="-128"/>
              </a:rPr>
              <a:t> </a:t>
            </a:r>
            <a:r>
              <a:rPr lang="en-US" altLang="en-US" dirty="0" err="1">
                <a:latin typeface="Comic Sans MS" panose="030F0702030302020204" pitchFamily="66" charset="0"/>
                <a:ea typeface="ＭＳ Ｐゴシック" panose="020B0600070205080204" pitchFamily="34" charset="-128"/>
              </a:rPr>
              <a:t>từ</a:t>
            </a:r>
            <a:r>
              <a:rPr lang="en-US" altLang="en-US" dirty="0">
                <a:latin typeface="Comic Sans MS" panose="030F0702030302020204" pitchFamily="66" charset="0"/>
                <a:ea typeface="ＭＳ Ｐゴシック" panose="020B0600070205080204" pitchFamily="34" charset="-128"/>
              </a:rPr>
              <a:t> </a:t>
            </a:r>
            <a:r>
              <a:rPr lang="en-US" altLang="en-US" dirty="0" err="1">
                <a:latin typeface="Comic Sans MS" panose="030F0702030302020204" pitchFamily="66" charset="0"/>
                <a:ea typeface="ＭＳ Ｐゴシック" panose="020B0600070205080204" pitchFamily="34" charset="-128"/>
              </a:rPr>
              <a:t>nguồn</a:t>
            </a:r>
            <a:r>
              <a:rPr lang="en-US" altLang="en-US" dirty="0">
                <a:latin typeface="Comic Sans MS" panose="030F0702030302020204" pitchFamily="66" charset="0"/>
                <a:ea typeface="ＭＳ Ｐゴシック" panose="020B0600070205080204" pitchFamily="34" charset="-128"/>
              </a:rPr>
              <a:t> </a:t>
            </a:r>
            <a:r>
              <a:rPr lang="en-US" altLang="en-US" dirty="0" err="1">
                <a:latin typeface="Comic Sans MS" panose="030F0702030302020204" pitchFamily="66" charset="0"/>
                <a:ea typeface="ＭＳ Ｐゴシック" panose="020B0600070205080204" pitchFamily="34" charset="-128"/>
              </a:rPr>
              <a:t>đến</a:t>
            </a:r>
            <a:r>
              <a:rPr lang="en-US" altLang="en-US" dirty="0">
                <a:latin typeface="Comic Sans MS" panose="030F0702030302020204" pitchFamily="66" charset="0"/>
                <a:ea typeface="ＭＳ Ｐゴシック" panose="020B0600070205080204" pitchFamily="34" charset="-128"/>
              </a:rPr>
              <a:t> </a:t>
            </a:r>
            <a:r>
              <a:rPr lang="en-US" altLang="en-US" dirty="0" err="1">
                <a:latin typeface="Comic Sans MS" panose="030F0702030302020204" pitchFamily="66" charset="0"/>
                <a:ea typeface="ＭＳ Ｐゴシック" panose="020B0600070205080204" pitchFamily="34" charset="-128"/>
              </a:rPr>
              <a:t>đích</a:t>
            </a:r>
            <a:r>
              <a:rPr lang="en-US" altLang="en-US" dirty="0">
                <a:latin typeface="Comic Sans MS" panose="030F0702030302020204" pitchFamily="66" charset="0"/>
                <a:ea typeface="ＭＳ Ｐゴシック" panose="020B0600070205080204" pitchFamily="34" charset="-128"/>
              </a:rPr>
              <a:t>. </a:t>
            </a:r>
          </a:p>
          <a:p>
            <a:pPr>
              <a:buFont typeface="Wingdings" panose="05000000000000000000" pitchFamily="2" charset="2"/>
              <a:buNone/>
            </a:pPr>
            <a:endParaRPr lang="en-US" altLang="en-US" dirty="0">
              <a:latin typeface="Comic Sans MS" panose="030F0702030302020204" pitchFamily="66" charset="0"/>
              <a:ea typeface="ＭＳ Ｐゴシック" panose="020B0600070205080204" pitchFamily="34" charset="-128"/>
            </a:endParaRPr>
          </a:p>
        </p:txBody>
      </p:sp>
      <p:sp>
        <p:nvSpPr>
          <p:cNvPr id="6146" name="Footer Placeholder 4">
            <a:extLst>
              <a:ext uri="{FF2B5EF4-FFF2-40B4-BE49-F238E27FC236}">
                <a16:creationId xmlns:a16="http://schemas.microsoft.com/office/drawing/2014/main" id="{88158E69-ABDE-4879-9522-93FD241325A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Tầng Network</a:t>
            </a:r>
          </a:p>
        </p:txBody>
      </p:sp>
      <p:sp>
        <p:nvSpPr>
          <p:cNvPr id="6147" name="Slide Number Placeholder 5">
            <a:extLst>
              <a:ext uri="{FF2B5EF4-FFF2-40B4-BE49-F238E27FC236}">
                <a16:creationId xmlns:a16="http://schemas.microsoft.com/office/drawing/2014/main" id="{9EAA91F3-A145-4C12-9C2F-C0055F662DE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4-</a:t>
            </a:r>
            <a:fld id="{476FA6E0-E3AD-46E0-84C2-FFD299A4903E}" type="slidenum">
              <a:rPr lang="en-US" altLang="en-US">
                <a:latin typeface="Tahoma" panose="020B0604030504040204" pitchFamily="34" charset="0"/>
              </a:rPr>
              <a:pPr/>
              <a:t>12</a:t>
            </a:fld>
            <a:endParaRPr lang="en-US" altLang="en-US">
              <a:latin typeface="Tahoma" panose="020B0604030504040204" pitchFamily="34" charset="0"/>
            </a:endParaRPr>
          </a:p>
        </p:txBody>
      </p:sp>
      <p:pic>
        <p:nvPicPr>
          <p:cNvPr id="6148" name="Picture 6" descr="underline_base">
            <a:extLst>
              <a:ext uri="{FF2B5EF4-FFF2-40B4-BE49-F238E27FC236}">
                <a16:creationId xmlns:a16="http://schemas.microsoft.com/office/drawing/2014/main" id="{06348ED3-70DE-4B13-8769-E281C0D4F60D}"/>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55826" y="1035050"/>
            <a:ext cx="7769225"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51" name="Rectangle 4">
            <a:extLst>
              <a:ext uri="{FF2B5EF4-FFF2-40B4-BE49-F238E27FC236}">
                <a16:creationId xmlns:a16="http://schemas.microsoft.com/office/drawing/2014/main" id="{13107CE7-7A39-46D5-A9B4-C6819D56819A}"/>
              </a:ext>
            </a:extLst>
          </p:cNvPr>
          <p:cNvSpPr>
            <a:spLocks noChangeArrowheads="1"/>
          </p:cNvSpPr>
          <p:nvPr/>
        </p:nvSpPr>
        <p:spPr bwMode="auto">
          <a:xfrm>
            <a:off x="6308725" y="1577975"/>
            <a:ext cx="4192588"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nSpc>
                <a:spcPct val="85000"/>
              </a:lnSpc>
              <a:spcBef>
                <a:spcPct val="20000"/>
              </a:spcBef>
              <a:buClr>
                <a:srgbClr val="000099"/>
              </a:buClr>
              <a:buSzPct val="65000"/>
              <a:buFont typeface="Wingdings" panose="05000000000000000000" pitchFamily="2" charset="2"/>
              <a:buChar char="v"/>
            </a:pPr>
            <a:endParaRPr lang="en-US" altLang="en-US" sz="2800" dirty="0">
              <a:latin typeface="Comic Sans MS" panose="030F0702030302020204" pitchFamily="66" charset="0"/>
            </a:endParaRPr>
          </a:p>
        </p:txBody>
      </p:sp>
    </p:spTree>
    <p:extLst>
      <p:ext uri="{BB962C8B-B14F-4D97-AF65-F5344CB8AC3E}">
        <p14:creationId xmlns:p14="http://schemas.microsoft.com/office/powerpoint/2010/main" val="24287843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Footer Placeholder 2">
            <a:extLst>
              <a:ext uri="{FF2B5EF4-FFF2-40B4-BE49-F238E27FC236}">
                <a16:creationId xmlns:a16="http://schemas.microsoft.com/office/drawing/2014/main" id="{4B3C9643-5B1F-4359-A9AE-7D57B7609229}"/>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Tầng Network</a:t>
            </a:r>
          </a:p>
        </p:txBody>
      </p:sp>
      <p:sp>
        <p:nvSpPr>
          <p:cNvPr id="7171" name="Slide Number Placeholder 3">
            <a:extLst>
              <a:ext uri="{FF2B5EF4-FFF2-40B4-BE49-F238E27FC236}">
                <a16:creationId xmlns:a16="http://schemas.microsoft.com/office/drawing/2014/main" id="{77B74CC0-4906-412D-8B61-A04D20F2914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4-</a:t>
            </a:r>
            <a:fld id="{6CBAD841-7878-463E-97C4-49D4972639D8}" type="slidenum">
              <a:rPr lang="en-US" altLang="en-US">
                <a:latin typeface="Tahoma" panose="020B0604030504040204" pitchFamily="34" charset="0"/>
              </a:rPr>
              <a:pPr/>
              <a:t>13</a:t>
            </a:fld>
            <a:endParaRPr lang="en-US" altLang="en-US">
              <a:latin typeface="Tahoma" panose="020B0604030504040204" pitchFamily="34" charset="0"/>
            </a:endParaRPr>
          </a:p>
        </p:txBody>
      </p:sp>
      <p:pic>
        <p:nvPicPr>
          <p:cNvPr id="7172" name="Picture 169" descr="underline_base">
            <a:extLst>
              <a:ext uri="{FF2B5EF4-FFF2-40B4-BE49-F238E27FC236}">
                <a16:creationId xmlns:a16="http://schemas.microsoft.com/office/drawing/2014/main" id="{E2FAFCB1-0682-4110-8654-6446908022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43113" y="703264"/>
            <a:ext cx="8228012"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173" name="Group 166">
            <a:extLst>
              <a:ext uri="{FF2B5EF4-FFF2-40B4-BE49-F238E27FC236}">
                <a16:creationId xmlns:a16="http://schemas.microsoft.com/office/drawing/2014/main" id="{468BE024-B5F3-45EB-A575-7C21D69C1AC3}"/>
              </a:ext>
            </a:extLst>
          </p:cNvPr>
          <p:cNvGrpSpPr>
            <a:grpSpLocks/>
          </p:cNvGrpSpPr>
          <p:nvPr/>
        </p:nvGrpSpPr>
        <p:grpSpPr bwMode="auto">
          <a:xfrm>
            <a:off x="2825750" y="1198563"/>
            <a:ext cx="5530850" cy="5245100"/>
            <a:chOff x="398" y="129"/>
            <a:chExt cx="3484" cy="3304"/>
          </a:xfrm>
        </p:grpSpPr>
        <p:sp>
          <p:nvSpPr>
            <p:cNvPr id="7181" name="Freeform 2">
              <a:extLst>
                <a:ext uri="{FF2B5EF4-FFF2-40B4-BE49-F238E27FC236}">
                  <a16:creationId xmlns:a16="http://schemas.microsoft.com/office/drawing/2014/main" id="{8B9B99BD-3837-4730-936A-378A75A25A65}"/>
                </a:ext>
              </a:extLst>
            </p:cNvPr>
            <p:cNvSpPr>
              <a:spLocks/>
            </p:cNvSpPr>
            <p:nvPr/>
          </p:nvSpPr>
          <p:spPr bwMode="auto">
            <a:xfrm>
              <a:off x="2031" y="2058"/>
              <a:ext cx="1794" cy="933"/>
            </a:xfrm>
            <a:custGeom>
              <a:avLst/>
              <a:gdLst>
                <a:gd name="T0" fmla="*/ 6 w 1794"/>
                <a:gd name="T1" fmla="*/ 483 h 933"/>
                <a:gd name="T2" fmla="*/ 108 w 1794"/>
                <a:gd name="T3" fmla="*/ 125 h 933"/>
                <a:gd name="T4" fmla="*/ 559 w 1794"/>
                <a:gd name="T5" fmla="*/ 100 h 933"/>
                <a:gd name="T6" fmla="*/ 1128 w 1794"/>
                <a:gd name="T7" fmla="*/ 29 h 933"/>
                <a:gd name="T8" fmla="*/ 1716 w 1794"/>
                <a:gd name="T9" fmla="*/ 275 h 933"/>
                <a:gd name="T10" fmla="*/ 1596 w 1794"/>
                <a:gd name="T11" fmla="*/ 827 h 933"/>
                <a:gd name="T12" fmla="*/ 1380 w 1794"/>
                <a:gd name="T13" fmla="*/ 911 h 933"/>
                <a:gd name="T14" fmla="*/ 840 w 1794"/>
                <a:gd name="T15" fmla="*/ 929 h 933"/>
                <a:gd name="T16" fmla="*/ 414 w 1794"/>
                <a:gd name="T17" fmla="*/ 911 h 933"/>
                <a:gd name="T18" fmla="*/ 143 w 1794"/>
                <a:gd name="T19" fmla="*/ 832 h 933"/>
                <a:gd name="T20" fmla="*/ 6 w 1794"/>
                <a:gd name="T21" fmla="*/ 483 h 93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94"/>
                <a:gd name="T34" fmla="*/ 0 h 933"/>
                <a:gd name="T35" fmla="*/ 1794 w 1794"/>
                <a:gd name="T36" fmla="*/ 933 h 93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94" h="933">
                  <a:moveTo>
                    <a:pt x="6" y="483"/>
                  </a:moveTo>
                  <a:cubicBezTo>
                    <a:pt x="0" y="365"/>
                    <a:pt x="16" y="189"/>
                    <a:pt x="108" y="125"/>
                  </a:cubicBezTo>
                  <a:cubicBezTo>
                    <a:pt x="200" y="61"/>
                    <a:pt x="389" y="116"/>
                    <a:pt x="559" y="100"/>
                  </a:cubicBezTo>
                  <a:cubicBezTo>
                    <a:pt x="729" y="84"/>
                    <a:pt x="935" y="0"/>
                    <a:pt x="1128" y="29"/>
                  </a:cubicBezTo>
                  <a:cubicBezTo>
                    <a:pt x="1321" y="58"/>
                    <a:pt x="1638" y="142"/>
                    <a:pt x="1716" y="275"/>
                  </a:cubicBezTo>
                  <a:cubicBezTo>
                    <a:pt x="1794" y="408"/>
                    <a:pt x="1652" y="721"/>
                    <a:pt x="1596" y="827"/>
                  </a:cubicBezTo>
                  <a:cubicBezTo>
                    <a:pt x="1540" y="933"/>
                    <a:pt x="1506" y="894"/>
                    <a:pt x="1380" y="911"/>
                  </a:cubicBezTo>
                  <a:cubicBezTo>
                    <a:pt x="1254" y="928"/>
                    <a:pt x="1001" y="929"/>
                    <a:pt x="840" y="929"/>
                  </a:cubicBezTo>
                  <a:cubicBezTo>
                    <a:pt x="679" y="929"/>
                    <a:pt x="530" y="927"/>
                    <a:pt x="414" y="911"/>
                  </a:cubicBezTo>
                  <a:cubicBezTo>
                    <a:pt x="298" y="895"/>
                    <a:pt x="211" y="903"/>
                    <a:pt x="143" y="832"/>
                  </a:cubicBezTo>
                  <a:cubicBezTo>
                    <a:pt x="75" y="761"/>
                    <a:pt x="4" y="624"/>
                    <a:pt x="6" y="483"/>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7182" name="Freeform 3">
              <a:extLst>
                <a:ext uri="{FF2B5EF4-FFF2-40B4-BE49-F238E27FC236}">
                  <a16:creationId xmlns:a16="http://schemas.microsoft.com/office/drawing/2014/main" id="{52103237-3825-4CD2-BBB6-9F27C103F44C}"/>
                </a:ext>
              </a:extLst>
            </p:cNvPr>
            <p:cNvSpPr>
              <a:spLocks/>
            </p:cNvSpPr>
            <p:nvPr/>
          </p:nvSpPr>
          <p:spPr bwMode="auto">
            <a:xfrm>
              <a:off x="1090" y="1594"/>
              <a:ext cx="1443" cy="816"/>
            </a:xfrm>
            <a:custGeom>
              <a:avLst/>
              <a:gdLst>
                <a:gd name="T0" fmla="*/ 0 w 1443"/>
                <a:gd name="T1" fmla="*/ 0 h 816"/>
                <a:gd name="T2" fmla="*/ 1076 w 1443"/>
                <a:gd name="T3" fmla="*/ 782 h 816"/>
                <a:gd name="T4" fmla="*/ 1320 w 1443"/>
                <a:gd name="T5" fmla="*/ 788 h 816"/>
                <a:gd name="T6" fmla="*/ 1443 w 1443"/>
                <a:gd name="T7" fmla="*/ 5 h 816"/>
                <a:gd name="T8" fmla="*/ 0 w 1443"/>
                <a:gd name="T9" fmla="*/ 0 h 816"/>
                <a:gd name="T10" fmla="*/ 0 60000 65536"/>
                <a:gd name="T11" fmla="*/ 0 60000 65536"/>
                <a:gd name="T12" fmla="*/ 0 60000 65536"/>
                <a:gd name="T13" fmla="*/ 0 60000 65536"/>
                <a:gd name="T14" fmla="*/ 0 60000 65536"/>
                <a:gd name="T15" fmla="*/ 0 w 1443"/>
                <a:gd name="T16" fmla="*/ 0 h 816"/>
                <a:gd name="T17" fmla="*/ 1443 w 1443"/>
                <a:gd name="T18" fmla="*/ 816 h 816"/>
              </a:gdLst>
              <a:ahLst/>
              <a:cxnLst>
                <a:cxn ang="T10">
                  <a:pos x="T0" y="T1"/>
                </a:cxn>
                <a:cxn ang="T11">
                  <a:pos x="T2" y="T3"/>
                </a:cxn>
                <a:cxn ang="T12">
                  <a:pos x="T4" y="T5"/>
                </a:cxn>
                <a:cxn ang="T13">
                  <a:pos x="T6" y="T7"/>
                </a:cxn>
                <a:cxn ang="T14">
                  <a:pos x="T8" y="T9"/>
                </a:cxn>
              </a:cxnLst>
              <a:rect l="T15" t="T16" r="T17" b="T18"/>
              <a:pathLst>
                <a:path w="1443" h="816">
                  <a:moveTo>
                    <a:pt x="0" y="0"/>
                  </a:moveTo>
                  <a:cubicBezTo>
                    <a:pt x="571" y="285"/>
                    <a:pt x="856" y="408"/>
                    <a:pt x="1076" y="782"/>
                  </a:cubicBezTo>
                  <a:cubicBezTo>
                    <a:pt x="1185" y="775"/>
                    <a:pt x="1220" y="816"/>
                    <a:pt x="1320" y="788"/>
                  </a:cubicBezTo>
                  <a:cubicBezTo>
                    <a:pt x="1264" y="347"/>
                    <a:pt x="1276" y="352"/>
                    <a:pt x="1443" y="5"/>
                  </a:cubicBezTo>
                  <a:cubicBezTo>
                    <a:pt x="867" y="5"/>
                    <a:pt x="233" y="0"/>
                    <a:pt x="0" y="0"/>
                  </a:cubicBezTo>
                  <a:close/>
                </a:path>
              </a:pathLst>
            </a:custGeom>
            <a:gradFill rotWithShape="1">
              <a:gsLst>
                <a:gs pos="0">
                  <a:schemeClr val="accent1"/>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7183" name="Rectangle 4">
              <a:extLst>
                <a:ext uri="{FF2B5EF4-FFF2-40B4-BE49-F238E27FC236}">
                  <a16:creationId xmlns:a16="http://schemas.microsoft.com/office/drawing/2014/main" id="{A71BE363-6E45-4520-9A13-4F39393A8D56}"/>
                </a:ext>
              </a:extLst>
            </p:cNvPr>
            <p:cNvSpPr>
              <a:spLocks noChangeArrowheads="1"/>
            </p:cNvSpPr>
            <p:nvPr/>
          </p:nvSpPr>
          <p:spPr bwMode="auto">
            <a:xfrm>
              <a:off x="1084" y="129"/>
              <a:ext cx="1460" cy="1470"/>
            </a:xfrm>
            <a:prstGeom prst="rect">
              <a:avLst/>
            </a:prstGeom>
            <a:solidFill>
              <a:schemeClr val="accent1"/>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7184" name="Oval 5">
              <a:extLst>
                <a:ext uri="{FF2B5EF4-FFF2-40B4-BE49-F238E27FC236}">
                  <a16:creationId xmlns:a16="http://schemas.microsoft.com/office/drawing/2014/main" id="{45C0F590-70E0-49FE-B642-A112847CB51C}"/>
                </a:ext>
              </a:extLst>
            </p:cNvPr>
            <p:cNvSpPr>
              <a:spLocks noChangeArrowheads="1"/>
            </p:cNvSpPr>
            <p:nvPr/>
          </p:nvSpPr>
          <p:spPr bwMode="auto">
            <a:xfrm>
              <a:off x="1163" y="162"/>
              <a:ext cx="1320" cy="381"/>
            </a:xfrm>
            <a:prstGeom prst="ellipse">
              <a:avLst/>
            </a:prstGeom>
            <a:solidFill>
              <a:schemeClr val="bg1"/>
            </a:solidFill>
            <a:ln w="9525">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7185" name="Freeform 6">
              <a:extLst>
                <a:ext uri="{FF2B5EF4-FFF2-40B4-BE49-F238E27FC236}">
                  <a16:creationId xmlns:a16="http://schemas.microsoft.com/office/drawing/2014/main" id="{E9D7317C-2553-4C82-8577-6DBF2F067418}"/>
                </a:ext>
              </a:extLst>
            </p:cNvPr>
            <p:cNvSpPr>
              <a:spLocks/>
            </p:cNvSpPr>
            <p:nvPr/>
          </p:nvSpPr>
          <p:spPr bwMode="auto">
            <a:xfrm>
              <a:off x="2433" y="2249"/>
              <a:ext cx="342" cy="186"/>
            </a:xfrm>
            <a:custGeom>
              <a:avLst/>
              <a:gdLst>
                <a:gd name="T0" fmla="*/ 0 w 342"/>
                <a:gd name="T1" fmla="*/ 186 h 186"/>
                <a:gd name="T2" fmla="*/ 342 w 342"/>
                <a:gd name="T3" fmla="*/ 0 h 186"/>
                <a:gd name="T4" fmla="*/ 0 60000 65536"/>
                <a:gd name="T5" fmla="*/ 0 60000 65536"/>
                <a:gd name="T6" fmla="*/ 0 w 342"/>
                <a:gd name="T7" fmla="*/ 0 h 186"/>
                <a:gd name="T8" fmla="*/ 342 w 342"/>
                <a:gd name="T9" fmla="*/ 186 h 186"/>
              </a:gdLst>
              <a:ahLst/>
              <a:cxnLst>
                <a:cxn ang="T4">
                  <a:pos x="T0" y="T1"/>
                </a:cxn>
                <a:cxn ang="T5">
                  <a:pos x="T2" y="T3"/>
                </a:cxn>
              </a:cxnLst>
              <a:rect l="T6" t="T7" r="T8" b="T9"/>
              <a:pathLst>
                <a:path w="342" h="186">
                  <a:moveTo>
                    <a:pt x="0" y="186"/>
                  </a:moveTo>
                  <a:lnTo>
                    <a:pt x="342"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nvGrpSpPr>
            <p:cNvPr id="7186" name="Group 7">
              <a:extLst>
                <a:ext uri="{FF2B5EF4-FFF2-40B4-BE49-F238E27FC236}">
                  <a16:creationId xmlns:a16="http://schemas.microsoft.com/office/drawing/2014/main" id="{A6A24C1F-143C-4222-A5E7-BB270B2A28F0}"/>
                </a:ext>
              </a:extLst>
            </p:cNvPr>
            <p:cNvGrpSpPr>
              <a:grpSpLocks/>
            </p:cNvGrpSpPr>
            <p:nvPr/>
          </p:nvGrpSpPr>
          <p:grpSpPr bwMode="auto">
            <a:xfrm>
              <a:off x="2122" y="2359"/>
              <a:ext cx="316" cy="147"/>
              <a:chOff x="3600" y="219"/>
              <a:chExt cx="360" cy="175"/>
            </a:xfrm>
          </p:grpSpPr>
          <p:sp>
            <p:nvSpPr>
              <p:cNvPr id="7331" name="Oval 8">
                <a:extLst>
                  <a:ext uri="{FF2B5EF4-FFF2-40B4-BE49-F238E27FC236}">
                    <a16:creationId xmlns:a16="http://schemas.microsoft.com/office/drawing/2014/main" id="{AFF069D1-5B41-4C8E-9067-C18E77B205F9}"/>
                  </a:ext>
                </a:extLst>
              </p:cNvPr>
              <p:cNvSpPr>
                <a:spLocks noChangeArrowheads="1"/>
              </p:cNvSpPr>
              <p:nvPr/>
            </p:nvSpPr>
            <p:spPr bwMode="auto">
              <a:xfrm>
                <a:off x="3603" y="298"/>
                <a:ext cx="357" cy="96"/>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7332" name="Line 9">
                <a:extLst>
                  <a:ext uri="{FF2B5EF4-FFF2-40B4-BE49-F238E27FC236}">
                    <a16:creationId xmlns:a16="http://schemas.microsoft.com/office/drawing/2014/main" id="{F92209BA-9A3E-486A-BDCE-F423144DB12F}"/>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333" name="Line 10">
                <a:extLst>
                  <a:ext uri="{FF2B5EF4-FFF2-40B4-BE49-F238E27FC236}">
                    <a16:creationId xmlns:a16="http://schemas.microsoft.com/office/drawing/2014/main" id="{11DD5C0D-B23B-4659-84E7-B951FB9DA35B}"/>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334" name="Rectangle 11">
                <a:extLst>
                  <a:ext uri="{FF2B5EF4-FFF2-40B4-BE49-F238E27FC236}">
                    <a16:creationId xmlns:a16="http://schemas.microsoft.com/office/drawing/2014/main" id="{1D61B221-CDAB-48F2-934E-2A90FFAA220D}"/>
                  </a:ext>
                </a:extLst>
              </p:cNvPr>
              <p:cNvSpPr>
                <a:spLocks noChangeArrowheads="1"/>
              </p:cNvSpPr>
              <p:nvPr/>
            </p:nvSpPr>
            <p:spPr bwMode="auto">
              <a:xfrm>
                <a:off x="3603" y="289"/>
                <a:ext cx="352" cy="58"/>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latin typeface="Times New Roman" panose="02020603050405020304" pitchFamily="18" charset="0"/>
                </a:endParaRPr>
              </a:p>
            </p:txBody>
          </p:sp>
          <p:sp>
            <p:nvSpPr>
              <p:cNvPr id="7335" name="Oval 12">
                <a:extLst>
                  <a:ext uri="{FF2B5EF4-FFF2-40B4-BE49-F238E27FC236}">
                    <a16:creationId xmlns:a16="http://schemas.microsoft.com/office/drawing/2014/main" id="{AE35B652-1F93-4E89-9875-13FF46A0070F}"/>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nvGrpSpPr>
              <p:cNvPr id="7336" name="Group 13">
                <a:extLst>
                  <a:ext uri="{FF2B5EF4-FFF2-40B4-BE49-F238E27FC236}">
                    <a16:creationId xmlns:a16="http://schemas.microsoft.com/office/drawing/2014/main" id="{9CA9C6B9-1B45-4644-9342-431777BA1209}"/>
                  </a:ext>
                </a:extLst>
              </p:cNvPr>
              <p:cNvGrpSpPr>
                <a:grpSpLocks/>
              </p:cNvGrpSpPr>
              <p:nvPr/>
            </p:nvGrpSpPr>
            <p:grpSpPr bwMode="auto">
              <a:xfrm>
                <a:off x="3686" y="244"/>
                <a:ext cx="177" cy="66"/>
                <a:chOff x="2848" y="848"/>
                <a:chExt cx="140" cy="98"/>
              </a:xfrm>
            </p:grpSpPr>
            <p:sp>
              <p:nvSpPr>
                <p:cNvPr id="7341" name="Line 14">
                  <a:extLst>
                    <a:ext uri="{FF2B5EF4-FFF2-40B4-BE49-F238E27FC236}">
                      <a16:creationId xmlns:a16="http://schemas.microsoft.com/office/drawing/2014/main" id="{05E11465-26C7-49B5-B265-053FA74E9849}"/>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342" name="Line 15">
                  <a:extLst>
                    <a:ext uri="{FF2B5EF4-FFF2-40B4-BE49-F238E27FC236}">
                      <a16:creationId xmlns:a16="http://schemas.microsoft.com/office/drawing/2014/main" id="{566D554E-5E26-4F49-975A-C3CA73B34949}"/>
                    </a:ext>
                  </a:extLst>
                </p:cNvPr>
                <p:cNvSpPr>
                  <a:spLocks noChangeShapeType="1"/>
                </p:cNvSpPr>
                <p:nvPr/>
              </p:nvSpPr>
              <p:spPr bwMode="auto">
                <a:xfrm>
                  <a:off x="2944" y="943"/>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343" name="Line 16">
                  <a:extLst>
                    <a:ext uri="{FF2B5EF4-FFF2-40B4-BE49-F238E27FC236}">
                      <a16:creationId xmlns:a16="http://schemas.microsoft.com/office/drawing/2014/main" id="{D338CA71-F960-451E-A2AE-4B812336392F}"/>
                    </a:ext>
                  </a:extLst>
                </p:cNvPr>
                <p:cNvSpPr>
                  <a:spLocks noChangeShapeType="1"/>
                </p:cNvSpPr>
                <p:nvPr/>
              </p:nvSpPr>
              <p:spPr bwMode="auto">
                <a:xfrm>
                  <a:off x="2894" y="850"/>
                  <a:ext cx="52" cy="9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7337" name="Group 17">
                <a:extLst>
                  <a:ext uri="{FF2B5EF4-FFF2-40B4-BE49-F238E27FC236}">
                    <a16:creationId xmlns:a16="http://schemas.microsoft.com/office/drawing/2014/main" id="{6213386D-AAC9-486B-8ACE-6E9A3CEA2D7B}"/>
                  </a:ext>
                </a:extLst>
              </p:cNvPr>
              <p:cNvGrpSpPr>
                <a:grpSpLocks/>
              </p:cNvGrpSpPr>
              <p:nvPr/>
            </p:nvGrpSpPr>
            <p:grpSpPr bwMode="auto">
              <a:xfrm flipV="1">
                <a:off x="3686" y="243"/>
                <a:ext cx="177" cy="66"/>
                <a:chOff x="2848" y="848"/>
                <a:chExt cx="140" cy="98"/>
              </a:xfrm>
            </p:grpSpPr>
            <p:sp>
              <p:nvSpPr>
                <p:cNvPr id="7338" name="Line 18">
                  <a:extLst>
                    <a:ext uri="{FF2B5EF4-FFF2-40B4-BE49-F238E27FC236}">
                      <a16:creationId xmlns:a16="http://schemas.microsoft.com/office/drawing/2014/main" id="{F5A38643-8DDD-4D81-AD03-962A5EC1F2C9}"/>
                    </a:ext>
                  </a:extLst>
                </p:cNvPr>
                <p:cNvSpPr>
                  <a:spLocks noChangeShapeType="1"/>
                </p:cNvSpPr>
                <p:nvPr/>
              </p:nvSpPr>
              <p:spPr bwMode="auto">
                <a:xfrm flipV="1">
                  <a:off x="2848" y="846"/>
                  <a:ext cx="50" cy="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339" name="Line 19">
                  <a:extLst>
                    <a:ext uri="{FF2B5EF4-FFF2-40B4-BE49-F238E27FC236}">
                      <a16:creationId xmlns:a16="http://schemas.microsoft.com/office/drawing/2014/main" id="{084ABD33-9D44-49C6-9A44-D004021EC564}"/>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340" name="Line 20">
                  <a:extLst>
                    <a:ext uri="{FF2B5EF4-FFF2-40B4-BE49-F238E27FC236}">
                      <a16:creationId xmlns:a16="http://schemas.microsoft.com/office/drawing/2014/main" id="{7E9515CA-D3AE-46BB-9E8D-9F43FCECF63B}"/>
                    </a:ext>
                  </a:extLst>
                </p:cNvPr>
                <p:cNvSpPr>
                  <a:spLocks noChangeShapeType="1"/>
                </p:cNvSpPr>
                <p:nvPr/>
              </p:nvSpPr>
              <p:spPr bwMode="auto">
                <a:xfrm>
                  <a:off x="2894" y="849"/>
                  <a:ext cx="52" cy="9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7187" name="Group 21">
              <a:extLst>
                <a:ext uri="{FF2B5EF4-FFF2-40B4-BE49-F238E27FC236}">
                  <a16:creationId xmlns:a16="http://schemas.microsoft.com/office/drawing/2014/main" id="{648DCFE3-0B26-4516-B729-A656221B687B}"/>
                </a:ext>
              </a:extLst>
            </p:cNvPr>
            <p:cNvGrpSpPr>
              <a:grpSpLocks/>
            </p:cNvGrpSpPr>
            <p:nvPr/>
          </p:nvGrpSpPr>
          <p:grpSpPr bwMode="auto">
            <a:xfrm>
              <a:off x="2344" y="2761"/>
              <a:ext cx="316" cy="147"/>
              <a:chOff x="3600" y="219"/>
              <a:chExt cx="360" cy="175"/>
            </a:xfrm>
          </p:grpSpPr>
          <p:sp>
            <p:nvSpPr>
              <p:cNvPr id="7318" name="Oval 22">
                <a:extLst>
                  <a:ext uri="{FF2B5EF4-FFF2-40B4-BE49-F238E27FC236}">
                    <a16:creationId xmlns:a16="http://schemas.microsoft.com/office/drawing/2014/main" id="{CA4F3EAF-BEA9-4CC2-BC56-B7D23079335E}"/>
                  </a:ext>
                </a:extLst>
              </p:cNvPr>
              <p:cNvSpPr>
                <a:spLocks noChangeArrowheads="1"/>
              </p:cNvSpPr>
              <p:nvPr/>
            </p:nvSpPr>
            <p:spPr bwMode="auto">
              <a:xfrm>
                <a:off x="3603" y="298"/>
                <a:ext cx="357" cy="96"/>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7319" name="Line 23">
                <a:extLst>
                  <a:ext uri="{FF2B5EF4-FFF2-40B4-BE49-F238E27FC236}">
                    <a16:creationId xmlns:a16="http://schemas.microsoft.com/office/drawing/2014/main" id="{C7941A1F-BE4D-4AA6-BB62-18B798CBD9FF}"/>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320" name="Line 24">
                <a:extLst>
                  <a:ext uri="{FF2B5EF4-FFF2-40B4-BE49-F238E27FC236}">
                    <a16:creationId xmlns:a16="http://schemas.microsoft.com/office/drawing/2014/main" id="{30E7B3F1-5D5D-43F0-AA67-E93F82E1CA5B}"/>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321" name="Rectangle 25">
                <a:extLst>
                  <a:ext uri="{FF2B5EF4-FFF2-40B4-BE49-F238E27FC236}">
                    <a16:creationId xmlns:a16="http://schemas.microsoft.com/office/drawing/2014/main" id="{78EA27D8-097C-4EE3-98C2-F6344A952C26}"/>
                  </a:ext>
                </a:extLst>
              </p:cNvPr>
              <p:cNvSpPr>
                <a:spLocks noChangeArrowheads="1"/>
              </p:cNvSpPr>
              <p:nvPr/>
            </p:nvSpPr>
            <p:spPr bwMode="auto">
              <a:xfrm>
                <a:off x="3603" y="289"/>
                <a:ext cx="352" cy="58"/>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latin typeface="Times New Roman" panose="02020603050405020304" pitchFamily="18" charset="0"/>
                </a:endParaRPr>
              </a:p>
            </p:txBody>
          </p:sp>
          <p:sp>
            <p:nvSpPr>
              <p:cNvPr id="7322" name="Oval 26">
                <a:extLst>
                  <a:ext uri="{FF2B5EF4-FFF2-40B4-BE49-F238E27FC236}">
                    <a16:creationId xmlns:a16="http://schemas.microsoft.com/office/drawing/2014/main" id="{CFBB36C5-716D-4CD3-9C36-F7545661197F}"/>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nvGrpSpPr>
              <p:cNvPr id="7323" name="Group 27">
                <a:extLst>
                  <a:ext uri="{FF2B5EF4-FFF2-40B4-BE49-F238E27FC236}">
                    <a16:creationId xmlns:a16="http://schemas.microsoft.com/office/drawing/2014/main" id="{B7D96DE6-3E04-4206-980B-E36E524D1935}"/>
                  </a:ext>
                </a:extLst>
              </p:cNvPr>
              <p:cNvGrpSpPr>
                <a:grpSpLocks/>
              </p:cNvGrpSpPr>
              <p:nvPr/>
            </p:nvGrpSpPr>
            <p:grpSpPr bwMode="auto">
              <a:xfrm>
                <a:off x="3686" y="244"/>
                <a:ext cx="177" cy="66"/>
                <a:chOff x="2848" y="848"/>
                <a:chExt cx="140" cy="98"/>
              </a:xfrm>
            </p:grpSpPr>
            <p:sp>
              <p:nvSpPr>
                <p:cNvPr id="7328" name="Line 28">
                  <a:extLst>
                    <a:ext uri="{FF2B5EF4-FFF2-40B4-BE49-F238E27FC236}">
                      <a16:creationId xmlns:a16="http://schemas.microsoft.com/office/drawing/2014/main" id="{0F3D9649-35DA-4F8C-8F29-89471663D58C}"/>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329" name="Line 29">
                  <a:extLst>
                    <a:ext uri="{FF2B5EF4-FFF2-40B4-BE49-F238E27FC236}">
                      <a16:creationId xmlns:a16="http://schemas.microsoft.com/office/drawing/2014/main" id="{0197DD04-AFD0-4651-B19C-EF5B694F62FD}"/>
                    </a:ext>
                  </a:extLst>
                </p:cNvPr>
                <p:cNvSpPr>
                  <a:spLocks noChangeShapeType="1"/>
                </p:cNvSpPr>
                <p:nvPr/>
              </p:nvSpPr>
              <p:spPr bwMode="auto">
                <a:xfrm>
                  <a:off x="2944" y="943"/>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330" name="Line 30">
                  <a:extLst>
                    <a:ext uri="{FF2B5EF4-FFF2-40B4-BE49-F238E27FC236}">
                      <a16:creationId xmlns:a16="http://schemas.microsoft.com/office/drawing/2014/main" id="{2FEA6CFD-2119-4723-B7FF-09BF4D642FE3}"/>
                    </a:ext>
                  </a:extLst>
                </p:cNvPr>
                <p:cNvSpPr>
                  <a:spLocks noChangeShapeType="1"/>
                </p:cNvSpPr>
                <p:nvPr/>
              </p:nvSpPr>
              <p:spPr bwMode="auto">
                <a:xfrm>
                  <a:off x="2894" y="850"/>
                  <a:ext cx="52" cy="9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7324" name="Group 31">
                <a:extLst>
                  <a:ext uri="{FF2B5EF4-FFF2-40B4-BE49-F238E27FC236}">
                    <a16:creationId xmlns:a16="http://schemas.microsoft.com/office/drawing/2014/main" id="{28366F97-BBFB-4F2A-849F-D715D4A7FF7E}"/>
                  </a:ext>
                </a:extLst>
              </p:cNvPr>
              <p:cNvGrpSpPr>
                <a:grpSpLocks/>
              </p:cNvGrpSpPr>
              <p:nvPr/>
            </p:nvGrpSpPr>
            <p:grpSpPr bwMode="auto">
              <a:xfrm flipV="1">
                <a:off x="3686" y="243"/>
                <a:ext cx="177" cy="66"/>
                <a:chOff x="2848" y="848"/>
                <a:chExt cx="140" cy="98"/>
              </a:xfrm>
            </p:grpSpPr>
            <p:sp>
              <p:nvSpPr>
                <p:cNvPr id="7325" name="Line 32">
                  <a:extLst>
                    <a:ext uri="{FF2B5EF4-FFF2-40B4-BE49-F238E27FC236}">
                      <a16:creationId xmlns:a16="http://schemas.microsoft.com/office/drawing/2014/main" id="{E14235BC-D5D9-444D-AA24-8E91FF47A284}"/>
                    </a:ext>
                  </a:extLst>
                </p:cNvPr>
                <p:cNvSpPr>
                  <a:spLocks noChangeShapeType="1"/>
                </p:cNvSpPr>
                <p:nvPr/>
              </p:nvSpPr>
              <p:spPr bwMode="auto">
                <a:xfrm flipV="1">
                  <a:off x="2848" y="846"/>
                  <a:ext cx="50" cy="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326" name="Line 33">
                  <a:extLst>
                    <a:ext uri="{FF2B5EF4-FFF2-40B4-BE49-F238E27FC236}">
                      <a16:creationId xmlns:a16="http://schemas.microsoft.com/office/drawing/2014/main" id="{24D3883B-9905-48C3-8D5C-6DB8596944E9}"/>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327" name="Line 34">
                  <a:extLst>
                    <a:ext uri="{FF2B5EF4-FFF2-40B4-BE49-F238E27FC236}">
                      <a16:creationId xmlns:a16="http://schemas.microsoft.com/office/drawing/2014/main" id="{430DD605-3EAA-4DC0-9962-ABC6C984F5DC}"/>
                    </a:ext>
                  </a:extLst>
                </p:cNvPr>
                <p:cNvSpPr>
                  <a:spLocks noChangeShapeType="1"/>
                </p:cNvSpPr>
                <p:nvPr/>
              </p:nvSpPr>
              <p:spPr bwMode="auto">
                <a:xfrm>
                  <a:off x="2894" y="849"/>
                  <a:ext cx="52" cy="9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7188" name="Group 35">
              <a:extLst>
                <a:ext uri="{FF2B5EF4-FFF2-40B4-BE49-F238E27FC236}">
                  <a16:creationId xmlns:a16="http://schemas.microsoft.com/office/drawing/2014/main" id="{C73DF9A8-0F41-4985-89F2-C2763C558DE5}"/>
                </a:ext>
              </a:extLst>
            </p:cNvPr>
            <p:cNvGrpSpPr>
              <a:grpSpLocks/>
            </p:cNvGrpSpPr>
            <p:nvPr/>
          </p:nvGrpSpPr>
          <p:grpSpPr bwMode="auto">
            <a:xfrm>
              <a:off x="2769" y="2167"/>
              <a:ext cx="316" cy="147"/>
              <a:chOff x="3600" y="219"/>
              <a:chExt cx="360" cy="175"/>
            </a:xfrm>
          </p:grpSpPr>
          <p:sp>
            <p:nvSpPr>
              <p:cNvPr id="7305" name="Oval 36">
                <a:extLst>
                  <a:ext uri="{FF2B5EF4-FFF2-40B4-BE49-F238E27FC236}">
                    <a16:creationId xmlns:a16="http://schemas.microsoft.com/office/drawing/2014/main" id="{8A016F11-0C23-4B68-95A4-4BA3DE3B2E66}"/>
                  </a:ext>
                </a:extLst>
              </p:cNvPr>
              <p:cNvSpPr>
                <a:spLocks noChangeArrowheads="1"/>
              </p:cNvSpPr>
              <p:nvPr/>
            </p:nvSpPr>
            <p:spPr bwMode="auto">
              <a:xfrm>
                <a:off x="3603" y="298"/>
                <a:ext cx="357" cy="96"/>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7306" name="Line 37">
                <a:extLst>
                  <a:ext uri="{FF2B5EF4-FFF2-40B4-BE49-F238E27FC236}">
                    <a16:creationId xmlns:a16="http://schemas.microsoft.com/office/drawing/2014/main" id="{746DB35C-3B40-4F12-92C0-469A19E38774}"/>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307" name="Line 38">
                <a:extLst>
                  <a:ext uri="{FF2B5EF4-FFF2-40B4-BE49-F238E27FC236}">
                    <a16:creationId xmlns:a16="http://schemas.microsoft.com/office/drawing/2014/main" id="{A3220903-B82B-4C81-9BA8-60B932F26E30}"/>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308" name="Rectangle 39">
                <a:extLst>
                  <a:ext uri="{FF2B5EF4-FFF2-40B4-BE49-F238E27FC236}">
                    <a16:creationId xmlns:a16="http://schemas.microsoft.com/office/drawing/2014/main" id="{12510B8E-F8F2-4D41-ADAF-D72E885A402A}"/>
                  </a:ext>
                </a:extLst>
              </p:cNvPr>
              <p:cNvSpPr>
                <a:spLocks noChangeArrowheads="1"/>
              </p:cNvSpPr>
              <p:nvPr/>
            </p:nvSpPr>
            <p:spPr bwMode="auto">
              <a:xfrm>
                <a:off x="3603" y="289"/>
                <a:ext cx="352" cy="58"/>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latin typeface="Times New Roman" panose="02020603050405020304" pitchFamily="18" charset="0"/>
                </a:endParaRPr>
              </a:p>
            </p:txBody>
          </p:sp>
          <p:sp>
            <p:nvSpPr>
              <p:cNvPr id="7309" name="Oval 40">
                <a:extLst>
                  <a:ext uri="{FF2B5EF4-FFF2-40B4-BE49-F238E27FC236}">
                    <a16:creationId xmlns:a16="http://schemas.microsoft.com/office/drawing/2014/main" id="{E813F992-90F3-4AFD-9E72-AE6E29E8E448}"/>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nvGrpSpPr>
              <p:cNvPr id="7310" name="Group 41">
                <a:extLst>
                  <a:ext uri="{FF2B5EF4-FFF2-40B4-BE49-F238E27FC236}">
                    <a16:creationId xmlns:a16="http://schemas.microsoft.com/office/drawing/2014/main" id="{D3C28628-AE0F-41E0-B60D-E371F27D8F59}"/>
                  </a:ext>
                </a:extLst>
              </p:cNvPr>
              <p:cNvGrpSpPr>
                <a:grpSpLocks/>
              </p:cNvGrpSpPr>
              <p:nvPr/>
            </p:nvGrpSpPr>
            <p:grpSpPr bwMode="auto">
              <a:xfrm>
                <a:off x="3686" y="244"/>
                <a:ext cx="177" cy="66"/>
                <a:chOff x="2848" y="848"/>
                <a:chExt cx="140" cy="98"/>
              </a:xfrm>
            </p:grpSpPr>
            <p:sp>
              <p:nvSpPr>
                <p:cNvPr id="7315" name="Line 42">
                  <a:extLst>
                    <a:ext uri="{FF2B5EF4-FFF2-40B4-BE49-F238E27FC236}">
                      <a16:creationId xmlns:a16="http://schemas.microsoft.com/office/drawing/2014/main" id="{7CF97315-827F-486F-93F3-04904B59DA83}"/>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316" name="Line 43">
                  <a:extLst>
                    <a:ext uri="{FF2B5EF4-FFF2-40B4-BE49-F238E27FC236}">
                      <a16:creationId xmlns:a16="http://schemas.microsoft.com/office/drawing/2014/main" id="{DC2DBC2A-D932-40E0-8CCB-33F666B470A8}"/>
                    </a:ext>
                  </a:extLst>
                </p:cNvPr>
                <p:cNvSpPr>
                  <a:spLocks noChangeShapeType="1"/>
                </p:cNvSpPr>
                <p:nvPr/>
              </p:nvSpPr>
              <p:spPr bwMode="auto">
                <a:xfrm>
                  <a:off x="2944" y="943"/>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317" name="Line 44">
                  <a:extLst>
                    <a:ext uri="{FF2B5EF4-FFF2-40B4-BE49-F238E27FC236}">
                      <a16:creationId xmlns:a16="http://schemas.microsoft.com/office/drawing/2014/main" id="{E5374BE7-CEA8-48AB-A114-47314D44F92A}"/>
                    </a:ext>
                  </a:extLst>
                </p:cNvPr>
                <p:cNvSpPr>
                  <a:spLocks noChangeShapeType="1"/>
                </p:cNvSpPr>
                <p:nvPr/>
              </p:nvSpPr>
              <p:spPr bwMode="auto">
                <a:xfrm>
                  <a:off x="2894" y="850"/>
                  <a:ext cx="52" cy="9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7311" name="Group 45">
                <a:extLst>
                  <a:ext uri="{FF2B5EF4-FFF2-40B4-BE49-F238E27FC236}">
                    <a16:creationId xmlns:a16="http://schemas.microsoft.com/office/drawing/2014/main" id="{8D7B25B5-4F52-4CD5-BE4E-CC204C01FD47}"/>
                  </a:ext>
                </a:extLst>
              </p:cNvPr>
              <p:cNvGrpSpPr>
                <a:grpSpLocks/>
              </p:cNvGrpSpPr>
              <p:nvPr/>
            </p:nvGrpSpPr>
            <p:grpSpPr bwMode="auto">
              <a:xfrm flipV="1">
                <a:off x="3686" y="243"/>
                <a:ext cx="177" cy="66"/>
                <a:chOff x="2848" y="848"/>
                <a:chExt cx="140" cy="98"/>
              </a:xfrm>
            </p:grpSpPr>
            <p:sp>
              <p:nvSpPr>
                <p:cNvPr id="7312" name="Line 46">
                  <a:extLst>
                    <a:ext uri="{FF2B5EF4-FFF2-40B4-BE49-F238E27FC236}">
                      <a16:creationId xmlns:a16="http://schemas.microsoft.com/office/drawing/2014/main" id="{E169042C-6FA7-45DB-8CB6-32343E36AEAA}"/>
                    </a:ext>
                  </a:extLst>
                </p:cNvPr>
                <p:cNvSpPr>
                  <a:spLocks noChangeShapeType="1"/>
                </p:cNvSpPr>
                <p:nvPr/>
              </p:nvSpPr>
              <p:spPr bwMode="auto">
                <a:xfrm flipV="1">
                  <a:off x="2848" y="846"/>
                  <a:ext cx="50" cy="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313" name="Line 47">
                  <a:extLst>
                    <a:ext uri="{FF2B5EF4-FFF2-40B4-BE49-F238E27FC236}">
                      <a16:creationId xmlns:a16="http://schemas.microsoft.com/office/drawing/2014/main" id="{DCA4BAC2-7DD4-4AA6-A404-C5DB057AEA93}"/>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314" name="Line 48">
                  <a:extLst>
                    <a:ext uri="{FF2B5EF4-FFF2-40B4-BE49-F238E27FC236}">
                      <a16:creationId xmlns:a16="http://schemas.microsoft.com/office/drawing/2014/main" id="{F6764E92-5FB8-4A0B-B462-8A4B762ABAE8}"/>
                    </a:ext>
                  </a:extLst>
                </p:cNvPr>
                <p:cNvSpPr>
                  <a:spLocks noChangeShapeType="1"/>
                </p:cNvSpPr>
                <p:nvPr/>
              </p:nvSpPr>
              <p:spPr bwMode="auto">
                <a:xfrm>
                  <a:off x="2894" y="849"/>
                  <a:ext cx="52" cy="9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7189" name="Group 49">
              <a:extLst>
                <a:ext uri="{FF2B5EF4-FFF2-40B4-BE49-F238E27FC236}">
                  <a16:creationId xmlns:a16="http://schemas.microsoft.com/office/drawing/2014/main" id="{AE526C3C-361C-4C27-8A21-3AC4407A3238}"/>
                </a:ext>
              </a:extLst>
            </p:cNvPr>
            <p:cNvGrpSpPr>
              <a:grpSpLocks/>
            </p:cNvGrpSpPr>
            <p:nvPr/>
          </p:nvGrpSpPr>
          <p:grpSpPr bwMode="auto">
            <a:xfrm>
              <a:off x="2720" y="2586"/>
              <a:ext cx="315" cy="147"/>
              <a:chOff x="3600" y="219"/>
              <a:chExt cx="360" cy="175"/>
            </a:xfrm>
          </p:grpSpPr>
          <p:sp>
            <p:nvSpPr>
              <p:cNvPr id="7292" name="Oval 50">
                <a:extLst>
                  <a:ext uri="{FF2B5EF4-FFF2-40B4-BE49-F238E27FC236}">
                    <a16:creationId xmlns:a16="http://schemas.microsoft.com/office/drawing/2014/main" id="{91FB2865-9493-434A-BA2C-E16AF3724C11}"/>
                  </a:ext>
                </a:extLst>
              </p:cNvPr>
              <p:cNvSpPr>
                <a:spLocks noChangeArrowheads="1"/>
              </p:cNvSpPr>
              <p:nvPr/>
            </p:nvSpPr>
            <p:spPr bwMode="auto">
              <a:xfrm>
                <a:off x="3603" y="298"/>
                <a:ext cx="357" cy="96"/>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7293" name="Line 51">
                <a:extLst>
                  <a:ext uri="{FF2B5EF4-FFF2-40B4-BE49-F238E27FC236}">
                    <a16:creationId xmlns:a16="http://schemas.microsoft.com/office/drawing/2014/main" id="{E3B4244C-26F5-4ACA-A779-BD937C534259}"/>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294" name="Line 52">
                <a:extLst>
                  <a:ext uri="{FF2B5EF4-FFF2-40B4-BE49-F238E27FC236}">
                    <a16:creationId xmlns:a16="http://schemas.microsoft.com/office/drawing/2014/main" id="{51E9B9B4-CB49-4DB3-A504-F33BABB729C3}"/>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295" name="Rectangle 53">
                <a:extLst>
                  <a:ext uri="{FF2B5EF4-FFF2-40B4-BE49-F238E27FC236}">
                    <a16:creationId xmlns:a16="http://schemas.microsoft.com/office/drawing/2014/main" id="{AE3AF2AE-5CE1-4B25-A7EA-1CF630DF9D57}"/>
                  </a:ext>
                </a:extLst>
              </p:cNvPr>
              <p:cNvSpPr>
                <a:spLocks noChangeArrowheads="1"/>
              </p:cNvSpPr>
              <p:nvPr/>
            </p:nvSpPr>
            <p:spPr bwMode="auto">
              <a:xfrm>
                <a:off x="3603" y="289"/>
                <a:ext cx="353" cy="58"/>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latin typeface="Times New Roman" panose="02020603050405020304" pitchFamily="18" charset="0"/>
                </a:endParaRPr>
              </a:p>
            </p:txBody>
          </p:sp>
          <p:sp>
            <p:nvSpPr>
              <p:cNvPr id="7296" name="Oval 54">
                <a:extLst>
                  <a:ext uri="{FF2B5EF4-FFF2-40B4-BE49-F238E27FC236}">
                    <a16:creationId xmlns:a16="http://schemas.microsoft.com/office/drawing/2014/main" id="{5AFCF105-4CF7-4BFE-A5AC-66AA8E97B631}"/>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nvGrpSpPr>
              <p:cNvPr id="7297" name="Group 55">
                <a:extLst>
                  <a:ext uri="{FF2B5EF4-FFF2-40B4-BE49-F238E27FC236}">
                    <a16:creationId xmlns:a16="http://schemas.microsoft.com/office/drawing/2014/main" id="{1C4188EF-CE2C-4C18-BC83-EB4BFF537976}"/>
                  </a:ext>
                </a:extLst>
              </p:cNvPr>
              <p:cNvGrpSpPr>
                <a:grpSpLocks/>
              </p:cNvGrpSpPr>
              <p:nvPr/>
            </p:nvGrpSpPr>
            <p:grpSpPr bwMode="auto">
              <a:xfrm>
                <a:off x="3686" y="244"/>
                <a:ext cx="177" cy="66"/>
                <a:chOff x="2848" y="848"/>
                <a:chExt cx="140" cy="98"/>
              </a:xfrm>
            </p:grpSpPr>
            <p:sp>
              <p:nvSpPr>
                <p:cNvPr id="7302" name="Line 56">
                  <a:extLst>
                    <a:ext uri="{FF2B5EF4-FFF2-40B4-BE49-F238E27FC236}">
                      <a16:creationId xmlns:a16="http://schemas.microsoft.com/office/drawing/2014/main" id="{CCE6B782-46A2-4F9E-A7FF-DD4C56085FF9}"/>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303" name="Line 57">
                  <a:extLst>
                    <a:ext uri="{FF2B5EF4-FFF2-40B4-BE49-F238E27FC236}">
                      <a16:creationId xmlns:a16="http://schemas.microsoft.com/office/drawing/2014/main" id="{301B1166-D9A0-4919-B50E-87169F6D6CAA}"/>
                    </a:ext>
                  </a:extLst>
                </p:cNvPr>
                <p:cNvSpPr>
                  <a:spLocks noChangeShapeType="1"/>
                </p:cNvSpPr>
                <p:nvPr/>
              </p:nvSpPr>
              <p:spPr bwMode="auto">
                <a:xfrm>
                  <a:off x="2944" y="943"/>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304" name="Line 58">
                  <a:extLst>
                    <a:ext uri="{FF2B5EF4-FFF2-40B4-BE49-F238E27FC236}">
                      <a16:creationId xmlns:a16="http://schemas.microsoft.com/office/drawing/2014/main" id="{7AF4C185-F296-49F4-AC51-312FB5A47D1D}"/>
                    </a:ext>
                  </a:extLst>
                </p:cNvPr>
                <p:cNvSpPr>
                  <a:spLocks noChangeShapeType="1"/>
                </p:cNvSpPr>
                <p:nvPr/>
              </p:nvSpPr>
              <p:spPr bwMode="auto">
                <a:xfrm>
                  <a:off x="2894" y="850"/>
                  <a:ext cx="52" cy="9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7298" name="Group 59">
                <a:extLst>
                  <a:ext uri="{FF2B5EF4-FFF2-40B4-BE49-F238E27FC236}">
                    <a16:creationId xmlns:a16="http://schemas.microsoft.com/office/drawing/2014/main" id="{E038A824-D2AC-41C7-BBAC-C6D37D923AA7}"/>
                  </a:ext>
                </a:extLst>
              </p:cNvPr>
              <p:cNvGrpSpPr>
                <a:grpSpLocks/>
              </p:cNvGrpSpPr>
              <p:nvPr/>
            </p:nvGrpSpPr>
            <p:grpSpPr bwMode="auto">
              <a:xfrm flipV="1">
                <a:off x="3686" y="243"/>
                <a:ext cx="177" cy="66"/>
                <a:chOff x="2848" y="848"/>
                <a:chExt cx="140" cy="98"/>
              </a:xfrm>
            </p:grpSpPr>
            <p:sp>
              <p:nvSpPr>
                <p:cNvPr id="7299" name="Line 60">
                  <a:extLst>
                    <a:ext uri="{FF2B5EF4-FFF2-40B4-BE49-F238E27FC236}">
                      <a16:creationId xmlns:a16="http://schemas.microsoft.com/office/drawing/2014/main" id="{BC9A484D-631F-453C-BE4A-C0D5E01186E7}"/>
                    </a:ext>
                  </a:extLst>
                </p:cNvPr>
                <p:cNvSpPr>
                  <a:spLocks noChangeShapeType="1"/>
                </p:cNvSpPr>
                <p:nvPr/>
              </p:nvSpPr>
              <p:spPr bwMode="auto">
                <a:xfrm flipV="1">
                  <a:off x="2848" y="846"/>
                  <a:ext cx="50" cy="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300" name="Line 61">
                  <a:extLst>
                    <a:ext uri="{FF2B5EF4-FFF2-40B4-BE49-F238E27FC236}">
                      <a16:creationId xmlns:a16="http://schemas.microsoft.com/office/drawing/2014/main" id="{856FC5D2-D11B-4D96-90CC-3C6BF4C15A7C}"/>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301" name="Line 62">
                  <a:extLst>
                    <a:ext uri="{FF2B5EF4-FFF2-40B4-BE49-F238E27FC236}">
                      <a16:creationId xmlns:a16="http://schemas.microsoft.com/office/drawing/2014/main" id="{71E9CAD5-3E25-4608-B15F-AFD55CE9A43F}"/>
                    </a:ext>
                  </a:extLst>
                </p:cNvPr>
                <p:cNvSpPr>
                  <a:spLocks noChangeShapeType="1"/>
                </p:cNvSpPr>
                <p:nvPr/>
              </p:nvSpPr>
              <p:spPr bwMode="auto">
                <a:xfrm>
                  <a:off x="2894" y="849"/>
                  <a:ext cx="52" cy="9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7190" name="Group 63">
              <a:extLst>
                <a:ext uri="{FF2B5EF4-FFF2-40B4-BE49-F238E27FC236}">
                  <a16:creationId xmlns:a16="http://schemas.microsoft.com/office/drawing/2014/main" id="{15A380C1-71AB-4CAA-B94E-3CC93ADC9682}"/>
                </a:ext>
              </a:extLst>
            </p:cNvPr>
            <p:cNvGrpSpPr>
              <a:grpSpLocks/>
            </p:cNvGrpSpPr>
            <p:nvPr/>
          </p:nvGrpSpPr>
          <p:grpSpPr bwMode="auto">
            <a:xfrm>
              <a:off x="3120" y="2773"/>
              <a:ext cx="316" cy="147"/>
              <a:chOff x="3600" y="219"/>
              <a:chExt cx="360" cy="175"/>
            </a:xfrm>
          </p:grpSpPr>
          <p:sp>
            <p:nvSpPr>
              <p:cNvPr id="7279" name="Oval 64">
                <a:extLst>
                  <a:ext uri="{FF2B5EF4-FFF2-40B4-BE49-F238E27FC236}">
                    <a16:creationId xmlns:a16="http://schemas.microsoft.com/office/drawing/2014/main" id="{2FC2E045-5D3D-45D7-B898-552511668C0A}"/>
                  </a:ext>
                </a:extLst>
              </p:cNvPr>
              <p:cNvSpPr>
                <a:spLocks noChangeArrowheads="1"/>
              </p:cNvSpPr>
              <p:nvPr/>
            </p:nvSpPr>
            <p:spPr bwMode="auto">
              <a:xfrm>
                <a:off x="3603" y="298"/>
                <a:ext cx="357" cy="96"/>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7280" name="Line 65">
                <a:extLst>
                  <a:ext uri="{FF2B5EF4-FFF2-40B4-BE49-F238E27FC236}">
                    <a16:creationId xmlns:a16="http://schemas.microsoft.com/office/drawing/2014/main" id="{FD9B940C-2648-48E0-A6A8-C2F906B85E9A}"/>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281" name="Line 66">
                <a:extLst>
                  <a:ext uri="{FF2B5EF4-FFF2-40B4-BE49-F238E27FC236}">
                    <a16:creationId xmlns:a16="http://schemas.microsoft.com/office/drawing/2014/main" id="{0923BED6-3138-45A3-999F-1CE8A6ADD4B4}"/>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282" name="Rectangle 67">
                <a:extLst>
                  <a:ext uri="{FF2B5EF4-FFF2-40B4-BE49-F238E27FC236}">
                    <a16:creationId xmlns:a16="http://schemas.microsoft.com/office/drawing/2014/main" id="{BF70BAFC-ED75-4C2F-9675-B43FF58E9A7C}"/>
                  </a:ext>
                </a:extLst>
              </p:cNvPr>
              <p:cNvSpPr>
                <a:spLocks noChangeArrowheads="1"/>
              </p:cNvSpPr>
              <p:nvPr/>
            </p:nvSpPr>
            <p:spPr bwMode="auto">
              <a:xfrm>
                <a:off x="3603" y="289"/>
                <a:ext cx="352" cy="58"/>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latin typeface="Times New Roman" panose="02020603050405020304" pitchFamily="18" charset="0"/>
                </a:endParaRPr>
              </a:p>
            </p:txBody>
          </p:sp>
          <p:sp>
            <p:nvSpPr>
              <p:cNvPr id="7283" name="Oval 68">
                <a:extLst>
                  <a:ext uri="{FF2B5EF4-FFF2-40B4-BE49-F238E27FC236}">
                    <a16:creationId xmlns:a16="http://schemas.microsoft.com/office/drawing/2014/main" id="{2906FD05-2E1B-48BA-B935-C3B4D214D067}"/>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nvGrpSpPr>
              <p:cNvPr id="7284" name="Group 69">
                <a:extLst>
                  <a:ext uri="{FF2B5EF4-FFF2-40B4-BE49-F238E27FC236}">
                    <a16:creationId xmlns:a16="http://schemas.microsoft.com/office/drawing/2014/main" id="{8634F0BC-BD66-4439-8E73-8863D3935A98}"/>
                  </a:ext>
                </a:extLst>
              </p:cNvPr>
              <p:cNvGrpSpPr>
                <a:grpSpLocks/>
              </p:cNvGrpSpPr>
              <p:nvPr/>
            </p:nvGrpSpPr>
            <p:grpSpPr bwMode="auto">
              <a:xfrm>
                <a:off x="3686" y="244"/>
                <a:ext cx="177" cy="66"/>
                <a:chOff x="2848" y="848"/>
                <a:chExt cx="140" cy="98"/>
              </a:xfrm>
            </p:grpSpPr>
            <p:sp>
              <p:nvSpPr>
                <p:cNvPr id="7289" name="Line 70">
                  <a:extLst>
                    <a:ext uri="{FF2B5EF4-FFF2-40B4-BE49-F238E27FC236}">
                      <a16:creationId xmlns:a16="http://schemas.microsoft.com/office/drawing/2014/main" id="{50194AEA-881F-441A-B9DC-FADEE0F682B0}"/>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290" name="Line 71">
                  <a:extLst>
                    <a:ext uri="{FF2B5EF4-FFF2-40B4-BE49-F238E27FC236}">
                      <a16:creationId xmlns:a16="http://schemas.microsoft.com/office/drawing/2014/main" id="{74ACC265-CE19-4EC9-87FC-6E81CF1FD127}"/>
                    </a:ext>
                  </a:extLst>
                </p:cNvPr>
                <p:cNvSpPr>
                  <a:spLocks noChangeShapeType="1"/>
                </p:cNvSpPr>
                <p:nvPr/>
              </p:nvSpPr>
              <p:spPr bwMode="auto">
                <a:xfrm>
                  <a:off x="2944" y="943"/>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291" name="Line 72">
                  <a:extLst>
                    <a:ext uri="{FF2B5EF4-FFF2-40B4-BE49-F238E27FC236}">
                      <a16:creationId xmlns:a16="http://schemas.microsoft.com/office/drawing/2014/main" id="{69B5393C-B185-434C-A811-C9F0E7FB1546}"/>
                    </a:ext>
                  </a:extLst>
                </p:cNvPr>
                <p:cNvSpPr>
                  <a:spLocks noChangeShapeType="1"/>
                </p:cNvSpPr>
                <p:nvPr/>
              </p:nvSpPr>
              <p:spPr bwMode="auto">
                <a:xfrm>
                  <a:off x="2894" y="850"/>
                  <a:ext cx="52" cy="9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7285" name="Group 73">
                <a:extLst>
                  <a:ext uri="{FF2B5EF4-FFF2-40B4-BE49-F238E27FC236}">
                    <a16:creationId xmlns:a16="http://schemas.microsoft.com/office/drawing/2014/main" id="{C2006327-073F-4977-AA65-13DB5795D81C}"/>
                  </a:ext>
                </a:extLst>
              </p:cNvPr>
              <p:cNvGrpSpPr>
                <a:grpSpLocks/>
              </p:cNvGrpSpPr>
              <p:nvPr/>
            </p:nvGrpSpPr>
            <p:grpSpPr bwMode="auto">
              <a:xfrm flipV="1">
                <a:off x="3686" y="243"/>
                <a:ext cx="177" cy="66"/>
                <a:chOff x="2848" y="848"/>
                <a:chExt cx="140" cy="98"/>
              </a:xfrm>
            </p:grpSpPr>
            <p:sp>
              <p:nvSpPr>
                <p:cNvPr id="7286" name="Line 74">
                  <a:extLst>
                    <a:ext uri="{FF2B5EF4-FFF2-40B4-BE49-F238E27FC236}">
                      <a16:creationId xmlns:a16="http://schemas.microsoft.com/office/drawing/2014/main" id="{DAA7AFA7-3E14-4136-9BC5-96201641EA05}"/>
                    </a:ext>
                  </a:extLst>
                </p:cNvPr>
                <p:cNvSpPr>
                  <a:spLocks noChangeShapeType="1"/>
                </p:cNvSpPr>
                <p:nvPr/>
              </p:nvSpPr>
              <p:spPr bwMode="auto">
                <a:xfrm flipV="1">
                  <a:off x="2848" y="846"/>
                  <a:ext cx="50" cy="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287" name="Line 75">
                  <a:extLst>
                    <a:ext uri="{FF2B5EF4-FFF2-40B4-BE49-F238E27FC236}">
                      <a16:creationId xmlns:a16="http://schemas.microsoft.com/office/drawing/2014/main" id="{1FEE55D1-14E5-43F7-9821-DC103CD52D20}"/>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288" name="Line 76">
                  <a:extLst>
                    <a:ext uri="{FF2B5EF4-FFF2-40B4-BE49-F238E27FC236}">
                      <a16:creationId xmlns:a16="http://schemas.microsoft.com/office/drawing/2014/main" id="{2FE75749-87FC-4461-96A7-B8F1F77DB413}"/>
                    </a:ext>
                  </a:extLst>
                </p:cNvPr>
                <p:cNvSpPr>
                  <a:spLocks noChangeShapeType="1"/>
                </p:cNvSpPr>
                <p:nvPr/>
              </p:nvSpPr>
              <p:spPr bwMode="auto">
                <a:xfrm>
                  <a:off x="2894" y="849"/>
                  <a:ext cx="52" cy="9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7191" name="Group 77">
              <a:extLst>
                <a:ext uri="{FF2B5EF4-FFF2-40B4-BE49-F238E27FC236}">
                  <a16:creationId xmlns:a16="http://schemas.microsoft.com/office/drawing/2014/main" id="{4C763733-FE0A-4514-B43E-53D0D5C80B60}"/>
                </a:ext>
              </a:extLst>
            </p:cNvPr>
            <p:cNvGrpSpPr>
              <a:grpSpLocks/>
            </p:cNvGrpSpPr>
            <p:nvPr/>
          </p:nvGrpSpPr>
          <p:grpSpPr bwMode="auto">
            <a:xfrm>
              <a:off x="3400" y="2360"/>
              <a:ext cx="316" cy="147"/>
              <a:chOff x="3600" y="219"/>
              <a:chExt cx="360" cy="175"/>
            </a:xfrm>
          </p:grpSpPr>
          <p:sp>
            <p:nvSpPr>
              <p:cNvPr id="7266" name="Oval 78">
                <a:extLst>
                  <a:ext uri="{FF2B5EF4-FFF2-40B4-BE49-F238E27FC236}">
                    <a16:creationId xmlns:a16="http://schemas.microsoft.com/office/drawing/2014/main" id="{6DF38F52-B718-4532-8691-B63EEF61F51D}"/>
                  </a:ext>
                </a:extLst>
              </p:cNvPr>
              <p:cNvSpPr>
                <a:spLocks noChangeArrowheads="1"/>
              </p:cNvSpPr>
              <p:nvPr/>
            </p:nvSpPr>
            <p:spPr bwMode="auto">
              <a:xfrm>
                <a:off x="3603" y="298"/>
                <a:ext cx="357" cy="96"/>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7267" name="Line 79">
                <a:extLst>
                  <a:ext uri="{FF2B5EF4-FFF2-40B4-BE49-F238E27FC236}">
                    <a16:creationId xmlns:a16="http://schemas.microsoft.com/office/drawing/2014/main" id="{3A000749-99BB-41AE-8A77-FE2DF4997B38}"/>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268" name="Line 80">
                <a:extLst>
                  <a:ext uri="{FF2B5EF4-FFF2-40B4-BE49-F238E27FC236}">
                    <a16:creationId xmlns:a16="http://schemas.microsoft.com/office/drawing/2014/main" id="{FCEDD83D-0BE5-4B39-8EFB-849C463144F3}"/>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269" name="Rectangle 81">
                <a:extLst>
                  <a:ext uri="{FF2B5EF4-FFF2-40B4-BE49-F238E27FC236}">
                    <a16:creationId xmlns:a16="http://schemas.microsoft.com/office/drawing/2014/main" id="{A774886C-5AD2-4E1F-9060-8EA6970D2632}"/>
                  </a:ext>
                </a:extLst>
              </p:cNvPr>
              <p:cNvSpPr>
                <a:spLocks noChangeArrowheads="1"/>
              </p:cNvSpPr>
              <p:nvPr/>
            </p:nvSpPr>
            <p:spPr bwMode="auto">
              <a:xfrm>
                <a:off x="3603" y="289"/>
                <a:ext cx="352" cy="58"/>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latin typeface="Times New Roman" panose="02020603050405020304" pitchFamily="18" charset="0"/>
                </a:endParaRPr>
              </a:p>
            </p:txBody>
          </p:sp>
          <p:sp>
            <p:nvSpPr>
              <p:cNvPr id="7270" name="Oval 82">
                <a:extLst>
                  <a:ext uri="{FF2B5EF4-FFF2-40B4-BE49-F238E27FC236}">
                    <a16:creationId xmlns:a16="http://schemas.microsoft.com/office/drawing/2014/main" id="{FE2763F4-75C8-4B68-BFC7-2E2555464DAC}"/>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nvGrpSpPr>
              <p:cNvPr id="7271" name="Group 83">
                <a:extLst>
                  <a:ext uri="{FF2B5EF4-FFF2-40B4-BE49-F238E27FC236}">
                    <a16:creationId xmlns:a16="http://schemas.microsoft.com/office/drawing/2014/main" id="{519B2F37-4E35-4340-B91F-86D8399E24C0}"/>
                  </a:ext>
                </a:extLst>
              </p:cNvPr>
              <p:cNvGrpSpPr>
                <a:grpSpLocks/>
              </p:cNvGrpSpPr>
              <p:nvPr/>
            </p:nvGrpSpPr>
            <p:grpSpPr bwMode="auto">
              <a:xfrm>
                <a:off x="3686" y="244"/>
                <a:ext cx="177" cy="66"/>
                <a:chOff x="2848" y="848"/>
                <a:chExt cx="140" cy="98"/>
              </a:xfrm>
            </p:grpSpPr>
            <p:sp>
              <p:nvSpPr>
                <p:cNvPr id="7276" name="Line 84">
                  <a:extLst>
                    <a:ext uri="{FF2B5EF4-FFF2-40B4-BE49-F238E27FC236}">
                      <a16:creationId xmlns:a16="http://schemas.microsoft.com/office/drawing/2014/main" id="{0A925DDE-75EB-4AB6-965D-A78F6B61FC95}"/>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277" name="Line 85">
                  <a:extLst>
                    <a:ext uri="{FF2B5EF4-FFF2-40B4-BE49-F238E27FC236}">
                      <a16:creationId xmlns:a16="http://schemas.microsoft.com/office/drawing/2014/main" id="{ED09153B-21A6-4E86-BA63-12CC70E810DE}"/>
                    </a:ext>
                  </a:extLst>
                </p:cNvPr>
                <p:cNvSpPr>
                  <a:spLocks noChangeShapeType="1"/>
                </p:cNvSpPr>
                <p:nvPr/>
              </p:nvSpPr>
              <p:spPr bwMode="auto">
                <a:xfrm>
                  <a:off x="2944" y="943"/>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278" name="Line 86">
                  <a:extLst>
                    <a:ext uri="{FF2B5EF4-FFF2-40B4-BE49-F238E27FC236}">
                      <a16:creationId xmlns:a16="http://schemas.microsoft.com/office/drawing/2014/main" id="{24B5759D-1EF4-46B1-BD69-9877038B22E2}"/>
                    </a:ext>
                  </a:extLst>
                </p:cNvPr>
                <p:cNvSpPr>
                  <a:spLocks noChangeShapeType="1"/>
                </p:cNvSpPr>
                <p:nvPr/>
              </p:nvSpPr>
              <p:spPr bwMode="auto">
                <a:xfrm>
                  <a:off x="2894" y="850"/>
                  <a:ext cx="52" cy="9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7272" name="Group 87">
                <a:extLst>
                  <a:ext uri="{FF2B5EF4-FFF2-40B4-BE49-F238E27FC236}">
                    <a16:creationId xmlns:a16="http://schemas.microsoft.com/office/drawing/2014/main" id="{007C5A79-2935-494A-8915-71A8689C26CF}"/>
                  </a:ext>
                </a:extLst>
              </p:cNvPr>
              <p:cNvGrpSpPr>
                <a:grpSpLocks/>
              </p:cNvGrpSpPr>
              <p:nvPr/>
            </p:nvGrpSpPr>
            <p:grpSpPr bwMode="auto">
              <a:xfrm flipV="1">
                <a:off x="3686" y="243"/>
                <a:ext cx="177" cy="66"/>
                <a:chOff x="2848" y="848"/>
                <a:chExt cx="140" cy="98"/>
              </a:xfrm>
            </p:grpSpPr>
            <p:sp>
              <p:nvSpPr>
                <p:cNvPr id="7273" name="Line 88">
                  <a:extLst>
                    <a:ext uri="{FF2B5EF4-FFF2-40B4-BE49-F238E27FC236}">
                      <a16:creationId xmlns:a16="http://schemas.microsoft.com/office/drawing/2014/main" id="{3DBD03FA-C8B0-4851-8ECA-B8854FAE28BA}"/>
                    </a:ext>
                  </a:extLst>
                </p:cNvPr>
                <p:cNvSpPr>
                  <a:spLocks noChangeShapeType="1"/>
                </p:cNvSpPr>
                <p:nvPr/>
              </p:nvSpPr>
              <p:spPr bwMode="auto">
                <a:xfrm flipV="1">
                  <a:off x="2848" y="846"/>
                  <a:ext cx="50" cy="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274" name="Line 89">
                  <a:extLst>
                    <a:ext uri="{FF2B5EF4-FFF2-40B4-BE49-F238E27FC236}">
                      <a16:creationId xmlns:a16="http://schemas.microsoft.com/office/drawing/2014/main" id="{946643ED-BD02-4933-8CFA-2DD4EE006498}"/>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275" name="Line 90">
                  <a:extLst>
                    <a:ext uri="{FF2B5EF4-FFF2-40B4-BE49-F238E27FC236}">
                      <a16:creationId xmlns:a16="http://schemas.microsoft.com/office/drawing/2014/main" id="{ABB99618-C56C-410C-8605-4E9E994ED076}"/>
                    </a:ext>
                  </a:extLst>
                </p:cNvPr>
                <p:cNvSpPr>
                  <a:spLocks noChangeShapeType="1"/>
                </p:cNvSpPr>
                <p:nvPr/>
              </p:nvSpPr>
              <p:spPr bwMode="auto">
                <a:xfrm>
                  <a:off x="2894" y="849"/>
                  <a:ext cx="52" cy="9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sp>
          <p:nvSpPr>
            <p:cNvPr id="7192" name="Freeform 91">
              <a:extLst>
                <a:ext uri="{FF2B5EF4-FFF2-40B4-BE49-F238E27FC236}">
                  <a16:creationId xmlns:a16="http://schemas.microsoft.com/office/drawing/2014/main" id="{F82F8851-A44D-4343-8066-9C7A6EED7E9B}"/>
                </a:ext>
              </a:extLst>
            </p:cNvPr>
            <p:cNvSpPr>
              <a:spLocks/>
            </p:cNvSpPr>
            <p:nvPr/>
          </p:nvSpPr>
          <p:spPr bwMode="auto">
            <a:xfrm>
              <a:off x="3089" y="2245"/>
              <a:ext cx="318" cy="194"/>
            </a:xfrm>
            <a:custGeom>
              <a:avLst/>
              <a:gdLst>
                <a:gd name="T0" fmla="*/ 0 w 318"/>
                <a:gd name="T1" fmla="*/ 0 h 194"/>
                <a:gd name="T2" fmla="*/ 318 w 318"/>
                <a:gd name="T3" fmla="*/ 194 h 194"/>
                <a:gd name="T4" fmla="*/ 0 60000 65536"/>
                <a:gd name="T5" fmla="*/ 0 60000 65536"/>
                <a:gd name="T6" fmla="*/ 0 w 318"/>
                <a:gd name="T7" fmla="*/ 0 h 194"/>
                <a:gd name="T8" fmla="*/ 318 w 318"/>
                <a:gd name="T9" fmla="*/ 194 h 194"/>
              </a:gdLst>
              <a:ahLst/>
              <a:cxnLst>
                <a:cxn ang="T4">
                  <a:pos x="T0" y="T1"/>
                </a:cxn>
                <a:cxn ang="T5">
                  <a:pos x="T2" y="T3"/>
                </a:cxn>
              </a:cxnLst>
              <a:rect l="T6" t="T7" r="T8" b="T9"/>
              <a:pathLst>
                <a:path w="318" h="194">
                  <a:moveTo>
                    <a:pt x="0" y="0"/>
                  </a:moveTo>
                  <a:lnTo>
                    <a:pt x="318" y="194"/>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7193" name="Freeform 92">
              <a:extLst>
                <a:ext uri="{FF2B5EF4-FFF2-40B4-BE49-F238E27FC236}">
                  <a16:creationId xmlns:a16="http://schemas.microsoft.com/office/drawing/2014/main" id="{9938B8A8-433E-4C57-8CF7-540E89AEE4ED}"/>
                </a:ext>
              </a:extLst>
            </p:cNvPr>
            <p:cNvSpPr>
              <a:spLocks/>
            </p:cNvSpPr>
            <p:nvPr/>
          </p:nvSpPr>
          <p:spPr bwMode="auto">
            <a:xfrm>
              <a:off x="2418" y="2492"/>
              <a:ext cx="303" cy="150"/>
            </a:xfrm>
            <a:custGeom>
              <a:avLst/>
              <a:gdLst>
                <a:gd name="T0" fmla="*/ 0 w 294"/>
                <a:gd name="T1" fmla="*/ 0 h 174"/>
                <a:gd name="T2" fmla="*/ 570 w 294"/>
                <a:gd name="T3" fmla="*/ 7 h 174"/>
                <a:gd name="T4" fmla="*/ 0 60000 65536"/>
                <a:gd name="T5" fmla="*/ 0 60000 65536"/>
                <a:gd name="T6" fmla="*/ 0 w 294"/>
                <a:gd name="T7" fmla="*/ 0 h 174"/>
                <a:gd name="T8" fmla="*/ 294 w 294"/>
                <a:gd name="T9" fmla="*/ 174 h 174"/>
              </a:gdLst>
              <a:ahLst/>
              <a:cxnLst>
                <a:cxn ang="T4">
                  <a:pos x="T0" y="T1"/>
                </a:cxn>
                <a:cxn ang="T5">
                  <a:pos x="T2" y="T3"/>
                </a:cxn>
              </a:cxnLst>
              <a:rect l="T6" t="T7" r="T8" b="T9"/>
              <a:pathLst>
                <a:path w="294" h="174">
                  <a:moveTo>
                    <a:pt x="0" y="0"/>
                  </a:moveTo>
                  <a:lnTo>
                    <a:pt x="294" y="174"/>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7194" name="Freeform 93">
              <a:extLst>
                <a:ext uri="{FF2B5EF4-FFF2-40B4-BE49-F238E27FC236}">
                  <a16:creationId xmlns:a16="http://schemas.microsoft.com/office/drawing/2014/main" id="{BC131DE4-458E-45CD-ABE3-223254AF95C4}"/>
                </a:ext>
              </a:extLst>
            </p:cNvPr>
            <p:cNvSpPr>
              <a:spLocks/>
            </p:cNvSpPr>
            <p:nvPr/>
          </p:nvSpPr>
          <p:spPr bwMode="auto">
            <a:xfrm>
              <a:off x="3015" y="2477"/>
              <a:ext cx="396" cy="156"/>
            </a:xfrm>
            <a:custGeom>
              <a:avLst/>
              <a:gdLst>
                <a:gd name="T0" fmla="*/ 0 w 378"/>
                <a:gd name="T1" fmla="*/ 16 h 174"/>
                <a:gd name="T2" fmla="*/ 1056 w 378"/>
                <a:gd name="T3" fmla="*/ 0 h 174"/>
                <a:gd name="T4" fmla="*/ 0 60000 65536"/>
                <a:gd name="T5" fmla="*/ 0 60000 65536"/>
                <a:gd name="T6" fmla="*/ 0 w 378"/>
                <a:gd name="T7" fmla="*/ 0 h 174"/>
                <a:gd name="T8" fmla="*/ 378 w 378"/>
                <a:gd name="T9" fmla="*/ 174 h 174"/>
              </a:gdLst>
              <a:ahLst/>
              <a:cxnLst>
                <a:cxn ang="T4">
                  <a:pos x="T0" y="T1"/>
                </a:cxn>
                <a:cxn ang="T5">
                  <a:pos x="T2" y="T3"/>
                </a:cxn>
              </a:cxnLst>
              <a:rect l="T6" t="T7" r="T8" b="T9"/>
              <a:pathLst>
                <a:path w="378" h="174">
                  <a:moveTo>
                    <a:pt x="0" y="174"/>
                  </a:moveTo>
                  <a:lnTo>
                    <a:pt x="378"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7195" name="Freeform 94">
              <a:extLst>
                <a:ext uri="{FF2B5EF4-FFF2-40B4-BE49-F238E27FC236}">
                  <a16:creationId xmlns:a16="http://schemas.microsoft.com/office/drawing/2014/main" id="{01D0DD11-38FC-4979-BDC4-1880CD52A940}"/>
                </a:ext>
              </a:extLst>
            </p:cNvPr>
            <p:cNvSpPr>
              <a:spLocks/>
            </p:cNvSpPr>
            <p:nvPr/>
          </p:nvSpPr>
          <p:spPr bwMode="auto">
            <a:xfrm>
              <a:off x="3435" y="2511"/>
              <a:ext cx="130" cy="320"/>
            </a:xfrm>
            <a:custGeom>
              <a:avLst/>
              <a:gdLst>
                <a:gd name="T0" fmla="*/ 0 w 118"/>
                <a:gd name="T1" fmla="*/ 1 h 500"/>
                <a:gd name="T2" fmla="*/ 1003 w 118"/>
                <a:gd name="T3" fmla="*/ 0 h 500"/>
                <a:gd name="T4" fmla="*/ 0 60000 65536"/>
                <a:gd name="T5" fmla="*/ 0 60000 65536"/>
                <a:gd name="T6" fmla="*/ 0 w 118"/>
                <a:gd name="T7" fmla="*/ 0 h 500"/>
                <a:gd name="T8" fmla="*/ 118 w 118"/>
                <a:gd name="T9" fmla="*/ 500 h 500"/>
              </a:gdLst>
              <a:ahLst/>
              <a:cxnLst>
                <a:cxn ang="T4">
                  <a:pos x="T0" y="T1"/>
                </a:cxn>
                <a:cxn ang="T5">
                  <a:pos x="T2" y="T3"/>
                </a:cxn>
              </a:cxnLst>
              <a:rect l="T6" t="T7" r="T8" b="T9"/>
              <a:pathLst>
                <a:path w="118" h="500">
                  <a:moveTo>
                    <a:pt x="0" y="500"/>
                  </a:moveTo>
                  <a:lnTo>
                    <a:pt x="118"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7196" name="Freeform 95">
              <a:extLst>
                <a:ext uri="{FF2B5EF4-FFF2-40B4-BE49-F238E27FC236}">
                  <a16:creationId xmlns:a16="http://schemas.microsoft.com/office/drawing/2014/main" id="{E9750963-16BD-4FC2-9177-7CAC77F3A289}"/>
                </a:ext>
              </a:extLst>
            </p:cNvPr>
            <p:cNvSpPr>
              <a:spLocks/>
            </p:cNvSpPr>
            <p:nvPr/>
          </p:nvSpPr>
          <p:spPr bwMode="auto">
            <a:xfrm>
              <a:off x="2657" y="2847"/>
              <a:ext cx="464" cy="47"/>
            </a:xfrm>
            <a:custGeom>
              <a:avLst/>
              <a:gdLst>
                <a:gd name="T0" fmla="*/ 53780 w 370"/>
                <a:gd name="T1" fmla="*/ 149780 h 32"/>
                <a:gd name="T2" fmla="*/ 0 w 370"/>
                <a:gd name="T3" fmla="*/ 0 h 32"/>
                <a:gd name="T4" fmla="*/ 0 60000 65536"/>
                <a:gd name="T5" fmla="*/ 0 60000 65536"/>
                <a:gd name="T6" fmla="*/ 0 w 370"/>
                <a:gd name="T7" fmla="*/ 0 h 32"/>
                <a:gd name="T8" fmla="*/ 370 w 370"/>
                <a:gd name="T9" fmla="*/ 32 h 32"/>
              </a:gdLst>
              <a:ahLst/>
              <a:cxnLst>
                <a:cxn ang="T4">
                  <a:pos x="T0" y="T1"/>
                </a:cxn>
                <a:cxn ang="T5">
                  <a:pos x="T2" y="T3"/>
                </a:cxn>
              </a:cxnLst>
              <a:rect l="T6" t="T7" r="T8" b="T9"/>
              <a:pathLst>
                <a:path w="370" h="32">
                  <a:moveTo>
                    <a:pt x="370" y="32"/>
                  </a:moveTo>
                  <a:lnTo>
                    <a:pt x="0"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7197" name="Freeform 96">
              <a:extLst>
                <a:ext uri="{FF2B5EF4-FFF2-40B4-BE49-F238E27FC236}">
                  <a16:creationId xmlns:a16="http://schemas.microsoft.com/office/drawing/2014/main" id="{3818984E-B2FF-4269-A32E-0689A007DF51}"/>
                </a:ext>
              </a:extLst>
            </p:cNvPr>
            <p:cNvSpPr>
              <a:spLocks/>
            </p:cNvSpPr>
            <p:nvPr/>
          </p:nvSpPr>
          <p:spPr bwMode="auto">
            <a:xfrm>
              <a:off x="2319" y="2507"/>
              <a:ext cx="122" cy="268"/>
            </a:xfrm>
            <a:custGeom>
              <a:avLst/>
              <a:gdLst>
                <a:gd name="T0" fmla="*/ 1 w 176"/>
                <a:gd name="T1" fmla="*/ 1 h 412"/>
                <a:gd name="T2" fmla="*/ 1 w 176"/>
                <a:gd name="T3" fmla="*/ 1 h 412"/>
                <a:gd name="T4" fmla="*/ 0 w 176"/>
                <a:gd name="T5" fmla="*/ 0 h 412"/>
                <a:gd name="T6" fmla="*/ 0 60000 65536"/>
                <a:gd name="T7" fmla="*/ 0 60000 65536"/>
                <a:gd name="T8" fmla="*/ 0 60000 65536"/>
                <a:gd name="T9" fmla="*/ 0 w 176"/>
                <a:gd name="T10" fmla="*/ 0 h 412"/>
                <a:gd name="T11" fmla="*/ 176 w 176"/>
                <a:gd name="T12" fmla="*/ 412 h 412"/>
              </a:gdLst>
              <a:ahLst/>
              <a:cxnLst>
                <a:cxn ang="T6">
                  <a:pos x="T0" y="T1"/>
                </a:cxn>
                <a:cxn ang="T7">
                  <a:pos x="T2" y="T3"/>
                </a:cxn>
                <a:cxn ang="T8">
                  <a:pos x="T4" y="T5"/>
                </a:cxn>
              </a:cxnLst>
              <a:rect l="T9" t="T10" r="T11" b="T12"/>
              <a:pathLst>
                <a:path w="176" h="412">
                  <a:moveTo>
                    <a:pt x="162" y="408"/>
                  </a:moveTo>
                  <a:lnTo>
                    <a:pt x="176" y="412"/>
                  </a:lnTo>
                  <a:lnTo>
                    <a:pt x="0"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7198" name="Rectangle 97">
              <a:extLst>
                <a:ext uri="{FF2B5EF4-FFF2-40B4-BE49-F238E27FC236}">
                  <a16:creationId xmlns:a16="http://schemas.microsoft.com/office/drawing/2014/main" id="{281389F5-892A-4A65-99D9-673DA9393243}"/>
                </a:ext>
              </a:extLst>
            </p:cNvPr>
            <p:cNvSpPr>
              <a:spLocks noChangeArrowheads="1"/>
            </p:cNvSpPr>
            <p:nvPr/>
          </p:nvSpPr>
          <p:spPr bwMode="auto">
            <a:xfrm>
              <a:off x="1128" y="2264"/>
              <a:ext cx="728" cy="15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7199" name="Rectangle 98">
              <a:extLst>
                <a:ext uri="{FF2B5EF4-FFF2-40B4-BE49-F238E27FC236}">
                  <a16:creationId xmlns:a16="http://schemas.microsoft.com/office/drawing/2014/main" id="{528D6AA5-DCE4-4509-BAD4-D6D6FC750D55}"/>
                </a:ext>
              </a:extLst>
            </p:cNvPr>
            <p:cNvSpPr>
              <a:spLocks noChangeArrowheads="1"/>
            </p:cNvSpPr>
            <p:nvPr/>
          </p:nvSpPr>
          <p:spPr bwMode="auto">
            <a:xfrm>
              <a:off x="1113" y="2279"/>
              <a:ext cx="723" cy="150"/>
            </a:xfrm>
            <a:prstGeom prst="rect">
              <a:avLst/>
            </a:prstGeom>
            <a:solidFill>
              <a:schemeClr val="accent2"/>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7200" name="Line 99">
              <a:extLst>
                <a:ext uri="{FF2B5EF4-FFF2-40B4-BE49-F238E27FC236}">
                  <a16:creationId xmlns:a16="http://schemas.microsoft.com/office/drawing/2014/main" id="{94486019-1082-4BC5-812A-4298AAE6C757}"/>
                </a:ext>
              </a:extLst>
            </p:cNvPr>
            <p:cNvSpPr>
              <a:spLocks noChangeShapeType="1"/>
            </p:cNvSpPr>
            <p:nvPr/>
          </p:nvSpPr>
          <p:spPr bwMode="auto">
            <a:xfrm>
              <a:off x="1759" y="2362"/>
              <a:ext cx="266" cy="0"/>
            </a:xfrm>
            <a:prstGeom prst="line">
              <a:avLst/>
            </a:prstGeom>
            <a:noFill/>
            <a:ln w="952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7201" name="Text Box 100">
              <a:extLst>
                <a:ext uri="{FF2B5EF4-FFF2-40B4-BE49-F238E27FC236}">
                  <a16:creationId xmlns:a16="http://schemas.microsoft.com/office/drawing/2014/main" id="{BC768544-46BB-4921-9175-4B2063202DC9}"/>
                </a:ext>
              </a:extLst>
            </p:cNvPr>
            <p:cNvSpPr txBox="1">
              <a:spLocks noChangeArrowheads="1"/>
            </p:cNvSpPr>
            <p:nvPr/>
          </p:nvSpPr>
          <p:spPr bwMode="auto">
            <a:xfrm>
              <a:off x="2390" y="2183"/>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a:t>1</a:t>
              </a:r>
            </a:p>
          </p:txBody>
        </p:sp>
        <p:sp>
          <p:nvSpPr>
            <p:cNvPr id="7202" name="Text Box 101">
              <a:extLst>
                <a:ext uri="{FF2B5EF4-FFF2-40B4-BE49-F238E27FC236}">
                  <a16:creationId xmlns:a16="http://schemas.microsoft.com/office/drawing/2014/main" id="{C481099F-4D87-45E9-91EB-7974F6D0F628}"/>
                </a:ext>
              </a:extLst>
            </p:cNvPr>
            <p:cNvSpPr txBox="1">
              <a:spLocks noChangeArrowheads="1"/>
            </p:cNvSpPr>
            <p:nvPr/>
          </p:nvSpPr>
          <p:spPr bwMode="auto">
            <a:xfrm>
              <a:off x="2336" y="2459"/>
              <a:ext cx="18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600"/>
                <a:t>2</a:t>
              </a:r>
            </a:p>
          </p:txBody>
        </p:sp>
        <p:sp>
          <p:nvSpPr>
            <p:cNvPr id="7203" name="Text Box 102">
              <a:extLst>
                <a:ext uri="{FF2B5EF4-FFF2-40B4-BE49-F238E27FC236}">
                  <a16:creationId xmlns:a16="http://schemas.microsoft.com/office/drawing/2014/main" id="{AE670CD3-84DA-490F-A151-8E000CA87B79}"/>
                </a:ext>
              </a:extLst>
            </p:cNvPr>
            <p:cNvSpPr txBox="1">
              <a:spLocks noChangeArrowheads="1"/>
            </p:cNvSpPr>
            <p:nvPr/>
          </p:nvSpPr>
          <p:spPr bwMode="auto">
            <a:xfrm>
              <a:off x="2178" y="2505"/>
              <a:ext cx="18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600"/>
                <a:t>3</a:t>
              </a:r>
            </a:p>
          </p:txBody>
        </p:sp>
        <p:sp>
          <p:nvSpPr>
            <p:cNvPr id="7204" name="Rectangle 104">
              <a:extLst>
                <a:ext uri="{FF2B5EF4-FFF2-40B4-BE49-F238E27FC236}">
                  <a16:creationId xmlns:a16="http://schemas.microsoft.com/office/drawing/2014/main" id="{94F964A9-D976-4261-9225-C5E3FB99485D}"/>
                </a:ext>
              </a:extLst>
            </p:cNvPr>
            <p:cNvSpPr>
              <a:spLocks noChangeArrowheads="1"/>
            </p:cNvSpPr>
            <p:nvPr/>
          </p:nvSpPr>
          <p:spPr bwMode="auto">
            <a:xfrm>
              <a:off x="1509" y="2281"/>
              <a:ext cx="269" cy="151"/>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7205" name="Text Box 105">
              <a:extLst>
                <a:ext uri="{FF2B5EF4-FFF2-40B4-BE49-F238E27FC236}">
                  <a16:creationId xmlns:a16="http://schemas.microsoft.com/office/drawing/2014/main" id="{CE59F8A7-CD5C-4F94-A57B-BA968CA1932F}"/>
                </a:ext>
              </a:extLst>
            </p:cNvPr>
            <p:cNvSpPr txBox="1">
              <a:spLocks noChangeArrowheads="1"/>
            </p:cNvSpPr>
            <p:nvPr/>
          </p:nvSpPr>
          <p:spPr bwMode="auto">
            <a:xfrm>
              <a:off x="1479" y="2264"/>
              <a:ext cx="328"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200"/>
                <a:t>0111</a:t>
              </a:r>
            </a:p>
          </p:txBody>
        </p:sp>
        <p:sp>
          <p:nvSpPr>
            <p:cNvPr id="7206" name="Text Box 106">
              <a:extLst>
                <a:ext uri="{FF2B5EF4-FFF2-40B4-BE49-F238E27FC236}">
                  <a16:creationId xmlns:a16="http://schemas.microsoft.com/office/drawing/2014/main" id="{67AB1720-4FCA-4807-A368-544415DACB9A}"/>
                </a:ext>
              </a:extLst>
            </p:cNvPr>
            <p:cNvSpPr txBox="1">
              <a:spLocks noChangeArrowheads="1"/>
            </p:cNvSpPr>
            <p:nvPr/>
          </p:nvSpPr>
          <p:spPr bwMode="auto">
            <a:xfrm>
              <a:off x="398" y="1759"/>
              <a:ext cx="993"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600"/>
                <a:t>Giá trị </a:t>
              </a:r>
            </a:p>
            <a:p>
              <a:pPr eaLnBrk="1" hangingPunct="1"/>
              <a:r>
                <a:rPr lang="en-US" altLang="en-US" sz="1600"/>
                <a:t>trong header </a:t>
              </a:r>
            </a:p>
            <a:p>
              <a:pPr eaLnBrk="1" hangingPunct="1"/>
              <a:r>
                <a:rPr lang="en-US" altLang="en-US" sz="1600"/>
                <a:t>của packet đến</a:t>
              </a:r>
            </a:p>
          </p:txBody>
        </p:sp>
        <p:sp>
          <p:nvSpPr>
            <p:cNvPr id="7207" name="Line 107">
              <a:extLst>
                <a:ext uri="{FF2B5EF4-FFF2-40B4-BE49-F238E27FC236}">
                  <a16:creationId xmlns:a16="http://schemas.microsoft.com/office/drawing/2014/main" id="{D66D741A-D57F-4CEF-8D9D-E857EEEE2E16}"/>
                </a:ext>
              </a:extLst>
            </p:cNvPr>
            <p:cNvSpPr>
              <a:spLocks noChangeShapeType="1"/>
            </p:cNvSpPr>
            <p:nvPr/>
          </p:nvSpPr>
          <p:spPr bwMode="auto">
            <a:xfrm flipH="1">
              <a:off x="1269" y="2444"/>
              <a:ext cx="8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08" name="Text Box 108">
              <a:extLst>
                <a:ext uri="{FF2B5EF4-FFF2-40B4-BE49-F238E27FC236}">
                  <a16:creationId xmlns:a16="http://schemas.microsoft.com/office/drawing/2014/main" id="{C827C529-1FE6-4AB3-96CB-9499CB8A9E76}"/>
                </a:ext>
              </a:extLst>
            </p:cNvPr>
            <p:cNvSpPr txBox="1">
              <a:spLocks noChangeArrowheads="1"/>
            </p:cNvSpPr>
            <p:nvPr/>
          </p:nvSpPr>
          <p:spPr bwMode="auto">
            <a:xfrm>
              <a:off x="1244" y="261"/>
              <a:ext cx="117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1400"/>
                <a:t>Thuật toán routing</a:t>
              </a:r>
            </a:p>
          </p:txBody>
        </p:sp>
        <p:sp>
          <p:nvSpPr>
            <p:cNvPr id="7209" name="Rectangle 109">
              <a:extLst>
                <a:ext uri="{FF2B5EF4-FFF2-40B4-BE49-F238E27FC236}">
                  <a16:creationId xmlns:a16="http://schemas.microsoft.com/office/drawing/2014/main" id="{042EDC6B-3EF9-43E5-97BF-9A2145B2E1E5}"/>
                </a:ext>
              </a:extLst>
            </p:cNvPr>
            <p:cNvSpPr>
              <a:spLocks noChangeArrowheads="1"/>
            </p:cNvSpPr>
            <p:nvPr/>
          </p:nvSpPr>
          <p:spPr bwMode="auto">
            <a:xfrm>
              <a:off x="1197" y="732"/>
              <a:ext cx="1263" cy="806"/>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7210" name="Text Box 110">
              <a:extLst>
                <a:ext uri="{FF2B5EF4-FFF2-40B4-BE49-F238E27FC236}">
                  <a16:creationId xmlns:a16="http://schemas.microsoft.com/office/drawing/2014/main" id="{6989964B-C0BF-4D30-8D22-2E4B59F91297}"/>
                </a:ext>
              </a:extLst>
            </p:cNvPr>
            <p:cNvSpPr txBox="1">
              <a:spLocks noChangeArrowheads="1"/>
            </p:cNvSpPr>
            <p:nvPr/>
          </p:nvSpPr>
          <p:spPr bwMode="auto">
            <a:xfrm>
              <a:off x="1248" y="702"/>
              <a:ext cx="117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400"/>
                <a:t>local forwarding table</a:t>
              </a:r>
            </a:p>
          </p:txBody>
        </p:sp>
        <p:sp>
          <p:nvSpPr>
            <p:cNvPr id="7211" name="Text Box 111">
              <a:extLst>
                <a:ext uri="{FF2B5EF4-FFF2-40B4-BE49-F238E27FC236}">
                  <a16:creationId xmlns:a16="http://schemas.microsoft.com/office/drawing/2014/main" id="{C6F1EFC2-DA10-4454-9A61-AE91F515A1A9}"/>
                </a:ext>
              </a:extLst>
            </p:cNvPr>
            <p:cNvSpPr txBox="1">
              <a:spLocks noChangeArrowheads="1"/>
            </p:cNvSpPr>
            <p:nvPr/>
          </p:nvSpPr>
          <p:spPr bwMode="auto">
            <a:xfrm>
              <a:off x="1174" y="858"/>
              <a:ext cx="76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1400"/>
                <a:t>header value</a:t>
              </a:r>
            </a:p>
          </p:txBody>
        </p:sp>
        <p:sp>
          <p:nvSpPr>
            <p:cNvPr id="7212" name="Text Box 112">
              <a:extLst>
                <a:ext uri="{FF2B5EF4-FFF2-40B4-BE49-F238E27FC236}">
                  <a16:creationId xmlns:a16="http://schemas.microsoft.com/office/drawing/2014/main" id="{442BFF0D-CCE7-4991-8A0D-0EDEE138CC9F}"/>
                </a:ext>
              </a:extLst>
            </p:cNvPr>
            <p:cNvSpPr txBox="1">
              <a:spLocks noChangeArrowheads="1"/>
            </p:cNvSpPr>
            <p:nvPr/>
          </p:nvSpPr>
          <p:spPr bwMode="auto">
            <a:xfrm>
              <a:off x="1846" y="859"/>
              <a:ext cx="65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1400"/>
                <a:t>output link</a:t>
              </a:r>
            </a:p>
          </p:txBody>
        </p:sp>
        <p:sp>
          <p:nvSpPr>
            <p:cNvPr id="7213" name="Line 113">
              <a:extLst>
                <a:ext uri="{FF2B5EF4-FFF2-40B4-BE49-F238E27FC236}">
                  <a16:creationId xmlns:a16="http://schemas.microsoft.com/office/drawing/2014/main" id="{442C891C-17FA-4937-89F8-7563AFF365E8}"/>
                </a:ext>
              </a:extLst>
            </p:cNvPr>
            <p:cNvSpPr>
              <a:spLocks noChangeShapeType="1"/>
            </p:cNvSpPr>
            <p:nvPr/>
          </p:nvSpPr>
          <p:spPr bwMode="auto">
            <a:xfrm>
              <a:off x="1908" y="866"/>
              <a:ext cx="5" cy="6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14" name="Text Box 114">
              <a:extLst>
                <a:ext uri="{FF2B5EF4-FFF2-40B4-BE49-F238E27FC236}">
                  <a16:creationId xmlns:a16="http://schemas.microsoft.com/office/drawing/2014/main" id="{13D3062E-3D05-44F3-BF62-5520776B6038}"/>
                </a:ext>
              </a:extLst>
            </p:cNvPr>
            <p:cNvSpPr txBox="1">
              <a:spLocks noChangeArrowheads="1"/>
            </p:cNvSpPr>
            <p:nvPr/>
          </p:nvSpPr>
          <p:spPr bwMode="auto">
            <a:xfrm>
              <a:off x="1585" y="1037"/>
              <a:ext cx="330"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eaLnBrk="1" hangingPunct="1"/>
              <a:r>
                <a:rPr lang="en-US" altLang="en-US" sz="1200"/>
                <a:t>0100</a:t>
              </a:r>
            </a:p>
            <a:p>
              <a:pPr algn="r" eaLnBrk="1" hangingPunct="1"/>
              <a:r>
                <a:rPr lang="en-US" altLang="en-US" sz="1200"/>
                <a:t>0101</a:t>
              </a:r>
            </a:p>
            <a:p>
              <a:pPr algn="r" eaLnBrk="1" hangingPunct="1"/>
              <a:r>
                <a:rPr lang="en-US" altLang="en-US" sz="1200"/>
                <a:t>0111</a:t>
              </a:r>
            </a:p>
            <a:p>
              <a:pPr algn="r" eaLnBrk="1" hangingPunct="1"/>
              <a:r>
                <a:rPr lang="en-US" altLang="en-US" sz="1200"/>
                <a:t>1001</a:t>
              </a:r>
            </a:p>
          </p:txBody>
        </p:sp>
        <p:sp>
          <p:nvSpPr>
            <p:cNvPr id="7215" name="Text Box 115">
              <a:extLst>
                <a:ext uri="{FF2B5EF4-FFF2-40B4-BE49-F238E27FC236}">
                  <a16:creationId xmlns:a16="http://schemas.microsoft.com/office/drawing/2014/main" id="{4B883B5D-6658-4279-B1F2-5326CB424430}"/>
                </a:ext>
              </a:extLst>
            </p:cNvPr>
            <p:cNvSpPr txBox="1">
              <a:spLocks noChangeArrowheads="1"/>
            </p:cNvSpPr>
            <p:nvPr/>
          </p:nvSpPr>
          <p:spPr bwMode="auto">
            <a:xfrm>
              <a:off x="1918" y="1037"/>
              <a:ext cx="170"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1200"/>
                <a:t>3</a:t>
              </a:r>
            </a:p>
            <a:p>
              <a:pPr algn="ctr" eaLnBrk="1" hangingPunct="1"/>
              <a:r>
                <a:rPr lang="en-US" altLang="en-US" sz="1200"/>
                <a:t>2</a:t>
              </a:r>
            </a:p>
            <a:p>
              <a:pPr algn="ctr" eaLnBrk="1" hangingPunct="1"/>
              <a:r>
                <a:rPr lang="en-US" altLang="en-US" sz="1200"/>
                <a:t>2</a:t>
              </a:r>
            </a:p>
            <a:p>
              <a:pPr algn="ctr" eaLnBrk="1" hangingPunct="1"/>
              <a:r>
                <a:rPr lang="en-US" altLang="en-US" sz="1200"/>
                <a:t>1</a:t>
              </a:r>
            </a:p>
          </p:txBody>
        </p:sp>
        <p:sp>
          <p:nvSpPr>
            <p:cNvPr id="7216" name="Line 116">
              <a:extLst>
                <a:ext uri="{FF2B5EF4-FFF2-40B4-BE49-F238E27FC236}">
                  <a16:creationId xmlns:a16="http://schemas.microsoft.com/office/drawing/2014/main" id="{EB2C97A6-6563-4E97-A0FE-75F6323FDFFB}"/>
                </a:ext>
              </a:extLst>
            </p:cNvPr>
            <p:cNvSpPr>
              <a:spLocks noChangeShapeType="1"/>
            </p:cNvSpPr>
            <p:nvPr/>
          </p:nvSpPr>
          <p:spPr bwMode="auto">
            <a:xfrm>
              <a:off x="1197" y="1028"/>
              <a:ext cx="126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17" name="Line 117">
              <a:extLst>
                <a:ext uri="{FF2B5EF4-FFF2-40B4-BE49-F238E27FC236}">
                  <a16:creationId xmlns:a16="http://schemas.microsoft.com/office/drawing/2014/main" id="{00DBF850-4170-4935-9BB5-61CA0CD5DF83}"/>
                </a:ext>
              </a:extLst>
            </p:cNvPr>
            <p:cNvSpPr>
              <a:spLocks noChangeShapeType="1"/>
            </p:cNvSpPr>
            <p:nvPr/>
          </p:nvSpPr>
          <p:spPr bwMode="auto">
            <a:xfrm>
              <a:off x="1192" y="872"/>
              <a:ext cx="126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18" name="AutoShape 118">
              <a:extLst>
                <a:ext uri="{FF2B5EF4-FFF2-40B4-BE49-F238E27FC236}">
                  <a16:creationId xmlns:a16="http://schemas.microsoft.com/office/drawing/2014/main" id="{613A9006-E98A-44C5-A393-0D2E87D7D92D}"/>
                </a:ext>
              </a:extLst>
            </p:cNvPr>
            <p:cNvSpPr>
              <a:spLocks noChangeArrowheads="1"/>
            </p:cNvSpPr>
            <p:nvPr/>
          </p:nvSpPr>
          <p:spPr bwMode="auto">
            <a:xfrm rot="5400000">
              <a:off x="1763" y="548"/>
              <a:ext cx="151" cy="172"/>
            </a:xfrm>
            <a:prstGeom prst="rightArrow">
              <a:avLst>
                <a:gd name="adj1" fmla="val 51167"/>
                <a:gd name="adj2" fmla="val 39736"/>
              </a:avLst>
            </a:prstGeom>
            <a:solidFill>
              <a:schemeClr val="accent2"/>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7219" name="Line 119">
              <a:extLst>
                <a:ext uri="{FF2B5EF4-FFF2-40B4-BE49-F238E27FC236}">
                  <a16:creationId xmlns:a16="http://schemas.microsoft.com/office/drawing/2014/main" id="{C416FAFD-8ED9-4B66-8456-4BA608AC4715}"/>
                </a:ext>
              </a:extLst>
            </p:cNvPr>
            <p:cNvSpPr>
              <a:spLocks noChangeShapeType="1"/>
            </p:cNvSpPr>
            <p:nvPr/>
          </p:nvSpPr>
          <p:spPr bwMode="auto">
            <a:xfrm>
              <a:off x="1371" y="2086"/>
              <a:ext cx="229" cy="21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220" name="Freeform 120">
              <a:extLst>
                <a:ext uri="{FF2B5EF4-FFF2-40B4-BE49-F238E27FC236}">
                  <a16:creationId xmlns:a16="http://schemas.microsoft.com/office/drawing/2014/main" id="{443816B2-BB98-4C99-AC56-53272C922DF7}"/>
                </a:ext>
              </a:extLst>
            </p:cNvPr>
            <p:cNvSpPr>
              <a:spLocks/>
            </p:cNvSpPr>
            <p:nvPr/>
          </p:nvSpPr>
          <p:spPr bwMode="auto">
            <a:xfrm>
              <a:off x="2047" y="2395"/>
              <a:ext cx="554" cy="167"/>
            </a:xfrm>
            <a:custGeom>
              <a:avLst/>
              <a:gdLst>
                <a:gd name="T0" fmla="*/ 0 w 554"/>
                <a:gd name="T1" fmla="*/ 10 h 167"/>
                <a:gd name="T2" fmla="*/ 324 w 554"/>
                <a:gd name="T3" fmla="*/ 26 h 167"/>
                <a:gd name="T4" fmla="*/ 554 w 554"/>
                <a:gd name="T5" fmla="*/ 167 h 167"/>
                <a:gd name="T6" fmla="*/ 0 60000 65536"/>
                <a:gd name="T7" fmla="*/ 0 60000 65536"/>
                <a:gd name="T8" fmla="*/ 0 60000 65536"/>
                <a:gd name="T9" fmla="*/ 0 w 554"/>
                <a:gd name="T10" fmla="*/ 0 h 167"/>
                <a:gd name="T11" fmla="*/ 554 w 554"/>
                <a:gd name="T12" fmla="*/ 167 h 167"/>
              </a:gdLst>
              <a:ahLst/>
              <a:cxnLst>
                <a:cxn ang="T6">
                  <a:pos x="T0" y="T1"/>
                </a:cxn>
                <a:cxn ang="T7">
                  <a:pos x="T2" y="T3"/>
                </a:cxn>
                <a:cxn ang="T8">
                  <a:pos x="T4" y="T5"/>
                </a:cxn>
              </a:cxnLst>
              <a:rect l="T9" t="T10" r="T11" b="T12"/>
              <a:pathLst>
                <a:path w="554" h="167">
                  <a:moveTo>
                    <a:pt x="0" y="10"/>
                  </a:moveTo>
                  <a:cubicBezTo>
                    <a:pt x="102" y="0"/>
                    <a:pt x="240" y="5"/>
                    <a:pt x="324" y="26"/>
                  </a:cubicBezTo>
                  <a:cubicBezTo>
                    <a:pt x="416" y="52"/>
                    <a:pt x="502" y="120"/>
                    <a:pt x="554" y="167"/>
                  </a:cubicBezTo>
                </a:path>
              </a:pathLst>
            </a:custGeom>
            <a:noFill/>
            <a:ln w="57150">
              <a:solidFill>
                <a:srgbClr val="FF33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7221" name="Freeform 121">
              <a:extLst>
                <a:ext uri="{FF2B5EF4-FFF2-40B4-BE49-F238E27FC236}">
                  <a16:creationId xmlns:a16="http://schemas.microsoft.com/office/drawing/2014/main" id="{81DBB40E-348D-4B38-B8E7-69CD99C279DD}"/>
                </a:ext>
              </a:extLst>
            </p:cNvPr>
            <p:cNvSpPr>
              <a:spLocks/>
            </p:cNvSpPr>
            <p:nvPr/>
          </p:nvSpPr>
          <p:spPr bwMode="auto">
            <a:xfrm flipH="1">
              <a:off x="3518" y="2127"/>
              <a:ext cx="364" cy="234"/>
            </a:xfrm>
            <a:custGeom>
              <a:avLst/>
              <a:gdLst>
                <a:gd name="T0" fmla="*/ 0 w 1443"/>
                <a:gd name="T1" fmla="*/ 0 h 816"/>
                <a:gd name="T2" fmla="*/ 0 w 1443"/>
                <a:gd name="T3" fmla="*/ 0 h 816"/>
                <a:gd name="T4" fmla="*/ 0 w 1443"/>
                <a:gd name="T5" fmla="*/ 0 h 816"/>
                <a:gd name="T6" fmla="*/ 0 w 1443"/>
                <a:gd name="T7" fmla="*/ 0 h 816"/>
                <a:gd name="T8" fmla="*/ 0 w 1443"/>
                <a:gd name="T9" fmla="*/ 0 h 816"/>
                <a:gd name="T10" fmla="*/ 0 60000 65536"/>
                <a:gd name="T11" fmla="*/ 0 60000 65536"/>
                <a:gd name="T12" fmla="*/ 0 60000 65536"/>
                <a:gd name="T13" fmla="*/ 0 60000 65536"/>
                <a:gd name="T14" fmla="*/ 0 60000 65536"/>
                <a:gd name="T15" fmla="*/ 0 w 1443"/>
                <a:gd name="T16" fmla="*/ 0 h 816"/>
                <a:gd name="T17" fmla="*/ 1443 w 1443"/>
                <a:gd name="T18" fmla="*/ 816 h 816"/>
              </a:gdLst>
              <a:ahLst/>
              <a:cxnLst>
                <a:cxn ang="T10">
                  <a:pos x="T0" y="T1"/>
                </a:cxn>
                <a:cxn ang="T11">
                  <a:pos x="T2" y="T3"/>
                </a:cxn>
                <a:cxn ang="T12">
                  <a:pos x="T4" y="T5"/>
                </a:cxn>
                <a:cxn ang="T13">
                  <a:pos x="T6" y="T7"/>
                </a:cxn>
                <a:cxn ang="T14">
                  <a:pos x="T8" y="T9"/>
                </a:cxn>
              </a:cxnLst>
              <a:rect l="T15" t="T16" r="T17" b="T18"/>
              <a:pathLst>
                <a:path w="1443" h="816">
                  <a:moveTo>
                    <a:pt x="0" y="0"/>
                  </a:moveTo>
                  <a:cubicBezTo>
                    <a:pt x="571" y="285"/>
                    <a:pt x="856" y="408"/>
                    <a:pt x="1076" y="782"/>
                  </a:cubicBezTo>
                  <a:cubicBezTo>
                    <a:pt x="1185" y="775"/>
                    <a:pt x="1220" y="816"/>
                    <a:pt x="1320" y="788"/>
                  </a:cubicBezTo>
                  <a:cubicBezTo>
                    <a:pt x="1264" y="347"/>
                    <a:pt x="1276" y="352"/>
                    <a:pt x="1443" y="5"/>
                  </a:cubicBezTo>
                  <a:cubicBezTo>
                    <a:pt x="867" y="5"/>
                    <a:pt x="233" y="0"/>
                    <a:pt x="0" y="0"/>
                  </a:cubicBezTo>
                  <a:close/>
                </a:path>
              </a:pathLst>
            </a:custGeom>
            <a:gradFill rotWithShape="1">
              <a:gsLst>
                <a:gs pos="0">
                  <a:schemeClr val="accent1"/>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7222" name="Freeform 122">
              <a:extLst>
                <a:ext uri="{FF2B5EF4-FFF2-40B4-BE49-F238E27FC236}">
                  <a16:creationId xmlns:a16="http://schemas.microsoft.com/office/drawing/2014/main" id="{B952D5A6-B841-4FEF-90EC-A1289873A31C}"/>
                </a:ext>
              </a:extLst>
            </p:cNvPr>
            <p:cNvSpPr>
              <a:spLocks/>
            </p:cNvSpPr>
            <p:nvPr/>
          </p:nvSpPr>
          <p:spPr bwMode="auto">
            <a:xfrm flipH="1">
              <a:off x="2881" y="1948"/>
              <a:ext cx="364" cy="234"/>
            </a:xfrm>
            <a:custGeom>
              <a:avLst/>
              <a:gdLst>
                <a:gd name="T0" fmla="*/ 0 w 1443"/>
                <a:gd name="T1" fmla="*/ 0 h 816"/>
                <a:gd name="T2" fmla="*/ 0 w 1443"/>
                <a:gd name="T3" fmla="*/ 0 h 816"/>
                <a:gd name="T4" fmla="*/ 0 w 1443"/>
                <a:gd name="T5" fmla="*/ 0 h 816"/>
                <a:gd name="T6" fmla="*/ 0 w 1443"/>
                <a:gd name="T7" fmla="*/ 0 h 816"/>
                <a:gd name="T8" fmla="*/ 0 w 1443"/>
                <a:gd name="T9" fmla="*/ 0 h 816"/>
                <a:gd name="T10" fmla="*/ 0 60000 65536"/>
                <a:gd name="T11" fmla="*/ 0 60000 65536"/>
                <a:gd name="T12" fmla="*/ 0 60000 65536"/>
                <a:gd name="T13" fmla="*/ 0 60000 65536"/>
                <a:gd name="T14" fmla="*/ 0 60000 65536"/>
                <a:gd name="T15" fmla="*/ 0 w 1443"/>
                <a:gd name="T16" fmla="*/ 0 h 816"/>
                <a:gd name="T17" fmla="*/ 1443 w 1443"/>
                <a:gd name="T18" fmla="*/ 816 h 816"/>
              </a:gdLst>
              <a:ahLst/>
              <a:cxnLst>
                <a:cxn ang="T10">
                  <a:pos x="T0" y="T1"/>
                </a:cxn>
                <a:cxn ang="T11">
                  <a:pos x="T2" y="T3"/>
                </a:cxn>
                <a:cxn ang="T12">
                  <a:pos x="T4" y="T5"/>
                </a:cxn>
                <a:cxn ang="T13">
                  <a:pos x="T6" y="T7"/>
                </a:cxn>
                <a:cxn ang="T14">
                  <a:pos x="T8" y="T9"/>
                </a:cxn>
              </a:cxnLst>
              <a:rect l="T15" t="T16" r="T17" b="T18"/>
              <a:pathLst>
                <a:path w="1443" h="816">
                  <a:moveTo>
                    <a:pt x="0" y="0"/>
                  </a:moveTo>
                  <a:cubicBezTo>
                    <a:pt x="571" y="285"/>
                    <a:pt x="856" y="408"/>
                    <a:pt x="1076" y="782"/>
                  </a:cubicBezTo>
                  <a:cubicBezTo>
                    <a:pt x="1185" y="775"/>
                    <a:pt x="1220" y="816"/>
                    <a:pt x="1320" y="788"/>
                  </a:cubicBezTo>
                  <a:cubicBezTo>
                    <a:pt x="1264" y="347"/>
                    <a:pt x="1276" y="352"/>
                    <a:pt x="1443" y="5"/>
                  </a:cubicBezTo>
                  <a:cubicBezTo>
                    <a:pt x="867" y="5"/>
                    <a:pt x="233" y="0"/>
                    <a:pt x="0" y="0"/>
                  </a:cubicBezTo>
                  <a:close/>
                </a:path>
              </a:pathLst>
            </a:custGeom>
            <a:gradFill rotWithShape="1">
              <a:gsLst>
                <a:gs pos="0">
                  <a:schemeClr val="accent1"/>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7223" name="Freeform 123">
              <a:extLst>
                <a:ext uri="{FF2B5EF4-FFF2-40B4-BE49-F238E27FC236}">
                  <a16:creationId xmlns:a16="http://schemas.microsoft.com/office/drawing/2014/main" id="{F63FB785-C134-4EF5-AD77-5F68737D5FBD}"/>
                </a:ext>
              </a:extLst>
            </p:cNvPr>
            <p:cNvSpPr>
              <a:spLocks/>
            </p:cNvSpPr>
            <p:nvPr/>
          </p:nvSpPr>
          <p:spPr bwMode="auto">
            <a:xfrm flipH="1" flipV="1">
              <a:off x="3302" y="2922"/>
              <a:ext cx="342" cy="234"/>
            </a:xfrm>
            <a:custGeom>
              <a:avLst/>
              <a:gdLst>
                <a:gd name="T0" fmla="*/ 0 w 1443"/>
                <a:gd name="T1" fmla="*/ 0 h 816"/>
                <a:gd name="T2" fmla="*/ 0 w 1443"/>
                <a:gd name="T3" fmla="*/ 0 h 816"/>
                <a:gd name="T4" fmla="*/ 0 w 1443"/>
                <a:gd name="T5" fmla="*/ 0 h 816"/>
                <a:gd name="T6" fmla="*/ 0 w 1443"/>
                <a:gd name="T7" fmla="*/ 0 h 816"/>
                <a:gd name="T8" fmla="*/ 0 w 1443"/>
                <a:gd name="T9" fmla="*/ 0 h 816"/>
                <a:gd name="T10" fmla="*/ 0 60000 65536"/>
                <a:gd name="T11" fmla="*/ 0 60000 65536"/>
                <a:gd name="T12" fmla="*/ 0 60000 65536"/>
                <a:gd name="T13" fmla="*/ 0 60000 65536"/>
                <a:gd name="T14" fmla="*/ 0 60000 65536"/>
                <a:gd name="T15" fmla="*/ 0 w 1443"/>
                <a:gd name="T16" fmla="*/ 0 h 816"/>
                <a:gd name="T17" fmla="*/ 1443 w 1443"/>
                <a:gd name="T18" fmla="*/ 816 h 816"/>
              </a:gdLst>
              <a:ahLst/>
              <a:cxnLst>
                <a:cxn ang="T10">
                  <a:pos x="T0" y="T1"/>
                </a:cxn>
                <a:cxn ang="T11">
                  <a:pos x="T2" y="T3"/>
                </a:cxn>
                <a:cxn ang="T12">
                  <a:pos x="T4" y="T5"/>
                </a:cxn>
                <a:cxn ang="T13">
                  <a:pos x="T6" y="T7"/>
                </a:cxn>
                <a:cxn ang="T14">
                  <a:pos x="T8" y="T9"/>
                </a:cxn>
              </a:cxnLst>
              <a:rect l="T15" t="T16" r="T17" b="T18"/>
              <a:pathLst>
                <a:path w="1443" h="816">
                  <a:moveTo>
                    <a:pt x="0" y="0"/>
                  </a:moveTo>
                  <a:cubicBezTo>
                    <a:pt x="571" y="285"/>
                    <a:pt x="856" y="408"/>
                    <a:pt x="1076" y="782"/>
                  </a:cubicBezTo>
                  <a:cubicBezTo>
                    <a:pt x="1185" y="775"/>
                    <a:pt x="1220" y="816"/>
                    <a:pt x="1320" y="788"/>
                  </a:cubicBezTo>
                  <a:cubicBezTo>
                    <a:pt x="1264" y="347"/>
                    <a:pt x="1276" y="352"/>
                    <a:pt x="1443" y="5"/>
                  </a:cubicBezTo>
                  <a:cubicBezTo>
                    <a:pt x="867" y="5"/>
                    <a:pt x="233" y="0"/>
                    <a:pt x="0" y="0"/>
                  </a:cubicBezTo>
                  <a:close/>
                </a:path>
              </a:pathLst>
            </a:custGeom>
            <a:gradFill rotWithShape="1">
              <a:gsLst>
                <a:gs pos="0">
                  <a:schemeClr val="accent1"/>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7224" name="Freeform 124">
              <a:extLst>
                <a:ext uri="{FF2B5EF4-FFF2-40B4-BE49-F238E27FC236}">
                  <a16:creationId xmlns:a16="http://schemas.microsoft.com/office/drawing/2014/main" id="{ED180764-C814-474E-A00B-71012CAEEAD8}"/>
                </a:ext>
              </a:extLst>
            </p:cNvPr>
            <p:cNvSpPr>
              <a:spLocks/>
            </p:cNvSpPr>
            <p:nvPr/>
          </p:nvSpPr>
          <p:spPr bwMode="auto">
            <a:xfrm flipH="1" flipV="1">
              <a:off x="2452" y="2912"/>
              <a:ext cx="342" cy="234"/>
            </a:xfrm>
            <a:custGeom>
              <a:avLst/>
              <a:gdLst>
                <a:gd name="T0" fmla="*/ 0 w 1443"/>
                <a:gd name="T1" fmla="*/ 0 h 816"/>
                <a:gd name="T2" fmla="*/ 0 w 1443"/>
                <a:gd name="T3" fmla="*/ 0 h 816"/>
                <a:gd name="T4" fmla="*/ 0 w 1443"/>
                <a:gd name="T5" fmla="*/ 0 h 816"/>
                <a:gd name="T6" fmla="*/ 0 w 1443"/>
                <a:gd name="T7" fmla="*/ 0 h 816"/>
                <a:gd name="T8" fmla="*/ 0 w 1443"/>
                <a:gd name="T9" fmla="*/ 0 h 816"/>
                <a:gd name="T10" fmla="*/ 0 60000 65536"/>
                <a:gd name="T11" fmla="*/ 0 60000 65536"/>
                <a:gd name="T12" fmla="*/ 0 60000 65536"/>
                <a:gd name="T13" fmla="*/ 0 60000 65536"/>
                <a:gd name="T14" fmla="*/ 0 60000 65536"/>
                <a:gd name="T15" fmla="*/ 0 w 1443"/>
                <a:gd name="T16" fmla="*/ 0 h 816"/>
                <a:gd name="T17" fmla="*/ 1443 w 1443"/>
                <a:gd name="T18" fmla="*/ 816 h 816"/>
              </a:gdLst>
              <a:ahLst/>
              <a:cxnLst>
                <a:cxn ang="T10">
                  <a:pos x="T0" y="T1"/>
                </a:cxn>
                <a:cxn ang="T11">
                  <a:pos x="T2" y="T3"/>
                </a:cxn>
                <a:cxn ang="T12">
                  <a:pos x="T4" y="T5"/>
                </a:cxn>
                <a:cxn ang="T13">
                  <a:pos x="T6" y="T7"/>
                </a:cxn>
                <a:cxn ang="T14">
                  <a:pos x="T8" y="T9"/>
                </a:cxn>
              </a:cxnLst>
              <a:rect l="T15" t="T16" r="T17" b="T18"/>
              <a:pathLst>
                <a:path w="1443" h="816">
                  <a:moveTo>
                    <a:pt x="0" y="0"/>
                  </a:moveTo>
                  <a:cubicBezTo>
                    <a:pt x="571" y="285"/>
                    <a:pt x="856" y="408"/>
                    <a:pt x="1076" y="782"/>
                  </a:cubicBezTo>
                  <a:cubicBezTo>
                    <a:pt x="1185" y="775"/>
                    <a:pt x="1220" y="816"/>
                    <a:pt x="1320" y="788"/>
                  </a:cubicBezTo>
                  <a:cubicBezTo>
                    <a:pt x="1264" y="347"/>
                    <a:pt x="1276" y="352"/>
                    <a:pt x="1443" y="5"/>
                  </a:cubicBezTo>
                  <a:cubicBezTo>
                    <a:pt x="867" y="5"/>
                    <a:pt x="233" y="0"/>
                    <a:pt x="0" y="0"/>
                  </a:cubicBezTo>
                  <a:close/>
                </a:path>
              </a:pathLst>
            </a:custGeom>
            <a:gradFill rotWithShape="1">
              <a:gsLst>
                <a:gs pos="0">
                  <a:schemeClr val="accent1"/>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7225" name="Freeform 125">
              <a:extLst>
                <a:ext uri="{FF2B5EF4-FFF2-40B4-BE49-F238E27FC236}">
                  <a16:creationId xmlns:a16="http://schemas.microsoft.com/office/drawing/2014/main" id="{0F931723-CB44-4ED4-80C3-F990009D867D}"/>
                </a:ext>
              </a:extLst>
            </p:cNvPr>
            <p:cNvSpPr>
              <a:spLocks/>
            </p:cNvSpPr>
            <p:nvPr/>
          </p:nvSpPr>
          <p:spPr bwMode="auto">
            <a:xfrm flipH="1" flipV="1">
              <a:off x="2855" y="2728"/>
              <a:ext cx="342" cy="285"/>
            </a:xfrm>
            <a:custGeom>
              <a:avLst/>
              <a:gdLst>
                <a:gd name="T0" fmla="*/ 0 w 1443"/>
                <a:gd name="T1" fmla="*/ 0 h 816"/>
                <a:gd name="T2" fmla="*/ 0 w 1443"/>
                <a:gd name="T3" fmla="*/ 0 h 816"/>
                <a:gd name="T4" fmla="*/ 0 w 1443"/>
                <a:gd name="T5" fmla="*/ 0 h 816"/>
                <a:gd name="T6" fmla="*/ 0 w 1443"/>
                <a:gd name="T7" fmla="*/ 0 h 816"/>
                <a:gd name="T8" fmla="*/ 0 w 1443"/>
                <a:gd name="T9" fmla="*/ 0 h 816"/>
                <a:gd name="T10" fmla="*/ 0 60000 65536"/>
                <a:gd name="T11" fmla="*/ 0 60000 65536"/>
                <a:gd name="T12" fmla="*/ 0 60000 65536"/>
                <a:gd name="T13" fmla="*/ 0 60000 65536"/>
                <a:gd name="T14" fmla="*/ 0 60000 65536"/>
                <a:gd name="T15" fmla="*/ 0 w 1443"/>
                <a:gd name="T16" fmla="*/ 0 h 816"/>
                <a:gd name="T17" fmla="*/ 1443 w 1443"/>
                <a:gd name="T18" fmla="*/ 816 h 816"/>
              </a:gdLst>
              <a:ahLst/>
              <a:cxnLst>
                <a:cxn ang="T10">
                  <a:pos x="T0" y="T1"/>
                </a:cxn>
                <a:cxn ang="T11">
                  <a:pos x="T2" y="T3"/>
                </a:cxn>
                <a:cxn ang="T12">
                  <a:pos x="T4" y="T5"/>
                </a:cxn>
                <a:cxn ang="T13">
                  <a:pos x="T6" y="T7"/>
                </a:cxn>
                <a:cxn ang="T14">
                  <a:pos x="T8" y="T9"/>
                </a:cxn>
              </a:cxnLst>
              <a:rect l="T15" t="T16" r="T17" b="T18"/>
              <a:pathLst>
                <a:path w="1443" h="816">
                  <a:moveTo>
                    <a:pt x="0" y="0"/>
                  </a:moveTo>
                  <a:cubicBezTo>
                    <a:pt x="571" y="285"/>
                    <a:pt x="856" y="408"/>
                    <a:pt x="1076" y="782"/>
                  </a:cubicBezTo>
                  <a:cubicBezTo>
                    <a:pt x="1185" y="775"/>
                    <a:pt x="1220" y="816"/>
                    <a:pt x="1320" y="788"/>
                  </a:cubicBezTo>
                  <a:cubicBezTo>
                    <a:pt x="1264" y="347"/>
                    <a:pt x="1276" y="352"/>
                    <a:pt x="1443" y="5"/>
                  </a:cubicBezTo>
                  <a:cubicBezTo>
                    <a:pt x="867" y="5"/>
                    <a:pt x="233" y="0"/>
                    <a:pt x="0" y="0"/>
                  </a:cubicBezTo>
                  <a:close/>
                </a:path>
              </a:pathLst>
            </a:custGeom>
            <a:gradFill rotWithShape="1">
              <a:gsLst>
                <a:gs pos="0">
                  <a:schemeClr val="accent1"/>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nvGrpSpPr>
            <p:cNvPr id="7226" name="Group 126">
              <a:extLst>
                <a:ext uri="{FF2B5EF4-FFF2-40B4-BE49-F238E27FC236}">
                  <a16:creationId xmlns:a16="http://schemas.microsoft.com/office/drawing/2014/main" id="{A1B6853E-C66A-4BCC-BC87-5670EB254BCB}"/>
                </a:ext>
              </a:extLst>
            </p:cNvPr>
            <p:cNvGrpSpPr>
              <a:grpSpLocks/>
            </p:cNvGrpSpPr>
            <p:nvPr/>
          </p:nvGrpSpPr>
          <p:grpSpPr bwMode="auto">
            <a:xfrm>
              <a:off x="2886" y="1668"/>
              <a:ext cx="347" cy="285"/>
              <a:chOff x="2886" y="1668"/>
              <a:chExt cx="347" cy="285"/>
            </a:xfrm>
          </p:grpSpPr>
          <p:sp>
            <p:nvSpPr>
              <p:cNvPr id="7259" name="Rectangle 127">
                <a:extLst>
                  <a:ext uri="{FF2B5EF4-FFF2-40B4-BE49-F238E27FC236}">
                    <a16:creationId xmlns:a16="http://schemas.microsoft.com/office/drawing/2014/main" id="{3F82BF11-E6F0-44DB-8D66-F5318CCA2464}"/>
                  </a:ext>
                </a:extLst>
              </p:cNvPr>
              <p:cNvSpPr>
                <a:spLocks noChangeArrowheads="1"/>
              </p:cNvSpPr>
              <p:nvPr/>
            </p:nvSpPr>
            <p:spPr bwMode="auto">
              <a:xfrm>
                <a:off x="2886" y="1668"/>
                <a:ext cx="347" cy="285"/>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7260" name="Oval 128">
                <a:extLst>
                  <a:ext uri="{FF2B5EF4-FFF2-40B4-BE49-F238E27FC236}">
                    <a16:creationId xmlns:a16="http://schemas.microsoft.com/office/drawing/2014/main" id="{E5B611E0-7E6F-480D-8D66-D0E79AA37645}"/>
                  </a:ext>
                </a:extLst>
              </p:cNvPr>
              <p:cNvSpPr>
                <a:spLocks noChangeArrowheads="1"/>
              </p:cNvSpPr>
              <p:nvPr/>
            </p:nvSpPr>
            <p:spPr bwMode="auto">
              <a:xfrm>
                <a:off x="2905" y="1674"/>
                <a:ext cx="314" cy="74"/>
              </a:xfrm>
              <a:prstGeom prst="ellipse">
                <a:avLst/>
              </a:prstGeom>
              <a:solidFill>
                <a:schemeClr val="bg1"/>
              </a:solidFill>
              <a:ln w="9525">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7261" name="Rectangle 129">
                <a:extLst>
                  <a:ext uri="{FF2B5EF4-FFF2-40B4-BE49-F238E27FC236}">
                    <a16:creationId xmlns:a16="http://schemas.microsoft.com/office/drawing/2014/main" id="{92F86AC7-CB34-4E61-B0BC-921D590B81FA}"/>
                  </a:ext>
                </a:extLst>
              </p:cNvPr>
              <p:cNvSpPr>
                <a:spLocks noChangeArrowheads="1"/>
              </p:cNvSpPr>
              <p:nvPr/>
            </p:nvSpPr>
            <p:spPr bwMode="auto">
              <a:xfrm>
                <a:off x="2913" y="1785"/>
                <a:ext cx="300" cy="156"/>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7262" name="Line 130">
                <a:extLst>
                  <a:ext uri="{FF2B5EF4-FFF2-40B4-BE49-F238E27FC236}">
                    <a16:creationId xmlns:a16="http://schemas.microsoft.com/office/drawing/2014/main" id="{739156A9-DAB1-44AE-9833-AD4129806F13}"/>
                  </a:ext>
                </a:extLst>
              </p:cNvPr>
              <p:cNvSpPr>
                <a:spLocks noChangeShapeType="1"/>
              </p:cNvSpPr>
              <p:nvPr/>
            </p:nvSpPr>
            <p:spPr bwMode="auto">
              <a:xfrm>
                <a:off x="3082" y="1811"/>
                <a:ext cx="1" cy="13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63" name="Line 131">
                <a:extLst>
                  <a:ext uri="{FF2B5EF4-FFF2-40B4-BE49-F238E27FC236}">
                    <a16:creationId xmlns:a16="http://schemas.microsoft.com/office/drawing/2014/main" id="{2F059D6B-47BC-44F2-8ACF-5D9D8B3A3C7B}"/>
                  </a:ext>
                </a:extLst>
              </p:cNvPr>
              <p:cNvSpPr>
                <a:spLocks noChangeShapeType="1"/>
              </p:cNvSpPr>
              <p:nvPr/>
            </p:nvSpPr>
            <p:spPr bwMode="auto">
              <a:xfrm>
                <a:off x="2913" y="1842"/>
                <a:ext cx="3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64" name="Line 132">
                <a:extLst>
                  <a:ext uri="{FF2B5EF4-FFF2-40B4-BE49-F238E27FC236}">
                    <a16:creationId xmlns:a16="http://schemas.microsoft.com/office/drawing/2014/main" id="{7B9B8DAE-F812-492E-9450-163B4E667BD3}"/>
                  </a:ext>
                </a:extLst>
              </p:cNvPr>
              <p:cNvSpPr>
                <a:spLocks noChangeShapeType="1"/>
              </p:cNvSpPr>
              <p:nvPr/>
            </p:nvSpPr>
            <p:spPr bwMode="auto">
              <a:xfrm>
                <a:off x="2912" y="1812"/>
                <a:ext cx="3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65" name="AutoShape 133">
                <a:extLst>
                  <a:ext uri="{FF2B5EF4-FFF2-40B4-BE49-F238E27FC236}">
                    <a16:creationId xmlns:a16="http://schemas.microsoft.com/office/drawing/2014/main" id="{97113164-DE55-4E67-84B6-1ACE2CBA9107}"/>
                  </a:ext>
                </a:extLst>
              </p:cNvPr>
              <p:cNvSpPr>
                <a:spLocks noChangeArrowheads="1"/>
              </p:cNvSpPr>
              <p:nvPr/>
            </p:nvSpPr>
            <p:spPr bwMode="auto">
              <a:xfrm rot="5400000">
                <a:off x="3051" y="1745"/>
                <a:ext cx="29" cy="41"/>
              </a:xfrm>
              <a:prstGeom prst="rightArrow">
                <a:avLst>
                  <a:gd name="adj1" fmla="val 51167"/>
                  <a:gd name="adj2" fmla="val 39736"/>
                </a:avLst>
              </a:prstGeom>
              <a:solidFill>
                <a:schemeClr val="accent2"/>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grpSp>
          <p:nvGrpSpPr>
            <p:cNvPr id="7227" name="Group 134">
              <a:extLst>
                <a:ext uri="{FF2B5EF4-FFF2-40B4-BE49-F238E27FC236}">
                  <a16:creationId xmlns:a16="http://schemas.microsoft.com/office/drawing/2014/main" id="{AFD9654E-BCF6-4F2C-BCCA-735192CC86DD}"/>
                </a:ext>
              </a:extLst>
            </p:cNvPr>
            <p:cNvGrpSpPr>
              <a:grpSpLocks/>
            </p:cNvGrpSpPr>
            <p:nvPr/>
          </p:nvGrpSpPr>
          <p:grpSpPr bwMode="auto">
            <a:xfrm>
              <a:off x="3524" y="1840"/>
              <a:ext cx="347" cy="285"/>
              <a:chOff x="2886" y="1668"/>
              <a:chExt cx="347" cy="285"/>
            </a:xfrm>
          </p:grpSpPr>
          <p:sp>
            <p:nvSpPr>
              <p:cNvPr id="7252" name="Rectangle 135">
                <a:extLst>
                  <a:ext uri="{FF2B5EF4-FFF2-40B4-BE49-F238E27FC236}">
                    <a16:creationId xmlns:a16="http://schemas.microsoft.com/office/drawing/2014/main" id="{0227071E-6C53-48BD-94B3-824BE7488897}"/>
                  </a:ext>
                </a:extLst>
              </p:cNvPr>
              <p:cNvSpPr>
                <a:spLocks noChangeArrowheads="1"/>
              </p:cNvSpPr>
              <p:nvPr/>
            </p:nvSpPr>
            <p:spPr bwMode="auto">
              <a:xfrm>
                <a:off x="2886" y="1668"/>
                <a:ext cx="347" cy="285"/>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7253" name="Oval 136">
                <a:extLst>
                  <a:ext uri="{FF2B5EF4-FFF2-40B4-BE49-F238E27FC236}">
                    <a16:creationId xmlns:a16="http://schemas.microsoft.com/office/drawing/2014/main" id="{504FAD25-DB93-49D2-B127-BC35F51DDBF3}"/>
                  </a:ext>
                </a:extLst>
              </p:cNvPr>
              <p:cNvSpPr>
                <a:spLocks noChangeArrowheads="1"/>
              </p:cNvSpPr>
              <p:nvPr/>
            </p:nvSpPr>
            <p:spPr bwMode="auto">
              <a:xfrm>
                <a:off x="2905" y="1674"/>
                <a:ext cx="314" cy="74"/>
              </a:xfrm>
              <a:prstGeom prst="ellipse">
                <a:avLst/>
              </a:prstGeom>
              <a:solidFill>
                <a:schemeClr val="bg1"/>
              </a:solidFill>
              <a:ln w="9525">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7254" name="Rectangle 137">
                <a:extLst>
                  <a:ext uri="{FF2B5EF4-FFF2-40B4-BE49-F238E27FC236}">
                    <a16:creationId xmlns:a16="http://schemas.microsoft.com/office/drawing/2014/main" id="{9ADED822-BF37-45B3-BA0A-0D98BD8BCABF}"/>
                  </a:ext>
                </a:extLst>
              </p:cNvPr>
              <p:cNvSpPr>
                <a:spLocks noChangeArrowheads="1"/>
              </p:cNvSpPr>
              <p:nvPr/>
            </p:nvSpPr>
            <p:spPr bwMode="auto">
              <a:xfrm>
                <a:off x="2913" y="1785"/>
                <a:ext cx="300" cy="156"/>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7255" name="Line 138">
                <a:extLst>
                  <a:ext uri="{FF2B5EF4-FFF2-40B4-BE49-F238E27FC236}">
                    <a16:creationId xmlns:a16="http://schemas.microsoft.com/office/drawing/2014/main" id="{B25BB316-EAE5-4507-BE27-FB79E34EB4D1}"/>
                  </a:ext>
                </a:extLst>
              </p:cNvPr>
              <p:cNvSpPr>
                <a:spLocks noChangeShapeType="1"/>
              </p:cNvSpPr>
              <p:nvPr/>
            </p:nvSpPr>
            <p:spPr bwMode="auto">
              <a:xfrm>
                <a:off x="3082" y="1811"/>
                <a:ext cx="1" cy="13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56" name="Line 139">
                <a:extLst>
                  <a:ext uri="{FF2B5EF4-FFF2-40B4-BE49-F238E27FC236}">
                    <a16:creationId xmlns:a16="http://schemas.microsoft.com/office/drawing/2014/main" id="{C0B7BB06-C57D-4C17-9229-63EF1A0A8CB4}"/>
                  </a:ext>
                </a:extLst>
              </p:cNvPr>
              <p:cNvSpPr>
                <a:spLocks noChangeShapeType="1"/>
              </p:cNvSpPr>
              <p:nvPr/>
            </p:nvSpPr>
            <p:spPr bwMode="auto">
              <a:xfrm>
                <a:off x="2913" y="1842"/>
                <a:ext cx="3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57" name="Line 140">
                <a:extLst>
                  <a:ext uri="{FF2B5EF4-FFF2-40B4-BE49-F238E27FC236}">
                    <a16:creationId xmlns:a16="http://schemas.microsoft.com/office/drawing/2014/main" id="{9B5EF830-4BDA-4E38-9696-76B60EBFB64D}"/>
                  </a:ext>
                </a:extLst>
              </p:cNvPr>
              <p:cNvSpPr>
                <a:spLocks noChangeShapeType="1"/>
              </p:cNvSpPr>
              <p:nvPr/>
            </p:nvSpPr>
            <p:spPr bwMode="auto">
              <a:xfrm>
                <a:off x="2912" y="1812"/>
                <a:ext cx="3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58" name="AutoShape 141">
                <a:extLst>
                  <a:ext uri="{FF2B5EF4-FFF2-40B4-BE49-F238E27FC236}">
                    <a16:creationId xmlns:a16="http://schemas.microsoft.com/office/drawing/2014/main" id="{0DFD6F5B-5E47-4EFF-989C-BC4E938EB171}"/>
                  </a:ext>
                </a:extLst>
              </p:cNvPr>
              <p:cNvSpPr>
                <a:spLocks noChangeArrowheads="1"/>
              </p:cNvSpPr>
              <p:nvPr/>
            </p:nvSpPr>
            <p:spPr bwMode="auto">
              <a:xfrm rot="5400000">
                <a:off x="3051" y="1745"/>
                <a:ext cx="29" cy="41"/>
              </a:xfrm>
              <a:prstGeom prst="rightArrow">
                <a:avLst>
                  <a:gd name="adj1" fmla="val 51167"/>
                  <a:gd name="adj2" fmla="val 39736"/>
                </a:avLst>
              </a:prstGeom>
              <a:solidFill>
                <a:schemeClr val="accent2"/>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grpSp>
          <p:nvGrpSpPr>
            <p:cNvPr id="7228" name="Group 142">
              <a:extLst>
                <a:ext uri="{FF2B5EF4-FFF2-40B4-BE49-F238E27FC236}">
                  <a16:creationId xmlns:a16="http://schemas.microsoft.com/office/drawing/2014/main" id="{FE1B55FF-5658-471B-9B52-2BF860BF038A}"/>
                </a:ext>
              </a:extLst>
            </p:cNvPr>
            <p:cNvGrpSpPr>
              <a:grpSpLocks/>
            </p:cNvGrpSpPr>
            <p:nvPr/>
          </p:nvGrpSpPr>
          <p:grpSpPr bwMode="auto">
            <a:xfrm>
              <a:off x="3291" y="3148"/>
              <a:ext cx="347" cy="285"/>
              <a:chOff x="2886" y="1668"/>
              <a:chExt cx="347" cy="285"/>
            </a:xfrm>
          </p:grpSpPr>
          <p:sp>
            <p:nvSpPr>
              <p:cNvPr id="7245" name="Rectangle 143">
                <a:extLst>
                  <a:ext uri="{FF2B5EF4-FFF2-40B4-BE49-F238E27FC236}">
                    <a16:creationId xmlns:a16="http://schemas.microsoft.com/office/drawing/2014/main" id="{59CC8CAE-F01C-4E43-A6EC-B321B934EAEE}"/>
                  </a:ext>
                </a:extLst>
              </p:cNvPr>
              <p:cNvSpPr>
                <a:spLocks noChangeArrowheads="1"/>
              </p:cNvSpPr>
              <p:nvPr/>
            </p:nvSpPr>
            <p:spPr bwMode="auto">
              <a:xfrm>
                <a:off x="2886" y="1668"/>
                <a:ext cx="347" cy="285"/>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7246" name="Oval 144">
                <a:extLst>
                  <a:ext uri="{FF2B5EF4-FFF2-40B4-BE49-F238E27FC236}">
                    <a16:creationId xmlns:a16="http://schemas.microsoft.com/office/drawing/2014/main" id="{9ABADDD8-E503-4D6E-810D-38CBF86B9E93}"/>
                  </a:ext>
                </a:extLst>
              </p:cNvPr>
              <p:cNvSpPr>
                <a:spLocks noChangeArrowheads="1"/>
              </p:cNvSpPr>
              <p:nvPr/>
            </p:nvSpPr>
            <p:spPr bwMode="auto">
              <a:xfrm>
                <a:off x="2905" y="1674"/>
                <a:ext cx="314" cy="74"/>
              </a:xfrm>
              <a:prstGeom prst="ellipse">
                <a:avLst/>
              </a:prstGeom>
              <a:solidFill>
                <a:schemeClr val="bg1"/>
              </a:solidFill>
              <a:ln w="9525">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7247" name="Rectangle 145">
                <a:extLst>
                  <a:ext uri="{FF2B5EF4-FFF2-40B4-BE49-F238E27FC236}">
                    <a16:creationId xmlns:a16="http://schemas.microsoft.com/office/drawing/2014/main" id="{A80AA1DB-8CED-45E5-B3A9-6E77292E104D}"/>
                  </a:ext>
                </a:extLst>
              </p:cNvPr>
              <p:cNvSpPr>
                <a:spLocks noChangeArrowheads="1"/>
              </p:cNvSpPr>
              <p:nvPr/>
            </p:nvSpPr>
            <p:spPr bwMode="auto">
              <a:xfrm>
                <a:off x="2913" y="1785"/>
                <a:ext cx="300" cy="156"/>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7248" name="Line 146">
                <a:extLst>
                  <a:ext uri="{FF2B5EF4-FFF2-40B4-BE49-F238E27FC236}">
                    <a16:creationId xmlns:a16="http://schemas.microsoft.com/office/drawing/2014/main" id="{68E76F8D-ADD4-41F9-B815-A345C516912D}"/>
                  </a:ext>
                </a:extLst>
              </p:cNvPr>
              <p:cNvSpPr>
                <a:spLocks noChangeShapeType="1"/>
              </p:cNvSpPr>
              <p:nvPr/>
            </p:nvSpPr>
            <p:spPr bwMode="auto">
              <a:xfrm>
                <a:off x="3082" y="1811"/>
                <a:ext cx="1" cy="13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49" name="Line 147">
                <a:extLst>
                  <a:ext uri="{FF2B5EF4-FFF2-40B4-BE49-F238E27FC236}">
                    <a16:creationId xmlns:a16="http://schemas.microsoft.com/office/drawing/2014/main" id="{57824C04-A71C-4954-8807-FBC739B47B99}"/>
                  </a:ext>
                </a:extLst>
              </p:cNvPr>
              <p:cNvSpPr>
                <a:spLocks noChangeShapeType="1"/>
              </p:cNvSpPr>
              <p:nvPr/>
            </p:nvSpPr>
            <p:spPr bwMode="auto">
              <a:xfrm>
                <a:off x="2913" y="1842"/>
                <a:ext cx="3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50" name="Line 148">
                <a:extLst>
                  <a:ext uri="{FF2B5EF4-FFF2-40B4-BE49-F238E27FC236}">
                    <a16:creationId xmlns:a16="http://schemas.microsoft.com/office/drawing/2014/main" id="{1A6166AB-116B-4FB6-A519-398E19AA61F1}"/>
                  </a:ext>
                </a:extLst>
              </p:cNvPr>
              <p:cNvSpPr>
                <a:spLocks noChangeShapeType="1"/>
              </p:cNvSpPr>
              <p:nvPr/>
            </p:nvSpPr>
            <p:spPr bwMode="auto">
              <a:xfrm>
                <a:off x="2912" y="1812"/>
                <a:ext cx="3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51" name="AutoShape 149">
                <a:extLst>
                  <a:ext uri="{FF2B5EF4-FFF2-40B4-BE49-F238E27FC236}">
                    <a16:creationId xmlns:a16="http://schemas.microsoft.com/office/drawing/2014/main" id="{D8816221-BBE9-4A8F-B2EE-1BAA4BFD83AA}"/>
                  </a:ext>
                </a:extLst>
              </p:cNvPr>
              <p:cNvSpPr>
                <a:spLocks noChangeArrowheads="1"/>
              </p:cNvSpPr>
              <p:nvPr/>
            </p:nvSpPr>
            <p:spPr bwMode="auto">
              <a:xfrm rot="5400000">
                <a:off x="3051" y="1745"/>
                <a:ext cx="29" cy="41"/>
              </a:xfrm>
              <a:prstGeom prst="rightArrow">
                <a:avLst>
                  <a:gd name="adj1" fmla="val 51167"/>
                  <a:gd name="adj2" fmla="val 39736"/>
                </a:avLst>
              </a:prstGeom>
              <a:solidFill>
                <a:schemeClr val="accent2"/>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grpSp>
          <p:nvGrpSpPr>
            <p:cNvPr id="7229" name="Group 150">
              <a:extLst>
                <a:ext uri="{FF2B5EF4-FFF2-40B4-BE49-F238E27FC236}">
                  <a16:creationId xmlns:a16="http://schemas.microsoft.com/office/drawing/2014/main" id="{525381B1-83AE-4F31-ABC6-7AFB2A128741}"/>
                </a:ext>
              </a:extLst>
            </p:cNvPr>
            <p:cNvGrpSpPr>
              <a:grpSpLocks/>
            </p:cNvGrpSpPr>
            <p:nvPr/>
          </p:nvGrpSpPr>
          <p:grpSpPr bwMode="auto">
            <a:xfrm>
              <a:off x="2853" y="3010"/>
              <a:ext cx="347" cy="285"/>
              <a:chOff x="2886" y="1668"/>
              <a:chExt cx="347" cy="285"/>
            </a:xfrm>
          </p:grpSpPr>
          <p:sp>
            <p:nvSpPr>
              <p:cNvPr id="7238" name="Rectangle 151">
                <a:extLst>
                  <a:ext uri="{FF2B5EF4-FFF2-40B4-BE49-F238E27FC236}">
                    <a16:creationId xmlns:a16="http://schemas.microsoft.com/office/drawing/2014/main" id="{B0480D4B-909A-438A-B5D1-544754A15798}"/>
                  </a:ext>
                </a:extLst>
              </p:cNvPr>
              <p:cNvSpPr>
                <a:spLocks noChangeArrowheads="1"/>
              </p:cNvSpPr>
              <p:nvPr/>
            </p:nvSpPr>
            <p:spPr bwMode="auto">
              <a:xfrm>
                <a:off x="2886" y="1668"/>
                <a:ext cx="347" cy="285"/>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7239" name="Oval 152">
                <a:extLst>
                  <a:ext uri="{FF2B5EF4-FFF2-40B4-BE49-F238E27FC236}">
                    <a16:creationId xmlns:a16="http://schemas.microsoft.com/office/drawing/2014/main" id="{29DBAC95-3863-4326-B8C0-10D691D52715}"/>
                  </a:ext>
                </a:extLst>
              </p:cNvPr>
              <p:cNvSpPr>
                <a:spLocks noChangeArrowheads="1"/>
              </p:cNvSpPr>
              <p:nvPr/>
            </p:nvSpPr>
            <p:spPr bwMode="auto">
              <a:xfrm>
                <a:off x="2905" y="1674"/>
                <a:ext cx="314" cy="74"/>
              </a:xfrm>
              <a:prstGeom prst="ellipse">
                <a:avLst/>
              </a:prstGeom>
              <a:solidFill>
                <a:schemeClr val="bg1"/>
              </a:solidFill>
              <a:ln w="9525">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7240" name="Rectangle 153">
                <a:extLst>
                  <a:ext uri="{FF2B5EF4-FFF2-40B4-BE49-F238E27FC236}">
                    <a16:creationId xmlns:a16="http://schemas.microsoft.com/office/drawing/2014/main" id="{F32C2780-7F88-4953-89FF-676B6D45A0B2}"/>
                  </a:ext>
                </a:extLst>
              </p:cNvPr>
              <p:cNvSpPr>
                <a:spLocks noChangeArrowheads="1"/>
              </p:cNvSpPr>
              <p:nvPr/>
            </p:nvSpPr>
            <p:spPr bwMode="auto">
              <a:xfrm>
                <a:off x="2913" y="1785"/>
                <a:ext cx="300" cy="156"/>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7241" name="Line 154">
                <a:extLst>
                  <a:ext uri="{FF2B5EF4-FFF2-40B4-BE49-F238E27FC236}">
                    <a16:creationId xmlns:a16="http://schemas.microsoft.com/office/drawing/2014/main" id="{16D970C3-2331-4A83-A8B7-3F5EBCE329E8}"/>
                  </a:ext>
                </a:extLst>
              </p:cNvPr>
              <p:cNvSpPr>
                <a:spLocks noChangeShapeType="1"/>
              </p:cNvSpPr>
              <p:nvPr/>
            </p:nvSpPr>
            <p:spPr bwMode="auto">
              <a:xfrm>
                <a:off x="3082" y="1811"/>
                <a:ext cx="1" cy="13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42" name="Line 155">
                <a:extLst>
                  <a:ext uri="{FF2B5EF4-FFF2-40B4-BE49-F238E27FC236}">
                    <a16:creationId xmlns:a16="http://schemas.microsoft.com/office/drawing/2014/main" id="{41941488-1383-4CA8-8276-F43B5B748836}"/>
                  </a:ext>
                </a:extLst>
              </p:cNvPr>
              <p:cNvSpPr>
                <a:spLocks noChangeShapeType="1"/>
              </p:cNvSpPr>
              <p:nvPr/>
            </p:nvSpPr>
            <p:spPr bwMode="auto">
              <a:xfrm>
                <a:off x="2913" y="1842"/>
                <a:ext cx="3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43" name="Line 156">
                <a:extLst>
                  <a:ext uri="{FF2B5EF4-FFF2-40B4-BE49-F238E27FC236}">
                    <a16:creationId xmlns:a16="http://schemas.microsoft.com/office/drawing/2014/main" id="{95168648-2238-4FC6-95E5-3B16B8DB33C8}"/>
                  </a:ext>
                </a:extLst>
              </p:cNvPr>
              <p:cNvSpPr>
                <a:spLocks noChangeShapeType="1"/>
              </p:cNvSpPr>
              <p:nvPr/>
            </p:nvSpPr>
            <p:spPr bwMode="auto">
              <a:xfrm>
                <a:off x="2912" y="1812"/>
                <a:ext cx="3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44" name="AutoShape 157">
                <a:extLst>
                  <a:ext uri="{FF2B5EF4-FFF2-40B4-BE49-F238E27FC236}">
                    <a16:creationId xmlns:a16="http://schemas.microsoft.com/office/drawing/2014/main" id="{02E3F036-A97C-4BC9-8E52-47CA24D29459}"/>
                  </a:ext>
                </a:extLst>
              </p:cNvPr>
              <p:cNvSpPr>
                <a:spLocks noChangeArrowheads="1"/>
              </p:cNvSpPr>
              <p:nvPr/>
            </p:nvSpPr>
            <p:spPr bwMode="auto">
              <a:xfrm rot="5400000">
                <a:off x="3051" y="1745"/>
                <a:ext cx="29" cy="41"/>
              </a:xfrm>
              <a:prstGeom prst="rightArrow">
                <a:avLst>
                  <a:gd name="adj1" fmla="val 51167"/>
                  <a:gd name="adj2" fmla="val 39736"/>
                </a:avLst>
              </a:prstGeom>
              <a:solidFill>
                <a:schemeClr val="accent2"/>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grpSp>
          <p:nvGrpSpPr>
            <p:cNvPr id="7230" name="Group 158">
              <a:extLst>
                <a:ext uri="{FF2B5EF4-FFF2-40B4-BE49-F238E27FC236}">
                  <a16:creationId xmlns:a16="http://schemas.microsoft.com/office/drawing/2014/main" id="{8458381A-8902-4CAE-8C7B-EAA10AC63069}"/>
                </a:ext>
              </a:extLst>
            </p:cNvPr>
            <p:cNvGrpSpPr>
              <a:grpSpLocks/>
            </p:cNvGrpSpPr>
            <p:nvPr/>
          </p:nvGrpSpPr>
          <p:grpSpPr bwMode="auto">
            <a:xfrm>
              <a:off x="2440" y="3131"/>
              <a:ext cx="347" cy="285"/>
              <a:chOff x="2886" y="1668"/>
              <a:chExt cx="347" cy="285"/>
            </a:xfrm>
          </p:grpSpPr>
          <p:sp>
            <p:nvSpPr>
              <p:cNvPr id="7231" name="Rectangle 159">
                <a:extLst>
                  <a:ext uri="{FF2B5EF4-FFF2-40B4-BE49-F238E27FC236}">
                    <a16:creationId xmlns:a16="http://schemas.microsoft.com/office/drawing/2014/main" id="{5B5E589A-9750-40CD-90C2-032C059B9BE3}"/>
                  </a:ext>
                </a:extLst>
              </p:cNvPr>
              <p:cNvSpPr>
                <a:spLocks noChangeArrowheads="1"/>
              </p:cNvSpPr>
              <p:nvPr/>
            </p:nvSpPr>
            <p:spPr bwMode="auto">
              <a:xfrm>
                <a:off x="2886" y="1668"/>
                <a:ext cx="347" cy="285"/>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7232" name="Oval 160">
                <a:extLst>
                  <a:ext uri="{FF2B5EF4-FFF2-40B4-BE49-F238E27FC236}">
                    <a16:creationId xmlns:a16="http://schemas.microsoft.com/office/drawing/2014/main" id="{6CEF834B-9C99-4694-B18A-DEC72EAE1DEC}"/>
                  </a:ext>
                </a:extLst>
              </p:cNvPr>
              <p:cNvSpPr>
                <a:spLocks noChangeArrowheads="1"/>
              </p:cNvSpPr>
              <p:nvPr/>
            </p:nvSpPr>
            <p:spPr bwMode="auto">
              <a:xfrm>
                <a:off x="2905" y="1674"/>
                <a:ext cx="314" cy="74"/>
              </a:xfrm>
              <a:prstGeom prst="ellipse">
                <a:avLst/>
              </a:prstGeom>
              <a:solidFill>
                <a:schemeClr val="bg1"/>
              </a:solidFill>
              <a:ln w="9525">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7233" name="Rectangle 161">
                <a:extLst>
                  <a:ext uri="{FF2B5EF4-FFF2-40B4-BE49-F238E27FC236}">
                    <a16:creationId xmlns:a16="http://schemas.microsoft.com/office/drawing/2014/main" id="{9BE8D683-2D30-434F-8BD7-67DB3020F598}"/>
                  </a:ext>
                </a:extLst>
              </p:cNvPr>
              <p:cNvSpPr>
                <a:spLocks noChangeArrowheads="1"/>
              </p:cNvSpPr>
              <p:nvPr/>
            </p:nvSpPr>
            <p:spPr bwMode="auto">
              <a:xfrm>
                <a:off x="2913" y="1785"/>
                <a:ext cx="300" cy="156"/>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7234" name="Line 162">
                <a:extLst>
                  <a:ext uri="{FF2B5EF4-FFF2-40B4-BE49-F238E27FC236}">
                    <a16:creationId xmlns:a16="http://schemas.microsoft.com/office/drawing/2014/main" id="{DAAAD193-A66F-40DF-8753-3BAE8C91AD1E}"/>
                  </a:ext>
                </a:extLst>
              </p:cNvPr>
              <p:cNvSpPr>
                <a:spLocks noChangeShapeType="1"/>
              </p:cNvSpPr>
              <p:nvPr/>
            </p:nvSpPr>
            <p:spPr bwMode="auto">
              <a:xfrm>
                <a:off x="3082" y="1811"/>
                <a:ext cx="1" cy="13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35" name="Line 163">
                <a:extLst>
                  <a:ext uri="{FF2B5EF4-FFF2-40B4-BE49-F238E27FC236}">
                    <a16:creationId xmlns:a16="http://schemas.microsoft.com/office/drawing/2014/main" id="{32E508F8-6971-4B64-A1A2-FDDE5D34A902}"/>
                  </a:ext>
                </a:extLst>
              </p:cNvPr>
              <p:cNvSpPr>
                <a:spLocks noChangeShapeType="1"/>
              </p:cNvSpPr>
              <p:nvPr/>
            </p:nvSpPr>
            <p:spPr bwMode="auto">
              <a:xfrm>
                <a:off x="2913" y="1842"/>
                <a:ext cx="3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36" name="Line 164">
                <a:extLst>
                  <a:ext uri="{FF2B5EF4-FFF2-40B4-BE49-F238E27FC236}">
                    <a16:creationId xmlns:a16="http://schemas.microsoft.com/office/drawing/2014/main" id="{8C0D1911-0F74-4410-B07D-E4310E153AA7}"/>
                  </a:ext>
                </a:extLst>
              </p:cNvPr>
              <p:cNvSpPr>
                <a:spLocks noChangeShapeType="1"/>
              </p:cNvSpPr>
              <p:nvPr/>
            </p:nvSpPr>
            <p:spPr bwMode="auto">
              <a:xfrm>
                <a:off x="2912" y="1812"/>
                <a:ext cx="3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37" name="AutoShape 165">
                <a:extLst>
                  <a:ext uri="{FF2B5EF4-FFF2-40B4-BE49-F238E27FC236}">
                    <a16:creationId xmlns:a16="http://schemas.microsoft.com/office/drawing/2014/main" id="{456E361B-5B4D-4A57-AA93-2CBD1112699B}"/>
                  </a:ext>
                </a:extLst>
              </p:cNvPr>
              <p:cNvSpPr>
                <a:spLocks noChangeArrowheads="1"/>
              </p:cNvSpPr>
              <p:nvPr/>
            </p:nvSpPr>
            <p:spPr bwMode="auto">
              <a:xfrm rot="5400000">
                <a:off x="3051" y="1745"/>
                <a:ext cx="29" cy="41"/>
              </a:xfrm>
              <a:prstGeom prst="rightArrow">
                <a:avLst>
                  <a:gd name="adj1" fmla="val 51167"/>
                  <a:gd name="adj2" fmla="val 39736"/>
                </a:avLst>
              </a:prstGeom>
              <a:solidFill>
                <a:schemeClr val="accent2"/>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grpSp>
      <p:sp>
        <p:nvSpPr>
          <p:cNvPr id="7174" name="Text Box 167">
            <a:extLst>
              <a:ext uri="{FF2B5EF4-FFF2-40B4-BE49-F238E27FC236}">
                <a16:creationId xmlns:a16="http://schemas.microsoft.com/office/drawing/2014/main" id="{D6A19B89-3D03-4AA6-8EC9-967E720B2CAB}"/>
              </a:ext>
            </a:extLst>
          </p:cNvPr>
          <p:cNvSpPr txBox="1">
            <a:spLocks noChangeArrowheads="1"/>
          </p:cNvSpPr>
          <p:nvPr/>
        </p:nvSpPr>
        <p:spPr bwMode="auto">
          <a:xfrm>
            <a:off x="2077371" y="169225"/>
            <a:ext cx="8160054"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3600" dirty="0" err="1">
                <a:solidFill>
                  <a:srgbClr val="000099"/>
                </a:solidFill>
                <a:latin typeface="+mj-lt"/>
              </a:rPr>
              <a:t>Tác</a:t>
            </a:r>
            <a:r>
              <a:rPr lang="en-US" altLang="en-US" sz="3600" dirty="0">
                <a:solidFill>
                  <a:srgbClr val="000099"/>
                </a:solidFill>
                <a:latin typeface="+mj-lt"/>
              </a:rPr>
              <a:t> </a:t>
            </a:r>
            <a:r>
              <a:rPr lang="en-US" altLang="en-US" sz="3600" dirty="0" err="1">
                <a:solidFill>
                  <a:srgbClr val="000099"/>
                </a:solidFill>
                <a:latin typeface="+mj-lt"/>
              </a:rPr>
              <a:t>động</a:t>
            </a:r>
            <a:r>
              <a:rPr lang="en-US" altLang="en-US" sz="3600" dirty="0">
                <a:solidFill>
                  <a:srgbClr val="000099"/>
                </a:solidFill>
                <a:latin typeface="+mj-lt"/>
              </a:rPr>
              <a:t> qua </a:t>
            </a:r>
            <a:r>
              <a:rPr lang="en-US" altLang="en-US" sz="3600" dirty="0" err="1">
                <a:solidFill>
                  <a:srgbClr val="000099"/>
                </a:solidFill>
                <a:latin typeface="+mj-lt"/>
              </a:rPr>
              <a:t>lại</a:t>
            </a:r>
            <a:r>
              <a:rPr lang="en-US" altLang="en-US" sz="3600" dirty="0">
                <a:solidFill>
                  <a:srgbClr val="000099"/>
                </a:solidFill>
                <a:latin typeface="+mj-lt"/>
              </a:rPr>
              <a:t> </a:t>
            </a:r>
            <a:r>
              <a:rPr lang="en-US" altLang="en-US" sz="3600" dirty="0" err="1">
                <a:solidFill>
                  <a:srgbClr val="000099"/>
                </a:solidFill>
                <a:latin typeface="+mj-lt"/>
              </a:rPr>
              <a:t>giữa</a:t>
            </a:r>
            <a:r>
              <a:rPr lang="en-US" altLang="en-US" sz="3600" dirty="0">
                <a:solidFill>
                  <a:srgbClr val="000099"/>
                </a:solidFill>
                <a:latin typeface="+mj-lt"/>
              </a:rPr>
              <a:t> routing </a:t>
            </a:r>
            <a:r>
              <a:rPr lang="en-US" altLang="en-US" sz="3600" dirty="0" err="1">
                <a:solidFill>
                  <a:srgbClr val="000099"/>
                </a:solidFill>
                <a:latin typeface="+mj-lt"/>
              </a:rPr>
              <a:t>và</a:t>
            </a:r>
            <a:r>
              <a:rPr lang="en-US" altLang="en-US" sz="3600" dirty="0">
                <a:solidFill>
                  <a:srgbClr val="000099"/>
                </a:solidFill>
                <a:latin typeface="+mj-lt"/>
              </a:rPr>
              <a:t> forwarding</a:t>
            </a:r>
          </a:p>
        </p:txBody>
      </p:sp>
      <p:grpSp>
        <p:nvGrpSpPr>
          <p:cNvPr id="26" name="Group 170">
            <a:extLst>
              <a:ext uri="{FF2B5EF4-FFF2-40B4-BE49-F238E27FC236}">
                <a16:creationId xmlns:a16="http://schemas.microsoft.com/office/drawing/2014/main" id="{C673A408-DC01-4732-B9BD-2E08B74622D7}"/>
              </a:ext>
            </a:extLst>
          </p:cNvPr>
          <p:cNvGrpSpPr>
            <a:grpSpLocks/>
          </p:cNvGrpSpPr>
          <p:nvPr/>
        </p:nvGrpSpPr>
        <p:grpSpPr bwMode="auto">
          <a:xfrm>
            <a:off x="5453064" y="1292226"/>
            <a:ext cx="4924425" cy="923925"/>
            <a:chOff x="2782" y="912"/>
            <a:chExt cx="3102" cy="582"/>
          </a:xfrm>
        </p:grpSpPr>
        <p:sp>
          <p:nvSpPr>
            <p:cNvPr id="7179" name="Line 171">
              <a:extLst>
                <a:ext uri="{FF2B5EF4-FFF2-40B4-BE49-F238E27FC236}">
                  <a16:creationId xmlns:a16="http://schemas.microsoft.com/office/drawing/2014/main" id="{B80685C8-E622-404C-A19D-DD44655D792A}"/>
                </a:ext>
              </a:extLst>
            </p:cNvPr>
            <p:cNvSpPr>
              <a:spLocks noChangeShapeType="1"/>
            </p:cNvSpPr>
            <p:nvPr/>
          </p:nvSpPr>
          <p:spPr bwMode="auto">
            <a:xfrm>
              <a:off x="2782" y="1117"/>
              <a:ext cx="1032" cy="0"/>
            </a:xfrm>
            <a:prstGeom prst="line">
              <a:avLst/>
            </a:prstGeom>
            <a:noFill/>
            <a:ln w="9525">
              <a:solidFill>
                <a:srgbClr val="CC0000"/>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7180" name="Text Box 172">
              <a:extLst>
                <a:ext uri="{FF2B5EF4-FFF2-40B4-BE49-F238E27FC236}">
                  <a16:creationId xmlns:a16="http://schemas.microsoft.com/office/drawing/2014/main" id="{F50C170F-D6C8-4C2D-8386-A40B93F6EC64}"/>
                </a:ext>
              </a:extLst>
            </p:cNvPr>
            <p:cNvSpPr txBox="1">
              <a:spLocks noChangeArrowheads="1"/>
            </p:cNvSpPr>
            <p:nvPr/>
          </p:nvSpPr>
          <p:spPr bwMode="auto">
            <a:xfrm>
              <a:off x="3532" y="912"/>
              <a:ext cx="2352" cy="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solidFill>
                    <a:srgbClr val="CC0000"/>
                  </a:solidFill>
                </a:rPr>
                <a:t>Thuật toán routing xác định đường</a:t>
              </a:r>
            </a:p>
            <a:p>
              <a:r>
                <a:rPr lang="en-US" altLang="en-US">
                  <a:solidFill>
                    <a:srgbClr val="CC0000"/>
                  </a:solidFill>
                </a:rPr>
                <a:t>đi của gói giữa 2 đầu cuối </a:t>
              </a:r>
            </a:p>
            <a:p>
              <a:r>
                <a:rPr lang="en-US" altLang="en-US">
                  <a:solidFill>
                    <a:srgbClr val="CC0000"/>
                  </a:solidFill>
                </a:rPr>
                <a:t>thông qua network</a:t>
              </a:r>
            </a:p>
          </p:txBody>
        </p:sp>
      </p:grpSp>
      <p:grpSp>
        <p:nvGrpSpPr>
          <p:cNvPr id="27" name="Group 173">
            <a:extLst>
              <a:ext uri="{FF2B5EF4-FFF2-40B4-BE49-F238E27FC236}">
                <a16:creationId xmlns:a16="http://schemas.microsoft.com/office/drawing/2014/main" id="{5B6BC57E-C0EB-439B-86E3-EA78AE654011}"/>
              </a:ext>
            </a:extLst>
          </p:cNvPr>
          <p:cNvGrpSpPr>
            <a:grpSpLocks/>
          </p:cNvGrpSpPr>
          <p:nvPr/>
        </p:nvGrpSpPr>
        <p:grpSpPr bwMode="auto">
          <a:xfrm>
            <a:off x="5948364" y="2214563"/>
            <a:ext cx="4645025" cy="646112"/>
            <a:chOff x="2782" y="1060"/>
            <a:chExt cx="2926" cy="407"/>
          </a:xfrm>
        </p:grpSpPr>
        <p:sp>
          <p:nvSpPr>
            <p:cNvPr id="7177" name="Line 174">
              <a:extLst>
                <a:ext uri="{FF2B5EF4-FFF2-40B4-BE49-F238E27FC236}">
                  <a16:creationId xmlns:a16="http://schemas.microsoft.com/office/drawing/2014/main" id="{83935BC9-1D08-4DC3-8076-C16A7C4CDF2C}"/>
                </a:ext>
              </a:extLst>
            </p:cNvPr>
            <p:cNvSpPr>
              <a:spLocks noChangeShapeType="1"/>
            </p:cNvSpPr>
            <p:nvPr/>
          </p:nvSpPr>
          <p:spPr bwMode="auto">
            <a:xfrm>
              <a:off x="2782" y="1273"/>
              <a:ext cx="1032" cy="0"/>
            </a:xfrm>
            <a:prstGeom prst="line">
              <a:avLst/>
            </a:prstGeom>
            <a:noFill/>
            <a:ln w="9525">
              <a:solidFill>
                <a:srgbClr val="CC0000"/>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7178" name="Text Box 175">
              <a:extLst>
                <a:ext uri="{FF2B5EF4-FFF2-40B4-BE49-F238E27FC236}">
                  <a16:creationId xmlns:a16="http://schemas.microsoft.com/office/drawing/2014/main" id="{3122120D-4BDA-4A7C-91EE-8DB7BFF37234}"/>
                </a:ext>
              </a:extLst>
            </p:cNvPr>
            <p:cNvSpPr txBox="1">
              <a:spLocks noChangeArrowheads="1"/>
            </p:cNvSpPr>
            <p:nvPr/>
          </p:nvSpPr>
          <p:spPr bwMode="auto">
            <a:xfrm>
              <a:off x="3532" y="1060"/>
              <a:ext cx="2176"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solidFill>
                    <a:srgbClr val="CC0000"/>
                  </a:solidFill>
                </a:rPr>
                <a:t>Bảng forwarding xác định việc</a:t>
              </a:r>
            </a:p>
            <a:p>
              <a:r>
                <a:rPr lang="en-US" altLang="en-US">
                  <a:solidFill>
                    <a:srgbClr val="CC0000"/>
                  </a:solidFill>
                </a:rPr>
                <a:t>chuyển gói bên trong một router</a:t>
              </a:r>
            </a:p>
          </p:txBody>
        </p:sp>
      </p:grpSp>
    </p:spTree>
    <p:extLst>
      <p:ext uri="{BB962C8B-B14F-4D97-AF65-F5344CB8AC3E}">
        <p14:creationId xmlns:p14="http://schemas.microsoft.com/office/powerpoint/2010/main" val="23902550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dissolve">
                                      <p:cBhvr>
                                        <p:cTn id="7" dur="500"/>
                                        <p:tgtEl>
                                          <p:spTgt spid="2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dissolve">
                                      <p:cBhvr>
                                        <p:cTn id="12"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ame 3"/>
          <p:cNvSpPr/>
          <p:nvPr/>
        </p:nvSpPr>
        <p:spPr>
          <a:xfrm>
            <a:off x="75302" y="74294"/>
            <a:ext cx="11984019" cy="2076226"/>
          </a:xfrm>
          <a:prstGeom prst="frame">
            <a:avLst>
              <a:gd name="adj1" fmla="val 3135"/>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err="1">
                <a:solidFill>
                  <a:schemeClr val="tx1"/>
                </a:solidFill>
              </a:rPr>
              <a:t>Hãy</a:t>
            </a:r>
            <a:r>
              <a:rPr lang="en-US" sz="2800" b="1" dirty="0">
                <a:solidFill>
                  <a:schemeClr val="tx1"/>
                </a:solidFill>
              </a:rPr>
              <a:t> </a:t>
            </a:r>
            <a:r>
              <a:rPr lang="en-US" sz="2800" b="1" dirty="0" err="1">
                <a:solidFill>
                  <a:schemeClr val="tx1"/>
                </a:solidFill>
              </a:rPr>
              <a:t>cho</a:t>
            </a:r>
            <a:r>
              <a:rPr lang="en-US" sz="2800" b="1" dirty="0">
                <a:solidFill>
                  <a:schemeClr val="tx1"/>
                </a:solidFill>
              </a:rPr>
              <a:t> </a:t>
            </a:r>
            <a:r>
              <a:rPr lang="en-US" sz="2800" b="1" dirty="0" err="1">
                <a:solidFill>
                  <a:schemeClr val="tx1"/>
                </a:solidFill>
              </a:rPr>
              <a:t>biết</a:t>
            </a:r>
            <a:r>
              <a:rPr lang="en-US" sz="2800" b="1" dirty="0">
                <a:solidFill>
                  <a:schemeClr val="tx1"/>
                </a:solidFill>
              </a:rPr>
              <a:t> </a:t>
            </a:r>
            <a:r>
              <a:rPr lang="en-US" sz="2800" b="1" dirty="0" err="1">
                <a:solidFill>
                  <a:schemeClr val="tx1"/>
                </a:solidFill>
              </a:rPr>
              <a:t>điểm</a:t>
            </a:r>
            <a:r>
              <a:rPr lang="en-US" sz="2800" b="1" dirty="0">
                <a:solidFill>
                  <a:schemeClr val="tx1"/>
                </a:solidFill>
              </a:rPr>
              <a:t> </a:t>
            </a:r>
            <a:r>
              <a:rPr lang="en-US" sz="2800" b="1" dirty="0" err="1">
                <a:solidFill>
                  <a:schemeClr val="tx1"/>
                </a:solidFill>
              </a:rPr>
              <a:t>khác</a:t>
            </a:r>
            <a:r>
              <a:rPr lang="en-US" sz="2800" b="1" dirty="0">
                <a:solidFill>
                  <a:schemeClr val="tx1"/>
                </a:solidFill>
              </a:rPr>
              <a:t> </a:t>
            </a:r>
            <a:r>
              <a:rPr lang="en-US" sz="2800" b="1" dirty="0" err="1">
                <a:solidFill>
                  <a:schemeClr val="tx1"/>
                </a:solidFill>
              </a:rPr>
              <a:t>biệt</a:t>
            </a:r>
            <a:r>
              <a:rPr lang="en-US" sz="2800" b="1" dirty="0">
                <a:solidFill>
                  <a:schemeClr val="tx1"/>
                </a:solidFill>
              </a:rPr>
              <a:t> c</a:t>
            </a:r>
            <a:r>
              <a:rPr lang="vi-VN" sz="2800" b="1" dirty="0">
                <a:solidFill>
                  <a:schemeClr val="tx1"/>
                </a:solidFill>
              </a:rPr>
              <a:t>ơ</a:t>
            </a:r>
            <a:r>
              <a:rPr lang="en-US" sz="2800" b="1" dirty="0">
                <a:solidFill>
                  <a:schemeClr val="tx1"/>
                </a:solidFill>
              </a:rPr>
              <a:t> </a:t>
            </a:r>
            <a:r>
              <a:rPr lang="en-US" sz="2800" b="1" dirty="0" err="1">
                <a:solidFill>
                  <a:schemeClr val="tx1"/>
                </a:solidFill>
              </a:rPr>
              <a:t>bản</a:t>
            </a:r>
            <a:r>
              <a:rPr lang="en-US" sz="2800" b="1" dirty="0">
                <a:solidFill>
                  <a:schemeClr val="tx1"/>
                </a:solidFill>
              </a:rPr>
              <a:t> </a:t>
            </a:r>
            <a:r>
              <a:rPr lang="en-US" sz="2800" b="1" dirty="0" err="1">
                <a:solidFill>
                  <a:schemeClr val="tx1"/>
                </a:solidFill>
              </a:rPr>
              <a:t>giữa</a:t>
            </a:r>
            <a:r>
              <a:rPr lang="en-US" sz="2800" b="1" dirty="0">
                <a:solidFill>
                  <a:schemeClr val="tx1"/>
                </a:solidFill>
              </a:rPr>
              <a:t> Network </a:t>
            </a:r>
            <a:r>
              <a:rPr lang="en-US" sz="2800" b="1" dirty="0" err="1">
                <a:solidFill>
                  <a:schemeClr val="tx1"/>
                </a:solidFill>
              </a:rPr>
              <a:t>và</a:t>
            </a:r>
            <a:r>
              <a:rPr lang="en-US" sz="2800" b="1" dirty="0">
                <a:solidFill>
                  <a:schemeClr val="tx1"/>
                </a:solidFill>
              </a:rPr>
              <a:t> Transport Layer</a:t>
            </a:r>
          </a:p>
        </p:txBody>
      </p:sp>
      <p:sp>
        <p:nvSpPr>
          <p:cNvPr id="8" name="Frame 7"/>
          <p:cNvSpPr/>
          <p:nvPr/>
        </p:nvSpPr>
        <p:spPr>
          <a:xfrm>
            <a:off x="75304" y="2506532"/>
            <a:ext cx="11984017" cy="968188"/>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Frame 11"/>
          <p:cNvSpPr/>
          <p:nvPr/>
        </p:nvSpPr>
        <p:spPr>
          <a:xfrm>
            <a:off x="75302" y="3580057"/>
            <a:ext cx="11984017" cy="968188"/>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Frame 12"/>
          <p:cNvSpPr/>
          <p:nvPr/>
        </p:nvSpPr>
        <p:spPr>
          <a:xfrm>
            <a:off x="75302" y="4652402"/>
            <a:ext cx="11984017" cy="968188"/>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Frame 13"/>
          <p:cNvSpPr/>
          <p:nvPr/>
        </p:nvSpPr>
        <p:spPr>
          <a:xfrm>
            <a:off x="75303" y="5749795"/>
            <a:ext cx="11984017" cy="968188"/>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2" name="Oval 21"/>
          <p:cNvSpPr/>
          <p:nvPr/>
        </p:nvSpPr>
        <p:spPr>
          <a:xfrm>
            <a:off x="189602" y="2590928"/>
            <a:ext cx="829575" cy="7993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A</a:t>
            </a:r>
          </a:p>
        </p:txBody>
      </p:sp>
      <p:sp>
        <p:nvSpPr>
          <p:cNvPr id="23" name="Oval 22"/>
          <p:cNvSpPr/>
          <p:nvPr/>
        </p:nvSpPr>
        <p:spPr>
          <a:xfrm>
            <a:off x="189600" y="5834191"/>
            <a:ext cx="829575" cy="7993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D</a:t>
            </a:r>
          </a:p>
        </p:txBody>
      </p:sp>
      <p:sp>
        <p:nvSpPr>
          <p:cNvPr id="24" name="Oval 23"/>
          <p:cNvSpPr/>
          <p:nvPr/>
        </p:nvSpPr>
        <p:spPr>
          <a:xfrm>
            <a:off x="189599" y="4736798"/>
            <a:ext cx="829575" cy="7993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C</a:t>
            </a:r>
          </a:p>
        </p:txBody>
      </p:sp>
      <p:sp>
        <p:nvSpPr>
          <p:cNvPr id="25" name="Oval 24"/>
          <p:cNvSpPr/>
          <p:nvPr/>
        </p:nvSpPr>
        <p:spPr>
          <a:xfrm>
            <a:off x="189599" y="3664453"/>
            <a:ext cx="829575" cy="7993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B</a:t>
            </a:r>
          </a:p>
        </p:txBody>
      </p:sp>
      <p:sp>
        <p:nvSpPr>
          <p:cNvPr id="2" name="TextBox 1"/>
          <p:cNvSpPr txBox="1"/>
          <p:nvPr/>
        </p:nvSpPr>
        <p:spPr>
          <a:xfrm>
            <a:off x="1133471" y="3884631"/>
            <a:ext cx="10572750" cy="369332"/>
          </a:xfrm>
          <a:prstGeom prst="rect">
            <a:avLst/>
          </a:prstGeom>
          <a:noFill/>
        </p:spPr>
        <p:txBody>
          <a:bodyPr wrap="square" rtlCol="0">
            <a:spAutoFit/>
          </a:bodyPr>
          <a:lstStyle/>
          <a:p>
            <a:r>
              <a:rPr lang="en-US" dirty="0" err="1"/>
              <a:t>Lớp</a:t>
            </a:r>
            <a:r>
              <a:rPr lang="en-US" dirty="0"/>
              <a:t> network </a:t>
            </a:r>
            <a:r>
              <a:rPr lang="en-US" dirty="0" err="1"/>
              <a:t>cung</a:t>
            </a:r>
            <a:r>
              <a:rPr lang="en-US" dirty="0"/>
              <a:t> </a:t>
            </a:r>
            <a:r>
              <a:rPr lang="en-US" dirty="0" err="1"/>
              <a:t>cấp</a:t>
            </a:r>
            <a:r>
              <a:rPr lang="en-US" dirty="0"/>
              <a:t> </a:t>
            </a:r>
            <a:r>
              <a:rPr lang="en-US" dirty="0" err="1"/>
              <a:t>kết</a:t>
            </a:r>
            <a:r>
              <a:rPr lang="en-US" dirty="0"/>
              <a:t> </a:t>
            </a:r>
            <a:r>
              <a:rPr lang="en-US" dirty="0" err="1"/>
              <a:t>nối</a:t>
            </a:r>
            <a:r>
              <a:rPr lang="en-US" dirty="0"/>
              <a:t> </a:t>
            </a:r>
            <a:r>
              <a:rPr lang="en-US" dirty="0" err="1"/>
              <a:t>luận</a:t>
            </a:r>
            <a:r>
              <a:rPr lang="en-US" dirty="0"/>
              <a:t> </a:t>
            </a:r>
            <a:r>
              <a:rPr lang="en-US" dirty="0" err="1"/>
              <a:t>lí</a:t>
            </a:r>
            <a:r>
              <a:rPr lang="en-US" dirty="0"/>
              <a:t> </a:t>
            </a:r>
            <a:r>
              <a:rPr lang="en-US" dirty="0" err="1"/>
              <a:t>giữa</a:t>
            </a:r>
            <a:r>
              <a:rPr lang="en-US" dirty="0"/>
              <a:t> </a:t>
            </a:r>
            <a:r>
              <a:rPr lang="en-US" dirty="0" err="1"/>
              <a:t>các</a:t>
            </a:r>
            <a:r>
              <a:rPr lang="en-US" dirty="0"/>
              <a:t> host, </a:t>
            </a:r>
            <a:r>
              <a:rPr lang="en-US" dirty="0" err="1"/>
              <a:t>lớp</a:t>
            </a:r>
            <a:r>
              <a:rPr lang="en-US" dirty="0"/>
              <a:t> transport </a:t>
            </a:r>
            <a:r>
              <a:rPr lang="en-US" dirty="0" err="1"/>
              <a:t>cung</a:t>
            </a:r>
            <a:r>
              <a:rPr lang="en-US" dirty="0"/>
              <a:t> </a:t>
            </a:r>
            <a:r>
              <a:rPr lang="en-US" dirty="0" err="1"/>
              <a:t>cấp</a:t>
            </a:r>
            <a:r>
              <a:rPr lang="en-US" dirty="0"/>
              <a:t> </a:t>
            </a:r>
            <a:r>
              <a:rPr lang="en-US" dirty="0" err="1"/>
              <a:t>kết</a:t>
            </a:r>
            <a:r>
              <a:rPr lang="en-US" dirty="0"/>
              <a:t> </a:t>
            </a:r>
            <a:r>
              <a:rPr lang="en-US" dirty="0" err="1"/>
              <a:t>nối</a:t>
            </a:r>
            <a:r>
              <a:rPr lang="en-US" dirty="0"/>
              <a:t> </a:t>
            </a:r>
            <a:r>
              <a:rPr lang="en-US" dirty="0" err="1"/>
              <a:t>vật</a:t>
            </a:r>
            <a:r>
              <a:rPr lang="en-US" dirty="0"/>
              <a:t> </a:t>
            </a:r>
            <a:r>
              <a:rPr lang="en-US" dirty="0" err="1"/>
              <a:t>lí</a:t>
            </a:r>
            <a:r>
              <a:rPr lang="en-US" dirty="0"/>
              <a:t> </a:t>
            </a:r>
            <a:r>
              <a:rPr lang="en-US" dirty="0" err="1"/>
              <a:t>giữa</a:t>
            </a:r>
            <a:r>
              <a:rPr lang="en-US" dirty="0"/>
              <a:t> </a:t>
            </a:r>
            <a:r>
              <a:rPr lang="en-US" dirty="0" err="1"/>
              <a:t>các</a:t>
            </a:r>
            <a:r>
              <a:rPr lang="en-US" dirty="0"/>
              <a:t> process</a:t>
            </a:r>
          </a:p>
        </p:txBody>
      </p:sp>
      <p:sp>
        <p:nvSpPr>
          <p:cNvPr id="15" name="TextBox 14"/>
          <p:cNvSpPr txBox="1"/>
          <p:nvPr/>
        </p:nvSpPr>
        <p:spPr>
          <a:xfrm>
            <a:off x="1133471" y="2805959"/>
            <a:ext cx="10572750" cy="646331"/>
          </a:xfrm>
          <a:prstGeom prst="rect">
            <a:avLst/>
          </a:prstGeom>
          <a:noFill/>
        </p:spPr>
        <p:txBody>
          <a:bodyPr wrap="square" rtlCol="0">
            <a:spAutoFit/>
          </a:bodyPr>
          <a:lstStyle/>
          <a:p>
            <a:r>
              <a:rPr lang="en-US" dirty="0" err="1"/>
              <a:t>Lớp</a:t>
            </a:r>
            <a:r>
              <a:rPr lang="en-US" dirty="0"/>
              <a:t> transport </a:t>
            </a:r>
            <a:r>
              <a:rPr lang="en-US" dirty="0" err="1"/>
              <a:t>cung</a:t>
            </a:r>
            <a:r>
              <a:rPr lang="en-US" dirty="0"/>
              <a:t> </a:t>
            </a:r>
            <a:r>
              <a:rPr lang="en-US" dirty="0" err="1"/>
              <a:t>cấp</a:t>
            </a:r>
            <a:r>
              <a:rPr lang="en-US" dirty="0"/>
              <a:t> </a:t>
            </a:r>
            <a:r>
              <a:rPr lang="en-US" dirty="0" err="1"/>
              <a:t>kết</a:t>
            </a:r>
            <a:r>
              <a:rPr lang="en-US" dirty="0"/>
              <a:t> </a:t>
            </a:r>
            <a:r>
              <a:rPr lang="en-US" dirty="0" err="1"/>
              <a:t>nối</a:t>
            </a:r>
            <a:r>
              <a:rPr lang="en-US" dirty="0"/>
              <a:t> </a:t>
            </a:r>
            <a:r>
              <a:rPr lang="en-US" dirty="0" err="1"/>
              <a:t>luận</a:t>
            </a:r>
            <a:r>
              <a:rPr lang="en-US" dirty="0"/>
              <a:t> </a:t>
            </a:r>
            <a:r>
              <a:rPr lang="en-US" dirty="0" err="1"/>
              <a:t>lí</a:t>
            </a:r>
            <a:r>
              <a:rPr lang="en-US" dirty="0"/>
              <a:t> </a:t>
            </a:r>
            <a:r>
              <a:rPr lang="en-US" dirty="0" err="1"/>
              <a:t>giữa</a:t>
            </a:r>
            <a:r>
              <a:rPr lang="en-US" dirty="0"/>
              <a:t> </a:t>
            </a:r>
            <a:r>
              <a:rPr lang="en-US" dirty="0" err="1"/>
              <a:t>các</a:t>
            </a:r>
            <a:r>
              <a:rPr lang="en-US" dirty="0"/>
              <a:t> host, </a:t>
            </a:r>
            <a:r>
              <a:rPr lang="en-US" dirty="0" err="1"/>
              <a:t>lớp</a:t>
            </a:r>
            <a:r>
              <a:rPr lang="en-US" dirty="0"/>
              <a:t> network </a:t>
            </a:r>
            <a:r>
              <a:rPr lang="en-US" dirty="0" err="1"/>
              <a:t>cung</a:t>
            </a:r>
            <a:r>
              <a:rPr lang="en-US" dirty="0"/>
              <a:t> </a:t>
            </a:r>
            <a:r>
              <a:rPr lang="en-US" dirty="0" err="1"/>
              <a:t>cấp</a:t>
            </a:r>
            <a:r>
              <a:rPr lang="en-US" dirty="0"/>
              <a:t> </a:t>
            </a:r>
            <a:r>
              <a:rPr lang="en-US" dirty="0" err="1"/>
              <a:t>kết</a:t>
            </a:r>
            <a:r>
              <a:rPr lang="en-US" dirty="0"/>
              <a:t> </a:t>
            </a:r>
            <a:r>
              <a:rPr lang="en-US" dirty="0" err="1"/>
              <a:t>nối</a:t>
            </a:r>
            <a:r>
              <a:rPr lang="en-US" dirty="0"/>
              <a:t> </a:t>
            </a:r>
            <a:r>
              <a:rPr lang="en-US" dirty="0" err="1"/>
              <a:t>luận</a:t>
            </a:r>
            <a:r>
              <a:rPr lang="en-US" dirty="0"/>
              <a:t> </a:t>
            </a:r>
            <a:r>
              <a:rPr lang="en-US" dirty="0" err="1"/>
              <a:t>lí</a:t>
            </a:r>
            <a:r>
              <a:rPr lang="en-US" dirty="0"/>
              <a:t> </a:t>
            </a:r>
            <a:r>
              <a:rPr lang="en-US" dirty="0" err="1"/>
              <a:t>giữa</a:t>
            </a:r>
            <a:r>
              <a:rPr lang="en-US" dirty="0"/>
              <a:t> </a:t>
            </a:r>
            <a:r>
              <a:rPr lang="en-US" dirty="0" err="1"/>
              <a:t>các</a:t>
            </a:r>
            <a:r>
              <a:rPr lang="en-US" dirty="0"/>
              <a:t> process</a:t>
            </a:r>
          </a:p>
          <a:p>
            <a:endParaRPr lang="en-US" dirty="0"/>
          </a:p>
        </p:txBody>
      </p:sp>
      <p:sp>
        <p:nvSpPr>
          <p:cNvPr id="16" name="TextBox 15"/>
          <p:cNvSpPr txBox="1"/>
          <p:nvPr/>
        </p:nvSpPr>
        <p:spPr>
          <a:xfrm>
            <a:off x="1133471" y="4930058"/>
            <a:ext cx="10572750" cy="369332"/>
          </a:xfrm>
          <a:prstGeom prst="rect">
            <a:avLst/>
          </a:prstGeom>
          <a:noFill/>
        </p:spPr>
        <p:txBody>
          <a:bodyPr wrap="square" rtlCol="0">
            <a:spAutoFit/>
          </a:bodyPr>
          <a:lstStyle/>
          <a:p>
            <a:r>
              <a:rPr lang="en-US" dirty="0" err="1"/>
              <a:t>Lớp</a:t>
            </a:r>
            <a:r>
              <a:rPr lang="en-US" dirty="0"/>
              <a:t> network </a:t>
            </a:r>
            <a:r>
              <a:rPr lang="en-US" dirty="0" err="1"/>
              <a:t>cung</a:t>
            </a:r>
            <a:r>
              <a:rPr lang="en-US" dirty="0"/>
              <a:t> </a:t>
            </a:r>
            <a:r>
              <a:rPr lang="en-US" dirty="0" err="1"/>
              <a:t>cấp</a:t>
            </a:r>
            <a:r>
              <a:rPr lang="en-US" dirty="0"/>
              <a:t> </a:t>
            </a:r>
            <a:r>
              <a:rPr lang="en-US" dirty="0" err="1"/>
              <a:t>kết</a:t>
            </a:r>
            <a:r>
              <a:rPr lang="en-US" dirty="0"/>
              <a:t> </a:t>
            </a:r>
            <a:r>
              <a:rPr lang="en-US" dirty="0" err="1"/>
              <a:t>nối</a:t>
            </a:r>
            <a:r>
              <a:rPr lang="en-US" dirty="0"/>
              <a:t> </a:t>
            </a:r>
            <a:r>
              <a:rPr lang="en-US" dirty="0" err="1"/>
              <a:t>luận</a:t>
            </a:r>
            <a:r>
              <a:rPr lang="en-US" dirty="0"/>
              <a:t> </a:t>
            </a:r>
            <a:r>
              <a:rPr lang="en-US" dirty="0" err="1"/>
              <a:t>lí</a:t>
            </a:r>
            <a:r>
              <a:rPr lang="en-US" dirty="0"/>
              <a:t> </a:t>
            </a:r>
            <a:r>
              <a:rPr lang="en-US" dirty="0" err="1"/>
              <a:t>giữa</a:t>
            </a:r>
            <a:r>
              <a:rPr lang="en-US" dirty="0"/>
              <a:t> </a:t>
            </a:r>
            <a:r>
              <a:rPr lang="en-US" dirty="0" err="1"/>
              <a:t>các</a:t>
            </a:r>
            <a:r>
              <a:rPr lang="en-US" dirty="0"/>
              <a:t> process, </a:t>
            </a:r>
            <a:r>
              <a:rPr lang="en-US" dirty="0" err="1"/>
              <a:t>lớp</a:t>
            </a:r>
            <a:r>
              <a:rPr lang="en-US" dirty="0"/>
              <a:t> transport </a:t>
            </a:r>
            <a:r>
              <a:rPr lang="en-US" dirty="0" err="1"/>
              <a:t>cung</a:t>
            </a:r>
            <a:r>
              <a:rPr lang="en-US" dirty="0"/>
              <a:t> </a:t>
            </a:r>
            <a:r>
              <a:rPr lang="en-US" dirty="0" err="1"/>
              <a:t>cấp</a:t>
            </a:r>
            <a:r>
              <a:rPr lang="en-US" dirty="0"/>
              <a:t> </a:t>
            </a:r>
            <a:r>
              <a:rPr lang="en-US" dirty="0" err="1"/>
              <a:t>kết</a:t>
            </a:r>
            <a:r>
              <a:rPr lang="en-US" dirty="0"/>
              <a:t> </a:t>
            </a:r>
            <a:r>
              <a:rPr lang="en-US" dirty="0" err="1"/>
              <a:t>nối</a:t>
            </a:r>
            <a:r>
              <a:rPr lang="en-US" dirty="0"/>
              <a:t> </a:t>
            </a:r>
            <a:r>
              <a:rPr lang="en-US" dirty="0" err="1"/>
              <a:t>luận</a:t>
            </a:r>
            <a:r>
              <a:rPr lang="en-US" dirty="0"/>
              <a:t> </a:t>
            </a:r>
            <a:r>
              <a:rPr lang="en-US" dirty="0" err="1"/>
              <a:t>lí</a:t>
            </a:r>
            <a:r>
              <a:rPr lang="en-US" dirty="0"/>
              <a:t> </a:t>
            </a:r>
            <a:r>
              <a:rPr lang="en-US" dirty="0" err="1"/>
              <a:t>giữa</a:t>
            </a:r>
            <a:r>
              <a:rPr lang="en-US" dirty="0"/>
              <a:t> </a:t>
            </a:r>
            <a:r>
              <a:rPr lang="en-US" dirty="0" err="1"/>
              <a:t>các</a:t>
            </a:r>
            <a:r>
              <a:rPr lang="en-US" dirty="0"/>
              <a:t> host</a:t>
            </a:r>
          </a:p>
        </p:txBody>
      </p:sp>
      <p:sp>
        <p:nvSpPr>
          <p:cNvPr id="17" name="TextBox 16"/>
          <p:cNvSpPr txBox="1"/>
          <p:nvPr/>
        </p:nvSpPr>
        <p:spPr>
          <a:xfrm>
            <a:off x="1133471" y="6068101"/>
            <a:ext cx="10572750" cy="369332"/>
          </a:xfrm>
          <a:prstGeom prst="rect">
            <a:avLst/>
          </a:prstGeom>
          <a:noFill/>
        </p:spPr>
        <p:txBody>
          <a:bodyPr wrap="square" rtlCol="0">
            <a:spAutoFit/>
          </a:bodyPr>
          <a:lstStyle/>
          <a:p>
            <a:r>
              <a:rPr lang="en-US" dirty="0" err="1"/>
              <a:t>Lớp</a:t>
            </a:r>
            <a:r>
              <a:rPr lang="en-US" dirty="0"/>
              <a:t> network </a:t>
            </a:r>
            <a:r>
              <a:rPr lang="en-US" dirty="0" err="1"/>
              <a:t>cung</a:t>
            </a:r>
            <a:r>
              <a:rPr lang="en-US" dirty="0"/>
              <a:t> </a:t>
            </a:r>
            <a:r>
              <a:rPr lang="en-US" dirty="0" err="1"/>
              <a:t>cấp</a:t>
            </a:r>
            <a:r>
              <a:rPr lang="en-US" dirty="0"/>
              <a:t> </a:t>
            </a:r>
            <a:r>
              <a:rPr lang="en-US" dirty="0" err="1"/>
              <a:t>kết</a:t>
            </a:r>
            <a:r>
              <a:rPr lang="en-US" dirty="0"/>
              <a:t> </a:t>
            </a:r>
            <a:r>
              <a:rPr lang="en-US" dirty="0" err="1"/>
              <a:t>nối</a:t>
            </a:r>
            <a:r>
              <a:rPr lang="en-US" dirty="0"/>
              <a:t> </a:t>
            </a:r>
            <a:r>
              <a:rPr lang="en-US" dirty="0" err="1"/>
              <a:t>luận</a:t>
            </a:r>
            <a:r>
              <a:rPr lang="en-US" dirty="0"/>
              <a:t> </a:t>
            </a:r>
            <a:r>
              <a:rPr lang="en-US" dirty="0" err="1"/>
              <a:t>lí</a:t>
            </a:r>
            <a:r>
              <a:rPr lang="en-US" dirty="0"/>
              <a:t> </a:t>
            </a:r>
            <a:r>
              <a:rPr lang="en-US" dirty="0" err="1"/>
              <a:t>giữa</a:t>
            </a:r>
            <a:r>
              <a:rPr lang="en-US" dirty="0"/>
              <a:t> </a:t>
            </a:r>
            <a:r>
              <a:rPr lang="en-US" dirty="0" err="1"/>
              <a:t>các</a:t>
            </a:r>
            <a:r>
              <a:rPr lang="en-US" dirty="0"/>
              <a:t> host, </a:t>
            </a:r>
            <a:r>
              <a:rPr lang="en-US" dirty="0" err="1"/>
              <a:t>lớp</a:t>
            </a:r>
            <a:r>
              <a:rPr lang="en-US" dirty="0"/>
              <a:t> transport </a:t>
            </a:r>
            <a:r>
              <a:rPr lang="en-US" dirty="0" err="1"/>
              <a:t>cung</a:t>
            </a:r>
            <a:r>
              <a:rPr lang="en-US" dirty="0"/>
              <a:t> </a:t>
            </a:r>
            <a:r>
              <a:rPr lang="en-US" dirty="0" err="1"/>
              <a:t>cấp</a:t>
            </a:r>
            <a:r>
              <a:rPr lang="en-US" dirty="0"/>
              <a:t> </a:t>
            </a:r>
            <a:r>
              <a:rPr lang="en-US" dirty="0" err="1"/>
              <a:t>kết</a:t>
            </a:r>
            <a:r>
              <a:rPr lang="en-US" dirty="0"/>
              <a:t> </a:t>
            </a:r>
            <a:r>
              <a:rPr lang="en-US" dirty="0" err="1"/>
              <a:t>nối</a:t>
            </a:r>
            <a:r>
              <a:rPr lang="en-US" dirty="0"/>
              <a:t> </a:t>
            </a:r>
            <a:r>
              <a:rPr lang="en-US" dirty="0" err="1"/>
              <a:t>luận</a:t>
            </a:r>
            <a:r>
              <a:rPr lang="en-US" dirty="0"/>
              <a:t> </a:t>
            </a:r>
            <a:r>
              <a:rPr lang="en-US" dirty="0" err="1"/>
              <a:t>lí</a:t>
            </a:r>
            <a:r>
              <a:rPr lang="en-US" dirty="0"/>
              <a:t> </a:t>
            </a:r>
            <a:r>
              <a:rPr lang="en-US" dirty="0" err="1"/>
              <a:t>giữa</a:t>
            </a:r>
            <a:r>
              <a:rPr lang="en-US" dirty="0"/>
              <a:t> </a:t>
            </a:r>
            <a:r>
              <a:rPr lang="en-US" dirty="0" err="1"/>
              <a:t>các</a:t>
            </a:r>
            <a:r>
              <a:rPr lang="en-US" dirty="0"/>
              <a:t> process</a:t>
            </a:r>
          </a:p>
        </p:txBody>
      </p:sp>
      <p:sp>
        <p:nvSpPr>
          <p:cNvPr id="3" name="Tiêu đề 2">
            <a:extLst>
              <a:ext uri="{FF2B5EF4-FFF2-40B4-BE49-F238E27FC236}">
                <a16:creationId xmlns:a16="http://schemas.microsoft.com/office/drawing/2014/main" id="{5172A480-E435-47D3-8DC5-FE64704081A8}"/>
              </a:ext>
            </a:extLst>
          </p:cNvPr>
          <p:cNvSpPr>
            <a:spLocks noGrp="1"/>
          </p:cNvSpPr>
          <p:nvPr>
            <p:ph type="ctrTitle"/>
          </p:nvPr>
        </p:nvSpPr>
        <p:spPr/>
        <p:txBody>
          <a:bodyPr/>
          <a:lstStyle/>
          <a:p>
            <a:endParaRPr lang="en-US"/>
          </a:p>
        </p:txBody>
      </p:sp>
      <p:sp>
        <p:nvSpPr>
          <p:cNvPr id="5" name="Tiêu đề phụ 4">
            <a:extLst>
              <a:ext uri="{FF2B5EF4-FFF2-40B4-BE49-F238E27FC236}">
                <a16:creationId xmlns:a16="http://schemas.microsoft.com/office/drawing/2014/main" id="{4671D3C5-8482-4480-8A46-4B54E3922B87}"/>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3807581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trips(downLeft)">
                                      <p:cBhvr>
                                        <p:cTn id="7" dur="500"/>
                                        <p:tgtEl>
                                          <p:spTgt spid="4"/>
                                        </p:tgtEl>
                                      </p:cBhvr>
                                    </p:animEffect>
                                  </p:childTnLst>
                                </p:cTn>
                              </p:par>
                              <p:par>
                                <p:cTn id="8" presetID="18" presetClass="entr" presetSubtype="12"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strips(downLeft)">
                                      <p:cBhvr>
                                        <p:cTn id="10" dur="500"/>
                                        <p:tgtEl>
                                          <p:spTgt spid="8"/>
                                        </p:tgtEl>
                                      </p:cBhvr>
                                    </p:animEffect>
                                  </p:childTnLst>
                                </p:cTn>
                              </p:par>
                              <p:par>
                                <p:cTn id="11" presetID="18" presetClass="entr" presetSubtype="12"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strips(downLeft)">
                                      <p:cBhvr>
                                        <p:cTn id="13" dur="500"/>
                                        <p:tgtEl>
                                          <p:spTgt spid="12"/>
                                        </p:tgtEl>
                                      </p:cBhvr>
                                    </p:animEffect>
                                  </p:childTnLst>
                                </p:cTn>
                              </p:par>
                              <p:par>
                                <p:cTn id="14" presetID="18" presetClass="entr" presetSubtype="12"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strips(downLeft)">
                                      <p:cBhvr>
                                        <p:cTn id="16" dur="500"/>
                                        <p:tgtEl>
                                          <p:spTgt spid="13"/>
                                        </p:tgtEl>
                                      </p:cBhvr>
                                    </p:animEffect>
                                  </p:childTnLst>
                                </p:cTn>
                              </p:par>
                              <p:par>
                                <p:cTn id="17" presetID="18" presetClass="entr" presetSubtype="12"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strips(downLeft)">
                                      <p:cBhvr>
                                        <p:cTn id="19" dur="500"/>
                                        <p:tgtEl>
                                          <p:spTgt spid="14"/>
                                        </p:tgtEl>
                                      </p:cBhvr>
                                    </p:animEffect>
                                  </p:childTnLst>
                                </p:cTn>
                              </p:par>
                              <p:par>
                                <p:cTn id="20" presetID="18" presetClass="entr" presetSubtype="12" fill="hold" grpId="0" nodeType="with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strips(downLeft)">
                                      <p:cBhvr>
                                        <p:cTn id="22" dur="500"/>
                                        <p:tgtEl>
                                          <p:spTgt spid="23"/>
                                        </p:tgtEl>
                                      </p:cBhvr>
                                    </p:animEffect>
                                  </p:childTnLst>
                                </p:cTn>
                              </p:par>
                              <p:par>
                                <p:cTn id="23" presetID="18" presetClass="entr" presetSubtype="12"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strips(downLeft)">
                                      <p:cBhvr>
                                        <p:cTn id="25" dur="500"/>
                                        <p:tgtEl>
                                          <p:spTgt spid="24"/>
                                        </p:tgtEl>
                                      </p:cBhvr>
                                    </p:animEffect>
                                  </p:childTnLst>
                                </p:cTn>
                              </p:par>
                              <p:par>
                                <p:cTn id="26" presetID="18" presetClass="entr" presetSubtype="12" fill="hold" grpId="0" nodeType="with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strips(downLeft)">
                                      <p:cBhvr>
                                        <p:cTn id="28" dur="500"/>
                                        <p:tgtEl>
                                          <p:spTgt spid="25"/>
                                        </p:tgtEl>
                                      </p:cBhvr>
                                    </p:animEffect>
                                  </p:childTnLst>
                                </p:cTn>
                              </p:par>
                              <p:par>
                                <p:cTn id="29" presetID="18" presetClass="entr" presetSubtype="12" fill="hold" grpId="0" nodeType="with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strips(downLeft)">
                                      <p:cBhvr>
                                        <p:cTn id="31" dur="500"/>
                                        <p:tgtEl>
                                          <p:spTgt spid="22"/>
                                        </p:tgtEl>
                                      </p:cBhvr>
                                    </p:animEffect>
                                  </p:childTnLst>
                                </p:cTn>
                              </p:par>
                              <p:par>
                                <p:cTn id="32" presetID="18" presetClass="entr" presetSubtype="12"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strips(downLeft)">
                                      <p:cBhvr>
                                        <p:cTn id="34" dur="500"/>
                                        <p:tgtEl>
                                          <p:spTgt spid="15"/>
                                        </p:tgtEl>
                                      </p:cBhvr>
                                    </p:animEffect>
                                  </p:childTnLst>
                                </p:cTn>
                              </p:par>
                              <p:par>
                                <p:cTn id="35" presetID="18" presetClass="entr" presetSubtype="12" fill="hold" grpId="0" nodeType="with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strips(downLeft)">
                                      <p:cBhvr>
                                        <p:cTn id="37" dur="500"/>
                                        <p:tgtEl>
                                          <p:spTgt spid="2"/>
                                        </p:tgtEl>
                                      </p:cBhvr>
                                    </p:animEffect>
                                  </p:childTnLst>
                                </p:cTn>
                              </p:par>
                              <p:par>
                                <p:cTn id="38" presetID="18" presetClass="entr" presetSubtype="12" fill="hold" grpId="0" nodeType="with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strips(downLeft)">
                                      <p:cBhvr>
                                        <p:cTn id="40" dur="500"/>
                                        <p:tgtEl>
                                          <p:spTgt spid="16"/>
                                        </p:tgtEl>
                                      </p:cBhvr>
                                    </p:animEffect>
                                  </p:childTnLst>
                                </p:cTn>
                              </p:par>
                              <p:par>
                                <p:cTn id="41" presetID="18" presetClass="entr" presetSubtype="12" fill="hold" grpId="0" nodeType="withEffect">
                                  <p:stCondLst>
                                    <p:cond delay="0"/>
                                  </p:stCondLst>
                                  <p:iterate type="lt">
                                    <p:tmPct val="0"/>
                                  </p:iterate>
                                  <p:childTnLst>
                                    <p:set>
                                      <p:cBhvr>
                                        <p:cTn id="42" dur="1" fill="hold">
                                          <p:stCondLst>
                                            <p:cond delay="0"/>
                                          </p:stCondLst>
                                        </p:cTn>
                                        <p:tgtEl>
                                          <p:spTgt spid="17"/>
                                        </p:tgtEl>
                                        <p:attrNameLst>
                                          <p:attrName>style.visibility</p:attrName>
                                        </p:attrNameLst>
                                      </p:cBhvr>
                                      <p:to>
                                        <p:strVal val="visible"/>
                                      </p:to>
                                    </p:set>
                                    <p:animEffect transition="in" filter="strips(downLeft)">
                                      <p:cBhvr>
                                        <p:cTn id="43" dur="500"/>
                                        <p:tgtEl>
                                          <p:spTgt spid="17"/>
                                        </p:tgtEl>
                                      </p:cBhvr>
                                    </p:animEffect>
                                  </p:childTnLst>
                                </p:cTn>
                              </p:par>
                            </p:childTnLst>
                          </p:cTn>
                        </p:par>
                      </p:childTnLst>
                    </p:cTn>
                  </p:par>
                  <p:par>
                    <p:cTn id="44" fill="hold">
                      <p:stCondLst>
                        <p:cond delay="indefinite"/>
                      </p:stCondLst>
                      <p:childTnLst>
                        <p:par>
                          <p:cTn id="45" fill="hold">
                            <p:stCondLst>
                              <p:cond delay="0"/>
                            </p:stCondLst>
                            <p:childTnLst>
                              <p:par>
                                <p:cTn id="46" presetID="1" presetClass="emph" presetSubtype="2" fill="hold" nodeType="clickEffect">
                                  <p:stCondLst>
                                    <p:cond delay="0"/>
                                  </p:stCondLst>
                                  <p:childTnLst>
                                    <p:animClr clrSpc="rgb" dir="cw">
                                      <p:cBhvr>
                                        <p:cTn id="47" dur="2000" fill="hold"/>
                                        <p:tgtEl>
                                          <p:spTgt spid="14"/>
                                        </p:tgtEl>
                                        <p:attrNameLst>
                                          <p:attrName>fillcolor</p:attrName>
                                        </p:attrNameLst>
                                      </p:cBhvr>
                                      <p:to>
                                        <a:schemeClr val="accent2"/>
                                      </p:to>
                                    </p:animClr>
                                    <p:set>
                                      <p:cBhvr>
                                        <p:cTn id="48" dur="2000" fill="hold"/>
                                        <p:tgtEl>
                                          <p:spTgt spid="14"/>
                                        </p:tgtEl>
                                        <p:attrNameLst>
                                          <p:attrName>fill.type</p:attrName>
                                        </p:attrNameLst>
                                      </p:cBhvr>
                                      <p:to>
                                        <p:strVal val="solid"/>
                                      </p:to>
                                    </p:set>
                                    <p:set>
                                      <p:cBhvr>
                                        <p:cTn id="49" dur="2000" fill="hold"/>
                                        <p:tgtEl>
                                          <p:spTgt spid="14"/>
                                        </p:tgtEl>
                                        <p:attrNameLst>
                                          <p:attrName>fill.on</p:attrName>
                                        </p:attrNameLst>
                                      </p:cBhvr>
                                      <p:to>
                                        <p:strVal val="true"/>
                                      </p:to>
                                    </p:set>
                                  </p:childTnLst>
                                </p:cTn>
                              </p:par>
                              <p:par>
                                <p:cTn id="50" presetID="1" presetClass="emph" presetSubtype="2" fill="hold" nodeType="withEffect">
                                  <p:stCondLst>
                                    <p:cond delay="0"/>
                                  </p:stCondLst>
                                  <p:childTnLst>
                                    <p:animClr clrSpc="rgb" dir="cw">
                                      <p:cBhvr>
                                        <p:cTn id="51" dur="2000" fill="hold"/>
                                        <p:tgtEl>
                                          <p:spTgt spid="23"/>
                                        </p:tgtEl>
                                        <p:attrNameLst>
                                          <p:attrName>fillcolor</p:attrName>
                                        </p:attrNameLst>
                                      </p:cBhvr>
                                      <p:to>
                                        <a:schemeClr val="accent2"/>
                                      </p:to>
                                    </p:animClr>
                                    <p:set>
                                      <p:cBhvr>
                                        <p:cTn id="52" dur="2000" fill="hold"/>
                                        <p:tgtEl>
                                          <p:spTgt spid="23"/>
                                        </p:tgtEl>
                                        <p:attrNameLst>
                                          <p:attrName>fill.type</p:attrName>
                                        </p:attrNameLst>
                                      </p:cBhvr>
                                      <p:to>
                                        <p:strVal val="solid"/>
                                      </p:to>
                                    </p:set>
                                    <p:set>
                                      <p:cBhvr>
                                        <p:cTn id="53" dur="2000" fill="hold"/>
                                        <p:tgtEl>
                                          <p:spTgt spid="23"/>
                                        </p:tgtEl>
                                        <p:attrNameLst>
                                          <p:attrName>fill.on</p:attrName>
                                        </p:attrNameLst>
                                      </p:cBhvr>
                                      <p:to>
                                        <p:strVal val="true"/>
                                      </p:to>
                                    </p:set>
                                  </p:childTnLst>
                                </p:cTn>
                              </p:par>
                              <p:par>
                                <p:cTn id="54" presetID="36" presetClass="emph" presetSubtype="0" fill="hold" grpId="1" nodeType="withEffect">
                                  <p:stCondLst>
                                    <p:cond delay="0"/>
                                  </p:stCondLst>
                                  <p:iterate type="lt">
                                    <p:tmPct val="10000"/>
                                  </p:iterate>
                                  <p:childTnLst>
                                    <p:animScale>
                                      <p:cBhvr>
                                        <p:cTn id="55" dur="250" autoRev="1" fill="hold">
                                          <p:stCondLst>
                                            <p:cond delay="0"/>
                                          </p:stCondLst>
                                        </p:cTn>
                                        <p:tgtEl>
                                          <p:spTgt spid="17"/>
                                        </p:tgtEl>
                                      </p:cBhvr>
                                      <p:to x="80000" y="100000"/>
                                    </p:animScale>
                                    <p:anim by="(#ppt_w*0.10)" calcmode="lin" valueType="num">
                                      <p:cBhvr>
                                        <p:cTn id="56" dur="250" autoRev="1" fill="hold">
                                          <p:stCondLst>
                                            <p:cond delay="0"/>
                                          </p:stCondLst>
                                        </p:cTn>
                                        <p:tgtEl>
                                          <p:spTgt spid="17"/>
                                        </p:tgtEl>
                                        <p:attrNameLst>
                                          <p:attrName>ppt_x</p:attrName>
                                        </p:attrNameLst>
                                      </p:cBhvr>
                                    </p:anim>
                                    <p:anim by="(-#ppt_w*0.10)" calcmode="lin" valueType="num">
                                      <p:cBhvr>
                                        <p:cTn id="57" dur="250" autoRev="1" fill="hold">
                                          <p:stCondLst>
                                            <p:cond delay="0"/>
                                          </p:stCondLst>
                                        </p:cTn>
                                        <p:tgtEl>
                                          <p:spTgt spid="17"/>
                                        </p:tgtEl>
                                        <p:attrNameLst>
                                          <p:attrName>ppt_y</p:attrName>
                                        </p:attrNameLst>
                                      </p:cBhvr>
                                    </p:anim>
                                    <p:animRot by="-480000">
                                      <p:cBhvr>
                                        <p:cTn id="58" dur="250" autoRev="1" fill="hold">
                                          <p:stCondLst>
                                            <p:cond delay="0"/>
                                          </p:stCondLst>
                                        </p:cTn>
                                        <p:tgtEl>
                                          <p:spTgt spid="17"/>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P spid="12" grpId="0" animBg="1"/>
      <p:bldP spid="13" grpId="0" animBg="1"/>
      <p:bldP spid="14" grpId="0" animBg="1"/>
      <p:bldP spid="22" grpId="0" animBg="1"/>
      <p:bldP spid="23" grpId="0" animBg="1"/>
      <p:bldP spid="24" grpId="0" animBg="1"/>
      <p:bldP spid="25" grpId="0" animBg="1"/>
      <p:bldP spid="2" grpId="0"/>
      <p:bldP spid="15" grpId="0"/>
      <p:bldP spid="16" grpId="0"/>
      <p:bldP spid="17" grpId="0"/>
      <p:bldP spid="17" grpId="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3" name="Rectangle 2">
            <a:extLst>
              <a:ext uri="{FF2B5EF4-FFF2-40B4-BE49-F238E27FC236}">
                <a16:creationId xmlns:a16="http://schemas.microsoft.com/office/drawing/2014/main" id="{1F88749C-B7A8-47C8-B4DB-365875ED64B0}"/>
              </a:ext>
            </a:extLst>
          </p:cNvPr>
          <p:cNvSpPr>
            <a:spLocks noGrp="1" noChangeArrowheads="1"/>
          </p:cNvSpPr>
          <p:nvPr>
            <p:ph type="title"/>
          </p:nvPr>
        </p:nvSpPr>
        <p:spPr>
          <a:xfrm>
            <a:off x="2166938" y="64028"/>
            <a:ext cx="10131425" cy="1456267"/>
          </a:xfrm>
        </p:spPr>
        <p:txBody>
          <a:bodyPr/>
          <a:lstStyle/>
          <a:p>
            <a:pPr>
              <a:defRPr/>
            </a:pPr>
            <a:r>
              <a:rPr lang="en-US" dirty="0" err="1">
                <a:latin typeface="Calibri" panose="020F0502020204030204" pitchFamily="34" charset="0"/>
                <a:cs typeface="Calibri" panose="020F0502020204030204" pitchFamily="34" charset="0"/>
              </a:rPr>
              <a:t>Thiết</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lập</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kết</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nối</a:t>
            </a:r>
            <a:endParaRPr lang="en-US" dirty="0">
              <a:latin typeface="Calibri" panose="020F0502020204030204" pitchFamily="34" charset="0"/>
              <a:cs typeface="Calibri" panose="020F0502020204030204" pitchFamily="34" charset="0"/>
            </a:endParaRPr>
          </a:p>
        </p:txBody>
      </p:sp>
      <p:sp>
        <p:nvSpPr>
          <p:cNvPr id="8198" name="Rectangle 3">
            <a:extLst>
              <a:ext uri="{FF2B5EF4-FFF2-40B4-BE49-F238E27FC236}">
                <a16:creationId xmlns:a16="http://schemas.microsoft.com/office/drawing/2014/main" id="{BF09EF0C-898E-4CA5-AE08-EEB3E8337B5F}"/>
              </a:ext>
            </a:extLst>
          </p:cNvPr>
          <p:cNvSpPr>
            <a:spLocks noGrp="1" noChangeArrowheads="1"/>
          </p:cNvSpPr>
          <p:nvPr>
            <p:ph idx="1"/>
          </p:nvPr>
        </p:nvSpPr>
        <p:spPr>
          <a:xfrm>
            <a:off x="2057401" y="1417638"/>
            <a:ext cx="8220075" cy="4648200"/>
          </a:xfrm>
        </p:spPr>
        <p:txBody>
          <a:bodyPr/>
          <a:lstStyle/>
          <a:p>
            <a:r>
              <a:rPr lang="en-US" altLang="en-US" dirty="0" err="1">
                <a:latin typeface="Comic Sans MS" panose="030F0702030302020204" pitchFamily="66" charset="0"/>
                <a:ea typeface="ＭＳ Ｐゴシック" panose="020B0600070205080204" pitchFamily="34" charset="-128"/>
              </a:rPr>
              <a:t>Chức</a:t>
            </a:r>
            <a:r>
              <a:rPr lang="en-US" altLang="en-US" dirty="0">
                <a:latin typeface="Comic Sans MS" panose="030F0702030302020204" pitchFamily="66" charset="0"/>
                <a:ea typeface="ＭＳ Ｐゴシック" panose="020B0600070205080204" pitchFamily="34" charset="-128"/>
              </a:rPr>
              <a:t> </a:t>
            </a:r>
            <a:r>
              <a:rPr lang="en-US" altLang="en-US" dirty="0" err="1">
                <a:latin typeface="Comic Sans MS" panose="030F0702030302020204" pitchFamily="66" charset="0"/>
                <a:ea typeface="ＭＳ Ｐゴシック" panose="020B0600070205080204" pitchFamily="34" charset="-128"/>
              </a:rPr>
              <a:t>năng</a:t>
            </a:r>
            <a:r>
              <a:rPr lang="en-US" altLang="en-US" dirty="0">
                <a:latin typeface="Comic Sans MS" panose="030F0702030302020204" pitchFamily="66" charset="0"/>
                <a:ea typeface="ＭＳ Ｐゴシック" panose="020B0600070205080204" pitchFamily="34" charset="-128"/>
              </a:rPr>
              <a:t> qua </a:t>
            </a:r>
            <a:r>
              <a:rPr lang="en-US" altLang="en-US" dirty="0" err="1">
                <a:latin typeface="Comic Sans MS" panose="030F0702030302020204" pitchFamily="66" charset="0"/>
                <a:ea typeface="ＭＳ Ｐゴシック" panose="020B0600070205080204" pitchFamily="34" charset="-128"/>
              </a:rPr>
              <a:t>trọng</a:t>
            </a:r>
            <a:r>
              <a:rPr lang="en-US" altLang="en-US" dirty="0">
                <a:latin typeface="Comic Sans MS" panose="030F0702030302020204" pitchFamily="66" charset="0"/>
                <a:ea typeface="ＭＳ Ｐゴシック" panose="020B0600070205080204" pitchFamily="34" charset="-128"/>
              </a:rPr>
              <a:t> </a:t>
            </a:r>
            <a:r>
              <a:rPr lang="en-US" altLang="en-US" dirty="0" err="1">
                <a:latin typeface="Comic Sans MS" panose="030F0702030302020204" pitchFamily="66" charset="0"/>
                <a:ea typeface="ＭＳ Ｐゴシック" panose="020B0600070205080204" pitchFamily="34" charset="-128"/>
              </a:rPr>
              <a:t>thứ</a:t>
            </a:r>
            <a:r>
              <a:rPr lang="en-US" altLang="en-US" dirty="0">
                <a:latin typeface="Comic Sans MS" panose="030F0702030302020204" pitchFamily="66" charset="0"/>
                <a:ea typeface="ＭＳ Ｐゴシック" panose="020B0600070205080204" pitchFamily="34" charset="-128"/>
              </a:rPr>
              <a:t> 3</a:t>
            </a:r>
            <a:r>
              <a:rPr lang="en-US" altLang="en-US" baseline="30000" dirty="0">
                <a:latin typeface="Comic Sans MS" panose="030F0702030302020204" pitchFamily="66" charset="0"/>
                <a:ea typeface="ＭＳ Ｐゴシック" panose="020B0600070205080204" pitchFamily="34" charset="-128"/>
              </a:rPr>
              <a:t>    </a:t>
            </a:r>
            <a:r>
              <a:rPr lang="en-US" altLang="en-US" dirty="0" err="1">
                <a:latin typeface="Comic Sans MS" panose="030F0702030302020204" pitchFamily="66" charset="0"/>
                <a:ea typeface="ＭＳ Ｐゴシック" panose="020B0600070205080204" pitchFamily="34" charset="-128"/>
              </a:rPr>
              <a:t>trong</a:t>
            </a:r>
            <a:r>
              <a:rPr lang="en-US" altLang="en-US" dirty="0">
                <a:latin typeface="Comic Sans MS" panose="030F0702030302020204" pitchFamily="66" charset="0"/>
                <a:ea typeface="ＭＳ Ｐゴシック" panose="020B0600070205080204" pitchFamily="34" charset="-128"/>
              </a:rPr>
              <a:t> </a:t>
            </a:r>
            <a:r>
              <a:rPr lang="en-US" altLang="en-US" dirty="0" err="1">
                <a:latin typeface="Comic Sans MS" panose="030F0702030302020204" pitchFamily="66" charset="0"/>
                <a:ea typeface="ＭＳ Ｐゴシック" panose="020B0600070205080204" pitchFamily="34" charset="-128"/>
              </a:rPr>
              <a:t>một</a:t>
            </a:r>
            <a:r>
              <a:rPr lang="en-US" altLang="en-US" dirty="0">
                <a:latin typeface="Comic Sans MS" panose="030F0702030302020204" pitchFamily="66" charset="0"/>
                <a:ea typeface="ＭＳ Ｐゴシック" panose="020B0600070205080204" pitchFamily="34" charset="-128"/>
              </a:rPr>
              <a:t> </a:t>
            </a:r>
            <a:r>
              <a:rPr lang="en-US" altLang="en-US" dirty="0" err="1">
                <a:latin typeface="Comic Sans MS" panose="030F0702030302020204" pitchFamily="66" charset="0"/>
                <a:ea typeface="ＭＳ Ｐゴシック" panose="020B0600070205080204" pitchFamily="34" charset="-128"/>
              </a:rPr>
              <a:t>số</a:t>
            </a:r>
            <a:r>
              <a:rPr lang="en-US" altLang="en-US" dirty="0">
                <a:latin typeface="Comic Sans MS" panose="030F0702030302020204" pitchFamily="66" charset="0"/>
                <a:ea typeface="ＭＳ Ｐゴシック" panose="020B0600070205080204" pitchFamily="34" charset="-128"/>
              </a:rPr>
              <a:t> </a:t>
            </a:r>
            <a:r>
              <a:rPr lang="en-US" altLang="en-US" dirty="0" err="1">
                <a:latin typeface="Comic Sans MS" panose="030F0702030302020204" pitchFamily="66" charset="0"/>
                <a:ea typeface="ＭＳ Ｐゴシック" panose="020B0600070205080204" pitchFamily="34" charset="-128"/>
              </a:rPr>
              <a:t>kiến</a:t>
            </a:r>
            <a:r>
              <a:rPr lang="en-US" altLang="en-US" dirty="0">
                <a:latin typeface="Comic Sans MS" panose="030F0702030302020204" pitchFamily="66" charset="0"/>
                <a:ea typeface="ＭＳ Ｐゴシック" panose="020B0600070205080204" pitchFamily="34" charset="-128"/>
              </a:rPr>
              <a:t> </a:t>
            </a:r>
            <a:r>
              <a:rPr lang="en-US" altLang="en-US" dirty="0" err="1">
                <a:latin typeface="Comic Sans MS" panose="030F0702030302020204" pitchFamily="66" charset="0"/>
                <a:ea typeface="ＭＳ Ｐゴシック" panose="020B0600070205080204" pitchFamily="34" charset="-128"/>
              </a:rPr>
              <a:t>trúc</a:t>
            </a:r>
            <a:r>
              <a:rPr lang="en-US" altLang="en-US" dirty="0">
                <a:latin typeface="Comic Sans MS" panose="030F0702030302020204" pitchFamily="66" charset="0"/>
                <a:ea typeface="ＭＳ Ｐゴシック" panose="020B0600070205080204" pitchFamily="34" charset="-128"/>
              </a:rPr>
              <a:t> </a:t>
            </a:r>
            <a:r>
              <a:rPr lang="en-US" altLang="en-US" dirty="0" err="1">
                <a:latin typeface="Comic Sans MS" panose="030F0702030302020204" pitchFamily="66" charset="0"/>
                <a:ea typeface="ＭＳ Ｐゴシック" panose="020B0600070205080204" pitchFamily="34" charset="-128"/>
              </a:rPr>
              <a:t>mạng</a:t>
            </a:r>
            <a:r>
              <a:rPr lang="en-US" altLang="en-US" dirty="0">
                <a:latin typeface="Comic Sans MS" panose="030F0702030302020204" pitchFamily="66" charset="0"/>
                <a:ea typeface="ＭＳ Ｐゴシック" panose="020B0600070205080204" pitchFamily="34" charset="-128"/>
              </a:rPr>
              <a:t>:</a:t>
            </a:r>
          </a:p>
          <a:p>
            <a:pPr lvl="1"/>
            <a:r>
              <a:rPr lang="en-US" altLang="en-US" dirty="0">
                <a:latin typeface="Comic Sans MS" panose="030F0702030302020204" pitchFamily="66" charset="0"/>
                <a:ea typeface="ＭＳ Ｐゴシック" panose="020B0600070205080204" pitchFamily="34" charset="-128"/>
              </a:rPr>
              <a:t>ATM, frame relay, </a:t>
            </a:r>
            <a:r>
              <a:rPr lang="en-US" altLang="en-US" dirty="0" err="1">
                <a:latin typeface="Comic Sans MS" panose="030F0702030302020204" pitchFamily="66" charset="0"/>
                <a:ea typeface="ＭＳ Ｐゴシック" panose="020B0600070205080204" pitchFamily="34" charset="-128"/>
              </a:rPr>
              <a:t>X.25</a:t>
            </a:r>
            <a:endParaRPr lang="en-US" altLang="en-US" dirty="0">
              <a:latin typeface="Comic Sans MS" panose="030F0702030302020204" pitchFamily="66" charset="0"/>
              <a:ea typeface="ＭＳ Ｐゴシック" panose="020B0600070205080204" pitchFamily="34" charset="-128"/>
            </a:endParaRPr>
          </a:p>
          <a:p>
            <a:r>
              <a:rPr lang="en-US" altLang="en-US" dirty="0" err="1">
                <a:latin typeface="Comic Sans MS" panose="030F0702030302020204" pitchFamily="66" charset="0"/>
                <a:ea typeface="ＭＳ Ｐゴシック" panose="020B0600070205080204" pitchFamily="34" charset="-128"/>
              </a:rPr>
              <a:t>Trước</a:t>
            </a:r>
            <a:r>
              <a:rPr lang="en-US" altLang="en-US" dirty="0">
                <a:latin typeface="Comic Sans MS" panose="030F0702030302020204" pitchFamily="66" charset="0"/>
                <a:ea typeface="ＭＳ Ｐゴシック" panose="020B0600070205080204" pitchFamily="34" charset="-128"/>
              </a:rPr>
              <a:t> </a:t>
            </a:r>
            <a:r>
              <a:rPr lang="en-US" altLang="en-US" dirty="0" err="1">
                <a:latin typeface="Comic Sans MS" panose="030F0702030302020204" pitchFamily="66" charset="0"/>
                <a:ea typeface="ＭＳ Ｐゴシック" panose="020B0600070205080204" pitchFamily="34" charset="-128"/>
              </a:rPr>
              <a:t>khi</a:t>
            </a:r>
            <a:r>
              <a:rPr lang="en-US" altLang="en-US" dirty="0">
                <a:latin typeface="Comic Sans MS" panose="030F0702030302020204" pitchFamily="66" charset="0"/>
                <a:ea typeface="ＭＳ Ｐゴシック" panose="020B0600070205080204" pitchFamily="34" charset="-128"/>
              </a:rPr>
              <a:t> </a:t>
            </a:r>
            <a:r>
              <a:rPr lang="en-US" altLang="en-US" dirty="0" err="1">
                <a:latin typeface="Comic Sans MS" panose="030F0702030302020204" pitchFamily="66" charset="0"/>
                <a:ea typeface="ＭＳ Ｐゴシック" panose="020B0600070205080204" pitchFamily="34" charset="-128"/>
              </a:rPr>
              <a:t>các</a:t>
            </a:r>
            <a:r>
              <a:rPr lang="en-US" altLang="en-US" dirty="0">
                <a:latin typeface="Comic Sans MS" panose="030F0702030302020204" pitchFamily="66" charset="0"/>
                <a:ea typeface="ＭＳ Ｐゴシック" panose="020B0600070205080204" pitchFamily="34" charset="-128"/>
              </a:rPr>
              <a:t> datagram di </a:t>
            </a:r>
            <a:r>
              <a:rPr lang="en-US" altLang="en-US" dirty="0" err="1">
                <a:latin typeface="Comic Sans MS" panose="030F0702030302020204" pitchFamily="66" charset="0"/>
                <a:ea typeface="ＭＳ Ｐゴシック" panose="020B0600070205080204" pitchFamily="34" charset="-128"/>
              </a:rPr>
              <a:t>chuyển</a:t>
            </a:r>
            <a:r>
              <a:rPr lang="en-US" altLang="en-US" dirty="0">
                <a:latin typeface="Comic Sans MS" panose="030F0702030302020204" pitchFamily="66" charset="0"/>
                <a:ea typeface="ＭＳ Ｐゴシック" panose="020B0600070205080204" pitchFamily="34" charset="-128"/>
              </a:rPr>
              <a:t>, 2 host </a:t>
            </a:r>
            <a:r>
              <a:rPr lang="en-US" altLang="en-US" dirty="0" err="1">
                <a:latin typeface="Comic Sans MS" panose="030F0702030302020204" pitchFamily="66" charset="0"/>
                <a:ea typeface="ＭＳ Ｐゴシック" panose="020B0600070205080204" pitchFamily="34" charset="-128"/>
              </a:rPr>
              <a:t>đầu</a:t>
            </a:r>
            <a:r>
              <a:rPr lang="en-US" altLang="en-US" dirty="0">
                <a:latin typeface="Comic Sans MS" panose="030F0702030302020204" pitchFamily="66" charset="0"/>
                <a:ea typeface="ＭＳ Ｐゴシック" panose="020B0600070205080204" pitchFamily="34" charset="-128"/>
              </a:rPr>
              <a:t> </a:t>
            </a:r>
            <a:r>
              <a:rPr lang="en-US" altLang="en-US" dirty="0" err="1">
                <a:latin typeface="Comic Sans MS" panose="030F0702030302020204" pitchFamily="66" charset="0"/>
                <a:ea typeface="ＭＳ Ｐゴシック" panose="020B0600070205080204" pitchFamily="34" charset="-128"/>
              </a:rPr>
              <a:t>cuối</a:t>
            </a:r>
            <a:r>
              <a:rPr lang="en-US" altLang="en-US" dirty="0">
                <a:latin typeface="Comic Sans MS" panose="030F0702030302020204" pitchFamily="66" charset="0"/>
                <a:ea typeface="ＭＳ Ｐゴシック" panose="020B0600070205080204" pitchFamily="34" charset="-128"/>
              </a:rPr>
              <a:t> </a:t>
            </a:r>
            <a:r>
              <a:rPr lang="en-US" altLang="en-US" dirty="0" err="1">
                <a:latin typeface="Comic Sans MS" panose="030F0702030302020204" pitchFamily="66" charset="0"/>
                <a:ea typeface="ＭＳ Ｐゴシック" panose="020B0600070205080204" pitchFamily="34" charset="-128"/>
              </a:rPr>
              <a:t>và</a:t>
            </a:r>
            <a:r>
              <a:rPr lang="en-US" altLang="en-US" dirty="0">
                <a:latin typeface="Comic Sans MS" panose="030F0702030302020204" pitchFamily="66" charset="0"/>
                <a:ea typeface="ＭＳ Ｐゴシック" panose="020B0600070205080204" pitchFamily="34" charset="-128"/>
              </a:rPr>
              <a:t> router </a:t>
            </a:r>
            <a:r>
              <a:rPr lang="en-US" altLang="en-US" dirty="0" err="1">
                <a:latin typeface="Comic Sans MS" panose="030F0702030302020204" pitchFamily="66" charset="0"/>
                <a:ea typeface="ＭＳ Ｐゴシック" panose="020B0600070205080204" pitchFamily="34" charset="-128"/>
              </a:rPr>
              <a:t>trung</a:t>
            </a:r>
            <a:r>
              <a:rPr lang="en-US" altLang="en-US" dirty="0">
                <a:latin typeface="Comic Sans MS" panose="030F0702030302020204" pitchFamily="66" charset="0"/>
                <a:ea typeface="ＭＳ Ｐゴシック" panose="020B0600070205080204" pitchFamily="34" charset="-128"/>
              </a:rPr>
              <a:t> </a:t>
            </a:r>
            <a:r>
              <a:rPr lang="en-US" altLang="en-US" dirty="0" err="1">
                <a:latin typeface="Comic Sans MS" panose="030F0702030302020204" pitchFamily="66" charset="0"/>
                <a:ea typeface="ＭＳ Ｐゴシック" panose="020B0600070205080204" pitchFamily="34" charset="-128"/>
              </a:rPr>
              <a:t>gian</a:t>
            </a:r>
            <a:r>
              <a:rPr lang="en-US" altLang="en-US" dirty="0">
                <a:latin typeface="Comic Sans MS" panose="030F0702030302020204" pitchFamily="66" charset="0"/>
                <a:ea typeface="ＭＳ Ｐゴシック" panose="020B0600070205080204" pitchFamily="34" charset="-128"/>
              </a:rPr>
              <a:t> (intervening routers) </a:t>
            </a:r>
            <a:r>
              <a:rPr lang="en-US" altLang="en-US" dirty="0" err="1">
                <a:latin typeface="Comic Sans MS" panose="030F0702030302020204" pitchFamily="66" charset="0"/>
                <a:ea typeface="ＭＳ Ｐゴシック" panose="020B0600070205080204" pitchFamily="34" charset="-128"/>
              </a:rPr>
              <a:t>thiết</a:t>
            </a:r>
            <a:r>
              <a:rPr lang="en-US" altLang="en-US" dirty="0">
                <a:latin typeface="Comic Sans MS" panose="030F0702030302020204" pitchFamily="66" charset="0"/>
                <a:ea typeface="ＭＳ Ｐゴシック" panose="020B0600070205080204" pitchFamily="34" charset="-128"/>
              </a:rPr>
              <a:t> </a:t>
            </a:r>
            <a:r>
              <a:rPr lang="en-US" altLang="en-US" dirty="0" err="1">
                <a:latin typeface="Comic Sans MS" panose="030F0702030302020204" pitchFamily="66" charset="0"/>
                <a:ea typeface="ＭＳ Ｐゴシック" panose="020B0600070205080204" pitchFamily="34" charset="-128"/>
              </a:rPr>
              <a:t>lặp</a:t>
            </a:r>
            <a:r>
              <a:rPr lang="en-US" altLang="en-US" dirty="0">
                <a:latin typeface="Comic Sans MS" panose="030F0702030302020204" pitchFamily="66" charset="0"/>
                <a:ea typeface="ＭＳ Ｐゴシック" panose="020B0600070205080204" pitchFamily="34" charset="-128"/>
              </a:rPr>
              <a:t> </a:t>
            </a:r>
            <a:r>
              <a:rPr lang="en-US" altLang="en-US" dirty="0" err="1">
                <a:latin typeface="Comic Sans MS" panose="030F0702030302020204" pitchFamily="66" charset="0"/>
                <a:ea typeface="ＭＳ Ｐゴシック" panose="020B0600070205080204" pitchFamily="34" charset="-128"/>
              </a:rPr>
              <a:t>kết</a:t>
            </a:r>
            <a:r>
              <a:rPr lang="en-US" altLang="en-US" dirty="0">
                <a:latin typeface="Comic Sans MS" panose="030F0702030302020204" pitchFamily="66" charset="0"/>
                <a:ea typeface="ＭＳ Ｐゴシック" panose="020B0600070205080204" pitchFamily="34" charset="-128"/>
              </a:rPr>
              <a:t> </a:t>
            </a:r>
            <a:r>
              <a:rPr lang="en-US" altLang="en-US" dirty="0" err="1">
                <a:latin typeface="Comic Sans MS" panose="030F0702030302020204" pitchFamily="66" charset="0"/>
                <a:ea typeface="ＭＳ Ｐゴシック" panose="020B0600070205080204" pitchFamily="34" charset="-128"/>
              </a:rPr>
              <a:t>nối</a:t>
            </a:r>
            <a:r>
              <a:rPr lang="en-US" altLang="en-US" dirty="0">
                <a:latin typeface="Comic Sans MS" panose="030F0702030302020204" pitchFamily="66" charset="0"/>
                <a:ea typeface="ＭＳ Ｐゴシック" panose="020B0600070205080204" pitchFamily="34" charset="-128"/>
              </a:rPr>
              <a:t> </a:t>
            </a:r>
            <a:r>
              <a:rPr lang="en-US" altLang="en-US" dirty="0" err="1">
                <a:latin typeface="Comic Sans MS" panose="030F0702030302020204" pitchFamily="66" charset="0"/>
                <a:ea typeface="ＭＳ Ｐゴシック" panose="020B0600070205080204" pitchFamily="34" charset="-128"/>
              </a:rPr>
              <a:t>ảo</a:t>
            </a:r>
            <a:endParaRPr lang="en-US" altLang="en-US" dirty="0">
              <a:latin typeface="Comic Sans MS" panose="030F0702030302020204" pitchFamily="66" charset="0"/>
              <a:ea typeface="ＭＳ Ｐゴシック" panose="020B0600070205080204" pitchFamily="34" charset="-128"/>
            </a:endParaRPr>
          </a:p>
          <a:p>
            <a:pPr lvl="1"/>
            <a:r>
              <a:rPr lang="en-US" altLang="en-US" dirty="0" err="1">
                <a:latin typeface="Comic Sans MS" panose="030F0702030302020204" pitchFamily="66" charset="0"/>
                <a:ea typeface="ＭＳ Ｐゴシック" panose="020B0600070205080204" pitchFamily="34" charset="-128"/>
              </a:rPr>
              <a:t>Các</a:t>
            </a:r>
            <a:r>
              <a:rPr lang="en-US" altLang="en-US" dirty="0">
                <a:latin typeface="Comic Sans MS" panose="030F0702030302020204" pitchFamily="66" charset="0"/>
                <a:ea typeface="ＭＳ Ｐゴシック" panose="020B0600070205080204" pitchFamily="34" charset="-128"/>
              </a:rPr>
              <a:t> router </a:t>
            </a:r>
            <a:r>
              <a:rPr lang="en-US" altLang="en-US" dirty="0" err="1">
                <a:latin typeface="Comic Sans MS" panose="030F0702030302020204" pitchFamily="66" charset="0"/>
                <a:ea typeface="ＭＳ Ｐゴシック" panose="020B0600070205080204" pitchFamily="34" charset="-128"/>
              </a:rPr>
              <a:t>cũng</a:t>
            </a:r>
            <a:r>
              <a:rPr lang="en-US" altLang="en-US" dirty="0">
                <a:latin typeface="Comic Sans MS" panose="030F0702030302020204" pitchFamily="66" charset="0"/>
                <a:ea typeface="ＭＳ Ｐゴシック" panose="020B0600070205080204" pitchFamily="34" charset="-128"/>
              </a:rPr>
              <a:t> </a:t>
            </a:r>
            <a:r>
              <a:rPr lang="en-US" altLang="en-US" dirty="0" err="1">
                <a:latin typeface="Comic Sans MS" panose="030F0702030302020204" pitchFamily="66" charset="0"/>
                <a:ea typeface="ＭＳ Ｐゴシック" panose="020B0600070205080204" pitchFamily="34" charset="-128"/>
              </a:rPr>
              <a:t>tham</a:t>
            </a:r>
            <a:r>
              <a:rPr lang="en-US" altLang="en-US" dirty="0">
                <a:latin typeface="Comic Sans MS" panose="030F0702030302020204" pitchFamily="66" charset="0"/>
                <a:ea typeface="ＭＳ Ｐゴシック" panose="020B0600070205080204" pitchFamily="34" charset="-128"/>
              </a:rPr>
              <a:t> </a:t>
            </a:r>
            <a:r>
              <a:rPr lang="en-US" altLang="en-US" dirty="0" err="1">
                <a:latin typeface="Comic Sans MS" panose="030F0702030302020204" pitchFamily="66" charset="0"/>
                <a:ea typeface="ＭＳ Ｐゴシック" panose="020B0600070205080204" pitchFamily="34" charset="-128"/>
              </a:rPr>
              <a:t>gia</a:t>
            </a:r>
            <a:endParaRPr lang="en-US" altLang="en-US" dirty="0">
              <a:latin typeface="Comic Sans MS" panose="030F0702030302020204" pitchFamily="66" charset="0"/>
              <a:ea typeface="ＭＳ Ｐゴシック" panose="020B0600070205080204" pitchFamily="34" charset="-128"/>
            </a:endParaRPr>
          </a:p>
          <a:p>
            <a:r>
              <a:rPr lang="en-US" altLang="en-US" dirty="0" err="1">
                <a:latin typeface="Comic Sans MS" panose="030F0702030302020204" pitchFamily="66" charset="0"/>
                <a:ea typeface="ＭＳ Ｐゴシック" panose="020B0600070205080204" pitchFamily="34" charset="-128"/>
              </a:rPr>
              <a:t>Dịch</a:t>
            </a:r>
            <a:r>
              <a:rPr lang="en-US" altLang="en-US" dirty="0">
                <a:latin typeface="Comic Sans MS" panose="030F0702030302020204" pitchFamily="66" charset="0"/>
                <a:ea typeface="ＭＳ Ｐゴシック" panose="020B0600070205080204" pitchFamily="34" charset="-128"/>
              </a:rPr>
              <a:t> </a:t>
            </a:r>
            <a:r>
              <a:rPr lang="en-US" altLang="en-US" dirty="0" err="1">
                <a:latin typeface="Comic Sans MS" panose="030F0702030302020204" pitchFamily="66" charset="0"/>
                <a:ea typeface="ＭＳ Ｐゴシック" panose="020B0600070205080204" pitchFamily="34" charset="-128"/>
              </a:rPr>
              <a:t>vụ</a:t>
            </a:r>
            <a:r>
              <a:rPr lang="en-US" altLang="en-US" dirty="0">
                <a:latin typeface="Comic Sans MS" panose="030F0702030302020204" pitchFamily="66" charset="0"/>
                <a:ea typeface="ＭＳ Ｐゴシック" panose="020B0600070205080204" pitchFamily="34" charset="-128"/>
              </a:rPr>
              <a:t> </a:t>
            </a:r>
            <a:r>
              <a:rPr lang="en-US" altLang="en-US" dirty="0" err="1">
                <a:latin typeface="Comic Sans MS" panose="030F0702030302020204" pitchFamily="66" charset="0"/>
                <a:ea typeface="ＭＳ Ｐゴシック" panose="020B0600070205080204" pitchFamily="34" charset="-128"/>
              </a:rPr>
              <a:t>kết</a:t>
            </a:r>
            <a:r>
              <a:rPr lang="en-US" altLang="en-US" dirty="0">
                <a:latin typeface="Comic Sans MS" panose="030F0702030302020204" pitchFamily="66" charset="0"/>
                <a:ea typeface="ＭＳ Ｐゴシック" panose="020B0600070205080204" pitchFamily="34" charset="-128"/>
              </a:rPr>
              <a:t> </a:t>
            </a:r>
            <a:r>
              <a:rPr lang="en-US" altLang="en-US" dirty="0" err="1">
                <a:latin typeface="Comic Sans MS" panose="030F0702030302020204" pitchFamily="66" charset="0"/>
                <a:ea typeface="ＭＳ Ｐゴシック" panose="020B0600070205080204" pitchFamily="34" charset="-128"/>
              </a:rPr>
              <a:t>nối</a:t>
            </a:r>
            <a:r>
              <a:rPr lang="en-US" altLang="en-US" dirty="0">
                <a:latin typeface="Comic Sans MS" panose="030F0702030302020204" pitchFamily="66" charset="0"/>
                <a:ea typeface="ＭＳ Ｐゴシック" panose="020B0600070205080204" pitchFamily="34" charset="-128"/>
              </a:rPr>
              <a:t> </a:t>
            </a:r>
            <a:r>
              <a:rPr lang="en-US" altLang="en-US" dirty="0" err="1">
                <a:latin typeface="Comic Sans MS" panose="030F0702030302020204" pitchFamily="66" charset="0"/>
                <a:ea typeface="ＭＳ Ｐゴシック" panose="020B0600070205080204" pitchFamily="34" charset="-128"/>
              </a:rPr>
              <a:t>tầng</a:t>
            </a:r>
            <a:r>
              <a:rPr lang="en-US" altLang="en-US" dirty="0">
                <a:latin typeface="Comic Sans MS" panose="030F0702030302020204" pitchFamily="66" charset="0"/>
                <a:ea typeface="ＭＳ Ｐゴシック" panose="020B0600070205080204" pitchFamily="34" charset="-128"/>
              </a:rPr>
              <a:t> transport so </a:t>
            </a:r>
            <a:r>
              <a:rPr lang="en-US" altLang="en-US" dirty="0" err="1">
                <a:latin typeface="Comic Sans MS" panose="030F0702030302020204" pitchFamily="66" charset="0"/>
                <a:ea typeface="ＭＳ Ｐゴシック" panose="020B0600070205080204" pitchFamily="34" charset="-128"/>
              </a:rPr>
              <a:t>với</a:t>
            </a:r>
            <a:r>
              <a:rPr lang="en-US" altLang="en-US" dirty="0">
                <a:latin typeface="Comic Sans MS" panose="030F0702030302020204" pitchFamily="66" charset="0"/>
                <a:ea typeface="ＭＳ Ｐゴシック" panose="020B0600070205080204" pitchFamily="34" charset="-128"/>
              </a:rPr>
              <a:t> </a:t>
            </a:r>
            <a:r>
              <a:rPr lang="en-US" altLang="en-US" dirty="0" err="1">
                <a:latin typeface="Comic Sans MS" panose="030F0702030302020204" pitchFamily="66" charset="0"/>
                <a:ea typeface="ＭＳ Ｐゴシック" panose="020B0600070205080204" pitchFamily="34" charset="-128"/>
              </a:rPr>
              <a:t>tầng</a:t>
            </a:r>
            <a:r>
              <a:rPr lang="en-US" altLang="en-US" dirty="0">
                <a:latin typeface="Comic Sans MS" panose="030F0702030302020204" pitchFamily="66" charset="0"/>
                <a:ea typeface="ＭＳ Ｐゴシック" panose="020B0600070205080204" pitchFamily="34" charset="-128"/>
              </a:rPr>
              <a:t> network :</a:t>
            </a:r>
          </a:p>
          <a:p>
            <a:pPr lvl="1"/>
            <a:r>
              <a:rPr lang="en-US" altLang="en-US" i="1" dirty="0">
                <a:solidFill>
                  <a:srgbClr val="CC0000"/>
                </a:solidFill>
                <a:latin typeface="Comic Sans MS" panose="030F0702030302020204" pitchFamily="66" charset="0"/>
                <a:ea typeface="ＭＳ Ｐゴシック" panose="020B0600070205080204" pitchFamily="34" charset="-128"/>
              </a:rPr>
              <a:t>network:</a:t>
            </a:r>
            <a:r>
              <a:rPr lang="en-US" altLang="en-US" dirty="0">
                <a:latin typeface="Comic Sans MS" panose="030F0702030302020204" pitchFamily="66" charset="0"/>
                <a:ea typeface="ＭＳ Ｐゴシック" panose="020B0600070205080204" pitchFamily="34" charset="-128"/>
              </a:rPr>
              <a:t> </a:t>
            </a:r>
            <a:r>
              <a:rPr lang="en-US" altLang="en-US" dirty="0" err="1">
                <a:latin typeface="Comic Sans MS" panose="030F0702030302020204" pitchFamily="66" charset="0"/>
                <a:ea typeface="ＭＳ Ｐゴシック" panose="020B0600070205080204" pitchFamily="34" charset="-128"/>
              </a:rPr>
              <a:t>giữa</a:t>
            </a:r>
            <a:r>
              <a:rPr lang="en-US" altLang="en-US" dirty="0">
                <a:latin typeface="Comic Sans MS" panose="030F0702030302020204" pitchFamily="66" charset="0"/>
                <a:ea typeface="ＭＳ Ｐゴシック" panose="020B0600070205080204" pitchFamily="34" charset="-128"/>
              </a:rPr>
              <a:t> 2 hosts (</a:t>
            </a:r>
            <a:r>
              <a:rPr lang="en-US" altLang="en-US" dirty="0" err="1">
                <a:latin typeface="Comic Sans MS" panose="030F0702030302020204" pitchFamily="66" charset="0"/>
                <a:ea typeface="ＭＳ Ｐゴシック" panose="020B0600070205080204" pitchFamily="34" charset="-128"/>
              </a:rPr>
              <a:t>cũng</a:t>
            </a:r>
            <a:r>
              <a:rPr lang="en-US" altLang="en-US" dirty="0">
                <a:latin typeface="Comic Sans MS" panose="030F0702030302020204" pitchFamily="66" charset="0"/>
                <a:ea typeface="ＭＳ Ｐゴシック" panose="020B0600070205080204" pitchFamily="34" charset="-128"/>
              </a:rPr>
              <a:t> </a:t>
            </a:r>
            <a:r>
              <a:rPr lang="en-US" altLang="en-US" dirty="0" err="1">
                <a:latin typeface="Comic Sans MS" panose="030F0702030302020204" pitchFamily="66" charset="0"/>
                <a:ea typeface="ＭＳ Ｐゴシック" panose="020B0600070205080204" pitchFamily="34" charset="-128"/>
              </a:rPr>
              <a:t>có</a:t>
            </a:r>
            <a:r>
              <a:rPr lang="en-US" altLang="en-US" dirty="0">
                <a:latin typeface="Comic Sans MS" panose="030F0702030302020204" pitchFamily="66" charset="0"/>
                <a:ea typeface="ＭＳ Ｐゴシック" panose="020B0600070205080204" pitchFamily="34" charset="-128"/>
              </a:rPr>
              <a:t> </a:t>
            </a:r>
            <a:r>
              <a:rPr lang="en-US" altLang="en-US" dirty="0" err="1">
                <a:latin typeface="Comic Sans MS" panose="030F0702030302020204" pitchFamily="66" charset="0"/>
                <a:ea typeface="ＭＳ Ｐゴシック" panose="020B0600070205080204" pitchFamily="34" charset="-128"/>
              </a:rPr>
              <a:t>thể</a:t>
            </a:r>
            <a:r>
              <a:rPr lang="en-US" altLang="en-US" dirty="0">
                <a:latin typeface="Comic Sans MS" panose="030F0702030302020204" pitchFamily="66" charset="0"/>
                <a:ea typeface="ＭＳ Ｐゴシック" panose="020B0600070205080204" pitchFamily="34" charset="-128"/>
              </a:rPr>
              <a:t> bao </a:t>
            </a:r>
            <a:r>
              <a:rPr lang="en-US" altLang="en-US" dirty="0" err="1">
                <a:latin typeface="Comic Sans MS" panose="030F0702030302020204" pitchFamily="66" charset="0"/>
                <a:ea typeface="ＭＳ Ｐゴシック" panose="020B0600070205080204" pitchFamily="34" charset="-128"/>
              </a:rPr>
              <a:t>gồm</a:t>
            </a:r>
            <a:r>
              <a:rPr lang="en-US" altLang="en-US" dirty="0">
                <a:latin typeface="Comic Sans MS" panose="030F0702030302020204" pitchFamily="66" charset="0"/>
                <a:ea typeface="ＭＳ Ｐゴシック" panose="020B0600070205080204" pitchFamily="34" charset="-128"/>
              </a:rPr>
              <a:t> </a:t>
            </a:r>
            <a:r>
              <a:rPr lang="en-US" altLang="en-US" dirty="0" err="1">
                <a:latin typeface="Comic Sans MS" panose="030F0702030302020204" pitchFamily="66" charset="0"/>
                <a:ea typeface="ＭＳ Ｐゴシック" panose="020B0600070205080204" pitchFamily="34" charset="-128"/>
              </a:rPr>
              <a:t>các</a:t>
            </a:r>
            <a:r>
              <a:rPr lang="en-US" altLang="en-US" dirty="0">
                <a:latin typeface="Comic Sans MS" panose="030F0702030302020204" pitchFamily="66" charset="0"/>
                <a:ea typeface="ＭＳ Ｐゴシック" panose="020B0600070205080204" pitchFamily="34" charset="-128"/>
              </a:rPr>
              <a:t> router </a:t>
            </a:r>
            <a:r>
              <a:rPr lang="en-US" altLang="en-US" dirty="0" err="1">
                <a:latin typeface="Comic Sans MS" panose="030F0702030302020204" pitchFamily="66" charset="0"/>
                <a:ea typeface="ＭＳ Ｐゴシック" panose="020B0600070205080204" pitchFamily="34" charset="-128"/>
              </a:rPr>
              <a:t>trung</a:t>
            </a:r>
            <a:r>
              <a:rPr lang="en-US" altLang="en-US" dirty="0">
                <a:latin typeface="Comic Sans MS" panose="030F0702030302020204" pitchFamily="66" charset="0"/>
                <a:ea typeface="ＭＳ Ｐゴシック" panose="020B0600070205080204" pitchFamily="34" charset="-128"/>
              </a:rPr>
              <a:t> </a:t>
            </a:r>
            <a:r>
              <a:rPr lang="en-US" altLang="en-US" dirty="0" err="1">
                <a:latin typeface="Comic Sans MS" panose="030F0702030302020204" pitchFamily="66" charset="0"/>
                <a:ea typeface="ＭＳ Ｐゴシック" panose="020B0600070205080204" pitchFamily="34" charset="-128"/>
              </a:rPr>
              <a:t>gian</a:t>
            </a:r>
            <a:r>
              <a:rPr lang="en-US" altLang="en-US" dirty="0">
                <a:latin typeface="Comic Sans MS" panose="030F0702030302020204" pitchFamily="66" charset="0"/>
                <a:ea typeface="ＭＳ Ｐゴシック" panose="020B0600070205080204" pitchFamily="34" charset="-128"/>
              </a:rPr>
              <a:t> </a:t>
            </a:r>
            <a:r>
              <a:rPr lang="en-US" altLang="en-US" dirty="0" err="1">
                <a:latin typeface="Comic Sans MS" panose="030F0702030302020204" pitchFamily="66" charset="0"/>
                <a:ea typeface="ＭＳ Ｐゴシック" panose="020B0600070205080204" pitchFamily="34" charset="-128"/>
              </a:rPr>
              <a:t>trong</a:t>
            </a:r>
            <a:r>
              <a:rPr lang="en-US" altLang="en-US" dirty="0">
                <a:latin typeface="Comic Sans MS" panose="030F0702030302020204" pitchFamily="66" charset="0"/>
                <a:ea typeface="ＭＳ Ｐゴシック" panose="020B0600070205080204" pitchFamily="34" charset="-128"/>
              </a:rPr>
              <a:t> </a:t>
            </a:r>
            <a:r>
              <a:rPr lang="en-US" altLang="en-US" dirty="0" err="1">
                <a:latin typeface="Comic Sans MS" panose="030F0702030302020204" pitchFamily="66" charset="0"/>
                <a:ea typeface="ＭＳ Ｐゴシック" panose="020B0600070205080204" pitchFamily="34" charset="-128"/>
              </a:rPr>
              <a:t>trường</a:t>
            </a:r>
            <a:r>
              <a:rPr lang="en-US" altLang="en-US" dirty="0">
                <a:latin typeface="Comic Sans MS" panose="030F0702030302020204" pitchFamily="66" charset="0"/>
                <a:ea typeface="ＭＳ Ｐゴシック" panose="020B0600070205080204" pitchFamily="34" charset="-128"/>
              </a:rPr>
              <a:t> </a:t>
            </a:r>
            <a:r>
              <a:rPr lang="en-US" altLang="en-US" dirty="0" err="1">
                <a:latin typeface="Comic Sans MS" panose="030F0702030302020204" pitchFamily="66" charset="0"/>
                <a:ea typeface="ＭＳ Ｐゴシック" panose="020B0600070205080204" pitchFamily="34" charset="-128"/>
              </a:rPr>
              <a:t>hợp</a:t>
            </a:r>
            <a:r>
              <a:rPr lang="en-US" altLang="en-US" dirty="0">
                <a:latin typeface="Comic Sans MS" panose="030F0702030302020204" pitchFamily="66" charset="0"/>
                <a:ea typeface="ＭＳ Ｐゴシック" panose="020B0600070205080204" pitchFamily="34" charset="-128"/>
              </a:rPr>
              <a:t> </a:t>
            </a:r>
            <a:r>
              <a:rPr lang="en-US" altLang="en-US" dirty="0" err="1">
                <a:latin typeface="Comic Sans MS" panose="030F0702030302020204" pitchFamily="66" charset="0"/>
                <a:ea typeface="ＭＳ Ｐゴシック" panose="020B0600070205080204" pitchFamily="34" charset="-128"/>
              </a:rPr>
              <a:t>kết</a:t>
            </a:r>
            <a:r>
              <a:rPr lang="en-US" altLang="en-US" dirty="0">
                <a:latin typeface="Comic Sans MS" panose="030F0702030302020204" pitchFamily="66" charset="0"/>
                <a:ea typeface="ＭＳ Ｐゴシック" panose="020B0600070205080204" pitchFamily="34" charset="-128"/>
              </a:rPr>
              <a:t> </a:t>
            </a:r>
            <a:r>
              <a:rPr lang="en-US" altLang="en-US" dirty="0" err="1">
                <a:latin typeface="Comic Sans MS" panose="030F0702030302020204" pitchFamily="66" charset="0"/>
                <a:ea typeface="ＭＳ Ｐゴシック" panose="020B0600070205080204" pitchFamily="34" charset="-128"/>
              </a:rPr>
              <a:t>nối</a:t>
            </a:r>
            <a:r>
              <a:rPr lang="en-US" altLang="en-US" dirty="0">
                <a:latin typeface="Comic Sans MS" panose="030F0702030302020204" pitchFamily="66" charset="0"/>
                <a:ea typeface="ＭＳ Ｐゴシック" panose="020B0600070205080204" pitchFamily="34" charset="-128"/>
              </a:rPr>
              <a:t> </a:t>
            </a:r>
            <a:r>
              <a:rPr lang="en-US" altLang="en-US" dirty="0" err="1">
                <a:latin typeface="Comic Sans MS" panose="030F0702030302020204" pitchFamily="66" charset="0"/>
                <a:ea typeface="ＭＳ Ｐゴシック" panose="020B0600070205080204" pitchFamily="34" charset="-128"/>
              </a:rPr>
              <a:t>ảo</a:t>
            </a:r>
            <a:r>
              <a:rPr lang="en-US" altLang="en-US" dirty="0">
                <a:latin typeface="Comic Sans MS" panose="030F0702030302020204" pitchFamily="66" charset="0"/>
                <a:ea typeface="ＭＳ Ｐゴシック" panose="020B0600070205080204" pitchFamily="34" charset="-128"/>
              </a:rPr>
              <a:t>)</a:t>
            </a:r>
          </a:p>
          <a:p>
            <a:pPr lvl="1"/>
            <a:r>
              <a:rPr lang="en-US" altLang="en-US" i="1" dirty="0">
                <a:solidFill>
                  <a:srgbClr val="CC0000"/>
                </a:solidFill>
                <a:latin typeface="Comic Sans MS" panose="030F0702030302020204" pitchFamily="66" charset="0"/>
                <a:ea typeface="ＭＳ Ｐゴシック" panose="020B0600070205080204" pitchFamily="34" charset="-128"/>
              </a:rPr>
              <a:t>transport:</a:t>
            </a:r>
            <a:r>
              <a:rPr lang="en-US" altLang="en-US" dirty="0">
                <a:latin typeface="Comic Sans MS" panose="030F0702030302020204" pitchFamily="66" charset="0"/>
                <a:ea typeface="ＭＳ Ｐゴシック" panose="020B0600070205080204" pitchFamily="34" charset="-128"/>
              </a:rPr>
              <a:t> </a:t>
            </a:r>
            <a:r>
              <a:rPr lang="en-US" altLang="en-US" dirty="0" err="1">
                <a:latin typeface="Comic Sans MS" panose="030F0702030302020204" pitchFamily="66" charset="0"/>
                <a:ea typeface="ＭＳ Ｐゴシック" panose="020B0600070205080204" pitchFamily="34" charset="-128"/>
              </a:rPr>
              <a:t>giữa</a:t>
            </a:r>
            <a:r>
              <a:rPr lang="en-US" altLang="en-US" dirty="0">
                <a:latin typeface="Comic Sans MS" panose="030F0702030302020204" pitchFamily="66" charset="0"/>
                <a:ea typeface="ＭＳ Ｐゴシック" panose="020B0600070205080204" pitchFamily="34" charset="-128"/>
              </a:rPr>
              <a:t> 2 </a:t>
            </a:r>
            <a:r>
              <a:rPr lang="en-US" altLang="en-US" dirty="0" err="1">
                <a:latin typeface="Comic Sans MS" panose="030F0702030302020204" pitchFamily="66" charset="0"/>
                <a:ea typeface="ＭＳ Ｐゴシック" panose="020B0600070205080204" pitchFamily="34" charset="-128"/>
              </a:rPr>
              <a:t>tiến</a:t>
            </a:r>
            <a:r>
              <a:rPr lang="en-US" altLang="en-US" dirty="0">
                <a:latin typeface="Comic Sans MS" panose="030F0702030302020204" pitchFamily="66" charset="0"/>
                <a:ea typeface="ＭＳ Ｐゴシック" panose="020B0600070205080204" pitchFamily="34" charset="-128"/>
              </a:rPr>
              <a:t> </a:t>
            </a:r>
            <a:r>
              <a:rPr lang="en-US" altLang="en-US" dirty="0" err="1">
                <a:latin typeface="Comic Sans MS" panose="030F0702030302020204" pitchFamily="66" charset="0"/>
                <a:ea typeface="ＭＳ Ｐゴシック" panose="020B0600070205080204" pitchFamily="34" charset="-128"/>
              </a:rPr>
              <a:t>trình</a:t>
            </a:r>
            <a:endParaRPr lang="en-US" altLang="en-US" dirty="0">
              <a:latin typeface="Comic Sans MS" panose="030F0702030302020204" pitchFamily="66" charset="0"/>
              <a:ea typeface="ＭＳ Ｐゴシック" panose="020B0600070205080204" pitchFamily="34" charset="-128"/>
            </a:endParaRPr>
          </a:p>
          <a:p>
            <a:pPr>
              <a:buFont typeface="Wingdings" panose="05000000000000000000" pitchFamily="2" charset="2"/>
              <a:buNone/>
            </a:pPr>
            <a:endParaRPr lang="en-US" altLang="en-US" sz="2400" dirty="0">
              <a:latin typeface="Comic Sans MS" panose="030F0702030302020204" pitchFamily="66" charset="0"/>
              <a:ea typeface="ＭＳ Ｐゴシック" panose="020B0600070205080204" pitchFamily="34" charset="-128"/>
            </a:endParaRPr>
          </a:p>
        </p:txBody>
      </p:sp>
      <p:sp>
        <p:nvSpPr>
          <p:cNvPr id="8194" name="Footer Placeholder 4">
            <a:extLst>
              <a:ext uri="{FF2B5EF4-FFF2-40B4-BE49-F238E27FC236}">
                <a16:creationId xmlns:a16="http://schemas.microsoft.com/office/drawing/2014/main" id="{24888230-F674-4D51-9036-CE45E5F9832D}"/>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Tầng Network</a:t>
            </a:r>
          </a:p>
        </p:txBody>
      </p:sp>
      <p:sp>
        <p:nvSpPr>
          <p:cNvPr id="8195" name="Slide Number Placeholder 5">
            <a:extLst>
              <a:ext uri="{FF2B5EF4-FFF2-40B4-BE49-F238E27FC236}">
                <a16:creationId xmlns:a16="http://schemas.microsoft.com/office/drawing/2014/main" id="{06634361-D5F2-4A1D-AF92-E1646C77E15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4-</a:t>
            </a:r>
            <a:fld id="{7D73596E-F1F3-42E1-BBBA-E248787BCB54}" type="slidenum">
              <a:rPr lang="en-US" altLang="en-US">
                <a:latin typeface="Tahoma" panose="020B0604030504040204" pitchFamily="34" charset="0"/>
              </a:rPr>
              <a:pPr/>
              <a:t>15</a:t>
            </a:fld>
            <a:endParaRPr lang="en-US" altLang="en-US">
              <a:latin typeface="Tahoma" panose="020B0604030504040204" pitchFamily="34" charset="0"/>
            </a:endParaRPr>
          </a:p>
        </p:txBody>
      </p:sp>
      <p:pic>
        <p:nvPicPr>
          <p:cNvPr id="8196" name="Picture 5" descr="underline_base">
            <a:extLst>
              <a:ext uri="{FF2B5EF4-FFF2-40B4-BE49-F238E27FC236}">
                <a16:creationId xmlns:a16="http://schemas.microsoft.com/office/drawing/2014/main" id="{C13F6EE4-CFA7-4E3B-98E6-A65C215BB4B6}"/>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66938" y="1047750"/>
            <a:ext cx="4570412"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11273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1086E4F4-45F9-4AD8-9028-711777CD7715}"/>
              </a:ext>
            </a:extLst>
          </p:cNvPr>
          <p:cNvSpPr>
            <a:spLocks noGrp="1"/>
          </p:cNvSpPr>
          <p:nvPr>
            <p:ph type="title"/>
          </p:nvPr>
        </p:nvSpPr>
        <p:spPr/>
        <p:txBody>
          <a:bodyPr/>
          <a:lstStyle/>
          <a:p>
            <a:r>
              <a:rPr lang="en-US" dirty="0" err="1"/>
              <a:t>Một</a:t>
            </a:r>
            <a:r>
              <a:rPr lang="en-US" dirty="0"/>
              <a:t> </a:t>
            </a:r>
            <a:r>
              <a:rPr lang="en-US" dirty="0" err="1"/>
              <a:t>số</a:t>
            </a:r>
            <a:r>
              <a:rPr lang="en-US" dirty="0"/>
              <a:t> </a:t>
            </a:r>
            <a:r>
              <a:rPr lang="en-US" dirty="0" err="1"/>
              <a:t>dịch</a:t>
            </a:r>
            <a:r>
              <a:rPr lang="en-US" dirty="0"/>
              <a:t> </a:t>
            </a:r>
            <a:r>
              <a:rPr lang="en-US" dirty="0" err="1"/>
              <a:t>vụ</a:t>
            </a:r>
            <a:r>
              <a:rPr lang="en-US" dirty="0"/>
              <a:t> </a:t>
            </a:r>
            <a:r>
              <a:rPr lang="en-US" dirty="0" err="1"/>
              <a:t>có</a:t>
            </a:r>
            <a:r>
              <a:rPr lang="en-US" dirty="0"/>
              <a:t> </a:t>
            </a:r>
            <a:r>
              <a:rPr lang="en-US" dirty="0" err="1"/>
              <a:t>thể</a:t>
            </a:r>
            <a:r>
              <a:rPr lang="en-US" dirty="0"/>
              <a:t> </a:t>
            </a:r>
            <a:r>
              <a:rPr lang="en-US" dirty="0" err="1"/>
              <a:t>cung</a:t>
            </a:r>
            <a:r>
              <a:rPr lang="en-US" dirty="0"/>
              <a:t> </a:t>
            </a:r>
            <a:r>
              <a:rPr lang="en-US" dirty="0" err="1"/>
              <a:t>cấp</a:t>
            </a:r>
            <a:r>
              <a:rPr lang="en-US" dirty="0"/>
              <a:t> </a:t>
            </a:r>
            <a:r>
              <a:rPr lang="en-US" dirty="0" err="1"/>
              <a:t>bởi</a:t>
            </a:r>
            <a:r>
              <a:rPr lang="en-US" dirty="0"/>
              <a:t> </a:t>
            </a:r>
            <a:r>
              <a:rPr lang="en-US" dirty="0" err="1"/>
              <a:t>tầng</a:t>
            </a:r>
            <a:r>
              <a:rPr lang="en-US" dirty="0"/>
              <a:t> </a:t>
            </a:r>
            <a:r>
              <a:rPr lang="en-US" dirty="0" err="1"/>
              <a:t>mạng</a:t>
            </a:r>
            <a:r>
              <a:rPr lang="en-US" dirty="0"/>
              <a:t> bao </a:t>
            </a:r>
            <a:r>
              <a:rPr lang="en-US" dirty="0" err="1"/>
              <a:t>gồm</a:t>
            </a:r>
            <a:r>
              <a:rPr lang="en-US" dirty="0"/>
              <a:t>: </a:t>
            </a:r>
          </a:p>
        </p:txBody>
      </p:sp>
      <p:sp>
        <p:nvSpPr>
          <p:cNvPr id="3" name="Chỗ dành sẵn cho Nội dung 2">
            <a:extLst>
              <a:ext uri="{FF2B5EF4-FFF2-40B4-BE49-F238E27FC236}">
                <a16:creationId xmlns:a16="http://schemas.microsoft.com/office/drawing/2014/main" id="{C15167B5-022C-4A49-946A-7CCEB2DA6C3D}"/>
              </a:ext>
            </a:extLst>
          </p:cNvPr>
          <p:cNvSpPr>
            <a:spLocks noGrp="1"/>
          </p:cNvSpPr>
          <p:nvPr>
            <p:ph sz="half" idx="1"/>
          </p:nvPr>
        </p:nvSpPr>
        <p:spPr>
          <a:xfrm>
            <a:off x="685802" y="2142067"/>
            <a:ext cx="10131424" cy="3649134"/>
          </a:xfrm>
        </p:spPr>
        <p:txBody>
          <a:bodyPr/>
          <a:lstStyle/>
          <a:p>
            <a:pPr marL="0" indent="0">
              <a:buNone/>
            </a:pPr>
            <a:r>
              <a:rPr lang="en-US" dirty="0" err="1"/>
              <a:t>Đảm</a:t>
            </a:r>
            <a:r>
              <a:rPr lang="en-US" dirty="0"/>
              <a:t> </a:t>
            </a:r>
            <a:r>
              <a:rPr lang="en-US" dirty="0" err="1"/>
              <a:t>bảo</a:t>
            </a:r>
            <a:r>
              <a:rPr lang="en-US" dirty="0"/>
              <a:t> </a:t>
            </a:r>
            <a:r>
              <a:rPr lang="en-US" dirty="0" err="1"/>
              <a:t>việc</a:t>
            </a:r>
            <a:r>
              <a:rPr lang="en-US" dirty="0"/>
              <a:t> </a:t>
            </a:r>
            <a:r>
              <a:rPr lang="en-US" dirty="0" err="1"/>
              <a:t>phân</a:t>
            </a:r>
            <a:r>
              <a:rPr lang="en-US" dirty="0"/>
              <a:t> </a:t>
            </a:r>
            <a:r>
              <a:rPr lang="en-US" dirty="0" err="1"/>
              <a:t>phối</a:t>
            </a:r>
            <a:r>
              <a:rPr lang="en-US" dirty="0"/>
              <a:t>  : </a:t>
            </a:r>
            <a:r>
              <a:rPr lang="en-US" dirty="0" err="1"/>
              <a:t>Dịch</a:t>
            </a:r>
            <a:r>
              <a:rPr lang="en-US" dirty="0"/>
              <a:t> </a:t>
            </a:r>
            <a:r>
              <a:rPr lang="en-US" dirty="0" err="1"/>
              <a:t>vụ</a:t>
            </a:r>
            <a:r>
              <a:rPr lang="en-US" dirty="0"/>
              <a:t> </a:t>
            </a:r>
            <a:r>
              <a:rPr lang="en-US" dirty="0" err="1"/>
              <a:t>này</a:t>
            </a:r>
            <a:r>
              <a:rPr lang="en-US" dirty="0"/>
              <a:t> </a:t>
            </a:r>
            <a:r>
              <a:rPr lang="en-US" dirty="0" err="1"/>
              <a:t>đảm</a:t>
            </a:r>
            <a:r>
              <a:rPr lang="en-US" dirty="0"/>
              <a:t> </a:t>
            </a:r>
            <a:r>
              <a:rPr lang="en-US" dirty="0" err="1"/>
              <a:t>bảo</a:t>
            </a:r>
            <a:r>
              <a:rPr lang="en-US" dirty="0"/>
              <a:t> </a:t>
            </a:r>
            <a:r>
              <a:rPr lang="en-US" dirty="0" err="1"/>
              <a:t>rằng</a:t>
            </a:r>
            <a:r>
              <a:rPr lang="en-US" dirty="0"/>
              <a:t> </a:t>
            </a:r>
            <a:r>
              <a:rPr lang="en-US" dirty="0" err="1"/>
              <a:t>gói</a:t>
            </a:r>
            <a:r>
              <a:rPr lang="en-US" dirty="0"/>
              <a:t> tin </a:t>
            </a:r>
            <a:r>
              <a:rPr lang="en-US" dirty="0" err="1"/>
              <a:t>sẽ</a:t>
            </a:r>
            <a:r>
              <a:rPr lang="en-US" dirty="0"/>
              <a:t> </a:t>
            </a:r>
            <a:r>
              <a:rPr lang="en-US" dirty="0" err="1"/>
              <a:t>đến</a:t>
            </a:r>
            <a:r>
              <a:rPr lang="en-US" dirty="0"/>
              <a:t> </a:t>
            </a:r>
            <a:r>
              <a:rPr lang="en-US" dirty="0" err="1"/>
              <a:t>đúng</a:t>
            </a:r>
            <a:r>
              <a:rPr lang="en-US" dirty="0"/>
              <a:t> </a:t>
            </a:r>
            <a:r>
              <a:rPr lang="en-US" dirty="0" err="1"/>
              <a:t>đích</a:t>
            </a:r>
            <a:r>
              <a:rPr lang="en-US" dirty="0"/>
              <a:t> </a:t>
            </a:r>
            <a:r>
              <a:rPr lang="en-US" dirty="0" err="1"/>
              <a:t>của</a:t>
            </a:r>
            <a:r>
              <a:rPr lang="en-US" dirty="0"/>
              <a:t> </a:t>
            </a:r>
            <a:r>
              <a:rPr lang="en-US" dirty="0" err="1"/>
              <a:t>nó</a:t>
            </a:r>
            <a:endParaRPr lang="en-US" dirty="0"/>
          </a:p>
          <a:p>
            <a:pPr marL="0" indent="0">
              <a:buNone/>
            </a:pPr>
            <a:r>
              <a:rPr lang="en-US" dirty="0" err="1"/>
              <a:t>Đảm</a:t>
            </a:r>
            <a:r>
              <a:rPr lang="en-US" dirty="0"/>
              <a:t> </a:t>
            </a:r>
            <a:r>
              <a:rPr lang="en-US" dirty="0" err="1"/>
              <a:t>bảo</a:t>
            </a:r>
            <a:r>
              <a:rPr lang="en-US" dirty="0"/>
              <a:t> </a:t>
            </a:r>
            <a:r>
              <a:rPr lang="en-US" dirty="0" err="1"/>
              <a:t>việc</a:t>
            </a:r>
            <a:r>
              <a:rPr lang="en-US" dirty="0"/>
              <a:t> </a:t>
            </a:r>
            <a:r>
              <a:rPr lang="en-US" dirty="0" err="1"/>
              <a:t>phân</a:t>
            </a:r>
            <a:r>
              <a:rPr lang="en-US" dirty="0"/>
              <a:t> </a:t>
            </a:r>
            <a:r>
              <a:rPr lang="en-US" dirty="0" err="1"/>
              <a:t>phối</a:t>
            </a:r>
            <a:r>
              <a:rPr lang="en-US" dirty="0"/>
              <a:t> </a:t>
            </a:r>
            <a:r>
              <a:rPr lang="en-US" dirty="0" err="1"/>
              <a:t>trong</a:t>
            </a:r>
            <a:r>
              <a:rPr lang="en-US" dirty="0"/>
              <a:t> </a:t>
            </a:r>
            <a:r>
              <a:rPr lang="en-US" dirty="0" err="1"/>
              <a:t>khoảng</a:t>
            </a:r>
            <a:r>
              <a:rPr lang="en-US" dirty="0"/>
              <a:t> </a:t>
            </a:r>
            <a:r>
              <a:rPr lang="en-US" dirty="0" err="1"/>
              <a:t>thời</a:t>
            </a:r>
            <a:r>
              <a:rPr lang="en-US" dirty="0"/>
              <a:t> </a:t>
            </a:r>
            <a:r>
              <a:rPr lang="en-US" dirty="0" err="1"/>
              <a:t>gian</a:t>
            </a:r>
            <a:r>
              <a:rPr lang="en-US" dirty="0"/>
              <a:t> </a:t>
            </a:r>
            <a:r>
              <a:rPr lang="en-US" dirty="0" err="1"/>
              <a:t>nào</a:t>
            </a:r>
            <a:r>
              <a:rPr lang="en-US" dirty="0"/>
              <a:t> </a:t>
            </a:r>
            <a:r>
              <a:rPr lang="en-US" dirty="0" err="1"/>
              <a:t>đó</a:t>
            </a:r>
            <a:r>
              <a:rPr lang="en-US" dirty="0"/>
              <a:t>: </a:t>
            </a:r>
            <a:r>
              <a:rPr lang="en-US" dirty="0" err="1"/>
              <a:t>Không</a:t>
            </a:r>
            <a:r>
              <a:rPr lang="en-US" dirty="0"/>
              <a:t> </a:t>
            </a:r>
            <a:r>
              <a:rPr lang="en-US" dirty="0" err="1"/>
              <a:t>những</a:t>
            </a:r>
            <a:r>
              <a:rPr lang="en-US" dirty="0"/>
              <a:t> </a:t>
            </a:r>
            <a:r>
              <a:rPr lang="en-US" dirty="0" err="1"/>
              <a:t>đảm</a:t>
            </a:r>
            <a:r>
              <a:rPr lang="en-US" dirty="0"/>
              <a:t> </a:t>
            </a:r>
            <a:r>
              <a:rPr lang="en-US" dirty="0" err="1"/>
              <a:t>bảo</a:t>
            </a:r>
            <a:r>
              <a:rPr lang="en-US" dirty="0"/>
              <a:t> </a:t>
            </a:r>
            <a:r>
              <a:rPr lang="en-US" dirty="0" err="1"/>
              <a:t>gói</a:t>
            </a:r>
            <a:r>
              <a:rPr lang="en-US" dirty="0"/>
              <a:t> tin </a:t>
            </a:r>
            <a:r>
              <a:rPr lang="en-US" dirty="0" err="1"/>
              <a:t>sẽ</a:t>
            </a:r>
            <a:r>
              <a:rPr lang="en-US" dirty="0"/>
              <a:t> </a:t>
            </a:r>
            <a:r>
              <a:rPr lang="en-US" dirty="0" err="1"/>
              <a:t>đến</a:t>
            </a:r>
            <a:r>
              <a:rPr lang="en-US" dirty="0"/>
              <a:t> </a:t>
            </a:r>
            <a:r>
              <a:rPr lang="en-US" dirty="0" err="1"/>
              <a:t>đúng</a:t>
            </a:r>
            <a:r>
              <a:rPr lang="en-US" dirty="0"/>
              <a:t> </a:t>
            </a:r>
            <a:r>
              <a:rPr lang="en-US" dirty="0" err="1"/>
              <a:t>đích</a:t>
            </a:r>
            <a:r>
              <a:rPr lang="en-US" dirty="0"/>
              <a:t> </a:t>
            </a:r>
            <a:r>
              <a:rPr lang="en-US" dirty="0" err="1"/>
              <a:t>mà</a:t>
            </a:r>
            <a:r>
              <a:rPr lang="en-US" dirty="0"/>
              <a:t> </a:t>
            </a:r>
            <a:r>
              <a:rPr lang="en-US" dirty="0" err="1"/>
              <a:t>còn</a:t>
            </a:r>
            <a:r>
              <a:rPr lang="en-US" dirty="0"/>
              <a:t> </a:t>
            </a:r>
            <a:r>
              <a:rPr lang="en-US" dirty="0" err="1"/>
              <a:t>đảm</a:t>
            </a:r>
            <a:r>
              <a:rPr lang="en-US" dirty="0"/>
              <a:t> </a:t>
            </a:r>
            <a:r>
              <a:rPr lang="en-US" dirty="0" err="1"/>
              <a:t>bảo</a:t>
            </a:r>
            <a:r>
              <a:rPr lang="en-US" dirty="0"/>
              <a:t> </a:t>
            </a:r>
            <a:r>
              <a:rPr lang="en-US" dirty="0" err="1"/>
              <a:t>việc</a:t>
            </a:r>
            <a:r>
              <a:rPr lang="en-US" dirty="0"/>
              <a:t> </a:t>
            </a:r>
            <a:r>
              <a:rPr lang="en-US" dirty="0" err="1"/>
              <a:t>phân</a:t>
            </a:r>
            <a:r>
              <a:rPr lang="en-US" dirty="0"/>
              <a:t> </a:t>
            </a:r>
            <a:r>
              <a:rPr lang="en-US" dirty="0" err="1"/>
              <a:t>phối</a:t>
            </a:r>
            <a:r>
              <a:rPr lang="en-US" dirty="0"/>
              <a:t> </a:t>
            </a:r>
            <a:r>
              <a:rPr lang="en-US" dirty="0" err="1"/>
              <a:t>này</a:t>
            </a:r>
            <a:r>
              <a:rPr lang="en-US" dirty="0"/>
              <a:t> </a:t>
            </a:r>
            <a:r>
              <a:rPr lang="en-US" dirty="0" err="1"/>
              <a:t>trong</a:t>
            </a:r>
            <a:r>
              <a:rPr lang="en-US" dirty="0"/>
              <a:t> </a:t>
            </a:r>
            <a:r>
              <a:rPr lang="en-US" dirty="0" err="1"/>
              <a:t>một</a:t>
            </a:r>
            <a:r>
              <a:rPr lang="en-US" dirty="0"/>
              <a:t> </a:t>
            </a:r>
            <a:r>
              <a:rPr lang="en-US" dirty="0" err="1"/>
              <a:t>khoảng</a:t>
            </a:r>
            <a:r>
              <a:rPr lang="en-US" dirty="0"/>
              <a:t> </a:t>
            </a:r>
            <a:r>
              <a:rPr lang="en-US" dirty="0" err="1"/>
              <a:t>thời</a:t>
            </a:r>
            <a:r>
              <a:rPr lang="en-US" dirty="0"/>
              <a:t> </a:t>
            </a:r>
            <a:r>
              <a:rPr lang="en-US" dirty="0" err="1"/>
              <a:t>gian</a:t>
            </a:r>
            <a:r>
              <a:rPr lang="en-US" dirty="0"/>
              <a:t> </a:t>
            </a:r>
            <a:r>
              <a:rPr lang="en-US" dirty="0" err="1"/>
              <a:t>định</a:t>
            </a:r>
            <a:r>
              <a:rPr lang="en-US" dirty="0"/>
              <a:t> </a:t>
            </a:r>
            <a:r>
              <a:rPr lang="en-US" dirty="0" err="1"/>
              <a:t>tr</a:t>
            </a:r>
            <a:r>
              <a:rPr lang="vi-VN" dirty="0"/>
              <a:t>ư</a:t>
            </a:r>
            <a:r>
              <a:rPr lang="en-US" dirty="0" err="1"/>
              <a:t>ớc</a:t>
            </a:r>
            <a:endParaRPr lang="en-US" dirty="0"/>
          </a:p>
          <a:p>
            <a:pPr marL="0" indent="0">
              <a:buNone/>
            </a:pPr>
            <a:r>
              <a:rPr lang="en-US" dirty="0" err="1"/>
              <a:t>Phân</a:t>
            </a:r>
            <a:r>
              <a:rPr lang="en-US" dirty="0"/>
              <a:t> </a:t>
            </a:r>
            <a:r>
              <a:rPr lang="en-US" dirty="0" err="1"/>
              <a:t>phối</a:t>
            </a:r>
            <a:r>
              <a:rPr lang="en-US" dirty="0"/>
              <a:t> </a:t>
            </a:r>
            <a:r>
              <a:rPr lang="en-US" dirty="0" err="1"/>
              <a:t>gói</a:t>
            </a:r>
            <a:r>
              <a:rPr lang="en-US" dirty="0"/>
              <a:t> tin </a:t>
            </a:r>
            <a:r>
              <a:rPr lang="en-US" dirty="0" err="1"/>
              <a:t>đúng</a:t>
            </a:r>
            <a:r>
              <a:rPr lang="en-US" dirty="0"/>
              <a:t> </a:t>
            </a:r>
            <a:r>
              <a:rPr lang="en-US" dirty="0" err="1"/>
              <a:t>thứ</a:t>
            </a:r>
            <a:r>
              <a:rPr lang="en-US" dirty="0"/>
              <a:t> </a:t>
            </a:r>
            <a:r>
              <a:rPr lang="en-US" dirty="0" err="1"/>
              <a:t>tự</a:t>
            </a:r>
            <a:r>
              <a:rPr lang="en-US" dirty="0"/>
              <a:t>: </a:t>
            </a:r>
            <a:r>
              <a:rPr lang="en-US" dirty="0" err="1"/>
              <a:t>Dịch</a:t>
            </a:r>
            <a:r>
              <a:rPr lang="en-US" dirty="0"/>
              <a:t> </a:t>
            </a:r>
            <a:r>
              <a:rPr lang="en-US" dirty="0" err="1"/>
              <a:t>vụ</a:t>
            </a:r>
            <a:r>
              <a:rPr lang="en-US" dirty="0"/>
              <a:t> </a:t>
            </a:r>
            <a:r>
              <a:rPr lang="en-US" dirty="0" err="1"/>
              <a:t>này</a:t>
            </a:r>
            <a:r>
              <a:rPr lang="en-US" dirty="0"/>
              <a:t> </a:t>
            </a:r>
            <a:r>
              <a:rPr lang="en-US" dirty="0" err="1"/>
              <a:t>đảm</a:t>
            </a:r>
            <a:r>
              <a:rPr lang="en-US" dirty="0"/>
              <a:t> </a:t>
            </a:r>
            <a:r>
              <a:rPr lang="en-US" dirty="0" err="1"/>
              <a:t>bảo</a:t>
            </a:r>
            <a:r>
              <a:rPr lang="en-US" dirty="0"/>
              <a:t> </a:t>
            </a:r>
            <a:r>
              <a:rPr lang="en-US" dirty="0" err="1"/>
              <a:t>gói</a:t>
            </a:r>
            <a:r>
              <a:rPr lang="en-US" dirty="0"/>
              <a:t> tin </a:t>
            </a:r>
            <a:r>
              <a:rPr lang="en-US" dirty="0" err="1"/>
              <a:t>đến</a:t>
            </a:r>
            <a:r>
              <a:rPr lang="en-US" dirty="0"/>
              <a:t> </a:t>
            </a:r>
            <a:r>
              <a:rPr lang="en-US" dirty="0" err="1"/>
              <a:t>đúng</a:t>
            </a:r>
            <a:r>
              <a:rPr lang="en-US" dirty="0"/>
              <a:t> </a:t>
            </a:r>
            <a:r>
              <a:rPr lang="en-US" dirty="0" err="1"/>
              <a:t>đích</a:t>
            </a:r>
            <a:r>
              <a:rPr lang="en-US" dirty="0"/>
              <a:t> </a:t>
            </a:r>
            <a:r>
              <a:rPr lang="en-US" dirty="0" err="1"/>
              <a:t>theo</a:t>
            </a:r>
            <a:r>
              <a:rPr lang="en-US" dirty="0"/>
              <a:t> </a:t>
            </a:r>
            <a:r>
              <a:rPr lang="en-US" dirty="0" err="1"/>
              <a:t>đúng</a:t>
            </a:r>
            <a:r>
              <a:rPr lang="en-US" dirty="0"/>
              <a:t> </a:t>
            </a:r>
            <a:r>
              <a:rPr lang="en-US" dirty="0" err="1"/>
              <a:t>thứ</a:t>
            </a:r>
            <a:r>
              <a:rPr lang="en-US" dirty="0"/>
              <a:t> </a:t>
            </a:r>
            <a:r>
              <a:rPr lang="en-US" dirty="0" err="1"/>
              <a:t>tự</a:t>
            </a:r>
            <a:r>
              <a:rPr lang="en-US" dirty="0"/>
              <a:t> </a:t>
            </a:r>
            <a:r>
              <a:rPr lang="en-US" dirty="0" err="1"/>
              <a:t>nó</a:t>
            </a:r>
            <a:r>
              <a:rPr lang="en-US" dirty="0"/>
              <a:t> đ</a:t>
            </a:r>
            <a:r>
              <a:rPr lang="vi-VN" dirty="0"/>
              <a:t>ư</a:t>
            </a:r>
            <a:r>
              <a:rPr lang="en-US" dirty="0" err="1"/>
              <a:t>ợc</a:t>
            </a:r>
            <a:r>
              <a:rPr lang="en-US" dirty="0"/>
              <a:t> </a:t>
            </a:r>
            <a:r>
              <a:rPr lang="en-US" dirty="0" err="1"/>
              <a:t>gửi</a:t>
            </a:r>
            <a:r>
              <a:rPr lang="en-US" dirty="0"/>
              <a:t> </a:t>
            </a:r>
            <a:r>
              <a:rPr lang="en-US" dirty="0" err="1"/>
              <a:t>đi</a:t>
            </a:r>
            <a:endParaRPr lang="en-US" dirty="0"/>
          </a:p>
          <a:p>
            <a:pPr marL="0" indent="0">
              <a:buNone/>
            </a:pPr>
            <a:r>
              <a:rPr lang="en-US" dirty="0" err="1"/>
              <a:t>Các</a:t>
            </a:r>
            <a:r>
              <a:rPr lang="en-US" dirty="0"/>
              <a:t> </a:t>
            </a:r>
            <a:r>
              <a:rPr lang="en-US" dirty="0" err="1"/>
              <a:t>dịch</a:t>
            </a:r>
            <a:r>
              <a:rPr lang="en-US" dirty="0"/>
              <a:t> </a:t>
            </a:r>
            <a:r>
              <a:rPr lang="en-US" dirty="0" err="1"/>
              <a:t>vụ</a:t>
            </a:r>
            <a:r>
              <a:rPr lang="en-US" dirty="0"/>
              <a:t> </a:t>
            </a:r>
            <a:r>
              <a:rPr lang="en-US" dirty="0" err="1"/>
              <a:t>bảo</a:t>
            </a:r>
            <a:r>
              <a:rPr lang="en-US" dirty="0"/>
              <a:t> </a:t>
            </a:r>
            <a:r>
              <a:rPr lang="en-US" dirty="0" err="1"/>
              <a:t>mật</a:t>
            </a:r>
            <a:r>
              <a:rPr lang="en-US" dirty="0"/>
              <a:t>: </a:t>
            </a:r>
            <a:r>
              <a:rPr lang="en-US" dirty="0" err="1"/>
              <a:t>Mã</a:t>
            </a:r>
            <a:r>
              <a:rPr lang="en-US" dirty="0"/>
              <a:t> </a:t>
            </a:r>
            <a:r>
              <a:rPr lang="en-US" dirty="0" err="1"/>
              <a:t>hóa</a:t>
            </a:r>
            <a:r>
              <a:rPr lang="en-US" dirty="0"/>
              <a:t> </a:t>
            </a:r>
            <a:r>
              <a:rPr lang="en-US" dirty="0" err="1"/>
              <a:t>dữ</a:t>
            </a:r>
            <a:r>
              <a:rPr lang="en-US" dirty="0"/>
              <a:t> </a:t>
            </a:r>
            <a:r>
              <a:rPr lang="en-US" dirty="0" err="1"/>
              <a:t>liệu</a:t>
            </a:r>
            <a:r>
              <a:rPr lang="en-US" dirty="0"/>
              <a:t>, </a:t>
            </a:r>
            <a:r>
              <a:rPr lang="en-US" dirty="0" err="1"/>
              <a:t>đảm</a:t>
            </a:r>
            <a:r>
              <a:rPr lang="en-US" dirty="0"/>
              <a:t> </a:t>
            </a:r>
            <a:r>
              <a:rPr lang="en-US" dirty="0" err="1"/>
              <a:t>bảo</a:t>
            </a:r>
            <a:r>
              <a:rPr lang="en-US" dirty="0"/>
              <a:t> </a:t>
            </a:r>
            <a:r>
              <a:rPr lang="en-US" dirty="0" err="1"/>
              <a:t>tín</a:t>
            </a:r>
            <a:r>
              <a:rPr lang="en-US" dirty="0"/>
              <a:t> tin </a:t>
            </a:r>
            <a:r>
              <a:rPr lang="en-US" dirty="0" err="1"/>
              <a:t>cậy</a:t>
            </a:r>
            <a:r>
              <a:rPr lang="en-US" dirty="0"/>
              <a:t> </a:t>
            </a:r>
            <a:r>
              <a:rPr lang="en-US" dirty="0" err="1"/>
              <a:t>khi</a:t>
            </a:r>
            <a:r>
              <a:rPr lang="en-US" dirty="0"/>
              <a:t> </a:t>
            </a:r>
            <a:r>
              <a:rPr lang="en-US" dirty="0" err="1"/>
              <a:t>truyền</a:t>
            </a:r>
            <a:r>
              <a:rPr lang="en-US" dirty="0"/>
              <a:t> </a:t>
            </a:r>
            <a:r>
              <a:rPr lang="en-US" dirty="0" err="1"/>
              <a:t>dữ</a:t>
            </a:r>
            <a:r>
              <a:rPr lang="en-US" dirty="0"/>
              <a:t> </a:t>
            </a:r>
            <a:r>
              <a:rPr lang="en-US" dirty="0" err="1"/>
              <a:t>liệu</a:t>
            </a:r>
            <a:endParaRPr lang="en-US" dirty="0"/>
          </a:p>
        </p:txBody>
      </p:sp>
    </p:spTree>
    <p:extLst>
      <p:ext uri="{BB962C8B-B14F-4D97-AF65-F5344CB8AC3E}">
        <p14:creationId xmlns:p14="http://schemas.microsoft.com/office/powerpoint/2010/main" val="34724414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nodeType="click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Effect transition="in" filter="wipe(down)">
                                      <p:cBhvr>
                                        <p:cTn id="24"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0D9FE550-8F16-482A-BC7A-7DCEDBDF6A45}"/>
              </a:ext>
            </a:extLst>
          </p:cNvPr>
          <p:cNvSpPr>
            <a:spLocks noGrp="1"/>
          </p:cNvSpPr>
          <p:nvPr>
            <p:ph type="title"/>
          </p:nvPr>
        </p:nvSpPr>
        <p:spPr/>
        <p:txBody>
          <a:bodyPr/>
          <a:lstStyle/>
          <a:p>
            <a:pPr algn="ctr"/>
            <a:r>
              <a:rPr lang="en-US" dirty="0" err="1"/>
              <a:t>Mô</a:t>
            </a:r>
            <a:r>
              <a:rPr lang="en-US" dirty="0"/>
              <a:t> </a:t>
            </a:r>
            <a:r>
              <a:rPr lang="en-US" dirty="0" err="1"/>
              <a:t>hình</a:t>
            </a:r>
            <a:r>
              <a:rPr lang="en-US" dirty="0"/>
              <a:t> </a:t>
            </a:r>
            <a:r>
              <a:rPr lang="en-US" dirty="0" err="1"/>
              <a:t>dịch</a:t>
            </a:r>
            <a:r>
              <a:rPr lang="en-US" dirty="0"/>
              <a:t> </a:t>
            </a:r>
            <a:r>
              <a:rPr lang="en-US" dirty="0" err="1"/>
              <a:t>vụ</a:t>
            </a:r>
            <a:r>
              <a:rPr lang="en-US" dirty="0"/>
              <a:t> </a:t>
            </a:r>
            <a:r>
              <a:rPr lang="en-US" dirty="0" err="1"/>
              <a:t>mạng</a:t>
            </a:r>
            <a:r>
              <a:rPr lang="en-US" dirty="0"/>
              <a:t> </a:t>
            </a:r>
          </a:p>
        </p:txBody>
      </p:sp>
      <p:graphicFrame>
        <p:nvGraphicFramePr>
          <p:cNvPr id="4" name="Chỗ dành sẵn cho Nội dung 3">
            <a:extLst>
              <a:ext uri="{FF2B5EF4-FFF2-40B4-BE49-F238E27FC236}">
                <a16:creationId xmlns:a16="http://schemas.microsoft.com/office/drawing/2014/main" id="{945C84EB-79A8-4613-BFDE-C8F74CB2C297}"/>
              </a:ext>
            </a:extLst>
          </p:cNvPr>
          <p:cNvGraphicFramePr>
            <a:graphicFrameLocks noGrp="1"/>
          </p:cNvGraphicFramePr>
          <p:nvPr>
            <p:ph idx="1"/>
            <p:extLst/>
          </p:nvPr>
        </p:nvGraphicFramePr>
        <p:xfrm>
          <a:off x="117747" y="2011680"/>
          <a:ext cx="11956505" cy="2834640"/>
        </p:xfrm>
        <a:graphic>
          <a:graphicData uri="http://schemas.openxmlformats.org/drawingml/2006/table">
            <a:tbl>
              <a:tblPr firstRow="1" bandRow="1">
                <a:tableStyleId>{5C22544A-7EE6-4342-B048-85BDC9FD1C3A}</a:tableStyleId>
              </a:tblPr>
              <a:tblGrid>
                <a:gridCol w="1664018">
                  <a:extLst>
                    <a:ext uri="{9D8B030D-6E8A-4147-A177-3AD203B41FA5}">
                      <a16:colId xmlns:a16="http://schemas.microsoft.com/office/drawing/2014/main" val="3918694293"/>
                    </a:ext>
                  </a:extLst>
                </a:gridCol>
                <a:gridCol w="1762443">
                  <a:extLst>
                    <a:ext uri="{9D8B030D-6E8A-4147-A177-3AD203B41FA5}">
                      <a16:colId xmlns:a16="http://schemas.microsoft.com/office/drawing/2014/main" val="251462633"/>
                    </a:ext>
                  </a:extLst>
                </a:gridCol>
                <a:gridCol w="2740660">
                  <a:extLst>
                    <a:ext uri="{9D8B030D-6E8A-4147-A177-3AD203B41FA5}">
                      <a16:colId xmlns:a16="http://schemas.microsoft.com/office/drawing/2014/main" val="4178644937"/>
                    </a:ext>
                  </a:extLst>
                </a:gridCol>
                <a:gridCol w="1447346">
                  <a:extLst>
                    <a:ext uri="{9D8B030D-6E8A-4147-A177-3AD203B41FA5}">
                      <a16:colId xmlns:a16="http://schemas.microsoft.com/office/drawing/2014/main" val="4121792130"/>
                    </a:ext>
                  </a:extLst>
                </a:gridCol>
                <a:gridCol w="1447346">
                  <a:extLst>
                    <a:ext uri="{9D8B030D-6E8A-4147-A177-3AD203B41FA5}">
                      <a16:colId xmlns:a16="http://schemas.microsoft.com/office/drawing/2014/main" val="2566795996"/>
                    </a:ext>
                  </a:extLst>
                </a:gridCol>
                <a:gridCol w="1447346">
                  <a:extLst>
                    <a:ext uri="{9D8B030D-6E8A-4147-A177-3AD203B41FA5}">
                      <a16:colId xmlns:a16="http://schemas.microsoft.com/office/drawing/2014/main" val="3676037034"/>
                    </a:ext>
                  </a:extLst>
                </a:gridCol>
                <a:gridCol w="1447346">
                  <a:extLst>
                    <a:ext uri="{9D8B030D-6E8A-4147-A177-3AD203B41FA5}">
                      <a16:colId xmlns:a16="http://schemas.microsoft.com/office/drawing/2014/main" val="2078467395"/>
                    </a:ext>
                  </a:extLst>
                </a:gridCol>
              </a:tblGrid>
              <a:tr h="370840">
                <a:tc>
                  <a:txBody>
                    <a:bodyPr/>
                    <a:lstStyle/>
                    <a:p>
                      <a:pPr algn="ctr"/>
                      <a:r>
                        <a:rPr lang="en-US" dirty="0" err="1"/>
                        <a:t>Kiến</a:t>
                      </a:r>
                      <a:r>
                        <a:rPr lang="en-US" dirty="0"/>
                        <a:t> </a:t>
                      </a:r>
                      <a:r>
                        <a:rPr lang="en-US" dirty="0" err="1"/>
                        <a:t>trúc</a:t>
                      </a:r>
                      <a:r>
                        <a:rPr lang="en-US" dirty="0"/>
                        <a:t> </a:t>
                      </a:r>
                      <a:r>
                        <a:rPr lang="en-US" dirty="0" err="1"/>
                        <a:t>mạng</a:t>
                      </a:r>
                      <a:endParaRPr lang="en-US" dirty="0"/>
                    </a:p>
                  </a:txBody>
                  <a:tcPr/>
                </a:tc>
                <a:tc>
                  <a:txBody>
                    <a:bodyPr/>
                    <a:lstStyle/>
                    <a:p>
                      <a:pPr algn="ctr"/>
                      <a:r>
                        <a:rPr lang="en-US" dirty="0" err="1"/>
                        <a:t>Mô</a:t>
                      </a:r>
                      <a:r>
                        <a:rPr lang="en-US" dirty="0"/>
                        <a:t> </a:t>
                      </a:r>
                      <a:r>
                        <a:rPr lang="en-US" dirty="0" err="1"/>
                        <a:t>hình</a:t>
                      </a:r>
                      <a:r>
                        <a:rPr lang="en-US" dirty="0"/>
                        <a:t> </a:t>
                      </a:r>
                      <a:r>
                        <a:rPr lang="en-US" dirty="0" err="1"/>
                        <a:t>dịch</a:t>
                      </a:r>
                      <a:r>
                        <a:rPr lang="en-US" dirty="0"/>
                        <a:t> </a:t>
                      </a:r>
                      <a:r>
                        <a:rPr lang="en-US" dirty="0" err="1"/>
                        <a:t>vụ</a:t>
                      </a:r>
                      <a:endParaRPr lang="en-US" dirty="0"/>
                    </a:p>
                  </a:txBody>
                  <a:tcPr/>
                </a:tc>
                <a:tc>
                  <a:txBody>
                    <a:bodyPr/>
                    <a:lstStyle/>
                    <a:p>
                      <a:pPr algn="ctr"/>
                      <a:r>
                        <a:rPr lang="en-US" dirty="0" err="1"/>
                        <a:t>Đảm</a:t>
                      </a:r>
                      <a:r>
                        <a:rPr lang="en-US" dirty="0"/>
                        <a:t> </a:t>
                      </a:r>
                      <a:r>
                        <a:rPr lang="en-US" dirty="0" err="1"/>
                        <a:t>bảo</a:t>
                      </a:r>
                      <a:r>
                        <a:rPr lang="en-US" dirty="0"/>
                        <a:t> </a:t>
                      </a:r>
                      <a:r>
                        <a:rPr lang="en-US" dirty="0" err="1"/>
                        <a:t>băng</a:t>
                      </a:r>
                      <a:r>
                        <a:rPr lang="en-US" dirty="0"/>
                        <a:t> </a:t>
                      </a:r>
                      <a:r>
                        <a:rPr lang="en-US" dirty="0" err="1"/>
                        <a:t>thông</a:t>
                      </a:r>
                      <a:endParaRPr lang="en-US" dirty="0"/>
                    </a:p>
                  </a:txBody>
                  <a:tcPr/>
                </a:tc>
                <a:tc>
                  <a:txBody>
                    <a:bodyPr/>
                    <a:lstStyle/>
                    <a:p>
                      <a:pPr algn="ctr"/>
                      <a:r>
                        <a:rPr lang="en-US" dirty="0" err="1"/>
                        <a:t>Đảm</a:t>
                      </a:r>
                      <a:r>
                        <a:rPr lang="en-US" dirty="0"/>
                        <a:t> </a:t>
                      </a:r>
                      <a:r>
                        <a:rPr lang="en-US" dirty="0" err="1"/>
                        <a:t>bảo</a:t>
                      </a:r>
                      <a:r>
                        <a:rPr lang="en-US" dirty="0"/>
                        <a:t> </a:t>
                      </a:r>
                      <a:r>
                        <a:rPr lang="en-US" dirty="0" err="1"/>
                        <a:t>không</a:t>
                      </a:r>
                      <a:r>
                        <a:rPr lang="en-US" dirty="0"/>
                        <a:t> </a:t>
                      </a:r>
                      <a:r>
                        <a:rPr lang="en-US" dirty="0" err="1"/>
                        <a:t>mất</a:t>
                      </a:r>
                      <a:r>
                        <a:rPr lang="en-US" dirty="0"/>
                        <a:t> </a:t>
                      </a:r>
                      <a:r>
                        <a:rPr lang="en-US" dirty="0" err="1"/>
                        <a:t>dữ</a:t>
                      </a:r>
                      <a:r>
                        <a:rPr lang="en-US" dirty="0"/>
                        <a:t> </a:t>
                      </a:r>
                      <a:r>
                        <a:rPr lang="en-US" dirty="0" err="1"/>
                        <a:t>liệu</a:t>
                      </a:r>
                      <a:endParaRPr lang="en-US" dirty="0"/>
                    </a:p>
                  </a:txBody>
                  <a:tcPr/>
                </a:tc>
                <a:tc>
                  <a:txBody>
                    <a:bodyPr/>
                    <a:lstStyle/>
                    <a:p>
                      <a:pPr algn="ctr"/>
                      <a:r>
                        <a:rPr lang="en-US" dirty="0"/>
                        <a:t> </a:t>
                      </a:r>
                      <a:r>
                        <a:rPr lang="en-US" dirty="0" err="1"/>
                        <a:t>Thứ</a:t>
                      </a:r>
                      <a:r>
                        <a:rPr lang="en-US" dirty="0"/>
                        <a:t> </a:t>
                      </a:r>
                      <a:r>
                        <a:rPr lang="en-US" dirty="0" err="1"/>
                        <a:t>tự</a:t>
                      </a:r>
                      <a:r>
                        <a:rPr lang="en-US" dirty="0"/>
                        <a:t> </a:t>
                      </a:r>
                    </a:p>
                  </a:txBody>
                  <a:tcPr/>
                </a:tc>
                <a:tc>
                  <a:txBody>
                    <a:bodyPr/>
                    <a:lstStyle/>
                    <a:p>
                      <a:pPr algn="ctr"/>
                      <a:r>
                        <a:rPr lang="en-US" dirty="0" err="1"/>
                        <a:t>Đảm</a:t>
                      </a:r>
                      <a:r>
                        <a:rPr lang="en-US" dirty="0"/>
                        <a:t> </a:t>
                      </a:r>
                      <a:r>
                        <a:rPr lang="en-US" dirty="0" err="1"/>
                        <a:t>bảo</a:t>
                      </a:r>
                      <a:r>
                        <a:rPr lang="en-US" dirty="0"/>
                        <a:t> </a:t>
                      </a:r>
                      <a:r>
                        <a:rPr lang="en-US" dirty="0" err="1"/>
                        <a:t>thời</a:t>
                      </a:r>
                      <a:r>
                        <a:rPr lang="en-US" dirty="0"/>
                        <a:t> </a:t>
                      </a:r>
                      <a:r>
                        <a:rPr lang="en-US" dirty="0" err="1"/>
                        <a:t>gian</a:t>
                      </a:r>
                      <a:endParaRPr lang="en-US" dirty="0"/>
                    </a:p>
                  </a:txBody>
                  <a:tcPr/>
                </a:tc>
                <a:tc>
                  <a:txBody>
                    <a:bodyPr/>
                    <a:lstStyle/>
                    <a:p>
                      <a:pPr algn="ctr"/>
                      <a:r>
                        <a:rPr lang="en-US" dirty="0" err="1"/>
                        <a:t>Báo</a:t>
                      </a:r>
                      <a:r>
                        <a:rPr lang="en-US" dirty="0"/>
                        <a:t> </a:t>
                      </a:r>
                      <a:r>
                        <a:rPr lang="en-US" dirty="0" err="1"/>
                        <a:t>hiệu</a:t>
                      </a:r>
                      <a:r>
                        <a:rPr lang="en-US" dirty="0"/>
                        <a:t> </a:t>
                      </a:r>
                      <a:r>
                        <a:rPr lang="en-US" dirty="0" err="1"/>
                        <a:t>nghẽn</a:t>
                      </a:r>
                      <a:endParaRPr lang="en-US" dirty="0"/>
                    </a:p>
                  </a:txBody>
                  <a:tcPr/>
                </a:tc>
                <a:extLst>
                  <a:ext uri="{0D108BD9-81ED-4DB2-BD59-A6C34878D82A}">
                    <a16:rowId xmlns:a16="http://schemas.microsoft.com/office/drawing/2014/main" val="3980873106"/>
                  </a:ext>
                </a:extLst>
              </a:tr>
              <a:tr h="370840">
                <a:tc>
                  <a:txBody>
                    <a:bodyPr/>
                    <a:lstStyle/>
                    <a:p>
                      <a:pPr algn="ctr"/>
                      <a:r>
                        <a:rPr lang="en-US" dirty="0"/>
                        <a:t>Internet</a:t>
                      </a:r>
                    </a:p>
                  </a:txBody>
                  <a:tcPr/>
                </a:tc>
                <a:tc>
                  <a:txBody>
                    <a:bodyPr/>
                    <a:lstStyle/>
                    <a:p>
                      <a:pPr algn="ctr"/>
                      <a:r>
                        <a:rPr lang="en-US" dirty="0" err="1"/>
                        <a:t>Nỗ</a:t>
                      </a:r>
                      <a:r>
                        <a:rPr lang="en-US" dirty="0"/>
                        <a:t> </a:t>
                      </a:r>
                      <a:r>
                        <a:rPr lang="en-US" dirty="0" err="1"/>
                        <a:t>lực</a:t>
                      </a:r>
                      <a:r>
                        <a:rPr lang="en-US" dirty="0"/>
                        <a:t> </a:t>
                      </a:r>
                      <a:r>
                        <a:rPr lang="en-US" dirty="0" err="1"/>
                        <a:t>tối</a:t>
                      </a:r>
                      <a:r>
                        <a:rPr lang="en-US" dirty="0"/>
                        <a:t> </a:t>
                      </a:r>
                      <a:r>
                        <a:rPr lang="en-US" dirty="0" err="1"/>
                        <a:t>đa</a:t>
                      </a:r>
                      <a:endParaRPr lang="en-US" dirty="0"/>
                    </a:p>
                  </a:txBody>
                  <a:tcPr/>
                </a:tc>
                <a:tc>
                  <a:txBody>
                    <a:bodyPr/>
                    <a:lstStyle/>
                    <a:p>
                      <a:pPr algn="ctr"/>
                      <a:r>
                        <a:rPr lang="en-US" dirty="0" err="1"/>
                        <a:t>Không</a:t>
                      </a:r>
                      <a:endParaRPr lang="en-US" dirty="0"/>
                    </a:p>
                  </a:txBody>
                  <a:tcPr/>
                </a:tc>
                <a:tc>
                  <a:txBody>
                    <a:bodyPr/>
                    <a:lstStyle/>
                    <a:p>
                      <a:pPr algn="ctr"/>
                      <a:r>
                        <a:rPr lang="en-US" dirty="0" err="1"/>
                        <a:t>Không</a:t>
                      </a:r>
                      <a:endParaRPr lang="en-US" dirty="0"/>
                    </a:p>
                  </a:txBody>
                  <a:tcPr/>
                </a:tc>
                <a:tc>
                  <a:txBody>
                    <a:bodyPr/>
                    <a:lstStyle/>
                    <a:p>
                      <a:pPr algn="ctr"/>
                      <a:r>
                        <a:rPr lang="en-US" dirty="0" err="1"/>
                        <a:t>Bất</a:t>
                      </a:r>
                      <a:r>
                        <a:rPr lang="en-US" dirty="0"/>
                        <a:t> </a:t>
                      </a:r>
                      <a:r>
                        <a:rPr lang="en-US" dirty="0" err="1"/>
                        <a:t>kì</a:t>
                      </a:r>
                      <a:r>
                        <a:rPr lang="en-US" dirty="0"/>
                        <a:t> </a:t>
                      </a:r>
                      <a:r>
                        <a:rPr lang="en-US" dirty="0" err="1"/>
                        <a:t>thứ</a:t>
                      </a:r>
                      <a:r>
                        <a:rPr lang="en-US" dirty="0"/>
                        <a:t> </a:t>
                      </a:r>
                      <a:r>
                        <a:rPr lang="en-US" dirty="0" err="1"/>
                        <a:t>tự</a:t>
                      </a:r>
                      <a:r>
                        <a:rPr lang="en-US" dirty="0"/>
                        <a:t> </a:t>
                      </a:r>
                      <a:r>
                        <a:rPr lang="en-US" dirty="0" err="1"/>
                        <a:t>nào</a:t>
                      </a:r>
                      <a:endParaRPr lang="en-US" dirty="0"/>
                    </a:p>
                  </a:txBody>
                  <a:tcPr/>
                </a:tc>
                <a:tc>
                  <a:txBody>
                    <a:bodyPr/>
                    <a:lstStyle/>
                    <a:p>
                      <a:pPr algn="ctr"/>
                      <a:r>
                        <a:rPr lang="en-US" dirty="0" err="1"/>
                        <a:t>Không</a:t>
                      </a:r>
                      <a:r>
                        <a:rPr lang="en-US" dirty="0"/>
                        <a:t> </a:t>
                      </a:r>
                    </a:p>
                  </a:txBody>
                  <a:tcPr/>
                </a:tc>
                <a:tc>
                  <a:txBody>
                    <a:bodyPr/>
                    <a:lstStyle/>
                    <a:p>
                      <a:pPr algn="ctr"/>
                      <a:r>
                        <a:rPr lang="en-US" dirty="0" err="1"/>
                        <a:t>Không</a:t>
                      </a:r>
                      <a:endParaRPr lang="en-US" dirty="0"/>
                    </a:p>
                  </a:txBody>
                  <a:tcPr/>
                </a:tc>
                <a:extLst>
                  <a:ext uri="{0D108BD9-81ED-4DB2-BD59-A6C34878D82A}">
                    <a16:rowId xmlns:a16="http://schemas.microsoft.com/office/drawing/2014/main" val="1014195032"/>
                  </a:ext>
                </a:extLst>
              </a:tr>
              <a:tr h="370840">
                <a:tc>
                  <a:txBody>
                    <a:bodyPr/>
                    <a:lstStyle/>
                    <a:p>
                      <a:pPr algn="ctr"/>
                      <a:r>
                        <a:rPr lang="en-US" dirty="0"/>
                        <a:t>ATM</a:t>
                      </a:r>
                    </a:p>
                  </a:txBody>
                  <a:tcPr/>
                </a:tc>
                <a:tc>
                  <a:txBody>
                    <a:bodyPr/>
                    <a:lstStyle/>
                    <a:p>
                      <a:pPr algn="ctr"/>
                      <a:r>
                        <a:rPr lang="en-US" dirty="0" err="1"/>
                        <a:t>CBR</a:t>
                      </a:r>
                      <a:endParaRPr lang="en-US" dirty="0"/>
                    </a:p>
                  </a:txBody>
                  <a:tcPr/>
                </a:tc>
                <a:tc>
                  <a:txBody>
                    <a:bodyPr/>
                    <a:lstStyle/>
                    <a:p>
                      <a:pPr algn="ctr"/>
                      <a:r>
                        <a:rPr lang="en-US" dirty="0" err="1"/>
                        <a:t>Tốc</a:t>
                      </a:r>
                      <a:r>
                        <a:rPr lang="en-US" dirty="0"/>
                        <a:t> </a:t>
                      </a:r>
                      <a:r>
                        <a:rPr lang="en-US" dirty="0" err="1"/>
                        <a:t>độ</a:t>
                      </a:r>
                      <a:r>
                        <a:rPr lang="en-US" dirty="0"/>
                        <a:t> </a:t>
                      </a:r>
                      <a:r>
                        <a:rPr lang="en-US" dirty="0" err="1"/>
                        <a:t>luôn</a:t>
                      </a:r>
                      <a:r>
                        <a:rPr lang="en-US" dirty="0"/>
                        <a:t> đ</a:t>
                      </a:r>
                      <a:r>
                        <a:rPr lang="vi-VN" dirty="0"/>
                        <a:t>ư</a:t>
                      </a:r>
                      <a:r>
                        <a:rPr lang="en-US" dirty="0" err="1"/>
                        <a:t>ợc</a:t>
                      </a:r>
                      <a:r>
                        <a:rPr lang="en-US" dirty="0"/>
                        <a:t> </a:t>
                      </a:r>
                      <a:r>
                        <a:rPr lang="en-US" dirty="0" err="1"/>
                        <a:t>giữ</a:t>
                      </a:r>
                      <a:r>
                        <a:rPr lang="en-US" dirty="0"/>
                        <a:t> </a:t>
                      </a:r>
                      <a:r>
                        <a:rPr lang="en-US" dirty="0" err="1"/>
                        <a:t>vững</a:t>
                      </a:r>
                      <a:endParaRPr lang="en-US" dirty="0"/>
                    </a:p>
                  </a:txBody>
                  <a:tcPr/>
                </a:tc>
                <a:tc>
                  <a:txBody>
                    <a:bodyPr/>
                    <a:lstStyle/>
                    <a:p>
                      <a:pPr algn="ctr"/>
                      <a:r>
                        <a:rPr lang="en-US" dirty="0" err="1"/>
                        <a:t>Có</a:t>
                      </a:r>
                      <a:r>
                        <a:rPr lang="en-US" dirty="0"/>
                        <a:t> </a:t>
                      </a:r>
                    </a:p>
                  </a:txBody>
                  <a:tcPr/>
                </a:tc>
                <a:tc>
                  <a:txBody>
                    <a:bodyPr/>
                    <a:lstStyle/>
                    <a:p>
                      <a:pPr algn="ctr"/>
                      <a:r>
                        <a:rPr lang="en-US" dirty="0"/>
                        <a:t>Theo </a:t>
                      </a:r>
                      <a:r>
                        <a:rPr lang="en-US" dirty="0" err="1"/>
                        <a:t>thứ</a:t>
                      </a:r>
                      <a:r>
                        <a:rPr lang="en-US" dirty="0"/>
                        <a:t> </a:t>
                      </a:r>
                      <a:r>
                        <a:rPr lang="en-US" dirty="0" err="1"/>
                        <a:t>tự</a:t>
                      </a:r>
                      <a:endParaRPr lang="en-US" dirty="0"/>
                    </a:p>
                  </a:txBody>
                  <a:tcPr/>
                </a:tc>
                <a:tc>
                  <a:txBody>
                    <a:bodyPr/>
                    <a:lstStyle/>
                    <a:p>
                      <a:pPr algn="ctr"/>
                      <a:r>
                        <a:rPr lang="en-US" dirty="0" err="1"/>
                        <a:t>Có</a:t>
                      </a:r>
                      <a:r>
                        <a:rPr lang="en-US" dirty="0"/>
                        <a:t> </a:t>
                      </a:r>
                    </a:p>
                  </a:txBody>
                  <a:tcPr/>
                </a:tc>
                <a:tc>
                  <a:txBody>
                    <a:bodyPr/>
                    <a:lstStyle/>
                    <a:p>
                      <a:pPr algn="ctr"/>
                      <a:r>
                        <a:rPr lang="en-US" dirty="0" err="1"/>
                        <a:t>Không</a:t>
                      </a:r>
                      <a:r>
                        <a:rPr lang="en-US" dirty="0"/>
                        <a:t> </a:t>
                      </a:r>
                      <a:r>
                        <a:rPr lang="en-US" dirty="0" err="1"/>
                        <a:t>xảy</a:t>
                      </a:r>
                      <a:r>
                        <a:rPr lang="en-US" dirty="0"/>
                        <a:t> </a:t>
                      </a:r>
                      <a:r>
                        <a:rPr lang="en-US" dirty="0" err="1"/>
                        <a:t>ra</a:t>
                      </a:r>
                      <a:r>
                        <a:rPr lang="en-US" dirty="0"/>
                        <a:t> </a:t>
                      </a:r>
                      <a:r>
                        <a:rPr lang="en-US" dirty="0" err="1"/>
                        <a:t>nghẽn</a:t>
                      </a:r>
                      <a:endParaRPr lang="en-US" dirty="0"/>
                    </a:p>
                  </a:txBody>
                  <a:tcPr/>
                </a:tc>
                <a:extLst>
                  <a:ext uri="{0D108BD9-81ED-4DB2-BD59-A6C34878D82A}">
                    <a16:rowId xmlns:a16="http://schemas.microsoft.com/office/drawing/2014/main" val="1402475592"/>
                  </a:ext>
                </a:extLst>
              </a:tr>
              <a:tr h="370840">
                <a:tc>
                  <a:txBody>
                    <a:bodyPr/>
                    <a:lstStyle/>
                    <a:p>
                      <a:pPr algn="ctr"/>
                      <a:r>
                        <a:rPr lang="en-US" dirty="0"/>
                        <a:t>ATM</a:t>
                      </a:r>
                    </a:p>
                  </a:txBody>
                  <a:tcPr/>
                </a:tc>
                <a:tc>
                  <a:txBody>
                    <a:bodyPr/>
                    <a:lstStyle/>
                    <a:p>
                      <a:pPr algn="ctr"/>
                      <a:r>
                        <a:rPr lang="en-US" dirty="0" err="1"/>
                        <a:t>ABR</a:t>
                      </a:r>
                      <a:endParaRPr lang="en-US" dirty="0"/>
                    </a:p>
                  </a:txBody>
                  <a:tcPr/>
                </a:tc>
                <a:tc>
                  <a:txBody>
                    <a:bodyPr/>
                    <a:lstStyle/>
                    <a:p>
                      <a:pPr algn="ctr"/>
                      <a:r>
                        <a:rPr lang="en-US" dirty="0" err="1"/>
                        <a:t>Đảm</a:t>
                      </a:r>
                      <a:r>
                        <a:rPr lang="en-US" dirty="0"/>
                        <a:t> </a:t>
                      </a:r>
                      <a:r>
                        <a:rPr lang="en-US" dirty="0" err="1"/>
                        <a:t>bảo</a:t>
                      </a:r>
                      <a:r>
                        <a:rPr lang="en-US" dirty="0"/>
                        <a:t> </a:t>
                      </a:r>
                      <a:r>
                        <a:rPr lang="en-US" dirty="0" err="1"/>
                        <a:t>tốc</a:t>
                      </a:r>
                      <a:r>
                        <a:rPr lang="en-US" dirty="0"/>
                        <a:t> </a:t>
                      </a:r>
                      <a:r>
                        <a:rPr lang="en-US" dirty="0" err="1"/>
                        <a:t>độ</a:t>
                      </a:r>
                      <a:r>
                        <a:rPr lang="en-US" dirty="0"/>
                        <a:t> </a:t>
                      </a:r>
                      <a:r>
                        <a:rPr lang="en-US" dirty="0" err="1"/>
                        <a:t>thấp</a:t>
                      </a:r>
                      <a:r>
                        <a:rPr lang="en-US" dirty="0"/>
                        <a:t> </a:t>
                      </a:r>
                      <a:r>
                        <a:rPr lang="en-US" dirty="0" err="1"/>
                        <a:t>nhất</a:t>
                      </a:r>
                      <a:endParaRPr lang="en-US" dirty="0"/>
                    </a:p>
                  </a:txBody>
                  <a:tcPr/>
                </a:tc>
                <a:tc>
                  <a:txBody>
                    <a:bodyPr/>
                    <a:lstStyle/>
                    <a:p>
                      <a:pPr algn="ctr"/>
                      <a:r>
                        <a:rPr lang="en-US" dirty="0" err="1"/>
                        <a:t>Không</a:t>
                      </a:r>
                      <a:r>
                        <a:rPr lang="en-US" dirty="0"/>
                        <a:t> </a:t>
                      </a:r>
                    </a:p>
                  </a:txBody>
                  <a:tcPr/>
                </a:tc>
                <a:tc>
                  <a:txBody>
                    <a:bodyPr/>
                    <a:lstStyle/>
                    <a:p>
                      <a:pPr algn="ctr"/>
                      <a:r>
                        <a:rPr lang="en-US" dirty="0"/>
                        <a:t>Theo </a:t>
                      </a:r>
                      <a:r>
                        <a:rPr lang="en-US" dirty="0" err="1"/>
                        <a:t>thứ</a:t>
                      </a:r>
                      <a:r>
                        <a:rPr lang="en-US" dirty="0"/>
                        <a:t> </a:t>
                      </a:r>
                      <a:r>
                        <a:rPr lang="en-US" dirty="0" err="1"/>
                        <a:t>tự</a:t>
                      </a:r>
                      <a:endParaRPr lang="en-US" dirty="0"/>
                    </a:p>
                  </a:txBody>
                  <a:tcPr/>
                </a:tc>
                <a:tc>
                  <a:txBody>
                    <a:bodyPr/>
                    <a:lstStyle/>
                    <a:p>
                      <a:pPr algn="ctr"/>
                      <a:r>
                        <a:rPr lang="en-US" dirty="0" err="1"/>
                        <a:t>Không</a:t>
                      </a:r>
                      <a:r>
                        <a:rPr lang="en-US" dirty="0"/>
                        <a:t> </a:t>
                      </a:r>
                    </a:p>
                  </a:txBody>
                  <a:tcPr/>
                </a:tc>
                <a:tc>
                  <a:txBody>
                    <a:bodyPr/>
                    <a:lstStyle/>
                    <a:p>
                      <a:pPr algn="ctr"/>
                      <a:r>
                        <a:rPr lang="en-US" dirty="0" err="1"/>
                        <a:t>Báo</a:t>
                      </a:r>
                      <a:r>
                        <a:rPr lang="en-US" dirty="0"/>
                        <a:t> </a:t>
                      </a:r>
                      <a:r>
                        <a:rPr lang="en-US" dirty="0" err="1"/>
                        <a:t>hiệu</a:t>
                      </a:r>
                      <a:r>
                        <a:rPr lang="en-US" dirty="0"/>
                        <a:t> </a:t>
                      </a:r>
                      <a:r>
                        <a:rPr lang="en-US" dirty="0" err="1"/>
                        <a:t>khi</a:t>
                      </a:r>
                      <a:r>
                        <a:rPr lang="en-US" dirty="0"/>
                        <a:t> </a:t>
                      </a:r>
                      <a:r>
                        <a:rPr lang="en-US" dirty="0" err="1"/>
                        <a:t>xảy</a:t>
                      </a:r>
                      <a:r>
                        <a:rPr lang="en-US" dirty="0"/>
                        <a:t> </a:t>
                      </a:r>
                      <a:r>
                        <a:rPr lang="en-US" dirty="0" err="1"/>
                        <a:t>ra</a:t>
                      </a:r>
                      <a:r>
                        <a:rPr lang="en-US" dirty="0"/>
                        <a:t> </a:t>
                      </a:r>
                      <a:r>
                        <a:rPr lang="en-US" dirty="0" err="1"/>
                        <a:t>nghẽn</a:t>
                      </a:r>
                      <a:endParaRPr lang="en-US" dirty="0"/>
                    </a:p>
                  </a:txBody>
                  <a:tcPr/>
                </a:tc>
                <a:extLst>
                  <a:ext uri="{0D108BD9-81ED-4DB2-BD59-A6C34878D82A}">
                    <a16:rowId xmlns:a16="http://schemas.microsoft.com/office/drawing/2014/main" val="3182970101"/>
                  </a:ext>
                </a:extLst>
              </a:tr>
            </a:tbl>
          </a:graphicData>
        </a:graphic>
      </p:graphicFrame>
    </p:spTree>
    <p:extLst>
      <p:ext uri="{BB962C8B-B14F-4D97-AF65-F5344CB8AC3E}">
        <p14:creationId xmlns:p14="http://schemas.microsoft.com/office/powerpoint/2010/main" val="851147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Footer Placeholder 4">
            <a:extLst>
              <a:ext uri="{FF2B5EF4-FFF2-40B4-BE49-F238E27FC236}">
                <a16:creationId xmlns:a16="http://schemas.microsoft.com/office/drawing/2014/main" id="{4A923E6A-22AB-4C47-B750-D698C042A5E2}"/>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Tầng Network</a:t>
            </a:r>
          </a:p>
        </p:txBody>
      </p:sp>
      <p:sp>
        <p:nvSpPr>
          <p:cNvPr id="12291" name="Slide Number Placeholder 5">
            <a:extLst>
              <a:ext uri="{FF2B5EF4-FFF2-40B4-BE49-F238E27FC236}">
                <a16:creationId xmlns:a16="http://schemas.microsoft.com/office/drawing/2014/main" id="{A60E7A52-18CA-4F27-A8BC-17423F335EA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4-</a:t>
            </a:r>
            <a:fld id="{29A25FE5-94C0-4931-AF6B-7C05E8A4F73E}" type="slidenum">
              <a:rPr lang="en-US" altLang="en-US">
                <a:latin typeface="Tahoma" panose="020B0604030504040204" pitchFamily="34" charset="0"/>
              </a:rPr>
              <a:pPr/>
              <a:t>18</a:t>
            </a:fld>
            <a:endParaRPr lang="en-US" altLang="en-US">
              <a:latin typeface="Tahoma" panose="020B0604030504040204" pitchFamily="34" charset="0"/>
            </a:endParaRPr>
          </a:p>
        </p:txBody>
      </p:sp>
      <p:sp>
        <p:nvSpPr>
          <p:cNvPr id="11268" name="Rectangle 2">
            <a:extLst>
              <a:ext uri="{FF2B5EF4-FFF2-40B4-BE49-F238E27FC236}">
                <a16:creationId xmlns:a16="http://schemas.microsoft.com/office/drawing/2014/main" id="{5DFDADB2-BF2A-4488-BA1C-92B5A39A8F14}"/>
              </a:ext>
            </a:extLst>
          </p:cNvPr>
          <p:cNvSpPr>
            <a:spLocks noGrp="1" noChangeArrowheads="1"/>
          </p:cNvSpPr>
          <p:nvPr>
            <p:ph type="title"/>
          </p:nvPr>
        </p:nvSpPr>
        <p:spPr>
          <a:xfrm>
            <a:off x="1581150" y="88900"/>
            <a:ext cx="9366250" cy="1143000"/>
          </a:xfrm>
        </p:spPr>
        <p:txBody>
          <a:bodyPr>
            <a:normAutofit fontScale="90000"/>
          </a:bodyPr>
          <a:lstStyle/>
          <a:p>
            <a:pPr>
              <a:defRPr/>
            </a:pPr>
            <a:r>
              <a:rPr lang="en-US" sz="4000" dirty="0" err="1"/>
              <a:t>Dịch</a:t>
            </a:r>
            <a:r>
              <a:rPr lang="en-US" sz="4000" dirty="0"/>
              <a:t> </a:t>
            </a:r>
            <a:r>
              <a:rPr lang="en-US" sz="4000" dirty="0" err="1"/>
              <a:t>vụ</a:t>
            </a:r>
            <a:r>
              <a:rPr lang="en-US" sz="4000" dirty="0"/>
              <a:t> connection (</a:t>
            </a:r>
            <a:r>
              <a:rPr lang="en-US" sz="4000" dirty="0" err="1"/>
              <a:t>hướng</a:t>
            </a:r>
            <a:r>
              <a:rPr lang="en-US" sz="4000" dirty="0"/>
              <a:t> </a:t>
            </a:r>
            <a:r>
              <a:rPr lang="en-US" sz="4000" dirty="0" err="1"/>
              <a:t>kết</a:t>
            </a:r>
            <a:r>
              <a:rPr lang="en-US" sz="4000" dirty="0"/>
              <a:t> </a:t>
            </a:r>
            <a:r>
              <a:rPr lang="en-US" sz="4000" dirty="0" err="1"/>
              <a:t>nối</a:t>
            </a:r>
            <a:r>
              <a:rPr lang="en-US" sz="4000" dirty="0"/>
              <a:t>) </a:t>
            </a:r>
            <a:r>
              <a:rPr lang="en-US" sz="4000" dirty="0" err="1"/>
              <a:t>và</a:t>
            </a:r>
            <a:r>
              <a:rPr lang="en-US" sz="4000" dirty="0"/>
              <a:t> connection-less (phi </a:t>
            </a:r>
            <a:r>
              <a:rPr lang="en-US" sz="4000" dirty="0" err="1"/>
              <a:t>kết</a:t>
            </a:r>
            <a:r>
              <a:rPr lang="en-US" sz="4000" dirty="0"/>
              <a:t> </a:t>
            </a:r>
            <a:r>
              <a:rPr lang="en-US" sz="4000" dirty="0" err="1"/>
              <a:t>nối</a:t>
            </a:r>
            <a:r>
              <a:rPr lang="en-US" sz="4000" dirty="0"/>
              <a:t>)</a:t>
            </a:r>
          </a:p>
        </p:txBody>
      </p:sp>
      <p:sp>
        <p:nvSpPr>
          <p:cNvPr id="11269" name="Rectangle 3">
            <a:extLst>
              <a:ext uri="{FF2B5EF4-FFF2-40B4-BE49-F238E27FC236}">
                <a16:creationId xmlns:a16="http://schemas.microsoft.com/office/drawing/2014/main" id="{76DED858-B833-4FE2-BDBF-3411FBE8C481}"/>
              </a:ext>
            </a:extLst>
          </p:cNvPr>
          <p:cNvSpPr>
            <a:spLocks noGrp="1" noChangeArrowheads="1"/>
          </p:cNvSpPr>
          <p:nvPr>
            <p:ph type="body" idx="1"/>
          </p:nvPr>
        </p:nvSpPr>
        <p:spPr>
          <a:xfrm>
            <a:off x="2057400" y="1495425"/>
            <a:ext cx="7772400" cy="4648200"/>
          </a:xfrm>
        </p:spPr>
        <p:txBody>
          <a:bodyPr/>
          <a:lstStyle/>
          <a:p>
            <a:pPr>
              <a:buFont typeface="Wingdings" charset="0"/>
              <a:buChar char="v"/>
              <a:defRPr/>
            </a:pPr>
            <a:r>
              <a:rPr lang="en-US" dirty="0" err="1">
                <a:latin typeface="Comic Sans MS" pitchFamily="66" charset="0"/>
                <a:cs typeface="+mn-cs"/>
              </a:rPr>
              <a:t>Mạng</a:t>
            </a:r>
            <a:r>
              <a:rPr lang="en-US" dirty="0">
                <a:latin typeface="Comic Sans MS" pitchFamily="66" charset="0"/>
                <a:cs typeface="+mn-cs"/>
              </a:rPr>
              <a:t> </a:t>
            </a:r>
            <a:r>
              <a:rPr lang="en-US" i="1" dirty="0">
                <a:solidFill>
                  <a:srgbClr val="000099"/>
                </a:solidFill>
                <a:latin typeface="Comic Sans MS" pitchFamily="66" charset="0"/>
                <a:cs typeface="+mn-cs"/>
              </a:rPr>
              <a:t>datagram </a:t>
            </a:r>
            <a:r>
              <a:rPr lang="en-US" dirty="0" err="1">
                <a:latin typeface="Comic Sans MS" pitchFamily="66" charset="0"/>
                <a:cs typeface="+mn-cs"/>
              </a:rPr>
              <a:t>cung</a:t>
            </a:r>
            <a:r>
              <a:rPr lang="en-US" dirty="0">
                <a:latin typeface="Comic Sans MS" pitchFamily="66" charset="0"/>
                <a:cs typeface="+mn-cs"/>
              </a:rPr>
              <a:t> </a:t>
            </a:r>
            <a:r>
              <a:rPr lang="en-US" dirty="0" err="1">
                <a:latin typeface="Comic Sans MS" pitchFamily="66" charset="0"/>
                <a:cs typeface="+mn-cs"/>
              </a:rPr>
              <a:t>cấp</a:t>
            </a:r>
            <a:r>
              <a:rPr lang="en-US" dirty="0">
                <a:latin typeface="Comic Sans MS" pitchFamily="66" charset="0"/>
                <a:cs typeface="+mn-cs"/>
              </a:rPr>
              <a:t> </a:t>
            </a:r>
            <a:r>
              <a:rPr lang="en-US" dirty="0" err="1">
                <a:latin typeface="Comic Sans MS" pitchFamily="66" charset="0"/>
                <a:cs typeface="+mn-cs"/>
              </a:rPr>
              <a:t>dịch</a:t>
            </a:r>
            <a:r>
              <a:rPr lang="en-US" dirty="0">
                <a:latin typeface="Comic Sans MS" pitchFamily="66" charset="0"/>
                <a:cs typeface="+mn-cs"/>
              </a:rPr>
              <a:t> </a:t>
            </a:r>
            <a:r>
              <a:rPr lang="en-US" dirty="0" err="1">
                <a:latin typeface="Comic Sans MS" pitchFamily="66" charset="0"/>
                <a:cs typeface="+mn-cs"/>
              </a:rPr>
              <a:t>vụ</a:t>
            </a:r>
            <a:r>
              <a:rPr lang="en-US" dirty="0">
                <a:latin typeface="Comic Sans MS" pitchFamily="66" charset="0"/>
                <a:cs typeface="+mn-cs"/>
              </a:rPr>
              <a:t> </a:t>
            </a:r>
            <a:r>
              <a:rPr lang="en-US" i="1" dirty="0">
                <a:solidFill>
                  <a:srgbClr val="000099"/>
                </a:solidFill>
                <a:latin typeface="Comic Sans MS" pitchFamily="66" charset="0"/>
              </a:rPr>
              <a:t>connectionless </a:t>
            </a:r>
            <a:r>
              <a:rPr lang="en-US" dirty="0" err="1">
                <a:latin typeface="Comic Sans MS" pitchFamily="66" charset="0"/>
              </a:rPr>
              <a:t>tại</a:t>
            </a:r>
            <a:r>
              <a:rPr lang="en-US" dirty="0">
                <a:latin typeface="Comic Sans MS" pitchFamily="66" charset="0"/>
              </a:rPr>
              <a:t> </a:t>
            </a:r>
            <a:r>
              <a:rPr lang="en-US" dirty="0" err="1">
                <a:latin typeface="Comic Sans MS" pitchFamily="66" charset="0"/>
              </a:rPr>
              <a:t>tầng</a:t>
            </a:r>
            <a:r>
              <a:rPr lang="en-US" i="1" dirty="0">
                <a:solidFill>
                  <a:srgbClr val="000099"/>
                </a:solidFill>
                <a:latin typeface="Comic Sans MS" pitchFamily="66" charset="0"/>
              </a:rPr>
              <a:t> </a:t>
            </a:r>
            <a:r>
              <a:rPr lang="en-US" dirty="0">
                <a:latin typeface="Comic Sans MS" pitchFamily="66" charset="0"/>
                <a:cs typeface="+mn-cs"/>
              </a:rPr>
              <a:t>network</a:t>
            </a:r>
          </a:p>
          <a:p>
            <a:pPr>
              <a:buFont typeface="Wingdings" charset="0"/>
              <a:buChar char="v"/>
              <a:defRPr/>
            </a:pPr>
            <a:r>
              <a:rPr lang="en-US" dirty="0" err="1">
                <a:latin typeface="Comic Sans MS" pitchFamily="66" charset="0"/>
                <a:cs typeface="+mn-cs"/>
              </a:rPr>
              <a:t>Mạng</a:t>
            </a:r>
            <a:r>
              <a:rPr lang="en-US" i="1" dirty="0">
                <a:solidFill>
                  <a:srgbClr val="000099"/>
                </a:solidFill>
                <a:latin typeface="Comic Sans MS" pitchFamily="66" charset="0"/>
                <a:cs typeface="+mn-cs"/>
              </a:rPr>
              <a:t> </a:t>
            </a:r>
            <a:r>
              <a:rPr lang="en-US" i="1" dirty="0" err="1">
                <a:solidFill>
                  <a:srgbClr val="000099"/>
                </a:solidFill>
                <a:latin typeface="Comic Sans MS" pitchFamily="66" charset="0"/>
                <a:cs typeface="+mn-cs"/>
              </a:rPr>
              <a:t>mạch</a:t>
            </a:r>
            <a:r>
              <a:rPr lang="en-US" i="1" dirty="0">
                <a:solidFill>
                  <a:srgbClr val="000099"/>
                </a:solidFill>
                <a:latin typeface="Comic Sans MS" pitchFamily="66" charset="0"/>
                <a:cs typeface="+mn-cs"/>
              </a:rPr>
              <a:t> </a:t>
            </a:r>
            <a:r>
              <a:rPr lang="en-US" i="1" dirty="0" err="1">
                <a:solidFill>
                  <a:srgbClr val="000099"/>
                </a:solidFill>
                <a:latin typeface="Comic Sans MS" pitchFamily="66" charset="0"/>
                <a:cs typeface="+mn-cs"/>
              </a:rPr>
              <a:t>ảo</a:t>
            </a:r>
            <a:r>
              <a:rPr lang="en-US" i="1" dirty="0">
                <a:solidFill>
                  <a:srgbClr val="000099"/>
                </a:solidFill>
                <a:latin typeface="Comic Sans MS" pitchFamily="66" charset="0"/>
                <a:cs typeface="+mn-cs"/>
              </a:rPr>
              <a:t> (virtual-circuit</a:t>
            </a:r>
            <a:r>
              <a:rPr lang="en-US" dirty="0">
                <a:latin typeface="Comic Sans MS" pitchFamily="66" charset="0"/>
                <a:cs typeface="+mn-cs"/>
              </a:rPr>
              <a:t> network) </a:t>
            </a:r>
            <a:r>
              <a:rPr lang="en-US" dirty="0" err="1">
                <a:latin typeface="Comic Sans MS" pitchFamily="66" charset="0"/>
                <a:cs typeface="+mn-cs"/>
              </a:rPr>
              <a:t>cung</a:t>
            </a:r>
            <a:r>
              <a:rPr lang="en-US" dirty="0">
                <a:latin typeface="Comic Sans MS" pitchFamily="66" charset="0"/>
                <a:cs typeface="+mn-cs"/>
              </a:rPr>
              <a:t> </a:t>
            </a:r>
            <a:r>
              <a:rPr lang="en-US" dirty="0" err="1">
                <a:latin typeface="Comic Sans MS" pitchFamily="66" charset="0"/>
                <a:cs typeface="+mn-cs"/>
              </a:rPr>
              <a:t>cấp</a:t>
            </a:r>
            <a:r>
              <a:rPr lang="en-US" dirty="0">
                <a:latin typeface="Comic Sans MS" pitchFamily="66" charset="0"/>
                <a:cs typeface="+mn-cs"/>
              </a:rPr>
              <a:t> </a:t>
            </a:r>
            <a:r>
              <a:rPr lang="en-US" dirty="0" err="1">
                <a:latin typeface="Comic Sans MS" pitchFamily="66" charset="0"/>
                <a:cs typeface="+mn-cs"/>
              </a:rPr>
              <a:t>dich</a:t>
            </a:r>
            <a:r>
              <a:rPr lang="en-US" dirty="0">
                <a:latin typeface="Comic Sans MS" pitchFamily="66" charset="0"/>
                <a:cs typeface="+mn-cs"/>
              </a:rPr>
              <a:t> </a:t>
            </a:r>
            <a:r>
              <a:rPr lang="en-US" dirty="0" err="1">
                <a:latin typeface="Comic Sans MS" pitchFamily="66" charset="0"/>
                <a:cs typeface="+mn-cs"/>
              </a:rPr>
              <a:t>vụ</a:t>
            </a:r>
            <a:r>
              <a:rPr lang="en-US" dirty="0">
                <a:latin typeface="Comic Sans MS" pitchFamily="66" charset="0"/>
                <a:cs typeface="+mn-cs"/>
              </a:rPr>
              <a:t> </a:t>
            </a:r>
            <a:r>
              <a:rPr lang="en-US" i="1" dirty="0">
                <a:solidFill>
                  <a:srgbClr val="000099"/>
                </a:solidFill>
                <a:latin typeface="Comic Sans MS" pitchFamily="66" charset="0"/>
              </a:rPr>
              <a:t>connection </a:t>
            </a:r>
            <a:r>
              <a:rPr lang="en-US" dirty="0" err="1">
                <a:latin typeface="Comic Sans MS" pitchFamily="66" charset="0"/>
              </a:rPr>
              <a:t>tại</a:t>
            </a:r>
            <a:r>
              <a:rPr lang="en-US" dirty="0">
                <a:latin typeface="Comic Sans MS" pitchFamily="66" charset="0"/>
              </a:rPr>
              <a:t> </a:t>
            </a:r>
            <a:r>
              <a:rPr lang="en-US" dirty="0" err="1">
                <a:latin typeface="Comic Sans MS" pitchFamily="66" charset="0"/>
              </a:rPr>
              <a:t>tầng</a:t>
            </a:r>
            <a:r>
              <a:rPr lang="en-US" i="1" dirty="0">
                <a:solidFill>
                  <a:srgbClr val="000099"/>
                </a:solidFill>
                <a:latin typeface="Comic Sans MS" pitchFamily="66" charset="0"/>
              </a:rPr>
              <a:t> </a:t>
            </a:r>
            <a:r>
              <a:rPr lang="en-US" dirty="0">
                <a:latin typeface="Comic Sans MS" pitchFamily="66" charset="0"/>
                <a:cs typeface="+mn-cs"/>
              </a:rPr>
              <a:t>network</a:t>
            </a:r>
          </a:p>
          <a:p>
            <a:pPr>
              <a:buFont typeface="Wingdings" charset="0"/>
              <a:buChar char="v"/>
              <a:defRPr/>
            </a:pPr>
            <a:r>
              <a:rPr lang="en-US" dirty="0" err="1">
                <a:latin typeface="Comic Sans MS" pitchFamily="66" charset="0"/>
                <a:cs typeface="+mn-cs"/>
              </a:rPr>
              <a:t>Tương</a:t>
            </a:r>
            <a:r>
              <a:rPr lang="en-US" dirty="0">
                <a:latin typeface="Comic Sans MS" pitchFamily="66" charset="0"/>
                <a:cs typeface="+mn-cs"/>
              </a:rPr>
              <a:t> </a:t>
            </a:r>
            <a:r>
              <a:rPr lang="en-US" dirty="0" err="1">
                <a:latin typeface="Comic Sans MS" pitchFamily="66" charset="0"/>
                <a:cs typeface="+mn-cs"/>
              </a:rPr>
              <a:t>tự</a:t>
            </a:r>
            <a:r>
              <a:rPr lang="en-US" dirty="0">
                <a:latin typeface="Comic Sans MS" pitchFamily="66" charset="0"/>
                <a:cs typeface="+mn-cs"/>
              </a:rPr>
              <a:t> </a:t>
            </a:r>
            <a:r>
              <a:rPr lang="en-US" dirty="0" err="1">
                <a:latin typeface="Comic Sans MS" pitchFamily="66" charset="0"/>
                <a:cs typeface="+mn-cs"/>
              </a:rPr>
              <a:t>như</a:t>
            </a:r>
            <a:r>
              <a:rPr lang="en-US" dirty="0">
                <a:latin typeface="Comic Sans MS" pitchFamily="66" charset="0"/>
                <a:cs typeface="+mn-cs"/>
              </a:rPr>
              <a:t> </a:t>
            </a:r>
            <a:r>
              <a:rPr lang="en-US" dirty="0" err="1">
                <a:latin typeface="Comic Sans MS" pitchFamily="66" charset="0"/>
                <a:cs typeface="+mn-cs"/>
              </a:rPr>
              <a:t>các</a:t>
            </a:r>
            <a:r>
              <a:rPr lang="en-US" dirty="0">
                <a:latin typeface="Comic Sans MS" pitchFamily="66" charset="0"/>
                <a:cs typeface="+mn-cs"/>
              </a:rPr>
              <a:t> </a:t>
            </a:r>
            <a:r>
              <a:rPr lang="en-US" dirty="0" err="1">
                <a:latin typeface="Comic Sans MS" pitchFamily="66" charset="0"/>
                <a:cs typeface="+mn-cs"/>
              </a:rPr>
              <a:t>dịch</a:t>
            </a:r>
            <a:r>
              <a:rPr lang="en-US" dirty="0">
                <a:latin typeface="Comic Sans MS" pitchFamily="66" charset="0"/>
                <a:cs typeface="+mn-cs"/>
              </a:rPr>
              <a:t> </a:t>
            </a:r>
            <a:r>
              <a:rPr lang="en-US" dirty="0" err="1">
                <a:latin typeface="Comic Sans MS" pitchFamily="66" charset="0"/>
                <a:cs typeface="+mn-cs"/>
              </a:rPr>
              <a:t>vụ</a:t>
            </a:r>
            <a:r>
              <a:rPr lang="en-US" dirty="0">
                <a:latin typeface="Comic Sans MS" pitchFamily="66" charset="0"/>
                <a:cs typeface="+mn-cs"/>
              </a:rPr>
              <a:t> </a:t>
            </a:r>
            <a:r>
              <a:rPr lang="en-US" dirty="0" err="1">
                <a:latin typeface="Comic Sans MS" pitchFamily="66" charset="0"/>
                <a:cs typeface="+mn-cs"/>
              </a:rPr>
              <a:t>kết</a:t>
            </a:r>
            <a:r>
              <a:rPr lang="en-US" dirty="0">
                <a:latin typeface="Comic Sans MS" pitchFamily="66" charset="0"/>
                <a:cs typeface="+mn-cs"/>
              </a:rPr>
              <a:t> </a:t>
            </a:r>
            <a:r>
              <a:rPr lang="en-US" dirty="0" err="1">
                <a:latin typeface="Comic Sans MS" pitchFamily="66" charset="0"/>
                <a:cs typeface="+mn-cs"/>
              </a:rPr>
              <a:t>nối</a:t>
            </a:r>
            <a:r>
              <a:rPr lang="en-US" dirty="0">
                <a:latin typeface="Comic Sans MS" pitchFamily="66" charset="0"/>
                <a:cs typeface="+mn-cs"/>
              </a:rPr>
              <a:t> </a:t>
            </a:r>
            <a:r>
              <a:rPr lang="en-US" dirty="0" err="1">
                <a:latin typeface="Comic Sans MS" pitchFamily="66" charset="0"/>
                <a:cs typeface="+mn-cs"/>
              </a:rPr>
              <a:t>định</a:t>
            </a:r>
            <a:r>
              <a:rPr lang="en-US" dirty="0">
                <a:latin typeface="Comic Sans MS" pitchFamily="66" charset="0"/>
                <a:cs typeface="+mn-cs"/>
              </a:rPr>
              <a:t> </a:t>
            </a:r>
            <a:r>
              <a:rPr lang="en-US" dirty="0" err="1">
                <a:latin typeface="Comic Sans MS" pitchFamily="66" charset="0"/>
                <a:cs typeface="+mn-cs"/>
              </a:rPr>
              <a:t>hướng</a:t>
            </a:r>
            <a:r>
              <a:rPr lang="en-US" dirty="0">
                <a:latin typeface="Comic Sans MS" pitchFamily="66" charset="0"/>
                <a:cs typeface="+mn-cs"/>
              </a:rPr>
              <a:t> </a:t>
            </a:r>
            <a:r>
              <a:rPr lang="en-US" dirty="0" err="1">
                <a:latin typeface="Comic Sans MS" pitchFamily="66" charset="0"/>
                <a:cs typeface="+mn-cs"/>
              </a:rPr>
              <a:t>và</a:t>
            </a:r>
            <a:r>
              <a:rPr lang="en-US" dirty="0">
                <a:latin typeface="Comic Sans MS" pitchFamily="66" charset="0"/>
                <a:cs typeface="+mn-cs"/>
              </a:rPr>
              <a:t> </a:t>
            </a:r>
            <a:r>
              <a:rPr lang="en-US" dirty="0" err="1">
                <a:latin typeface="Comic Sans MS" pitchFamily="66" charset="0"/>
                <a:cs typeface="+mn-cs"/>
              </a:rPr>
              <a:t>không</a:t>
            </a:r>
            <a:r>
              <a:rPr lang="en-US" dirty="0">
                <a:latin typeface="Comic Sans MS" pitchFamily="66" charset="0"/>
                <a:cs typeface="+mn-cs"/>
              </a:rPr>
              <a:t> </a:t>
            </a:r>
            <a:r>
              <a:rPr lang="en-US" dirty="0" err="1">
                <a:latin typeface="Comic Sans MS" pitchFamily="66" charset="0"/>
                <a:cs typeface="+mn-cs"/>
              </a:rPr>
              <a:t>định</a:t>
            </a:r>
            <a:r>
              <a:rPr lang="en-US" dirty="0">
                <a:latin typeface="Comic Sans MS" pitchFamily="66" charset="0"/>
                <a:cs typeface="+mn-cs"/>
              </a:rPr>
              <a:t> </a:t>
            </a:r>
            <a:r>
              <a:rPr lang="en-US" dirty="0" err="1">
                <a:latin typeface="Comic Sans MS" pitchFamily="66" charset="0"/>
                <a:cs typeface="+mn-cs"/>
              </a:rPr>
              <a:t>hướng</a:t>
            </a:r>
            <a:r>
              <a:rPr lang="en-US" dirty="0">
                <a:latin typeface="Comic Sans MS" pitchFamily="66" charset="0"/>
                <a:cs typeface="+mn-cs"/>
              </a:rPr>
              <a:t> </a:t>
            </a:r>
            <a:r>
              <a:rPr lang="en-US" dirty="0" err="1">
                <a:latin typeface="Comic Sans MS" pitchFamily="66" charset="0"/>
                <a:cs typeface="+mn-cs"/>
              </a:rPr>
              <a:t>của</a:t>
            </a:r>
            <a:r>
              <a:rPr lang="en-US" dirty="0">
                <a:latin typeface="Comic Sans MS" pitchFamily="66" charset="0"/>
                <a:cs typeface="+mn-cs"/>
              </a:rPr>
              <a:t> </a:t>
            </a:r>
            <a:r>
              <a:rPr lang="en-US" dirty="0" err="1">
                <a:latin typeface="Comic Sans MS" pitchFamily="66" charset="0"/>
                <a:cs typeface="+mn-cs"/>
              </a:rPr>
              <a:t>tầng</a:t>
            </a:r>
            <a:r>
              <a:rPr lang="en-US" dirty="0">
                <a:latin typeface="Comic Sans MS" pitchFamily="66" charset="0"/>
                <a:cs typeface="+mn-cs"/>
              </a:rPr>
              <a:t> transport, </a:t>
            </a:r>
            <a:r>
              <a:rPr lang="en-US" dirty="0" err="1">
                <a:latin typeface="Comic Sans MS" pitchFamily="66" charset="0"/>
                <a:cs typeface="+mn-cs"/>
              </a:rPr>
              <a:t>nhưng</a:t>
            </a:r>
            <a:r>
              <a:rPr lang="en-US" dirty="0">
                <a:latin typeface="Comic Sans MS" pitchFamily="66" charset="0"/>
                <a:cs typeface="+mn-cs"/>
              </a:rPr>
              <a:t>:</a:t>
            </a:r>
          </a:p>
          <a:p>
            <a:pPr lvl="1">
              <a:buFont typeface="Wingdings" charset="0"/>
              <a:buChar char="§"/>
              <a:defRPr/>
            </a:pPr>
            <a:r>
              <a:rPr lang="en-US" sz="2800" i="1" dirty="0" err="1">
                <a:solidFill>
                  <a:srgbClr val="CC0000"/>
                </a:solidFill>
                <a:latin typeface="Comic Sans MS" pitchFamily="66" charset="0"/>
              </a:rPr>
              <a:t>Dịch</a:t>
            </a:r>
            <a:r>
              <a:rPr lang="en-US" sz="2800" i="1" dirty="0">
                <a:solidFill>
                  <a:srgbClr val="CC0000"/>
                </a:solidFill>
                <a:latin typeface="Comic Sans MS" pitchFamily="66" charset="0"/>
              </a:rPr>
              <a:t> </a:t>
            </a:r>
            <a:r>
              <a:rPr lang="en-US" sz="2800" i="1" dirty="0" err="1">
                <a:solidFill>
                  <a:srgbClr val="CC0000"/>
                </a:solidFill>
                <a:latin typeface="Comic Sans MS" pitchFamily="66" charset="0"/>
              </a:rPr>
              <a:t>vụ</a:t>
            </a:r>
            <a:r>
              <a:rPr lang="en-US" sz="2800" i="1" dirty="0">
                <a:solidFill>
                  <a:srgbClr val="CC0000"/>
                </a:solidFill>
                <a:latin typeface="Comic Sans MS" pitchFamily="66" charset="0"/>
              </a:rPr>
              <a:t>:</a:t>
            </a:r>
            <a:r>
              <a:rPr lang="en-US" sz="2800" dirty="0">
                <a:solidFill>
                  <a:srgbClr val="FF0000"/>
                </a:solidFill>
                <a:latin typeface="Comic Sans MS" pitchFamily="66" charset="0"/>
              </a:rPr>
              <a:t> </a:t>
            </a:r>
            <a:r>
              <a:rPr lang="en-US" sz="2800" dirty="0" err="1">
                <a:latin typeface="Comic Sans MS" pitchFamily="66" charset="0"/>
              </a:rPr>
              <a:t>từ</a:t>
            </a:r>
            <a:r>
              <a:rPr lang="en-US" sz="2800" dirty="0">
                <a:latin typeface="Comic Sans MS" pitchFamily="66" charset="0"/>
              </a:rPr>
              <a:t> host </a:t>
            </a:r>
            <a:r>
              <a:rPr lang="en-US" sz="2800" dirty="0" err="1">
                <a:latin typeface="Comic Sans MS" pitchFamily="66" charset="0"/>
              </a:rPr>
              <a:t>này</a:t>
            </a:r>
            <a:r>
              <a:rPr lang="en-US" sz="2800" dirty="0">
                <a:latin typeface="Comic Sans MS" pitchFamily="66" charset="0"/>
              </a:rPr>
              <a:t> </a:t>
            </a:r>
            <a:r>
              <a:rPr lang="en-US" sz="2800" dirty="0" err="1">
                <a:latin typeface="Comic Sans MS" pitchFamily="66" charset="0"/>
              </a:rPr>
              <a:t>đến</a:t>
            </a:r>
            <a:r>
              <a:rPr lang="en-US" sz="2800" dirty="0">
                <a:latin typeface="Comic Sans MS" pitchFamily="66" charset="0"/>
              </a:rPr>
              <a:t> host </a:t>
            </a:r>
            <a:r>
              <a:rPr lang="en-US" sz="2800" dirty="0" err="1">
                <a:latin typeface="Comic Sans MS" pitchFamily="66" charset="0"/>
              </a:rPr>
              <a:t>kiaost</a:t>
            </a:r>
            <a:r>
              <a:rPr lang="en-US" sz="2800" dirty="0">
                <a:latin typeface="Comic Sans MS" pitchFamily="66" charset="0"/>
              </a:rPr>
              <a:t>-to-host</a:t>
            </a:r>
          </a:p>
          <a:p>
            <a:pPr lvl="1">
              <a:buFont typeface="Wingdings" charset="0"/>
              <a:buChar char="§"/>
              <a:defRPr/>
            </a:pPr>
            <a:r>
              <a:rPr lang="en-US" sz="2800" i="1" dirty="0" err="1">
                <a:solidFill>
                  <a:srgbClr val="CC0000"/>
                </a:solidFill>
                <a:latin typeface="Comic Sans MS" pitchFamily="66" charset="0"/>
              </a:rPr>
              <a:t>Không</a:t>
            </a:r>
            <a:r>
              <a:rPr lang="en-US" sz="2800" i="1" dirty="0">
                <a:solidFill>
                  <a:srgbClr val="CC0000"/>
                </a:solidFill>
                <a:latin typeface="Comic Sans MS" pitchFamily="66" charset="0"/>
              </a:rPr>
              <a:t> </a:t>
            </a:r>
            <a:r>
              <a:rPr lang="en-US" sz="2800" i="1" dirty="0" err="1">
                <a:solidFill>
                  <a:srgbClr val="CC0000"/>
                </a:solidFill>
                <a:latin typeface="Comic Sans MS" pitchFamily="66" charset="0"/>
              </a:rPr>
              <a:t>lựa</a:t>
            </a:r>
            <a:r>
              <a:rPr lang="en-US" sz="2800" i="1" dirty="0">
                <a:solidFill>
                  <a:srgbClr val="CC0000"/>
                </a:solidFill>
                <a:latin typeface="Comic Sans MS" pitchFamily="66" charset="0"/>
              </a:rPr>
              <a:t> </a:t>
            </a:r>
            <a:r>
              <a:rPr lang="en-US" sz="2800" i="1" dirty="0" err="1">
                <a:solidFill>
                  <a:srgbClr val="CC0000"/>
                </a:solidFill>
                <a:latin typeface="Comic Sans MS" pitchFamily="66" charset="0"/>
              </a:rPr>
              <a:t>chọn</a:t>
            </a:r>
            <a:r>
              <a:rPr lang="en-US" sz="2800" i="1" dirty="0">
                <a:solidFill>
                  <a:srgbClr val="CC0000"/>
                </a:solidFill>
                <a:latin typeface="Comic Sans MS" pitchFamily="66" charset="0"/>
              </a:rPr>
              <a:t>:</a:t>
            </a:r>
            <a:r>
              <a:rPr lang="en-US" sz="2800" dirty="0">
                <a:solidFill>
                  <a:srgbClr val="FF0000"/>
                </a:solidFill>
                <a:latin typeface="Comic Sans MS" pitchFamily="66" charset="0"/>
              </a:rPr>
              <a:t> </a:t>
            </a:r>
            <a:r>
              <a:rPr lang="en-US" sz="2800" dirty="0">
                <a:latin typeface="Comic Sans MS" pitchFamily="66" charset="0"/>
              </a:rPr>
              <a:t>network </a:t>
            </a:r>
            <a:r>
              <a:rPr lang="en-US" sz="2800" dirty="0" err="1">
                <a:latin typeface="Comic Sans MS" pitchFamily="66" charset="0"/>
              </a:rPr>
              <a:t>chỉ</a:t>
            </a:r>
            <a:r>
              <a:rPr lang="en-US" sz="2800" dirty="0">
                <a:latin typeface="Comic Sans MS" pitchFamily="66" charset="0"/>
              </a:rPr>
              <a:t> </a:t>
            </a:r>
            <a:r>
              <a:rPr lang="en-US" sz="2800" dirty="0" err="1">
                <a:latin typeface="Comic Sans MS" pitchFamily="66" charset="0"/>
              </a:rPr>
              <a:t>cung</a:t>
            </a:r>
            <a:r>
              <a:rPr lang="en-US" sz="2800" dirty="0">
                <a:latin typeface="Comic Sans MS" pitchFamily="66" charset="0"/>
              </a:rPr>
              <a:t> </a:t>
            </a:r>
            <a:r>
              <a:rPr lang="en-US" sz="2800" dirty="0" err="1">
                <a:latin typeface="Comic Sans MS" pitchFamily="66" charset="0"/>
              </a:rPr>
              <a:t>cấp</a:t>
            </a:r>
            <a:r>
              <a:rPr lang="en-US" sz="2800" dirty="0">
                <a:latin typeface="Comic Sans MS" pitchFamily="66" charset="0"/>
              </a:rPr>
              <a:t> 1 </a:t>
            </a:r>
            <a:r>
              <a:rPr lang="en-US" sz="2800" dirty="0" err="1">
                <a:latin typeface="Comic Sans MS" pitchFamily="66" charset="0"/>
              </a:rPr>
              <a:t>dịch</a:t>
            </a:r>
            <a:r>
              <a:rPr lang="en-US" sz="2800" dirty="0">
                <a:latin typeface="Comic Sans MS" pitchFamily="66" charset="0"/>
              </a:rPr>
              <a:t> </a:t>
            </a:r>
            <a:r>
              <a:rPr lang="en-US" sz="2800" dirty="0" err="1">
                <a:latin typeface="Comic Sans MS" pitchFamily="66" charset="0"/>
              </a:rPr>
              <a:t>vụ</a:t>
            </a:r>
            <a:endParaRPr lang="en-US" sz="2800" dirty="0">
              <a:latin typeface="Comic Sans MS" pitchFamily="66" charset="0"/>
            </a:endParaRPr>
          </a:p>
          <a:p>
            <a:pPr lvl="1">
              <a:buFont typeface="Wingdings" charset="0"/>
              <a:buChar char="§"/>
              <a:defRPr/>
            </a:pPr>
            <a:r>
              <a:rPr lang="en-US" sz="2800" i="1" dirty="0" err="1">
                <a:solidFill>
                  <a:srgbClr val="CC0000"/>
                </a:solidFill>
                <a:latin typeface="Comic Sans MS" pitchFamily="66" charset="0"/>
              </a:rPr>
              <a:t>Thực</a:t>
            </a:r>
            <a:r>
              <a:rPr lang="en-US" sz="2800" i="1" dirty="0">
                <a:solidFill>
                  <a:srgbClr val="CC0000"/>
                </a:solidFill>
                <a:latin typeface="Comic Sans MS" pitchFamily="66" charset="0"/>
              </a:rPr>
              <a:t> </a:t>
            </a:r>
            <a:r>
              <a:rPr lang="en-US" sz="2800" i="1" dirty="0" err="1">
                <a:solidFill>
                  <a:srgbClr val="CC0000"/>
                </a:solidFill>
                <a:latin typeface="Comic Sans MS" pitchFamily="66" charset="0"/>
              </a:rPr>
              <a:t>hiện</a:t>
            </a:r>
            <a:r>
              <a:rPr lang="en-US" sz="2800" i="1" dirty="0">
                <a:solidFill>
                  <a:srgbClr val="CC0000"/>
                </a:solidFill>
                <a:latin typeface="Comic Sans MS" pitchFamily="66" charset="0"/>
              </a:rPr>
              <a:t>:</a:t>
            </a:r>
            <a:r>
              <a:rPr lang="en-US" sz="2800" dirty="0">
                <a:solidFill>
                  <a:srgbClr val="FF0000"/>
                </a:solidFill>
                <a:latin typeface="Comic Sans MS" pitchFamily="66" charset="0"/>
              </a:rPr>
              <a:t> </a:t>
            </a:r>
            <a:r>
              <a:rPr lang="en-US" sz="2800" dirty="0" err="1">
                <a:latin typeface="Comic Sans MS" pitchFamily="66" charset="0"/>
              </a:rPr>
              <a:t>trong</a:t>
            </a:r>
            <a:r>
              <a:rPr lang="en-US" sz="2800" dirty="0">
                <a:latin typeface="Comic Sans MS" pitchFamily="66" charset="0"/>
              </a:rPr>
              <a:t> </a:t>
            </a:r>
            <a:r>
              <a:rPr lang="en-US" sz="2800" dirty="0" err="1">
                <a:latin typeface="Comic Sans MS" pitchFamily="66" charset="0"/>
              </a:rPr>
              <a:t>mạng</a:t>
            </a:r>
            <a:r>
              <a:rPr lang="en-US" sz="2800" dirty="0">
                <a:latin typeface="Comic Sans MS" pitchFamily="66" charset="0"/>
              </a:rPr>
              <a:t> </a:t>
            </a:r>
            <a:r>
              <a:rPr lang="en-US" sz="2800" dirty="0" err="1">
                <a:latin typeface="Comic Sans MS" pitchFamily="66" charset="0"/>
              </a:rPr>
              <a:t>lõi</a:t>
            </a:r>
            <a:endParaRPr lang="en-US" sz="2800" dirty="0">
              <a:latin typeface="Comic Sans MS" pitchFamily="66" charset="0"/>
            </a:endParaRPr>
          </a:p>
        </p:txBody>
      </p:sp>
      <p:pic>
        <p:nvPicPr>
          <p:cNvPr id="12294" name="Picture 4" descr="underline_base">
            <a:extLst>
              <a:ext uri="{FF2B5EF4-FFF2-40B4-BE49-F238E27FC236}">
                <a16:creationId xmlns:a16="http://schemas.microsoft.com/office/drawing/2014/main" id="{B2E5A23D-AD7D-439E-BF91-A9B238DA7740}"/>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07425" y="1236528"/>
            <a:ext cx="8122375" cy="2588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727743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Footer Placeholder 5">
            <a:extLst>
              <a:ext uri="{FF2B5EF4-FFF2-40B4-BE49-F238E27FC236}">
                <a16:creationId xmlns:a16="http://schemas.microsoft.com/office/drawing/2014/main" id="{89919BEC-0D36-47AA-8AD3-212768C9B8D4}"/>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Tầng Network</a:t>
            </a:r>
          </a:p>
        </p:txBody>
      </p:sp>
      <p:sp>
        <p:nvSpPr>
          <p:cNvPr id="16387" name="Slide Number Placeholder 6">
            <a:extLst>
              <a:ext uri="{FF2B5EF4-FFF2-40B4-BE49-F238E27FC236}">
                <a16:creationId xmlns:a16="http://schemas.microsoft.com/office/drawing/2014/main" id="{AA5C3923-2858-4FF1-B497-EFC7F842F0D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4-</a:t>
            </a:r>
            <a:fld id="{9B1DFD79-7C81-4605-B1F8-14266BE4684C}" type="slidenum">
              <a:rPr lang="en-US" altLang="en-US">
                <a:latin typeface="Tahoma" panose="020B0604030504040204" pitchFamily="34" charset="0"/>
              </a:rPr>
              <a:pPr/>
              <a:t>19</a:t>
            </a:fld>
            <a:endParaRPr lang="en-US" altLang="en-US">
              <a:latin typeface="Tahoma" panose="020B0604030504040204" pitchFamily="34" charset="0"/>
            </a:endParaRPr>
          </a:p>
        </p:txBody>
      </p:sp>
      <p:grpSp>
        <p:nvGrpSpPr>
          <p:cNvPr id="16388" name="Group 669">
            <a:extLst>
              <a:ext uri="{FF2B5EF4-FFF2-40B4-BE49-F238E27FC236}">
                <a16:creationId xmlns:a16="http://schemas.microsoft.com/office/drawing/2014/main" id="{2BC359BB-4979-48C1-9171-0B498E5ABF0A}"/>
              </a:ext>
            </a:extLst>
          </p:cNvPr>
          <p:cNvGrpSpPr>
            <a:grpSpLocks/>
          </p:cNvGrpSpPr>
          <p:nvPr/>
        </p:nvGrpSpPr>
        <p:grpSpPr bwMode="auto">
          <a:xfrm>
            <a:off x="8389938" y="3735389"/>
            <a:ext cx="2006600" cy="2416175"/>
            <a:chOff x="4325" y="2353"/>
            <a:chExt cx="1264" cy="1522"/>
          </a:xfrm>
        </p:grpSpPr>
        <p:sp>
          <p:nvSpPr>
            <p:cNvPr id="16507" name="Freeform 552">
              <a:extLst>
                <a:ext uri="{FF2B5EF4-FFF2-40B4-BE49-F238E27FC236}">
                  <a16:creationId xmlns:a16="http://schemas.microsoft.com/office/drawing/2014/main" id="{BBBD497B-309F-4026-A1F6-1363926C67FC}"/>
                </a:ext>
              </a:extLst>
            </p:cNvPr>
            <p:cNvSpPr>
              <a:spLocks/>
            </p:cNvSpPr>
            <p:nvPr/>
          </p:nvSpPr>
          <p:spPr bwMode="auto">
            <a:xfrm>
              <a:off x="4536" y="2358"/>
              <a:ext cx="990" cy="1124"/>
            </a:xfrm>
            <a:custGeom>
              <a:avLst/>
              <a:gdLst>
                <a:gd name="T0" fmla="*/ 0 w 990"/>
                <a:gd name="T1" fmla="*/ 1089 h 1124"/>
                <a:gd name="T2" fmla="*/ 161 w 990"/>
                <a:gd name="T3" fmla="*/ 0 h 1124"/>
                <a:gd name="T4" fmla="*/ 210 w 990"/>
                <a:gd name="T5" fmla="*/ 899 h 1124"/>
                <a:gd name="T6" fmla="*/ 962 w 990"/>
                <a:gd name="T7" fmla="*/ 906 h 1124"/>
                <a:gd name="T8" fmla="*/ 990 w 990"/>
                <a:gd name="T9" fmla="*/ 990 h 1124"/>
                <a:gd name="T10" fmla="*/ 210 w 990"/>
                <a:gd name="T11" fmla="*/ 1124 h 1124"/>
                <a:gd name="T12" fmla="*/ 0 w 990"/>
                <a:gd name="T13" fmla="*/ 1089 h 1124"/>
                <a:gd name="T14" fmla="*/ 0 60000 65536"/>
                <a:gd name="T15" fmla="*/ 0 60000 65536"/>
                <a:gd name="T16" fmla="*/ 0 60000 65536"/>
                <a:gd name="T17" fmla="*/ 0 60000 65536"/>
                <a:gd name="T18" fmla="*/ 0 60000 65536"/>
                <a:gd name="T19" fmla="*/ 0 60000 65536"/>
                <a:gd name="T20" fmla="*/ 0 60000 65536"/>
                <a:gd name="T21" fmla="*/ 0 w 990"/>
                <a:gd name="T22" fmla="*/ 0 h 1124"/>
                <a:gd name="T23" fmla="*/ 990 w 990"/>
                <a:gd name="T24" fmla="*/ 1124 h 11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90" h="1124">
                  <a:moveTo>
                    <a:pt x="0" y="1089"/>
                  </a:moveTo>
                  <a:lnTo>
                    <a:pt x="161" y="0"/>
                  </a:lnTo>
                  <a:lnTo>
                    <a:pt x="210" y="899"/>
                  </a:lnTo>
                  <a:lnTo>
                    <a:pt x="962" y="906"/>
                  </a:lnTo>
                  <a:lnTo>
                    <a:pt x="990" y="990"/>
                  </a:lnTo>
                  <a:lnTo>
                    <a:pt x="210" y="1124"/>
                  </a:lnTo>
                  <a:lnTo>
                    <a:pt x="0" y="1089"/>
                  </a:lnTo>
                  <a:close/>
                </a:path>
              </a:pathLst>
            </a:custGeom>
            <a:gradFill rotWithShape="1">
              <a:gsLst>
                <a:gs pos="0">
                  <a:srgbClr val="000099"/>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nvGrpSpPr>
            <p:cNvPr id="16508" name="Group 553">
              <a:extLst>
                <a:ext uri="{FF2B5EF4-FFF2-40B4-BE49-F238E27FC236}">
                  <a16:creationId xmlns:a16="http://schemas.microsoft.com/office/drawing/2014/main" id="{F0D53520-F9AD-4D74-9630-9651353994CC}"/>
                </a:ext>
              </a:extLst>
            </p:cNvPr>
            <p:cNvGrpSpPr>
              <a:grpSpLocks/>
            </p:cNvGrpSpPr>
            <p:nvPr/>
          </p:nvGrpSpPr>
          <p:grpSpPr bwMode="auto">
            <a:xfrm>
              <a:off x="4325" y="3402"/>
              <a:ext cx="454" cy="473"/>
              <a:chOff x="-44" y="1473"/>
              <a:chExt cx="981" cy="1105"/>
            </a:xfrm>
          </p:grpSpPr>
          <p:pic>
            <p:nvPicPr>
              <p:cNvPr id="16517" name="Picture 554" descr="desktop_computer_stylized_medium">
                <a:extLst>
                  <a:ext uri="{FF2B5EF4-FFF2-40B4-BE49-F238E27FC236}">
                    <a16:creationId xmlns:a16="http://schemas.microsoft.com/office/drawing/2014/main" id="{04597C89-70DD-4119-A796-E590863814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518" name="Freeform 555">
                <a:extLst>
                  <a:ext uri="{FF2B5EF4-FFF2-40B4-BE49-F238E27FC236}">
                    <a16:creationId xmlns:a16="http://schemas.microsoft.com/office/drawing/2014/main" id="{CCC50652-0EB2-4631-B919-66F8DB16CEAC}"/>
                  </a:ext>
                </a:extLst>
              </p:cNvPr>
              <p:cNvSpPr>
                <a:spLocks/>
              </p:cNvSpPr>
              <p:nvPr/>
            </p:nvSpPr>
            <p:spPr bwMode="auto">
              <a:xfrm flipH="1">
                <a:off x="374" y="1579"/>
                <a:ext cx="477" cy="506"/>
              </a:xfrm>
              <a:custGeom>
                <a:avLst/>
                <a:gdLst>
                  <a:gd name="T0" fmla="*/ 0 w 356"/>
                  <a:gd name="T1" fmla="*/ 0 h 368"/>
                  <a:gd name="T2" fmla="*/ 187350 w 356"/>
                  <a:gd name="T3" fmla="*/ 15587 h 368"/>
                  <a:gd name="T4" fmla="*/ 222251 w 356"/>
                  <a:gd name="T5" fmla="*/ 324849 h 368"/>
                  <a:gd name="T6" fmla="*/ 48981 w 356"/>
                  <a:gd name="T7" fmla="*/ 406259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sp>
          <p:nvSpPr>
            <p:cNvPr id="16509" name="Rectangle 539">
              <a:extLst>
                <a:ext uri="{FF2B5EF4-FFF2-40B4-BE49-F238E27FC236}">
                  <a16:creationId xmlns:a16="http://schemas.microsoft.com/office/drawing/2014/main" id="{D4D34BC7-F7B9-40A0-8AA8-8AC48DDBA3BE}"/>
                </a:ext>
              </a:extLst>
            </p:cNvPr>
            <p:cNvSpPr>
              <a:spLocks noChangeArrowheads="1"/>
            </p:cNvSpPr>
            <p:nvPr/>
          </p:nvSpPr>
          <p:spPr bwMode="auto">
            <a:xfrm>
              <a:off x="4719" y="2353"/>
              <a:ext cx="820" cy="946"/>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6510" name="Rectangle 540">
              <a:extLst>
                <a:ext uri="{FF2B5EF4-FFF2-40B4-BE49-F238E27FC236}">
                  <a16:creationId xmlns:a16="http://schemas.microsoft.com/office/drawing/2014/main" id="{442DD344-EF76-4898-88C3-C8A17CB11BD9}"/>
                </a:ext>
              </a:extLst>
            </p:cNvPr>
            <p:cNvSpPr>
              <a:spLocks noChangeArrowheads="1"/>
            </p:cNvSpPr>
            <p:nvPr/>
          </p:nvSpPr>
          <p:spPr bwMode="auto">
            <a:xfrm>
              <a:off x="4679" y="2382"/>
              <a:ext cx="837" cy="975"/>
            </a:xfrm>
            <a:prstGeom prst="rect">
              <a:avLst/>
            </a:prstGeom>
            <a:solidFill>
              <a:schemeClr val="bg1"/>
            </a:solidFill>
            <a:ln w="12700">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6511" name="Rectangle 541">
              <a:extLst>
                <a:ext uri="{FF2B5EF4-FFF2-40B4-BE49-F238E27FC236}">
                  <a16:creationId xmlns:a16="http://schemas.microsoft.com/office/drawing/2014/main" id="{C5CCD113-1B23-4BC3-BB2F-05DC3B4298CB}"/>
                </a:ext>
              </a:extLst>
            </p:cNvPr>
            <p:cNvSpPr>
              <a:spLocks noChangeArrowheads="1"/>
            </p:cNvSpPr>
            <p:nvPr/>
          </p:nvSpPr>
          <p:spPr bwMode="auto">
            <a:xfrm>
              <a:off x="4683" y="2784"/>
              <a:ext cx="831" cy="192"/>
            </a:xfrm>
            <a:prstGeom prst="rect">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6512" name="Text Box 542">
              <a:extLst>
                <a:ext uri="{FF2B5EF4-FFF2-40B4-BE49-F238E27FC236}">
                  <a16:creationId xmlns:a16="http://schemas.microsoft.com/office/drawing/2014/main" id="{25104516-6B6C-43C8-B9E8-06CFCCC2D7FB}"/>
                </a:ext>
              </a:extLst>
            </p:cNvPr>
            <p:cNvSpPr txBox="1">
              <a:spLocks noChangeArrowheads="1"/>
            </p:cNvSpPr>
            <p:nvPr/>
          </p:nvSpPr>
          <p:spPr bwMode="auto">
            <a:xfrm>
              <a:off x="4602" y="2360"/>
              <a:ext cx="987" cy="1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application</a:t>
              </a:r>
            </a:p>
            <a:p>
              <a:pPr algn="ctr"/>
              <a:r>
                <a:rPr lang="en-US" altLang="en-US" sz="2000"/>
                <a:t>transport</a:t>
              </a:r>
            </a:p>
            <a:p>
              <a:pPr algn="ctr"/>
              <a:r>
                <a:rPr lang="en-US" altLang="en-US" sz="2000">
                  <a:solidFill>
                    <a:schemeClr val="bg1"/>
                  </a:solidFill>
                </a:rPr>
                <a:t>network</a:t>
              </a:r>
              <a:endParaRPr lang="en-US" altLang="en-US" sz="2000"/>
            </a:p>
            <a:p>
              <a:pPr algn="ctr"/>
              <a:r>
                <a:rPr lang="en-US" altLang="en-US" sz="2000"/>
                <a:t>data link</a:t>
              </a:r>
            </a:p>
            <a:p>
              <a:pPr algn="ctr"/>
              <a:r>
                <a:rPr lang="en-US" altLang="en-US" sz="2000"/>
                <a:t>physical</a:t>
              </a:r>
            </a:p>
          </p:txBody>
        </p:sp>
        <p:sp>
          <p:nvSpPr>
            <p:cNvPr id="16513" name="Line 543">
              <a:extLst>
                <a:ext uri="{FF2B5EF4-FFF2-40B4-BE49-F238E27FC236}">
                  <a16:creationId xmlns:a16="http://schemas.microsoft.com/office/drawing/2014/main" id="{A91C8E86-6356-4C52-98AC-8FDC9DC0B98E}"/>
                </a:ext>
              </a:extLst>
            </p:cNvPr>
            <p:cNvSpPr>
              <a:spLocks noChangeShapeType="1"/>
            </p:cNvSpPr>
            <p:nvPr/>
          </p:nvSpPr>
          <p:spPr bwMode="auto">
            <a:xfrm>
              <a:off x="4678" y="2782"/>
              <a:ext cx="83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6514" name="Line 544">
              <a:extLst>
                <a:ext uri="{FF2B5EF4-FFF2-40B4-BE49-F238E27FC236}">
                  <a16:creationId xmlns:a16="http://schemas.microsoft.com/office/drawing/2014/main" id="{6957E7E0-250C-45BC-8CF8-BCD710E0F70E}"/>
                </a:ext>
              </a:extLst>
            </p:cNvPr>
            <p:cNvSpPr>
              <a:spLocks noChangeShapeType="1"/>
            </p:cNvSpPr>
            <p:nvPr/>
          </p:nvSpPr>
          <p:spPr bwMode="auto">
            <a:xfrm>
              <a:off x="4678" y="2976"/>
              <a:ext cx="83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6515" name="Line 545">
              <a:extLst>
                <a:ext uri="{FF2B5EF4-FFF2-40B4-BE49-F238E27FC236}">
                  <a16:creationId xmlns:a16="http://schemas.microsoft.com/office/drawing/2014/main" id="{2DE73F1C-DD25-45E9-B1B1-1358101C7FA7}"/>
                </a:ext>
              </a:extLst>
            </p:cNvPr>
            <p:cNvSpPr>
              <a:spLocks noChangeShapeType="1"/>
            </p:cNvSpPr>
            <p:nvPr/>
          </p:nvSpPr>
          <p:spPr bwMode="auto">
            <a:xfrm>
              <a:off x="4676" y="3160"/>
              <a:ext cx="83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6516" name="Line 546">
              <a:extLst>
                <a:ext uri="{FF2B5EF4-FFF2-40B4-BE49-F238E27FC236}">
                  <a16:creationId xmlns:a16="http://schemas.microsoft.com/office/drawing/2014/main" id="{43C5BC2A-02BB-4387-91E4-135420911295}"/>
                </a:ext>
              </a:extLst>
            </p:cNvPr>
            <p:cNvSpPr>
              <a:spLocks noChangeShapeType="1"/>
            </p:cNvSpPr>
            <p:nvPr/>
          </p:nvSpPr>
          <p:spPr bwMode="auto">
            <a:xfrm>
              <a:off x="4678" y="2588"/>
              <a:ext cx="83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sp>
        <p:nvSpPr>
          <p:cNvPr id="16389" name="Freeform 7">
            <a:extLst>
              <a:ext uri="{FF2B5EF4-FFF2-40B4-BE49-F238E27FC236}">
                <a16:creationId xmlns:a16="http://schemas.microsoft.com/office/drawing/2014/main" id="{6572FAB8-EE5F-4262-8DB4-A6206579DC4B}"/>
              </a:ext>
            </a:extLst>
          </p:cNvPr>
          <p:cNvSpPr>
            <a:spLocks/>
          </p:cNvSpPr>
          <p:nvPr/>
        </p:nvSpPr>
        <p:spPr bwMode="auto">
          <a:xfrm>
            <a:off x="4895851" y="4608514"/>
            <a:ext cx="2847975" cy="1481137"/>
          </a:xfrm>
          <a:custGeom>
            <a:avLst/>
            <a:gdLst>
              <a:gd name="T0" fmla="*/ 2147483647 w 1794"/>
              <a:gd name="T1" fmla="*/ 2147483647 h 933"/>
              <a:gd name="T2" fmla="*/ 2147483647 w 1794"/>
              <a:gd name="T3" fmla="*/ 2147483647 h 933"/>
              <a:gd name="T4" fmla="*/ 2147483647 w 1794"/>
              <a:gd name="T5" fmla="*/ 2147483647 h 933"/>
              <a:gd name="T6" fmla="*/ 2147483647 w 1794"/>
              <a:gd name="T7" fmla="*/ 2147483647 h 933"/>
              <a:gd name="T8" fmla="*/ 2147483647 w 1794"/>
              <a:gd name="T9" fmla="*/ 2147483647 h 933"/>
              <a:gd name="T10" fmla="*/ 2147483647 w 1794"/>
              <a:gd name="T11" fmla="*/ 2147483647 h 933"/>
              <a:gd name="T12" fmla="*/ 2147483647 w 1794"/>
              <a:gd name="T13" fmla="*/ 2147483647 h 933"/>
              <a:gd name="T14" fmla="*/ 2147483647 w 1794"/>
              <a:gd name="T15" fmla="*/ 2147483647 h 933"/>
              <a:gd name="T16" fmla="*/ 2147483647 w 1794"/>
              <a:gd name="T17" fmla="*/ 2147483647 h 933"/>
              <a:gd name="T18" fmla="*/ 2147483647 w 1794"/>
              <a:gd name="T19" fmla="*/ 2147483647 h 933"/>
              <a:gd name="T20" fmla="*/ 2147483647 w 1794"/>
              <a:gd name="T21" fmla="*/ 2147483647 h 93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94"/>
              <a:gd name="T34" fmla="*/ 0 h 933"/>
              <a:gd name="T35" fmla="*/ 1794 w 1794"/>
              <a:gd name="T36" fmla="*/ 933 h 93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94" h="933">
                <a:moveTo>
                  <a:pt x="6" y="483"/>
                </a:moveTo>
                <a:cubicBezTo>
                  <a:pt x="0" y="365"/>
                  <a:pt x="16" y="189"/>
                  <a:pt x="108" y="125"/>
                </a:cubicBezTo>
                <a:cubicBezTo>
                  <a:pt x="200" y="61"/>
                  <a:pt x="389" y="116"/>
                  <a:pt x="559" y="100"/>
                </a:cubicBezTo>
                <a:cubicBezTo>
                  <a:pt x="729" y="84"/>
                  <a:pt x="935" y="0"/>
                  <a:pt x="1128" y="29"/>
                </a:cubicBezTo>
                <a:cubicBezTo>
                  <a:pt x="1321" y="58"/>
                  <a:pt x="1638" y="142"/>
                  <a:pt x="1716" y="275"/>
                </a:cubicBezTo>
                <a:cubicBezTo>
                  <a:pt x="1794" y="408"/>
                  <a:pt x="1652" y="721"/>
                  <a:pt x="1596" y="827"/>
                </a:cubicBezTo>
                <a:cubicBezTo>
                  <a:pt x="1540" y="933"/>
                  <a:pt x="1506" y="894"/>
                  <a:pt x="1380" y="911"/>
                </a:cubicBezTo>
                <a:cubicBezTo>
                  <a:pt x="1254" y="928"/>
                  <a:pt x="1001" y="929"/>
                  <a:pt x="840" y="929"/>
                </a:cubicBezTo>
                <a:cubicBezTo>
                  <a:pt x="679" y="929"/>
                  <a:pt x="530" y="927"/>
                  <a:pt x="414" y="911"/>
                </a:cubicBezTo>
                <a:cubicBezTo>
                  <a:pt x="298" y="895"/>
                  <a:pt x="211" y="903"/>
                  <a:pt x="143" y="832"/>
                </a:cubicBezTo>
                <a:cubicBezTo>
                  <a:pt x="75" y="761"/>
                  <a:pt x="4" y="624"/>
                  <a:pt x="6" y="483"/>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nvGrpSpPr>
          <p:cNvPr id="16390" name="Group 667">
            <a:extLst>
              <a:ext uri="{FF2B5EF4-FFF2-40B4-BE49-F238E27FC236}">
                <a16:creationId xmlns:a16="http://schemas.microsoft.com/office/drawing/2014/main" id="{F2D79CE0-80BB-4BAC-BC94-A43D45AC8897}"/>
              </a:ext>
            </a:extLst>
          </p:cNvPr>
          <p:cNvGrpSpPr>
            <a:grpSpLocks/>
          </p:cNvGrpSpPr>
          <p:nvPr/>
        </p:nvGrpSpPr>
        <p:grpSpPr bwMode="auto">
          <a:xfrm>
            <a:off x="5010151" y="5016501"/>
            <a:ext cx="2606675" cy="658813"/>
            <a:chOff x="959" y="3814"/>
            <a:chExt cx="1642" cy="415"/>
          </a:xfrm>
        </p:grpSpPr>
        <p:grpSp>
          <p:nvGrpSpPr>
            <p:cNvPr id="16480" name="Group 640">
              <a:extLst>
                <a:ext uri="{FF2B5EF4-FFF2-40B4-BE49-F238E27FC236}">
                  <a16:creationId xmlns:a16="http://schemas.microsoft.com/office/drawing/2014/main" id="{DD22CBA0-439A-4C3D-8B37-15E306657133}"/>
                </a:ext>
              </a:extLst>
            </p:cNvPr>
            <p:cNvGrpSpPr>
              <a:grpSpLocks/>
            </p:cNvGrpSpPr>
            <p:nvPr/>
          </p:nvGrpSpPr>
          <p:grpSpPr bwMode="auto">
            <a:xfrm>
              <a:off x="2223" y="3814"/>
              <a:ext cx="378" cy="181"/>
              <a:chOff x="4396" y="1245"/>
              <a:chExt cx="672" cy="248"/>
            </a:xfrm>
          </p:grpSpPr>
          <p:sp>
            <p:nvSpPr>
              <p:cNvPr id="16499" name="Oval 407">
                <a:extLst>
                  <a:ext uri="{FF2B5EF4-FFF2-40B4-BE49-F238E27FC236}">
                    <a16:creationId xmlns:a16="http://schemas.microsoft.com/office/drawing/2014/main" id="{A51EF7A2-B4B9-438E-8A65-DA6DE5F4B1A5}"/>
                  </a:ext>
                </a:extLst>
              </p:cNvPr>
              <p:cNvSpPr>
                <a:spLocks noChangeArrowheads="1"/>
              </p:cNvSpPr>
              <p:nvPr/>
            </p:nvSpPr>
            <p:spPr bwMode="auto">
              <a:xfrm>
                <a:off x="4399" y="1355"/>
                <a:ext cx="666" cy="138"/>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sp>
            <p:nvSpPr>
              <p:cNvPr id="16500" name="Rectangle 410">
                <a:extLst>
                  <a:ext uri="{FF2B5EF4-FFF2-40B4-BE49-F238E27FC236}">
                    <a16:creationId xmlns:a16="http://schemas.microsoft.com/office/drawing/2014/main" id="{4394380A-7664-4832-B5F9-EDA5144C91E8}"/>
                  </a:ext>
                </a:extLst>
              </p:cNvPr>
              <p:cNvSpPr>
                <a:spLocks noChangeArrowheads="1"/>
              </p:cNvSpPr>
              <p:nvPr/>
            </p:nvSpPr>
            <p:spPr bwMode="auto">
              <a:xfrm>
                <a:off x="4399" y="1339"/>
                <a:ext cx="669" cy="86"/>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latin typeface="Times New Roman" panose="02020603050405020304" pitchFamily="18" charset="0"/>
                  <a:cs typeface="Arial" panose="020B0604020202020204" pitchFamily="34" charset="0"/>
                </a:endParaRPr>
              </a:p>
            </p:txBody>
          </p:sp>
          <p:sp>
            <p:nvSpPr>
              <p:cNvPr id="16501" name="Oval 411">
                <a:extLst>
                  <a:ext uri="{FF2B5EF4-FFF2-40B4-BE49-F238E27FC236}">
                    <a16:creationId xmlns:a16="http://schemas.microsoft.com/office/drawing/2014/main" id="{804CF7DD-927F-4293-91D3-F8672F5F29CE}"/>
                  </a:ext>
                </a:extLst>
              </p:cNvPr>
              <p:cNvSpPr>
                <a:spLocks noChangeArrowheads="1"/>
              </p:cNvSpPr>
              <p:nvPr/>
            </p:nvSpPr>
            <p:spPr bwMode="auto">
              <a:xfrm>
                <a:off x="4396" y="1245"/>
                <a:ext cx="667" cy="162"/>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grpSp>
            <p:nvGrpSpPr>
              <p:cNvPr id="16502" name="Group 644">
                <a:extLst>
                  <a:ext uri="{FF2B5EF4-FFF2-40B4-BE49-F238E27FC236}">
                    <a16:creationId xmlns:a16="http://schemas.microsoft.com/office/drawing/2014/main" id="{1558E0E9-44E3-49AB-9F4D-5427C7C5EFD0}"/>
                  </a:ext>
                </a:extLst>
              </p:cNvPr>
              <p:cNvGrpSpPr>
                <a:grpSpLocks/>
              </p:cNvGrpSpPr>
              <p:nvPr/>
            </p:nvGrpSpPr>
            <p:grpSpPr bwMode="auto">
              <a:xfrm>
                <a:off x="4530" y="1287"/>
                <a:ext cx="377" cy="75"/>
                <a:chOff x="2468" y="1332"/>
                <a:chExt cx="310" cy="60"/>
              </a:xfrm>
            </p:grpSpPr>
            <p:sp>
              <p:nvSpPr>
                <p:cNvPr id="16505" name="Freeform 645">
                  <a:extLst>
                    <a:ext uri="{FF2B5EF4-FFF2-40B4-BE49-F238E27FC236}">
                      <a16:creationId xmlns:a16="http://schemas.microsoft.com/office/drawing/2014/main" id="{FF782A9C-8C26-4FB5-863F-40165A61FFFE}"/>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6506" name="Freeform 646">
                  <a:extLst>
                    <a:ext uri="{FF2B5EF4-FFF2-40B4-BE49-F238E27FC236}">
                      <a16:creationId xmlns:a16="http://schemas.microsoft.com/office/drawing/2014/main" id="{ADAED70E-4096-4FE3-99A5-23F3BC39456E}"/>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sp>
            <p:nvSpPr>
              <p:cNvPr id="16503" name="Line 647">
                <a:extLst>
                  <a:ext uri="{FF2B5EF4-FFF2-40B4-BE49-F238E27FC236}">
                    <a16:creationId xmlns:a16="http://schemas.microsoft.com/office/drawing/2014/main" id="{7E325566-2A66-426B-949A-B0E0D68203CD}"/>
                  </a:ext>
                </a:extLst>
              </p:cNvPr>
              <p:cNvSpPr>
                <a:spLocks noChangeShapeType="1"/>
              </p:cNvSpPr>
              <p:nvPr/>
            </p:nvSpPr>
            <p:spPr bwMode="auto">
              <a:xfrm>
                <a:off x="4400" y="1320"/>
                <a:ext cx="0" cy="11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504" name="Line 648">
                <a:extLst>
                  <a:ext uri="{FF2B5EF4-FFF2-40B4-BE49-F238E27FC236}">
                    <a16:creationId xmlns:a16="http://schemas.microsoft.com/office/drawing/2014/main" id="{466C1604-2D97-442B-AE20-FF2BAF554458}"/>
                  </a:ext>
                </a:extLst>
              </p:cNvPr>
              <p:cNvSpPr>
                <a:spLocks noChangeShapeType="1"/>
              </p:cNvSpPr>
              <p:nvPr/>
            </p:nvSpPr>
            <p:spPr bwMode="auto">
              <a:xfrm>
                <a:off x="5063" y="1326"/>
                <a:ext cx="0" cy="10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6481" name="Group 649">
              <a:extLst>
                <a:ext uri="{FF2B5EF4-FFF2-40B4-BE49-F238E27FC236}">
                  <a16:creationId xmlns:a16="http://schemas.microsoft.com/office/drawing/2014/main" id="{6D4A1477-6AC6-4901-B1AF-327929B3F2C2}"/>
                </a:ext>
              </a:extLst>
            </p:cNvPr>
            <p:cNvGrpSpPr>
              <a:grpSpLocks/>
            </p:cNvGrpSpPr>
            <p:nvPr/>
          </p:nvGrpSpPr>
          <p:grpSpPr bwMode="auto">
            <a:xfrm>
              <a:off x="1559" y="4048"/>
              <a:ext cx="378" cy="181"/>
              <a:chOff x="4396" y="1245"/>
              <a:chExt cx="672" cy="248"/>
            </a:xfrm>
          </p:grpSpPr>
          <p:sp>
            <p:nvSpPr>
              <p:cNvPr id="16491" name="Oval 407">
                <a:extLst>
                  <a:ext uri="{FF2B5EF4-FFF2-40B4-BE49-F238E27FC236}">
                    <a16:creationId xmlns:a16="http://schemas.microsoft.com/office/drawing/2014/main" id="{1CAAD23A-D0F4-4D45-AE3E-74F812769004}"/>
                  </a:ext>
                </a:extLst>
              </p:cNvPr>
              <p:cNvSpPr>
                <a:spLocks noChangeArrowheads="1"/>
              </p:cNvSpPr>
              <p:nvPr/>
            </p:nvSpPr>
            <p:spPr bwMode="auto">
              <a:xfrm>
                <a:off x="4399" y="1355"/>
                <a:ext cx="666" cy="138"/>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sp>
            <p:nvSpPr>
              <p:cNvPr id="16492" name="Rectangle 410">
                <a:extLst>
                  <a:ext uri="{FF2B5EF4-FFF2-40B4-BE49-F238E27FC236}">
                    <a16:creationId xmlns:a16="http://schemas.microsoft.com/office/drawing/2014/main" id="{D5773147-7D35-46EA-8ED6-92D06F41866E}"/>
                  </a:ext>
                </a:extLst>
              </p:cNvPr>
              <p:cNvSpPr>
                <a:spLocks noChangeArrowheads="1"/>
              </p:cNvSpPr>
              <p:nvPr/>
            </p:nvSpPr>
            <p:spPr bwMode="auto">
              <a:xfrm>
                <a:off x="4399" y="1339"/>
                <a:ext cx="669" cy="86"/>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latin typeface="Times New Roman" panose="02020603050405020304" pitchFamily="18" charset="0"/>
                  <a:cs typeface="Arial" panose="020B0604020202020204" pitchFamily="34" charset="0"/>
                </a:endParaRPr>
              </a:p>
            </p:txBody>
          </p:sp>
          <p:sp>
            <p:nvSpPr>
              <p:cNvPr id="16493" name="Oval 411">
                <a:extLst>
                  <a:ext uri="{FF2B5EF4-FFF2-40B4-BE49-F238E27FC236}">
                    <a16:creationId xmlns:a16="http://schemas.microsoft.com/office/drawing/2014/main" id="{E64FC73B-7D51-4CF8-AEBF-E1AE98D4C975}"/>
                  </a:ext>
                </a:extLst>
              </p:cNvPr>
              <p:cNvSpPr>
                <a:spLocks noChangeArrowheads="1"/>
              </p:cNvSpPr>
              <p:nvPr/>
            </p:nvSpPr>
            <p:spPr bwMode="auto">
              <a:xfrm>
                <a:off x="4396" y="1245"/>
                <a:ext cx="667" cy="162"/>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grpSp>
            <p:nvGrpSpPr>
              <p:cNvPr id="16494" name="Group 653">
                <a:extLst>
                  <a:ext uri="{FF2B5EF4-FFF2-40B4-BE49-F238E27FC236}">
                    <a16:creationId xmlns:a16="http://schemas.microsoft.com/office/drawing/2014/main" id="{F13C5DD3-8BA8-4DA5-8436-2A8E94B6A773}"/>
                  </a:ext>
                </a:extLst>
              </p:cNvPr>
              <p:cNvGrpSpPr>
                <a:grpSpLocks/>
              </p:cNvGrpSpPr>
              <p:nvPr/>
            </p:nvGrpSpPr>
            <p:grpSpPr bwMode="auto">
              <a:xfrm>
                <a:off x="4530" y="1287"/>
                <a:ext cx="377" cy="75"/>
                <a:chOff x="2468" y="1332"/>
                <a:chExt cx="310" cy="60"/>
              </a:xfrm>
            </p:grpSpPr>
            <p:sp>
              <p:nvSpPr>
                <p:cNvPr id="16497" name="Freeform 654">
                  <a:extLst>
                    <a:ext uri="{FF2B5EF4-FFF2-40B4-BE49-F238E27FC236}">
                      <a16:creationId xmlns:a16="http://schemas.microsoft.com/office/drawing/2014/main" id="{2F474E53-7A1E-456A-8CF2-1B2023DC6DCC}"/>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6498" name="Freeform 655">
                  <a:extLst>
                    <a:ext uri="{FF2B5EF4-FFF2-40B4-BE49-F238E27FC236}">
                      <a16:creationId xmlns:a16="http://schemas.microsoft.com/office/drawing/2014/main" id="{AD2829A5-C7ED-4E8F-AE12-15B78AE0E19D}"/>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sp>
            <p:nvSpPr>
              <p:cNvPr id="16495" name="Line 656">
                <a:extLst>
                  <a:ext uri="{FF2B5EF4-FFF2-40B4-BE49-F238E27FC236}">
                    <a16:creationId xmlns:a16="http://schemas.microsoft.com/office/drawing/2014/main" id="{E2A2B5AE-8CAC-4563-9BC0-C2F19A05D1CF}"/>
                  </a:ext>
                </a:extLst>
              </p:cNvPr>
              <p:cNvSpPr>
                <a:spLocks noChangeShapeType="1"/>
              </p:cNvSpPr>
              <p:nvPr/>
            </p:nvSpPr>
            <p:spPr bwMode="auto">
              <a:xfrm>
                <a:off x="4400" y="1320"/>
                <a:ext cx="0" cy="11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96" name="Line 657">
                <a:extLst>
                  <a:ext uri="{FF2B5EF4-FFF2-40B4-BE49-F238E27FC236}">
                    <a16:creationId xmlns:a16="http://schemas.microsoft.com/office/drawing/2014/main" id="{E57DFE66-A30D-4932-8C73-8CD33BABDEBC}"/>
                  </a:ext>
                </a:extLst>
              </p:cNvPr>
              <p:cNvSpPr>
                <a:spLocks noChangeShapeType="1"/>
              </p:cNvSpPr>
              <p:nvPr/>
            </p:nvSpPr>
            <p:spPr bwMode="auto">
              <a:xfrm>
                <a:off x="5063" y="1326"/>
                <a:ext cx="0" cy="10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6482" name="Group 658">
              <a:extLst>
                <a:ext uri="{FF2B5EF4-FFF2-40B4-BE49-F238E27FC236}">
                  <a16:creationId xmlns:a16="http://schemas.microsoft.com/office/drawing/2014/main" id="{AA1A2891-F849-4955-8829-158991348C6B}"/>
                </a:ext>
              </a:extLst>
            </p:cNvPr>
            <p:cNvGrpSpPr>
              <a:grpSpLocks/>
            </p:cNvGrpSpPr>
            <p:nvPr/>
          </p:nvGrpSpPr>
          <p:grpSpPr bwMode="auto">
            <a:xfrm>
              <a:off x="959" y="3816"/>
              <a:ext cx="378" cy="181"/>
              <a:chOff x="4396" y="1245"/>
              <a:chExt cx="672" cy="248"/>
            </a:xfrm>
          </p:grpSpPr>
          <p:sp>
            <p:nvSpPr>
              <p:cNvPr id="16483" name="Oval 407">
                <a:extLst>
                  <a:ext uri="{FF2B5EF4-FFF2-40B4-BE49-F238E27FC236}">
                    <a16:creationId xmlns:a16="http://schemas.microsoft.com/office/drawing/2014/main" id="{B65F02B8-0D2C-44FE-B8D3-71C9677FCF3A}"/>
                  </a:ext>
                </a:extLst>
              </p:cNvPr>
              <p:cNvSpPr>
                <a:spLocks noChangeArrowheads="1"/>
              </p:cNvSpPr>
              <p:nvPr/>
            </p:nvSpPr>
            <p:spPr bwMode="auto">
              <a:xfrm>
                <a:off x="4399" y="1355"/>
                <a:ext cx="666" cy="138"/>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sp>
            <p:nvSpPr>
              <p:cNvPr id="16484" name="Rectangle 410">
                <a:extLst>
                  <a:ext uri="{FF2B5EF4-FFF2-40B4-BE49-F238E27FC236}">
                    <a16:creationId xmlns:a16="http://schemas.microsoft.com/office/drawing/2014/main" id="{72F5E5CE-9C02-4ADA-8FBC-DC58EA066EA3}"/>
                  </a:ext>
                </a:extLst>
              </p:cNvPr>
              <p:cNvSpPr>
                <a:spLocks noChangeArrowheads="1"/>
              </p:cNvSpPr>
              <p:nvPr/>
            </p:nvSpPr>
            <p:spPr bwMode="auto">
              <a:xfrm>
                <a:off x="4399" y="1339"/>
                <a:ext cx="669" cy="86"/>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latin typeface="Times New Roman" panose="02020603050405020304" pitchFamily="18" charset="0"/>
                  <a:cs typeface="Arial" panose="020B0604020202020204" pitchFamily="34" charset="0"/>
                </a:endParaRPr>
              </a:p>
            </p:txBody>
          </p:sp>
          <p:sp>
            <p:nvSpPr>
              <p:cNvPr id="16485" name="Oval 411">
                <a:extLst>
                  <a:ext uri="{FF2B5EF4-FFF2-40B4-BE49-F238E27FC236}">
                    <a16:creationId xmlns:a16="http://schemas.microsoft.com/office/drawing/2014/main" id="{1E0F602C-AF0C-4688-AC84-46A6A2EA0DC5}"/>
                  </a:ext>
                </a:extLst>
              </p:cNvPr>
              <p:cNvSpPr>
                <a:spLocks noChangeArrowheads="1"/>
              </p:cNvSpPr>
              <p:nvPr/>
            </p:nvSpPr>
            <p:spPr bwMode="auto">
              <a:xfrm>
                <a:off x="4396" y="1245"/>
                <a:ext cx="667" cy="162"/>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grpSp>
            <p:nvGrpSpPr>
              <p:cNvPr id="16486" name="Group 662">
                <a:extLst>
                  <a:ext uri="{FF2B5EF4-FFF2-40B4-BE49-F238E27FC236}">
                    <a16:creationId xmlns:a16="http://schemas.microsoft.com/office/drawing/2014/main" id="{843A89C5-6594-4E20-B4BB-5E6F03A96FAF}"/>
                  </a:ext>
                </a:extLst>
              </p:cNvPr>
              <p:cNvGrpSpPr>
                <a:grpSpLocks/>
              </p:cNvGrpSpPr>
              <p:nvPr/>
            </p:nvGrpSpPr>
            <p:grpSpPr bwMode="auto">
              <a:xfrm>
                <a:off x="4530" y="1287"/>
                <a:ext cx="377" cy="75"/>
                <a:chOff x="2468" y="1332"/>
                <a:chExt cx="310" cy="60"/>
              </a:xfrm>
            </p:grpSpPr>
            <p:sp>
              <p:nvSpPr>
                <p:cNvPr id="16489" name="Freeform 663">
                  <a:extLst>
                    <a:ext uri="{FF2B5EF4-FFF2-40B4-BE49-F238E27FC236}">
                      <a16:creationId xmlns:a16="http://schemas.microsoft.com/office/drawing/2014/main" id="{D9036791-FF1A-4645-B01B-1311B1429794}"/>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6490" name="Freeform 664">
                  <a:extLst>
                    <a:ext uri="{FF2B5EF4-FFF2-40B4-BE49-F238E27FC236}">
                      <a16:creationId xmlns:a16="http://schemas.microsoft.com/office/drawing/2014/main" id="{E4622350-A328-4A28-85FE-660814277B0A}"/>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sp>
            <p:nvSpPr>
              <p:cNvPr id="16487" name="Line 665">
                <a:extLst>
                  <a:ext uri="{FF2B5EF4-FFF2-40B4-BE49-F238E27FC236}">
                    <a16:creationId xmlns:a16="http://schemas.microsoft.com/office/drawing/2014/main" id="{AAEA8053-FBBC-40FA-B0F2-DE9A7ADFB776}"/>
                  </a:ext>
                </a:extLst>
              </p:cNvPr>
              <p:cNvSpPr>
                <a:spLocks noChangeShapeType="1"/>
              </p:cNvSpPr>
              <p:nvPr/>
            </p:nvSpPr>
            <p:spPr bwMode="auto">
              <a:xfrm>
                <a:off x="4400" y="1320"/>
                <a:ext cx="0" cy="11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88" name="Line 666">
                <a:extLst>
                  <a:ext uri="{FF2B5EF4-FFF2-40B4-BE49-F238E27FC236}">
                    <a16:creationId xmlns:a16="http://schemas.microsoft.com/office/drawing/2014/main" id="{72B1C0C1-5D97-4B38-93BA-BCC9B8052705}"/>
                  </a:ext>
                </a:extLst>
              </p:cNvPr>
              <p:cNvSpPr>
                <a:spLocks noChangeShapeType="1"/>
              </p:cNvSpPr>
              <p:nvPr/>
            </p:nvSpPr>
            <p:spPr bwMode="auto">
              <a:xfrm>
                <a:off x="5063" y="1326"/>
                <a:ext cx="0" cy="10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nvGrpSpPr>
          <p:cNvPr id="16391" name="Group 611">
            <a:extLst>
              <a:ext uri="{FF2B5EF4-FFF2-40B4-BE49-F238E27FC236}">
                <a16:creationId xmlns:a16="http://schemas.microsoft.com/office/drawing/2014/main" id="{93EC436A-5437-4DBC-8003-E74D5F6AF3C5}"/>
              </a:ext>
            </a:extLst>
          </p:cNvPr>
          <p:cNvGrpSpPr>
            <a:grpSpLocks/>
          </p:cNvGrpSpPr>
          <p:nvPr/>
        </p:nvGrpSpPr>
        <p:grpSpPr bwMode="auto">
          <a:xfrm>
            <a:off x="5013325" y="5014914"/>
            <a:ext cx="2603500" cy="661987"/>
            <a:chOff x="960" y="3814"/>
            <a:chExt cx="1640" cy="417"/>
          </a:xfrm>
        </p:grpSpPr>
        <p:grpSp>
          <p:nvGrpSpPr>
            <p:cNvPr id="16453" name="Group 592">
              <a:extLst>
                <a:ext uri="{FF2B5EF4-FFF2-40B4-BE49-F238E27FC236}">
                  <a16:creationId xmlns:a16="http://schemas.microsoft.com/office/drawing/2014/main" id="{6D65548E-0AD7-40B7-B4BD-C84D98D16951}"/>
                </a:ext>
              </a:extLst>
            </p:cNvPr>
            <p:cNvGrpSpPr>
              <a:grpSpLocks/>
            </p:cNvGrpSpPr>
            <p:nvPr/>
          </p:nvGrpSpPr>
          <p:grpSpPr bwMode="auto">
            <a:xfrm>
              <a:off x="960" y="3817"/>
              <a:ext cx="378" cy="181"/>
              <a:chOff x="2758" y="3803"/>
              <a:chExt cx="378" cy="181"/>
            </a:xfrm>
          </p:grpSpPr>
          <p:sp>
            <p:nvSpPr>
              <p:cNvPr id="16472" name="Oval 407">
                <a:extLst>
                  <a:ext uri="{FF2B5EF4-FFF2-40B4-BE49-F238E27FC236}">
                    <a16:creationId xmlns:a16="http://schemas.microsoft.com/office/drawing/2014/main" id="{DBA42651-23F4-4E59-BF79-893F0D62FA9D}"/>
                  </a:ext>
                </a:extLst>
              </p:cNvPr>
              <p:cNvSpPr>
                <a:spLocks noChangeArrowheads="1"/>
              </p:cNvSpPr>
              <p:nvPr/>
            </p:nvSpPr>
            <p:spPr bwMode="auto">
              <a:xfrm>
                <a:off x="2760" y="3883"/>
                <a:ext cx="374" cy="101"/>
              </a:xfrm>
              <a:prstGeom prst="ellipse">
                <a:avLst/>
              </a:prstGeom>
              <a:gradFill rotWithShape="1">
                <a:gsLst>
                  <a:gs pos="0">
                    <a:srgbClr val="CC0000"/>
                  </a:gs>
                  <a:gs pos="100000">
                    <a:srgbClr val="FFFFFF"/>
                  </a:gs>
                </a:gsLst>
                <a:lin ang="0" scaled="1"/>
              </a:gradFill>
              <a:ln w="1905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sp>
            <p:nvSpPr>
              <p:cNvPr id="16473" name="Rectangle 410">
                <a:extLst>
                  <a:ext uri="{FF2B5EF4-FFF2-40B4-BE49-F238E27FC236}">
                    <a16:creationId xmlns:a16="http://schemas.microsoft.com/office/drawing/2014/main" id="{B2CF958A-3D23-4A8C-9F06-A8BE125866FB}"/>
                  </a:ext>
                </a:extLst>
              </p:cNvPr>
              <p:cNvSpPr>
                <a:spLocks noChangeArrowheads="1"/>
              </p:cNvSpPr>
              <p:nvPr/>
            </p:nvSpPr>
            <p:spPr bwMode="auto">
              <a:xfrm>
                <a:off x="2760" y="3872"/>
                <a:ext cx="376" cy="62"/>
              </a:xfrm>
              <a:prstGeom prst="rect">
                <a:avLst/>
              </a:prstGeom>
              <a:gradFill rotWithShape="1">
                <a:gsLst>
                  <a:gs pos="0">
                    <a:srgbClr val="CC0000"/>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latin typeface="Times New Roman" panose="02020603050405020304" pitchFamily="18" charset="0"/>
                  <a:cs typeface="Arial" panose="020B0604020202020204" pitchFamily="34" charset="0"/>
                </a:endParaRPr>
              </a:p>
            </p:txBody>
          </p:sp>
          <p:sp>
            <p:nvSpPr>
              <p:cNvPr id="16474" name="Oval 411">
                <a:extLst>
                  <a:ext uri="{FF2B5EF4-FFF2-40B4-BE49-F238E27FC236}">
                    <a16:creationId xmlns:a16="http://schemas.microsoft.com/office/drawing/2014/main" id="{99D6311F-D6CB-49FB-9F2D-B6C4190118F8}"/>
                  </a:ext>
                </a:extLst>
              </p:cNvPr>
              <p:cNvSpPr>
                <a:spLocks noChangeArrowheads="1"/>
              </p:cNvSpPr>
              <p:nvPr/>
            </p:nvSpPr>
            <p:spPr bwMode="auto">
              <a:xfrm>
                <a:off x="2758" y="3803"/>
                <a:ext cx="375" cy="118"/>
              </a:xfrm>
              <a:prstGeom prst="ellipse">
                <a:avLst/>
              </a:prstGeom>
              <a:gradFill rotWithShape="1">
                <a:gsLst>
                  <a:gs pos="0">
                    <a:srgbClr val="CC0000"/>
                  </a:gs>
                  <a:gs pos="100000">
                    <a:srgbClr val="FFFFFF"/>
                  </a:gs>
                </a:gsLst>
                <a:lin ang="0" scaled="1"/>
              </a:gradFill>
              <a:ln w="1905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grpSp>
            <p:nvGrpSpPr>
              <p:cNvPr id="16475" name="Group 587">
                <a:extLst>
                  <a:ext uri="{FF2B5EF4-FFF2-40B4-BE49-F238E27FC236}">
                    <a16:creationId xmlns:a16="http://schemas.microsoft.com/office/drawing/2014/main" id="{90785D50-54F4-4CFA-A112-AC233DEB9526}"/>
                  </a:ext>
                </a:extLst>
              </p:cNvPr>
              <p:cNvGrpSpPr>
                <a:grpSpLocks/>
              </p:cNvGrpSpPr>
              <p:nvPr/>
            </p:nvGrpSpPr>
            <p:grpSpPr bwMode="auto">
              <a:xfrm>
                <a:off x="2833" y="3834"/>
                <a:ext cx="212" cy="54"/>
                <a:chOff x="2468" y="1332"/>
                <a:chExt cx="310" cy="60"/>
              </a:xfrm>
            </p:grpSpPr>
            <p:sp>
              <p:nvSpPr>
                <p:cNvPr id="16478" name="Freeform 588">
                  <a:extLst>
                    <a:ext uri="{FF2B5EF4-FFF2-40B4-BE49-F238E27FC236}">
                      <a16:creationId xmlns:a16="http://schemas.microsoft.com/office/drawing/2014/main" id="{3E21F462-6C92-44A7-AFAA-EA29BCFD8389}"/>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6479" name="Freeform 589">
                  <a:extLst>
                    <a:ext uri="{FF2B5EF4-FFF2-40B4-BE49-F238E27FC236}">
                      <a16:creationId xmlns:a16="http://schemas.microsoft.com/office/drawing/2014/main" id="{A141E82B-5A79-4440-9BDC-F522EA94DA00}"/>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sp>
            <p:nvSpPr>
              <p:cNvPr id="16476" name="Line 590">
                <a:extLst>
                  <a:ext uri="{FF2B5EF4-FFF2-40B4-BE49-F238E27FC236}">
                    <a16:creationId xmlns:a16="http://schemas.microsoft.com/office/drawing/2014/main" id="{3B38CA24-0D5E-4564-97B3-C9959FC1918F}"/>
                  </a:ext>
                </a:extLst>
              </p:cNvPr>
              <p:cNvSpPr>
                <a:spLocks noChangeShapeType="1"/>
              </p:cNvSpPr>
              <p:nvPr/>
            </p:nvSpPr>
            <p:spPr bwMode="auto">
              <a:xfrm>
                <a:off x="2760" y="3858"/>
                <a:ext cx="0" cy="8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77" name="Line 591">
                <a:extLst>
                  <a:ext uri="{FF2B5EF4-FFF2-40B4-BE49-F238E27FC236}">
                    <a16:creationId xmlns:a16="http://schemas.microsoft.com/office/drawing/2014/main" id="{BC5172A6-9DEF-47BB-AB3B-501154DE3381}"/>
                  </a:ext>
                </a:extLst>
              </p:cNvPr>
              <p:cNvSpPr>
                <a:spLocks noChangeShapeType="1"/>
              </p:cNvSpPr>
              <p:nvPr/>
            </p:nvSpPr>
            <p:spPr bwMode="auto">
              <a:xfrm>
                <a:off x="3133" y="3862"/>
                <a:ext cx="0" cy="7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6454" name="Group 593">
              <a:extLst>
                <a:ext uri="{FF2B5EF4-FFF2-40B4-BE49-F238E27FC236}">
                  <a16:creationId xmlns:a16="http://schemas.microsoft.com/office/drawing/2014/main" id="{23B0CF2D-B27B-4F06-9C39-7393EFD0C968}"/>
                </a:ext>
              </a:extLst>
            </p:cNvPr>
            <p:cNvGrpSpPr>
              <a:grpSpLocks/>
            </p:cNvGrpSpPr>
            <p:nvPr/>
          </p:nvGrpSpPr>
          <p:grpSpPr bwMode="auto">
            <a:xfrm>
              <a:off x="2222" y="3814"/>
              <a:ext cx="378" cy="181"/>
              <a:chOff x="2758" y="3803"/>
              <a:chExt cx="378" cy="181"/>
            </a:xfrm>
          </p:grpSpPr>
          <p:sp>
            <p:nvSpPr>
              <p:cNvPr id="16464" name="Oval 407">
                <a:extLst>
                  <a:ext uri="{FF2B5EF4-FFF2-40B4-BE49-F238E27FC236}">
                    <a16:creationId xmlns:a16="http://schemas.microsoft.com/office/drawing/2014/main" id="{8686C286-6921-4FB9-A217-E66DB470BD01}"/>
                  </a:ext>
                </a:extLst>
              </p:cNvPr>
              <p:cNvSpPr>
                <a:spLocks noChangeArrowheads="1"/>
              </p:cNvSpPr>
              <p:nvPr/>
            </p:nvSpPr>
            <p:spPr bwMode="auto">
              <a:xfrm>
                <a:off x="2760" y="3883"/>
                <a:ext cx="374" cy="101"/>
              </a:xfrm>
              <a:prstGeom prst="ellipse">
                <a:avLst/>
              </a:prstGeom>
              <a:gradFill rotWithShape="1">
                <a:gsLst>
                  <a:gs pos="0">
                    <a:srgbClr val="CC0000"/>
                  </a:gs>
                  <a:gs pos="100000">
                    <a:srgbClr val="FFFFFF"/>
                  </a:gs>
                </a:gsLst>
                <a:lin ang="0" scaled="1"/>
              </a:gradFill>
              <a:ln w="1905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sp>
            <p:nvSpPr>
              <p:cNvPr id="16465" name="Rectangle 410">
                <a:extLst>
                  <a:ext uri="{FF2B5EF4-FFF2-40B4-BE49-F238E27FC236}">
                    <a16:creationId xmlns:a16="http://schemas.microsoft.com/office/drawing/2014/main" id="{940E15A9-E024-4C26-93DB-22B0326B7851}"/>
                  </a:ext>
                </a:extLst>
              </p:cNvPr>
              <p:cNvSpPr>
                <a:spLocks noChangeArrowheads="1"/>
              </p:cNvSpPr>
              <p:nvPr/>
            </p:nvSpPr>
            <p:spPr bwMode="auto">
              <a:xfrm>
                <a:off x="2760" y="3872"/>
                <a:ext cx="376" cy="62"/>
              </a:xfrm>
              <a:prstGeom prst="rect">
                <a:avLst/>
              </a:prstGeom>
              <a:gradFill rotWithShape="1">
                <a:gsLst>
                  <a:gs pos="0">
                    <a:srgbClr val="CC0000"/>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latin typeface="Times New Roman" panose="02020603050405020304" pitchFamily="18" charset="0"/>
                  <a:cs typeface="Arial" panose="020B0604020202020204" pitchFamily="34" charset="0"/>
                </a:endParaRPr>
              </a:p>
            </p:txBody>
          </p:sp>
          <p:sp>
            <p:nvSpPr>
              <p:cNvPr id="16466" name="Oval 411">
                <a:extLst>
                  <a:ext uri="{FF2B5EF4-FFF2-40B4-BE49-F238E27FC236}">
                    <a16:creationId xmlns:a16="http://schemas.microsoft.com/office/drawing/2014/main" id="{3F4F3329-87AD-4C02-868E-4FBCDD6638E0}"/>
                  </a:ext>
                </a:extLst>
              </p:cNvPr>
              <p:cNvSpPr>
                <a:spLocks noChangeArrowheads="1"/>
              </p:cNvSpPr>
              <p:nvPr/>
            </p:nvSpPr>
            <p:spPr bwMode="auto">
              <a:xfrm>
                <a:off x="2758" y="3803"/>
                <a:ext cx="375" cy="118"/>
              </a:xfrm>
              <a:prstGeom prst="ellipse">
                <a:avLst/>
              </a:prstGeom>
              <a:gradFill rotWithShape="1">
                <a:gsLst>
                  <a:gs pos="0">
                    <a:srgbClr val="CC0000"/>
                  </a:gs>
                  <a:gs pos="100000">
                    <a:srgbClr val="FFFFFF"/>
                  </a:gs>
                </a:gsLst>
                <a:lin ang="0" scaled="1"/>
              </a:gradFill>
              <a:ln w="1905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grpSp>
            <p:nvGrpSpPr>
              <p:cNvPr id="16467" name="Group 597">
                <a:extLst>
                  <a:ext uri="{FF2B5EF4-FFF2-40B4-BE49-F238E27FC236}">
                    <a16:creationId xmlns:a16="http://schemas.microsoft.com/office/drawing/2014/main" id="{4974F571-BA42-4818-88E9-A1FAA7D801EE}"/>
                  </a:ext>
                </a:extLst>
              </p:cNvPr>
              <p:cNvGrpSpPr>
                <a:grpSpLocks/>
              </p:cNvGrpSpPr>
              <p:nvPr/>
            </p:nvGrpSpPr>
            <p:grpSpPr bwMode="auto">
              <a:xfrm>
                <a:off x="2833" y="3834"/>
                <a:ext cx="212" cy="54"/>
                <a:chOff x="2468" y="1332"/>
                <a:chExt cx="310" cy="60"/>
              </a:xfrm>
            </p:grpSpPr>
            <p:sp>
              <p:nvSpPr>
                <p:cNvPr id="16470" name="Freeform 598">
                  <a:extLst>
                    <a:ext uri="{FF2B5EF4-FFF2-40B4-BE49-F238E27FC236}">
                      <a16:creationId xmlns:a16="http://schemas.microsoft.com/office/drawing/2014/main" id="{691F8948-9773-4BB2-9151-303C5B7123AB}"/>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6471" name="Freeform 599">
                  <a:extLst>
                    <a:ext uri="{FF2B5EF4-FFF2-40B4-BE49-F238E27FC236}">
                      <a16:creationId xmlns:a16="http://schemas.microsoft.com/office/drawing/2014/main" id="{A8291D90-D23B-4060-BB7E-031CC86A43FA}"/>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sp>
            <p:nvSpPr>
              <p:cNvPr id="16468" name="Line 600">
                <a:extLst>
                  <a:ext uri="{FF2B5EF4-FFF2-40B4-BE49-F238E27FC236}">
                    <a16:creationId xmlns:a16="http://schemas.microsoft.com/office/drawing/2014/main" id="{4C9BDD2B-F43C-4112-A8CA-38ADC82373FC}"/>
                  </a:ext>
                </a:extLst>
              </p:cNvPr>
              <p:cNvSpPr>
                <a:spLocks noChangeShapeType="1"/>
              </p:cNvSpPr>
              <p:nvPr/>
            </p:nvSpPr>
            <p:spPr bwMode="auto">
              <a:xfrm>
                <a:off x="2760" y="3858"/>
                <a:ext cx="0" cy="8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69" name="Line 601">
                <a:extLst>
                  <a:ext uri="{FF2B5EF4-FFF2-40B4-BE49-F238E27FC236}">
                    <a16:creationId xmlns:a16="http://schemas.microsoft.com/office/drawing/2014/main" id="{FD19B78E-CD6E-4B9B-80C3-D6035FF409A8}"/>
                  </a:ext>
                </a:extLst>
              </p:cNvPr>
              <p:cNvSpPr>
                <a:spLocks noChangeShapeType="1"/>
              </p:cNvSpPr>
              <p:nvPr/>
            </p:nvSpPr>
            <p:spPr bwMode="auto">
              <a:xfrm>
                <a:off x="3133" y="3862"/>
                <a:ext cx="0" cy="7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6455" name="Group 602">
              <a:extLst>
                <a:ext uri="{FF2B5EF4-FFF2-40B4-BE49-F238E27FC236}">
                  <a16:creationId xmlns:a16="http://schemas.microsoft.com/office/drawing/2014/main" id="{D597EFF5-0B76-4651-AFFB-25E77D0D92E1}"/>
                </a:ext>
              </a:extLst>
            </p:cNvPr>
            <p:cNvGrpSpPr>
              <a:grpSpLocks/>
            </p:cNvGrpSpPr>
            <p:nvPr/>
          </p:nvGrpSpPr>
          <p:grpSpPr bwMode="auto">
            <a:xfrm>
              <a:off x="1559" y="4050"/>
              <a:ext cx="378" cy="181"/>
              <a:chOff x="2758" y="3803"/>
              <a:chExt cx="378" cy="181"/>
            </a:xfrm>
          </p:grpSpPr>
          <p:sp>
            <p:nvSpPr>
              <p:cNvPr id="16456" name="Oval 407">
                <a:extLst>
                  <a:ext uri="{FF2B5EF4-FFF2-40B4-BE49-F238E27FC236}">
                    <a16:creationId xmlns:a16="http://schemas.microsoft.com/office/drawing/2014/main" id="{65585B0B-CF81-47C1-8FC7-2414E941F72D}"/>
                  </a:ext>
                </a:extLst>
              </p:cNvPr>
              <p:cNvSpPr>
                <a:spLocks noChangeArrowheads="1"/>
              </p:cNvSpPr>
              <p:nvPr/>
            </p:nvSpPr>
            <p:spPr bwMode="auto">
              <a:xfrm>
                <a:off x="2760" y="3883"/>
                <a:ext cx="374" cy="101"/>
              </a:xfrm>
              <a:prstGeom prst="ellipse">
                <a:avLst/>
              </a:prstGeom>
              <a:gradFill rotWithShape="1">
                <a:gsLst>
                  <a:gs pos="0">
                    <a:srgbClr val="CC0000"/>
                  </a:gs>
                  <a:gs pos="100000">
                    <a:srgbClr val="FFFFFF"/>
                  </a:gs>
                </a:gsLst>
                <a:lin ang="0" scaled="1"/>
              </a:gradFill>
              <a:ln w="1905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sp>
            <p:nvSpPr>
              <p:cNvPr id="16457" name="Rectangle 410">
                <a:extLst>
                  <a:ext uri="{FF2B5EF4-FFF2-40B4-BE49-F238E27FC236}">
                    <a16:creationId xmlns:a16="http://schemas.microsoft.com/office/drawing/2014/main" id="{ABEC0F96-7BA9-41F1-A29B-C7AF90C46B96}"/>
                  </a:ext>
                </a:extLst>
              </p:cNvPr>
              <p:cNvSpPr>
                <a:spLocks noChangeArrowheads="1"/>
              </p:cNvSpPr>
              <p:nvPr/>
            </p:nvSpPr>
            <p:spPr bwMode="auto">
              <a:xfrm>
                <a:off x="2760" y="3872"/>
                <a:ext cx="376" cy="62"/>
              </a:xfrm>
              <a:prstGeom prst="rect">
                <a:avLst/>
              </a:prstGeom>
              <a:gradFill rotWithShape="1">
                <a:gsLst>
                  <a:gs pos="0">
                    <a:srgbClr val="CC0000"/>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latin typeface="Times New Roman" panose="02020603050405020304" pitchFamily="18" charset="0"/>
                  <a:cs typeface="Arial" panose="020B0604020202020204" pitchFamily="34" charset="0"/>
                </a:endParaRPr>
              </a:p>
            </p:txBody>
          </p:sp>
          <p:sp>
            <p:nvSpPr>
              <p:cNvPr id="16458" name="Oval 411">
                <a:extLst>
                  <a:ext uri="{FF2B5EF4-FFF2-40B4-BE49-F238E27FC236}">
                    <a16:creationId xmlns:a16="http://schemas.microsoft.com/office/drawing/2014/main" id="{D507210E-B513-478A-8A48-2B2FBA2AC79D}"/>
                  </a:ext>
                </a:extLst>
              </p:cNvPr>
              <p:cNvSpPr>
                <a:spLocks noChangeArrowheads="1"/>
              </p:cNvSpPr>
              <p:nvPr/>
            </p:nvSpPr>
            <p:spPr bwMode="auto">
              <a:xfrm>
                <a:off x="2758" y="3803"/>
                <a:ext cx="375" cy="118"/>
              </a:xfrm>
              <a:prstGeom prst="ellipse">
                <a:avLst/>
              </a:prstGeom>
              <a:gradFill rotWithShape="1">
                <a:gsLst>
                  <a:gs pos="0">
                    <a:srgbClr val="CC0000"/>
                  </a:gs>
                  <a:gs pos="100000">
                    <a:srgbClr val="FFFFFF"/>
                  </a:gs>
                </a:gsLst>
                <a:lin ang="0" scaled="1"/>
              </a:gradFill>
              <a:ln w="1905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grpSp>
            <p:nvGrpSpPr>
              <p:cNvPr id="16459" name="Group 606">
                <a:extLst>
                  <a:ext uri="{FF2B5EF4-FFF2-40B4-BE49-F238E27FC236}">
                    <a16:creationId xmlns:a16="http://schemas.microsoft.com/office/drawing/2014/main" id="{2F37E8A1-AD07-429A-8F37-94A37425E6AB}"/>
                  </a:ext>
                </a:extLst>
              </p:cNvPr>
              <p:cNvGrpSpPr>
                <a:grpSpLocks/>
              </p:cNvGrpSpPr>
              <p:nvPr/>
            </p:nvGrpSpPr>
            <p:grpSpPr bwMode="auto">
              <a:xfrm>
                <a:off x="2833" y="3834"/>
                <a:ext cx="212" cy="54"/>
                <a:chOff x="2468" y="1332"/>
                <a:chExt cx="310" cy="60"/>
              </a:xfrm>
            </p:grpSpPr>
            <p:sp>
              <p:nvSpPr>
                <p:cNvPr id="16462" name="Freeform 607">
                  <a:extLst>
                    <a:ext uri="{FF2B5EF4-FFF2-40B4-BE49-F238E27FC236}">
                      <a16:creationId xmlns:a16="http://schemas.microsoft.com/office/drawing/2014/main" id="{C4B8870A-A61B-43FB-AA37-A58DC76CF8D1}"/>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6463" name="Freeform 608">
                  <a:extLst>
                    <a:ext uri="{FF2B5EF4-FFF2-40B4-BE49-F238E27FC236}">
                      <a16:creationId xmlns:a16="http://schemas.microsoft.com/office/drawing/2014/main" id="{6A59DEFD-D192-4C27-ABE4-295FC6B4E362}"/>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sp>
            <p:nvSpPr>
              <p:cNvPr id="16460" name="Line 609">
                <a:extLst>
                  <a:ext uri="{FF2B5EF4-FFF2-40B4-BE49-F238E27FC236}">
                    <a16:creationId xmlns:a16="http://schemas.microsoft.com/office/drawing/2014/main" id="{A9106792-F3FE-47D7-9890-911284BE4CE5}"/>
                  </a:ext>
                </a:extLst>
              </p:cNvPr>
              <p:cNvSpPr>
                <a:spLocks noChangeShapeType="1"/>
              </p:cNvSpPr>
              <p:nvPr/>
            </p:nvSpPr>
            <p:spPr bwMode="auto">
              <a:xfrm>
                <a:off x="2760" y="3858"/>
                <a:ext cx="0" cy="8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61" name="Line 610">
                <a:extLst>
                  <a:ext uri="{FF2B5EF4-FFF2-40B4-BE49-F238E27FC236}">
                    <a16:creationId xmlns:a16="http://schemas.microsoft.com/office/drawing/2014/main" id="{5959CA62-2563-449B-9E61-9B4FFC3528FE}"/>
                  </a:ext>
                </a:extLst>
              </p:cNvPr>
              <p:cNvSpPr>
                <a:spLocks noChangeShapeType="1"/>
              </p:cNvSpPr>
              <p:nvPr/>
            </p:nvSpPr>
            <p:spPr bwMode="auto">
              <a:xfrm>
                <a:off x="3133" y="3862"/>
                <a:ext cx="0" cy="7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pic>
        <p:nvPicPr>
          <p:cNvPr id="16392" name="Picture 532" descr="underline_base">
            <a:extLst>
              <a:ext uri="{FF2B5EF4-FFF2-40B4-BE49-F238E27FC236}">
                <a16:creationId xmlns:a16="http://schemas.microsoft.com/office/drawing/2014/main" id="{5AD01836-3ED5-4A9A-9361-97C4D9E6A721}"/>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68526" y="949325"/>
            <a:ext cx="7313613"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93" name="Rectangle 2">
            <a:extLst>
              <a:ext uri="{FF2B5EF4-FFF2-40B4-BE49-F238E27FC236}">
                <a16:creationId xmlns:a16="http://schemas.microsoft.com/office/drawing/2014/main" id="{5993BF1E-C1F8-4F9B-9794-BAA205D89555}"/>
              </a:ext>
            </a:extLst>
          </p:cNvPr>
          <p:cNvSpPr>
            <a:spLocks noGrp="1" noChangeArrowheads="1"/>
          </p:cNvSpPr>
          <p:nvPr>
            <p:ph type="title"/>
          </p:nvPr>
        </p:nvSpPr>
        <p:spPr>
          <a:xfrm>
            <a:off x="1524000" y="230189"/>
            <a:ext cx="9144000" cy="985837"/>
          </a:xfrm>
        </p:spPr>
        <p:txBody>
          <a:bodyPr>
            <a:normAutofit fontScale="90000"/>
          </a:bodyPr>
          <a:lstStyle/>
          <a:p>
            <a:r>
              <a:rPr lang="en-US" altLang="en-US" sz="4000" dirty="0" err="1">
                <a:ea typeface="ＭＳ Ｐゴシック" panose="020B0600070205080204" pitchFamily="34" charset="-128"/>
              </a:rPr>
              <a:t>Các</a:t>
            </a:r>
            <a:r>
              <a:rPr lang="en-US" altLang="en-US" sz="4000" dirty="0">
                <a:ea typeface="ＭＳ Ｐゴシック" panose="020B0600070205080204" pitchFamily="34" charset="-128"/>
              </a:rPr>
              <a:t> </a:t>
            </a:r>
            <a:r>
              <a:rPr lang="en-US" altLang="en-US" sz="4000" dirty="0" err="1">
                <a:ea typeface="ＭＳ Ｐゴシック" panose="020B0600070205080204" pitchFamily="34" charset="-128"/>
              </a:rPr>
              <a:t>mạch</a:t>
            </a:r>
            <a:r>
              <a:rPr lang="en-US" altLang="en-US" sz="4000" dirty="0">
                <a:ea typeface="ＭＳ Ｐゴシック" panose="020B0600070205080204" pitchFamily="34" charset="-128"/>
              </a:rPr>
              <a:t> </a:t>
            </a:r>
            <a:r>
              <a:rPr lang="en-US" altLang="en-US" sz="4000" dirty="0" err="1">
                <a:ea typeface="ＭＳ Ｐゴシック" panose="020B0600070205080204" pitchFamily="34" charset="-128"/>
              </a:rPr>
              <a:t>ảo</a:t>
            </a:r>
            <a:r>
              <a:rPr lang="en-US" altLang="en-US" sz="4000" dirty="0">
                <a:ea typeface="ＭＳ Ｐゴシック" panose="020B0600070205080204" pitchFamily="34" charset="-128"/>
              </a:rPr>
              <a:t>: </a:t>
            </a:r>
            <a:r>
              <a:rPr lang="en-US" altLang="en-US" sz="4000" dirty="0" err="1">
                <a:ea typeface="ＭＳ Ｐゴシック" panose="020B0600070205080204" pitchFamily="34" charset="-128"/>
              </a:rPr>
              <a:t>các</a:t>
            </a:r>
            <a:r>
              <a:rPr lang="en-US" altLang="en-US" sz="4000" dirty="0">
                <a:ea typeface="ＭＳ Ｐゴシック" panose="020B0600070205080204" pitchFamily="34" charset="-128"/>
              </a:rPr>
              <a:t> </a:t>
            </a:r>
            <a:r>
              <a:rPr lang="en-US" altLang="en-US" sz="4000" dirty="0" err="1">
                <a:ea typeface="ＭＳ Ｐゴシック" panose="020B0600070205080204" pitchFamily="34" charset="-128"/>
              </a:rPr>
              <a:t>giao</a:t>
            </a:r>
            <a:r>
              <a:rPr lang="en-US" altLang="en-US" sz="4000" dirty="0">
                <a:ea typeface="ＭＳ Ｐゴシック" panose="020B0600070205080204" pitchFamily="34" charset="-128"/>
              </a:rPr>
              <a:t> </a:t>
            </a:r>
            <a:r>
              <a:rPr lang="en-US" altLang="en-US" sz="4000" dirty="0" err="1">
                <a:ea typeface="ＭＳ Ｐゴシック" panose="020B0600070205080204" pitchFamily="34" charset="-128"/>
              </a:rPr>
              <a:t>thức</a:t>
            </a:r>
            <a:r>
              <a:rPr lang="en-US" altLang="en-US" sz="4000" dirty="0">
                <a:ea typeface="ＭＳ Ｐゴシック" panose="020B0600070205080204" pitchFamily="34" charset="-128"/>
              </a:rPr>
              <a:t> </a:t>
            </a:r>
            <a:r>
              <a:rPr lang="en-US" altLang="en-US" sz="4000" dirty="0" err="1">
                <a:ea typeface="ＭＳ Ｐゴシック" panose="020B0600070205080204" pitchFamily="34" charset="-128"/>
              </a:rPr>
              <a:t>gửi</a:t>
            </a:r>
            <a:r>
              <a:rPr lang="en-US" altLang="en-US" sz="4000" dirty="0">
                <a:ea typeface="ＭＳ Ｐゴシック" panose="020B0600070205080204" pitchFamily="34" charset="-128"/>
              </a:rPr>
              <a:t> </a:t>
            </a:r>
            <a:r>
              <a:rPr lang="en-US" altLang="en-US" sz="4000" dirty="0" err="1">
                <a:ea typeface="ＭＳ Ｐゴシック" panose="020B0600070205080204" pitchFamily="34" charset="-128"/>
              </a:rPr>
              <a:t>tín</a:t>
            </a:r>
            <a:r>
              <a:rPr lang="en-US" altLang="en-US" sz="4000" dirty="0">
                <a:ea typeface="ＭＳ Ｐゴシック" panose="020B0600070205080204" pitchFamily="34" charset="-128"/>
              </a:rPr>
              <a:t> </a:t>
            </a:r>
            <a:r>
              <a:rPr lang="en-US" altLang="en-US" sz="4000" dirty="0" err="1">
                <a:ea typeface="ＭＳ Ｐゴシック" panose="020B0600070205080204" pitchFamily="34" charset="-128"/>
              </a:rPr>
              <a:t>hiệu</a:t>
            </a:r>
            <a:endParaRPr lang="en-US" altLang="en-US" dirty="0">
              <a:ea typeface="ＭＳ Ｐゴシック" panose="020B0600070205080204" pitchFamily="34" charset="-128"/>
            </a:endParaRPr>
          </a:p>
        </p:txBody>
      </p:sp>
      <p:sp>
        <p:nvSpPr>
          <p:cNvPr id="16394" name="Rectangle 3">
            <a:extLst>
              <a:ext uri="{FF2B5EF4-FFF2-40B4-BE49-F238E27FC236}">
                <a16:creationId xmlns:a16="http://schemas.microsoft.com/office/drawing/2014/main" id="{AA21AB4A-20AB-417B-A489-20BD7BCD0E61}"/>
              </a:ext>
            </a:extLst>
          </p:cNvPr>
          <p:cNvSpPr>
            <a:spLocks noGrp="1" noChangeArrowheads="1"/>
          </p:cNvSpPr>
          <p:nvPr>
            <p:ph type="body" sz="half" idx="1"/>
          </p:nvPr>
        </p:nvSpPr>
        <p:spPr>
          <a:xfrm>
            <a:off x="2181225" y="1385888"/>
            <a:ext cx="7494588" cy="1390650"/>
          </a:xfrm>
        </p:spPr>
        <p:txBody>
          <a:bodyPr/>
          <a:lstStyle/>
          <a:p>
            <a:r>
              <a:rPr lang="en-US" altLang="en-US">
                <a:latin typeface="Comic Sans MS" panose="030F0702030302020204" pitchFamily="66" charset="0"/>
                <a:ea typeface="ＭＳ Ｐゴシック" panose="020B0600070205080204" pitchFamily="34" charset="-128"/>
              </a:rPr>
              <a:t>Được dùng để thiết lập, duy trì kết nối ảo</a:t>
            </a:r>
          </a:p>
          <a:p>
            <a:r>
              <a:rPr lang="en-US" altLang="en-US">
                <a:latin typeface="Comic Sans MS" panose="030F0702030302020204" pitchFamily="66" charset="0"/>
                <a:ea typeface="ＭＳ Ｐゴシック" panose="020B0600070205080204" pitchFamily="34" charset="-128"/>
              </a:rPr>
              <a:t>Được dùng trong ATM, frame-relay, X.25</a:t>
            </a:r>
          </a:p>
          <a:p>
            <a:r>
              <a:rPr lang="en-US" altLang="en-US">
                <a:latin typeface="Comic Sans MS" panose="030F0702030302020204" pitchFamily="66" charset="0"/>
                <a:ea typeface="ＭＳ Ｐゴシック" panose="020B0600070205080204" pitchFamily="34" charset="-128"/>
              </a:rPr>
              <a:t>Không được sử dụng trong Internet ngày nay</a:t>
            </a:r>
          </a:p>
        </p:txBody>
      </p:sp>
      <p:sp>
        <p:nvSpPr>
          <p:cNvPr id="16395" name="Line 101">
            <a:extLst>
              <a:ext uri="{FF2B5EF4-FFF2-40B4-BE49-F238E27FC236}">
                <a16:creationId xmlns:a16="http://schemas.microsoft.com/office/drawing/2014/main" id="{26965E0B-69EE-4416-B869-DBA05B0EC012}"/>
              </a:ext>
            </a:extLst>
          </p:cNvPr>
          <p:cNvSpPr>
            <a:spLocks noChangeShapeType="1"/>
          </p:cNvSpPr>
          <p:nvPr/>
        </p:nvSpPr>
        <p:spPr bwMode="auto">
          <a:xfrm rot="5400000" flipV="1">
            <a:off x="4249738" y="4348163"/>
            <a:ext cx="6350" cy="15779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396" name="Freeform 107">
            <a:extLst>
              <a:ext uri="{FF2B5EF4-FFF2-40B4-BE49-F238E27FC236}">
                <a16:creationId xmlns:a16="http://schemas.microsoft.com/office/drawing/2014/main" id="{3822975F-855E-4BB6-ABA8-80F71F3AEC9B}"/>
              </a:ext>
            </a:extLst>
          </p:cNvPr>
          <p:cNvSpPr>
            <a:spLocks/>
          </p:cNvSpPr>
          <p:nvPr/>
        </p:nvSpPr>
        <p:spPr bwMode="auto">
          <a:xfrm>
            <a:off x="5610226" y="4899026"/>
            <a:ext cx="466725" cy="263525"/>
          </a:xfrm>
          <a:custGeom>
            <a:avLst/>
            <a:gdLst>
              <a:gd name="T0" fmla="*/ 0 w 294"/>
              <a:gd name="T1" fmla="*/ 2147483647 h 166"/>
              <a:gd name="T2" fmla="*/ 2147483647 w 294"/>
              <a:gd name="T3" fmla="*/ 0 h 166"/>
              <a:gd name="T4" fmla="*/ 0 60000 65536"/>
              <a:gd name="T5" fmla="*/ 0 60000 65536"/>
              <a:gd name="T6" fmla="*/ 0 w 294"/>
              <a:gd name="T7" fmla="*/ 0 h 166"/>
              <a:gd name="T8" fmla="*/ 294 w 294"/>
              <a:gd name="T9" fmla="*/ 166 h 166"/>
            </a:gdLst>
            <a:ahLst/>
            <a:cxnLst>
              <a:cxn ang="T4">
                <a:pos x="T0" y="T1"/>
              </a:cxn>
              <a:cxn ang="T5">
                <a:pos x="T2" y="T3"/>
              </a:cxn>
            </a:cxnLst>
            <a:rect l="T6" t="T7" r="T8" b="T9"/>
            <a:pathLst>
              <a:path w="294" h="166">
                <a:moveTo>
                  <a:pt x="0" y="166"/>
                </a:moveTo>
                <a:lnTo>
                  <a:pt x="294"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6397" name="Freeform 420">
            <a:extLst>
              <a:ext uri="{FF2B5EF4-FFF2-40B4-BE49-F238E27FC236}">
                <a16:creationId xmlns:a16="http://schemas.microsoft.com/office/drawing/2014/main" id="{3DFE7098-B87B-44AD-9AEF-87760C4E173F}"/>
              </a:ext>
            </a:extLst>
          </p:cNvPr>
          <p:cNvSpPr>
            <a:spLocks/>
          </p:cNvSpPr>
          <p:nvPr/>
        </p:nvSpPr>
        <p:spPr bwMode="auto">
          <a:xfrm>
            <a:off x="6575425" y="4892676"/>
            <a:ext cx="431800" cy="276225"/>
          </a:xfrm>
          <a:custGeom>
            <a:avLst/>
            <a:gdLst>
              <a:gd name="T0" fmla="*/ 0 w 272"/>
              <a:gd name="T1" fmla="*/ 0 h 174"/>
              <a:gd name="T2" fmla="*/ 2147483647 w 272"/>
              <a:gd name="T3" fmla="*/ 2147483647 h 174"/>
              <a:gd name="T4" fmla="*/ 0 60000 65536"/>
              <a:gd name="T5" fmla="*/ 0 60000 65536"/>
              <a:gd name="T6" fmla="*/ 0 w 272"/>
              <a:gd name="T7" fmla="*/ 0 h 174"/>
              <a:gd name="T8" fmla="*/ 272 w 272"/>
              <a:gd name="T9" fmla="*/ 174 h 174"/>
            </a:gdLst>
            <a:ahLst/>
            <a:cxnLst>
              <a:cxn ang="T4">
                <a:pos x="T0" y="T1"/>
              </a:cxn>
              <a:cxn ang="T5">
                <a:pos x="T2" y="T3"/>
              </a:cxn>
            </a:cxnLst>
            <a:rect l="T6" t="T7" r="T8" b="T9"/>
            <a:pathLst>
              <a:path w="272" h="174">
                <a:moveTo>
                  <a:pt x="0" y="0"/>
                </a:moveTo>
                <a:lnTo>
                  <a:pt x="272" y="174"/>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6398" name="Freeform 421">
            <a:extLst>
              <a:ext uri="{FF2B5EF4-FFF2-40B4-BE49-F238E27FC236}">
                <a16:creationId xmlns:a16="http://schemas.microsoft.com/office/drawing/2014/main" id="{A12A5277-B638-463C-9206-308A36E8C32B}"/>
              </a:ext>
            </a:extLst>
          </p:cNvPr>
          <p:cNvSpPr>
            <a:spLocks/>
          </p:cNvSpPr>
          <p:nvPr/>
        </p:nvSpPr>
        <p:spPr bwMode="auto">
          <a:xfrm>
            <a:off x="5510213" y="5284789"/>
            <a:ext cx="481012" cy="238125"/>
          </a:xfrm>
          <a:custGeom>
            <a:avLst/>
            <a:gdLst>
              <a:gd name="T0" fmla="*/ 0 w 294"/>
              <a:gd name="T1" fmla="*/ 0 h 174"/>
              <a:gd name="T2" fmla="*/ 2147483647 w 294"/>
              <a:gd name="T3" fmla="*/ 2147483647 h 174"/>
              <a:gd name="T4" fmla="*/ 0 60000 65536"/>
              <a:gd name="T5" fmla="*/ 0 60000 65536"/>
              <a:gd name="T6" fmla="*/ 0 w 294"/>
              <a:gd name="T7" fmla="*/ 0 h 174"/>
              <a:gd name="T8" fmla="*/ 294 w 294"/>
              <a:gd name="T9" fmla="*/ 174 h 174"/>
            </a:gdLst>
            <a:ahLst/>
            <a:cxnLst>
              <a:cxn ang="T4">
                <a:pos x="T0" y="T1"/>
              </a:cxn>
              <a:cxn ang="T5">
                <a:pos x="T2" y="T3"/>
              </a:cxn>
            </a:cxnLst>
            <a:rect l="T6" t="T7" r="T8" b="T9"/>
            <a:pathLst>
              <a:path w="294" h="174">
                <a:moveTo>
                  <a:pt x="0" y="0"/>
                </a:moveTo>
                <a:lnTo>
                  <a:pt x="294" y="174"/>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6399" name="Freeform 422">
            <a:extLst>
              <a:ext uri="{FF2B5EF4-FFF2-40B4-BE49-F238E27FC236}">
                <a16:creationId xmlns:a16="http://schemas.microsoft.com/office/drawing/2014/main" id="{AC5E2BBA-832D-464E-887C-3BB68413BB2F}"/>
              </a:ext>
            </a:extLst>
          </p:cNvPr>
          <p:cNvSpPr>
            <a:spLocks/>
          </p:cNvSpPr>
          <p:nvPr/>
        </p:nvSpPr>
        <p:spPr bwMode="auto">
          <a:xfrm>
            <a:off x="6553200" y="5273675"/>
            <a:ext cx="558800" cy="234950"/>
          </a:xfrm>
          <a:custGeom>
            <a:avLst/>
            <a:gdLst>
              <a:gd name="T0" fmla="*/ 0 w 352"/>
              <a:gd name="T1" fmla="*/ 2147483647 h 148"/>
              <a:gd name="T2" fmla="*/ 2147483647 w 352"/>
              <a:gd name="T3" fmla="*/ 0 h 148"/>
              <a:gd name="T4" fmla="*/ 0 60000 65536"/>
              <a:gd name="T5" fmla="*/ 0 60000 65536"/>
              <a:gd name="T6" fmla="*/ 0 w 352"/>
              <a:gd name="T7" fmla="*/ 0 h 148"/>
              <a:gd name="T8" fmla="*/ 352 w 352"/>
              <a:gd name="T9" fmla="*/ 148 h 148"/>
            </a:gdLst>
            <a:ahLst/>
            <a:cxnLst>
              <a:cxn ang="T4">
                <a:pos x="T0" y="T1"/>
              </a:cxn>
              <a:cxn ang="T5">
                <a:pos x="T2" y="T3"/>
              </a:cxn>
            </a:cxnLst>
            <a:rect l="T6" t="T7" r="T8" b="T9"/>
            <a:pathLst>
              <a:path w="352" h="148">
                <a:moveTo>
                  <a:pt x="0" y="148"/>
                </a:moveTo>
                <a:lnTo>
                  <a:pt x="352"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6400" name="Freeform 423">
            <a:extLst>
              <a:ext uri="{FF2B5EF4-FFF2-40B4-BE49-F238E27FC236}">
                <a16:creationId xmlns:a16="http://schemas.microsoft.com/office/drawing/2014/main" id="{AF2C9BB1-A5F9-4674-B48B-18CDB87BB112}"/>
              </a:ext>
            </a:extLst>
          </p:cNvPr>
          <p:cNvSpPr>
            <a:spLocks/>
          </p:cNvSpPr>
          <p:nvPr/>
        </p:nvSpPr>
        <p:spPr bwMode="auto">
          <a:xfrm>
            <a:off x="7124701" y="5314950"/>
            <a:ext cx="206375" cy="508000"/>
          </a:xfrm>
          <a:custGeom>
            <a:avLst/>
            <a:gdLst>
              <a:gd name="T0" fmla="*/ 0 w 118"/>
              <a:gd name="T1" fmla="*/ 2147483647 h 500"/>
              <a:gd name="T2" fmla="*/ 2147483647 w 118"/>
              <a:gd name="T3" fmla="*/ 0 h 500"/>
              <a:gd name="T4" fmla="*/ 0 60000 65536"/>
              <a:gd name="T5" fmla="*/ 0 60000 65536"/>
              <a:gd name="T6" fmla="*/ 0 w 118"/>
              <a:gd name="T7" fmla="*/ 0 h 500"/>
              <a:gd name="T8" fmla="*/ 118 w 118"/>
              <a:gd name="T9" fmla="*/ 500 h 500"/>
            </a:gdLst>
            <a:ahLst/>
            <a:cxnLst>
              <a:cxn ang="T4">
                <a:pos x="T0" y="T1"/>
              </a:cxn>
              <a:cxn ang="T5">
                <a:pos x="T2" y="T3"/>
              </a:cxn>
            </a:cxnLst>
            <a:rect l="T6" t="T7" r="T8" b="T9"/>
            <a:pathLst>
              <a:path w="118" h="500">
                <a:moveTo>
                  <a:pt x="0" y="500"/>
                </a:moveTo>
                <a:lnTo>
                  <a:pt x="118"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6401" name="Freeform 424">
            <a:extLst>
              <a:ext uri="{FF2B5EF4-FFF2-40B4-BE49-F238E27FC236}">
                <a16:creationId xmlns:a16="http://schemas.microsoft.com/office/drawing/2014/main" id="{61E1248F-51F5-4AA2-88E7-BED34D8CD5AE}"/>
              </a:ext>
            </a:extLst>
          </p:cNvPr>
          <p:cNvSpPr>
            <a:spLocks/>
          </p:cNvSpPr>
          <p:nvPr/>
        </p:nvSpPr>
        <p:spPr bwMode="auto">
          <a:xfrm>
            <a:off x="5889625" y="5848351"/>
            <a:ext cx="736600" cy="74613"/>
          </a:xfrm>
          <a:custGeom>
            <a:avLst/>
            <a:gdLst>
              <a:gd name="T0" fmla="*/ 2147483647 w 370"/>
              <a:gd name="T1" fmla="*/ 2147483647 h 32"/>
              <a:gd name="T2" fmla="*/ 0 w 370"/>
              <a:gd name="T3" fmla="*/ 0 h 32"/>
              <a:gd name="T4" fmla="*/ 0 60000 65536"/>
              <a:gd name="T5" fmla="*/ 0 60000 65536"/>
              <a:gd name="T6" fmla="*/ 0 w 370"/>
              <a:gd name="T7" fmla="*/ 0 h 32"/>
              <a:gd name="T8" fmla="*/ 370 w 370"/>
              <a:gd name="T9" fmla="*/ 32 h 32"/>
            </a:gdLst>
            <a:ahLst/>
            <a:cxnLst>
              <a:cxn ang="T4">
                <a:pos x="T0" y="T1"/>
              </a:cxn>
              <a:cxn ang="T5">
                <a:pos x="T2" y="T3"/>
              </a:cxn>
            </a:cxnLst>
            <a:rect l="T6" t="T7" r="T8" b="T9"/>
            <a:pathLst>
              <a:path w="370" h="32">
                <a:moveTo>
                  <a:pt x="370" y="32"/>
                </a:moveTo>
                <a:lnTo>
                  <a:pt x="0"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6402" name="Freeform 425">
            <a:extLst>
              <a:ext uri="{FF2B5EF4-FFF2-40B4-BE49-F238E27FC236}">
                <a16:creationId xmlns:a16="http://schemas.microsoft.com/office/drawing/2014/main" id="{1E8FFA78-2187-49D0-8149-1702DD522EB6}"/>
              </a:ext>
            </a:extLst>
          </p:cNvPr>
          <p:cNvSpPr>
            <a:spLocks/>
          </p:cNvSpPr>
          <p:nvPr/>
        </p:nvSpPr>
        <p:spPr bwMode="auto">
          <a:xfrm>
            <a:off x="5353051" y="5308600"/>
            <a:ext cx="193675" cy="425450"/>
          </a:xfrm>
          <a:custGeom>
            <a:avLst/>
            <a:gdLst>
              <a:gd name="T0" fmla="*/ 2147483647 w 176"/>
              <a:gd name="T1" fmla="*/ 2147483647 h 412"/>
              <a:gd name="T2" fmla="*/ 2147483647 w 176"/>
              <a:gd name="T3" fmla="*/ 2147483647 h 412"/>
              <a:gd name="T4" fmla="*/ 0 w 176"/>
              <a:gd name="T5" fmla="*/ 0 h 412"/>
              <a:gd name="T6" fmla="*/ 0 60000 65536"/>
              <a:gd name="T7" fmla="*/ 0 60000 65536"/>
              <a:gd name="T8" fmla="*/ 0 60000 65536"/>
              <a:gd name="T9" fmla="*/ 0 w 176"/>
              <a:gd name="T10" fmla="*/ 0 h 412"/>
              <a:gd name="T11" fmla="*/ 176 w 176"/>
              <a:gd name="T12" fmla="*/ 412 h 412"/>
            </a:gdLst>
            <a:ahLst/>
            <a:cxnLst>
              <a:cxn ang="T6">
                <a:pos x="T0" y="T1"/>
              </a:cxn>
              <a:cxn ang="T7">
                <a:pos x="T2" y="T3"/>
              </a:cxn>
              <a:cxn ang="T8">
                <a:pos x="T4" y="T5"/>
              </a:cxn>
            </a:cxnLst>
            <a:rect l="T9" t="T10" r="T11" b="T12"/>
            <a:pathLst>
              <a:path w="176" h="412">
                <a:moveTo>
                  <a:pt x="162" y="408"/>
                </a:moveTo>
                <a:lnTo>
                  <a:pt x="176" y="412"/>
                </a:lnTo>
                <a:lnTo>
                  <a:pt x="0"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6403" name="Line 439">
            <a:extLst>
              <a:ext uri="{FF2B5EF4-FFF2-40B4-BE49-F238E27FC236}">
                <a16:creationId xmlns:a16="http://schemas.microsoft.com/office/drawing/2014/main" id="{D1595038-8D07-4DC8-B538-C61B84B6C3B9}"/>
              </a:ext>
            </a:extLst>
          </p:cNvPr>
          <p:cNvSpPr>
            <a:spLocks noChangeShapeType="1"/>
          </p:cNvSpPr>
          <p:nvPr/>
        </p:nvSpPr>
        <p:spPr bwMode="auto">
          <a:xfrm rot="16200000" flipH="1" flipV="1">
            <a:off x="8269288" y="4548188"/>
            <a:ext cx="0" cy="13620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1041" name="Text Box 449">
            <a:extLst>
              <a:ext uri="{FF2B5EF4-FFF2-40B4-BE49-F238E27FC236}">
                <a16:creationId xmlns:a16="http://schemas.microsoft.com/office/drawing/2014/main" id="{FDA0F6F8-33B5-4131-A2F6-34D8E7BC8C6C}"/>
              </a:ext>
            </a:extLst>
          </p:cNvPr>
          <p:cNvSpPr txBox="1">
            <a:spLocks noChangeArrowheads="1"/>
          </p:cNvSpPr>
          <p:nvPr/>
        </p:nvSpPr>
        <p:spPr bwMode="auto">
          <a:xfrm>
            <a:off x="3567292" y="4470400"/>
            <a:ext cx="222849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a:solidFill>
                  <a:srgbClr val="CC0000"/>
                </a:solidFill>
                <a:latin typeface="Comic Sans MS" panose="030F0702030302020204" pitchFamily="66" charset="0"/>
              </a:rPr>
              <a:t>1. Khởi tạo cuộc gọi</a:t>
            </a:r>
            <a:endParaRPr lang="en-US" altLang="en-US" sz="2400">
              <a:solidFill>
                <a:srgbClr val="CC0000"/>
              </a:solidFill>
              <a:latin typeface="Comic Sans MS" panose="030F0702030302020204" pitchFamily="66" charset="0"/>
            </a:endParaRPr>
          </a:p>
        </p:txBody>
      </p:sp>
      <p:sp>
        <p:nvSpPr>
          <p:cNvPr id="111043" name="Freeform 451">
            <a:extLst>
              <a:ext uri="{FF2B5EF4-FFF2-40B4-BE49-F238E27FC236}">
                <a16:creationId xmlns:a16="http://schemas.microsoft.com/office/drawing/2014/main" id="{8477394D-5B79-4776-B7A2-CC6B0DD90103}"/>
              </a:ext>
            </a:extLst>
          </p:cNvPr>
          <p:cNvSpPr>
            <a:spLocks/>
          </p:cNvSpPr>
          <p:nvPr/>
        </p:nvSpPr>
        <p:spPr bwMode="auto">
          <a:xfrm>
            <a:off x="3581401" y="4822826"/>
            <a:ext cx="5305425" cy="862013"/>
          </a:xfrm>
          <a:custGeom>
            <a:avLst/>
            <a:gdLst>
              <a:gd name="T0" fmla="*/ 0 w 3342"/>
              <a:gd name="T1" fmla="*/ 0 h 543"/>
              <a:gd name="T2" fmla="*/ 2147483647 w 3342"/>
              <a:gd name="T3" fmla="*/ 2147483647 h 543"/>
              <a:gd name="T4" fmla="*/ 2147483647 w 3342"/>
              <a:gd name="T5" fmla="*/ 2147483647 h 543"/>
              <a:gd name="T6" fmla="*/ 2147483647 w 3342"/>
              <a:gd name="T7" fmla="*/ 2147483647 h 543"/>
              <a:gd name="T8" fmla="*/ 2147483647 w 3342"/>
              <a:gd name="T9" fmla="*/ 2147483647 h 543"/>
              <a:gd name="T10" fmla="*/ 2147483647 w 3342"/>
              <a:gd name="T11" fmla="*/ 2147483647 h 543"/>
              <a:gd name="T12" fmla="*/ 2147483647 w 3342"/>
              <a:gd name="T13" fmla="*/ 2147483647 h 543"/>
              <a:gd name="T14" fmla="*/ 2147483647 w 3342"/>
              <a:gd name="T15" fmla="*/ 2147483647 h 543"/>
              <a:gd name="T16" fmla="*/ 0 60000 65536"/>
              <a:gd name="T17" fmla="*/ 0 60000 65536"/>
              <a:gd name="T18" fmla="*/ 0 60000 65536"/>
              <a:gd name="T19" fmla="*/ 0 60000 65536"/>
              <a:gd name="T20" fmla="*/ 0 60000 65536"/>
              <a:gd name="T21" fmla="*/ 0 60000 65536"/>
              <a:gd name="T22" fmla="*/ 0 60000 65536"/>
              <a:gd name="T23" fmla="*/ 0 60000 65536"/>
              <a:gd name="T24" fmla="*/ 0 w 3342"/>
              <a:gd name="T25" fmla="*/ 0 h 543"/>
              <a:gd name="T26" fmla="*/ 3342 w 3342"/>
              <a:gd name="T27" fmla="*/ 543 h 54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342" h="543">
                <a:moveTo>
                  <a:pt x="0" y="0"/>
                </a:moveTo>
                <a:lnTo>
                  <a:pt x="3" y="234"/>
                </a:lnTo>
                <a:lnTo>
                  <a:pt x="939" y="234"/>
                </a:lnTo>
                <a:lnTo>
                  <a:pt x="1617" y="543"/>
                </a:lnTo>
                <a:lnTo>
                  <a:pt x="1818" y="543"/>
                </a:lnTo>
                <a:lnTo>
                  <a:pt x="2364" y="300"/>
                </a:lnTo>
                <a:lnTo>
                  <a:pt x="3342" y="306"/>
                </a:lnTo>
                <a:lnTo>
                  <a:pt x="3336" y="12"/>
                </a:lnTo>
              </a:path>
            </a:pathLst>
          </a:custGeom>
          <a:noFill/>
          <a:ln w="28575">
            <a:solidFill>
              <a:srgbClr val="CC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11044" name="Text Box 452">
            <a:extLst>
              <a:ext uri="{FF2B5EF4-FFF2-40B4-BE49-F238E27FC236}">
                <a16:creationId xmlns:a16="http://schemas.microsoft.com/office/drawing/2014/main" id="{B09774F8-F939-422E-AC53-1CC76FB1DB4A}"/>
              </a:ext>
            </a:extLst>
          </p:cNvPr>
          <p:cNvSpPr txBox="1">
            <a:spLocks noChangeArrowheads="1"/>
          </p:cNvSpPr>
          <p:nvPr/>
        </p:nvSpPr>
        <p:spPr bwMode="auto">
          <a:xfrm>
            <a:off x="7246951" y="4537075"/>
            <a:ext cx="177003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a:solidFill>
                  <a:srgbClr val="CC0000"/>
                </a:solidFill>
                <a:latin typeface="Comic Sans MS" panose="030F0702030302020204" pitchFamily="66" charset="0"/>
              </a:rPr>
              <a:t>2. Cuộc gọi đến</a:t>
            </a:r>
            <a:endParaRPr lang="en-US" altLang="en-US" sz="2400">
              <a:solidFill>
                <a:srgbClr val="CC0000"/>
              </a:solidFill>
              <a:latin typeface="Comic Sans MS" panose="030F0702030302020204" pitchFamily="66" charset="0"/>
            </a:endParaRPr>
          </a:p>
        </p:txBody>
      </p:sp>
      <p:sp>
        <p:nvSpPr>
          <p:cNvPr id="111045" name="Text Box 453">
            <a:extLst>
              <a:ext uri="{FF2B5EF4-FFF2-40B4-BE49-F238E27FC236}">
                <a16:creationId xmlns:a16="http://schemas.microsoft.com/office/drawing/2014/main" id="{82F994D0-0397-46C9-A7C8-B4FD818A30E3}"/>
              </a:ext>
            </a:extLst>
          </p:cNvPr>
          <p:cNvSpPr txBox="1">
            <a:spLocks noChangeArrowheads="1"/>
          </p:cNvSpPr>
          <p:nvPr/>
        </p:nvSpPr>
        <p:spPr bwMode="auto">
          <a:xfrm>
            <a:off x="6545211" y="4203700"/>
            <a:ext cx="244009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a:solidFill>
                  <a:srgbClr val="CC0000"/>
                </a:solidFill>
                <a:latin typeface="Comic Sans MS" panose="030F0702030302020204" pitchFamily="66" charset="0"/>
              </a:rPr>
              <a:t>3. Chấp nhận cuộc gọi</a:t>
            </a:r>
            <a:endParaRPr lang="en-US" altLang="en-US" sz="2400">
              <a:solidFill>
                <a:srgbClr val="CC0000"/>
              </a:solidFill>
              <a:latin typeface="Comic Sans MS" panose="030F0702030302020204" pitchFamily="66" charset="0"/>
            </a:endParaRPr>
          </a:p>
        </p:txBody>
      </p:sp>
      <p:sp>
        <p:nvSpPr>
          <p:cNvPr id="111046" name="Freeform 454">
            <a:extLst>
              <a:ext uri="{FF2B5EF4-FFF2-40B4-BE49-F238E27FC236}">
                <a16:creationId xmlns:a16="http://schemas.microsoft.com/office/drawing/2014/main" id="{F4FF5A5C-E34E-43CE-B711-0ED4A67C2DB3}"/>
              </a:ext>
            </a:extLst>
          </p:cNvPr>
          <p:cNvSpPr>
            <a:spLocks/>
          </p:cNvSpPr>
          <p:nvPr/>
        </p:nvSpPr>
        <p:spPr bwMode="auto">
          <a:xfrm>
            <a:off x="3697289" y="4470400"/>
            <a:ext cx="5057775" cy="1123950"/>
          </a:xfrm>
          <a:custGeom>
            <a:avLst/>
            <a:gdLst>
              <a:gd name="T0" fmla="*/ 0 w 3186"/>
              <a:gd name="T1" fmla="*/ 2147483647 h 708"/>
              <a:gd name="T2" fmla="*/ 0 w 3186"/>
              <a:gd name="T3" fmla="*/ 2147483647 h 708"/>
              <a:gd name="T4" fmla="*/ 2147483647 w 3186"/>
              <a:gd name="T5" fmla="*/ 2147483647 h 708"/>
              <a:gd name="T6" fmla="*/ 2147483647 w 3186"/>
              <a:gd name="T7" fmla="*/ 2147483647 h 708"/>
              <a:gd name="T8" fmla="*/ 2147483647 w 3186"/>
              <a:gd name="T9" fmla="*/ 2147483647 h 708"/>
              <a:gd name="T10" fmla="*/ 2147483647 w 3186"/>
              <a:gd name="T11" fmla="*/ 2147483647 h 708"/>
              <a:gd name="T12" fmla="*/ 2147483647 w 3186"/>
              <a:gd name="T13" fmla="*/ 2147483647 h 708"/>
              <a:gd name="T14" fmla="*/ 2147483647 w 3186"/>
              <a:gd name="T15" fmla="*/ 0 h 708"/>
              <a:gd name="T16" fmla="*/ 0 60000 65536"/>
              <a:gd name="T17" fmla="*/ 0 60000 65536"/>
              <a:gd name="T18" fmla="*/ 0 60000 65536"/>
              <a:gd name="T19" fmla="*/ 0 60000 65536"/>
              <a:gd name="T20" fmla="*/ 0 60000 65536"/>
              <a:gd name="T21" fmla="*/ 0 60000 65536"/>
              <a:gd name="T22" fmla="*/ 0 60000 65536"/>
              <a:gd name="T23" fmla="*/ 0 60000 65536"/>
              <a:gd name="T24" fmla="*/ 0 w 3186"/>
              <a:gd name="T25" fmla="*/ 0 h 708"/>
              <a:gd name="T26" fmla="*/ 3186 w 3186"/>
              <a:gd name="T27" fmla="*/ 708 h 70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186" h="708">
                <a:moveTo>
                  <a:pt x="0" y="12"/>
                </a:moveTo>
                <a:lnTo>
                  <a:pt x="0" y="381"/>
                </a:lnTo>
                <a:lnTo>
                  <a:pt x="882" y="384"/>
                </a:lnTo>
                <a:lnTo>
                  <a:pt x="1551" y="708"/>
                </a:lnTo>
                <a:lnTo>
                  <a:pt x="1742" y="708"/>
                </a:lnTo>
                <a:lnTo>
                  <a:pt x="2273" y="476"/>
                </a:lnTo>
                <a:lnTo>
                  <a:pt x="3186" y="470"/>
                </a:lnTo>
                <a:lnTo>
                  <a:pt x="3180" y="0"/>
                </a:lnTo>
              </a:path>
            </a:pathLst>
          </a:custGeom>
          <a:noFill/>
          <a:ln w="28575">
            <a:solidFill>
              <a:srgbClr val="CC0000"/>
            </a:solidFill>
            <a:round/>
            <a:headEnd type="triangle" w="med" len="me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11047" name="Text Box 455">
            <a:extLst>
              <a:ext uri="{FF2B5EF4-FFF2-40B4-BE49-F238E27FC236}">
                <a16:creationId xmlns:a16="http://schemas.microsoft.com/office/drawing/2014/main" id="{E9938EEC-0B32-41E3-AFE6-6F9AD914ADAE}"/>
              </a:ext>
            </a:extLst>
          </p:cNvPr>
          <p:cNvSpPr txBox="1">
            <a:spLocks noChangeArrowheads="1"/>
          </p:cNvSpPr>
          <p:nvPr/>
        </p:nvSpPr>
        <p:spPr bwMode="auto">
          <a:xfrm>
            <a:off x="3504547" y="4184650"/>
            <a:ext cx="272863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a:solidFill>
                  <a:srgbClr val="CC0000"/>
                </a:solidFill>
                <a:latin typeface="Comic Sans MS" panose="030F0702030302020204" pitchFamily="66" charset="0"/>
              </a:rPr>
              <a:t>4. Cuộc gọi được kết nối</a:t>
            </a:r>
            <a:endParaRPr lang="en-US" altLang="en-US" sz="2400">
              <a:solidFill>
                <a:srgbClr val="CC0000"/>
              </a:solidFill>
              <a:latin typeface="Comic Sans MS" panose="030F0702030302020204" pitchFamily="66" charset="0"/>
            </a:endParaRPr>
          </a:p>
        </p:txBody>
      </p:sp>
      <p:sp>
        <p:nvSpPr>
          <p:cNvPr id="111048" name="Text Box 456">
            <a:extLst>
              <a:ext uri="{FF2B5EF4-FFF2-40B4-BE49-F238E27FC236}">
                <a16:creationId xmlns:a16="http://schemas.microsoft.com/office/drawing/2014/main" id="{B6293DBF-6922-4266-93EC-86928D0EDCAA}"/>
              </a:ext>
            </a:extLst>
          </p:cNvPr>
          <p:cNvSpPr txBox="1">
            <a:spLocks noChangeArrowheads="1"/>
          </p:cNvSpPr>
          <p:nvPr/>
        </p:nvSpPr>
        <p:spPr bwMode="auto">
          <a:xfrm>
            <a:off x="3584511" y="3879850"/>
            <a:ext cx="260680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a:solidFill>
                  <a:srgbClr val="000099"/>
                </a:solidFill>
                <a:latin typeface="Comic Sans MS" panose="030F0702030302020204" pitchFamily="66" charset="0"/>
              </a:rPr>
              <a:t>5. Bắt đầu dòng dữ liệu</a:t>
            </a:r>
            <a:endParaRPr lang="en-US" altLang="en-US" sz="2400">
              <a:solidFill>
                <a:srgbClr val="000099"/>
              </a:solidFill>
              <a:latin typeface="Comic Sans MS" panose="030F0702030302020204" pitchFamily="66" charset="0"/>
            </a:endParaRPr>
          </a:p>
        </p:txBody>
      </p:sp>
      <p:sp>
        <p:nvSpPr>
          <p:cNvPr id="111049" name="Text Box 457">
            <a:extLst>
              <a:ext uri="{FF2B5EF4-FFF2-40B4-BE49-F238E27FC236}">
                <a16:creationId xmlns:a16="http://schemas.microsoft.com/office/drawing/2014/main" id="{4F8C254B-77C3-4D82-9B9B-DE1148BB09C9}"/>
              </a:ext>
            </a:extLst>
          </p:cNvPr>
          <p:cNvSpPr txBox="1">
            <a:spLocks noChangeArrowheads="1"/>
          </p:cNvSpPr>
          <p:nvPr/>
        </p:nvSpPr>
        <p:spPr bwMode="auto">
          <a:xfrm>
            <a:off x="7245317" y="3832225"/>
            <a:ext cx="177965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a:solidFill>
                  <a:srgbClr val="000099"/>
                </a:solidFill>
                <a:latin typeface="Comic Sans MS" panose="030F0702030302020204" pitchFamily="66" charset="0"/>
              </a:rPr>
              <a:t>6. Nhận dữ liệu</a:t>
            </a:r>
            <a:endParaRPr lang="en-US" altLang="en-US" sz="2400">
              <a:solidFill>
                <a:srgbClr val="000099"/>
              </a:solidFill>
              <a:latin typeface="Comic Sans MS" panose="030F0702030302020204" pitchFamily="66" charset="0"/>
            </a:endParaRPr>
          </a:p>
        </p:txBody>
      </p:sp>
      <p:sp>
        <p:nvSpPr>
          <p:cNvPr id="111050" name="Freeform 458">
            <a:extLst>
              <a:ext uri="{FF2B5EF4-FFF2-40B4-BE49-F238E27FC236}">
                <a16:creationId xmlns:a16="http://schemas.microsoft.com/office/drawing/2014/main" id="{BE0D8759-9927-4BC9-A88C-738880ACF622}"/>
              </a:ext>
            </a:extLst>
          </p:cNvPr>
          <p:cNvSpPr>
            <a:spLocks/>
          </p:cNvSpPr>
          <p:nvPr/>
        </p:nvSpPr>
        <p:spPr bwMode="auto">
          <a:xfrm>
            <a:off x="3752850" y="4146551"/>
            <a:ext cx="4895850" cy="1343025"/>
          </a:xfrm>
          <a:custGeom>
            <a:avLst/>
            <a:gdLst>
              <a:gd name="T0" fmla="*/ 0 w 3084"/>
              <a:gd name="T1" fmla="*/ 2147483647 h 846"/>
              <a:gd name="T2" fmla="*/ 0 w 3084"/>
              <a:gd name="T3" fmla="*/ 2147483647 h 846"/>
              <a:gd name="T4" fmla="*/ 2147483647 w 3084"/>
              <a:gd name="T5" fmla="*/ 2147483647 h 846"/>
              <a:gd name="T6" fmla="*/ 2147483647 w 3084"/>
              <a:gd name="T7" fmla="*/ 2147483647 h 846"/>
              <a:gd name="T8" fmla="*/ 2147483647 w 3084"/>
              <a:gd name="T9" fmla="*/ 2147483647 h 846"/>
              <a:gd name="T10" fmla="*/ 2147483647 w 3084"/>
              <a:gd name="T11" fmla="*/ 2147483647 h 846"/>
              <a:gd name="T12" fmla="*/ 2147483647 w 3084"/>
              <a:gd name="T13" fmla="*/ 2147483647 h 846"/>
              <a:gd name="T14" fmla="*/ 2147483647 w 3084"/>
              <a:gd name="T15" fmla="*/ 0 h 846"/>
              <a:gd name="T16" fmla="*/ 0 60000 65536"/>
              <a:gd name="T17" fmla="*/ 0 60000 65536"/>
              <a:gd name="T18" fmla="*/ 0 60000 65536"/>
              <a:gd name="T19" fmla="*/ 0 60000 65536"/>
              <a:gd name="T20" fmla="*/ 0 60000 65536"/>
              <a:gd name="T21" fmla="*/ 0 60000 65536"/>
              <a:gd name="T22" fmla="*/ 0 60000 65536"/>
              <a:gd name="T23" fmla="*/ 0 60000 65536"/>
              <a:gd name="T24" fmla="*/ 0 w 3084"/>
              <a:gd name="T25" fmla="*/ 0 h 846"/>
              <a:gd name="T26" fmla="*/ 3084 w 3084"/>
              <a:gd name="T27" fmla="*/ 846 h 84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084" h="846">
                <a:moveTo>
                  <a:pt x="0" y="18"/>
                </a:moveTo>
                <a:lnTo>
                  <a:pt x="0" y="531"/>
                </a:lnTo>
                <a:lnTo>
                  <a:pt x="846" y="534"/>
                </a:lnTo>
                <a:lnTo>
                  <a:pt x="1485" y="846"/>
                </a:lnTo>
                <a:lnTo>
                  <a:pt x="1698" y="843"/>
                </a:lnTo>
                <a:lnTo>
                  <a:pt x="2238" y="633"/>
                </a:lnTo>
                <a:lnTo>
                  <a:pt x="3084" y="633"/>
                </a:lnTo>
                <a:lnTo>
                  <a:pt x="3081" y="0"/>
                </a:lnTo>
              </a:path>
            </a:pathLst>
          </a:custGeom>
          <a:noFill/>
          <a:ln w="57150">
            <a:solidFill>
              <a:srgbClr val="000099"/>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nvGrpSpPr>
          <p:cNvPr id="16413" name="Group 668">
            <a:extLst>
              <a:ext uri="{FF2B5EF4-FFF2-40B4-BE49-F238E27FC236}">
                <a16:creationId xmlns:a16="http://schemas.microsoft.com/office/drawing/2014/main" id="{F257D54A-B2DF-44E9-835D-EF5A85497587}"/>
              </a:ext>
            </a:extLst>
          </p:cNvPr>
          <p:cNvGrpSpPr>
            <a:grpSpLocks/>
          </p:cNvGrpSpPr>
          <p:nvPr/>
        </p:nvGrpSpPr>
        <p:grpSpPr bwMode="auto">
          <a:xfrm>
            <a:off x="1524000" y="3627439"/>
            <a:ext cx="2039938" cy="2427287"/>
            <a:chOff x="0" y="2285"/>
            <a:chExt cx="1285" cy="1529"/>
          </a:xfrm>
        </p:grpSpPr>
        <p:sp>
          <p:nvSpPr>
            <p:cNvPr id="16441" name="Freeform 551">
              <a:extLst>
                <a:ext uri="{FF2B5EF4-FFF2-40B4-BE49-F238E27FC236}">
                  <a16:creationId xmlns:a16="http://schemas.microsoft.com/office/drawing/2014/main" id="{0E497211-836B-4610-9E41-5B368A26508C}"/>
                </a:ext>
              </a:extLst>
            </p:cNvPr>
            <p:cNvSpPr>
              <a:spLocks/>
            </p:cNvSpPr>
            <p:nvPr/>
          </p:nvSpPr>
          <p:spPr bwMode="auto">
            <a:xfrm>
              <a:off x="211" y="2297"/>
              <a:ext cx="990" cy="1124"/>
            </a:xfrm>
            <a:custGeom>
              <a:avLst/>
              <a:gdLst>
                <a:gd name="T0" fmla="*/ 0 w 990"/>
                <a:gd name="T1" fmla="*/ 1089 h 1124"/>
                <a:gd name="T2" fmla="*/ 161 w 990"/>
                <a:gd name="T3" fmla="*/ 0 h 1124"/>
                <a:gd name="T4" fmla="*/ 210 w 990"/>
                <a:gd name="T5" fmla="*/ 899 h 1124"/>
                <a:gd name="T6" fmla="*/ 962 w 990"/>
                <a:gd name="T7" fmla="*/ 906 h 1124"/>
                <a:gd name="T8" fmla="*/ 990 w 990"/>
                <a:gd name="T9" fmla="*/ 990 h 1124"/>
                <a:gd name="T10" fmla="*/ 210 w 990"/>
                <a:gd name="T11" fmla="*/ 1124 h 1124"/>
                <a:gd name="T12" fmla="*/ 0 w 990"/>
                <a:gd name="T13" fmla="*/ 1089 h 1124"/>
                <a:gd name="T14" fmla="*/ 0 60000 65536"/>
                <a:gd name="T15" fmla="*/ 0 60000 65536"/>
                <a:gd name="T16" fmla="*/ 0 60000 65536"/>
                <a:gd name="T17" fmla="*/ 0 60000 65536"/>
                <a:gd name="T18" fmla="*/ 0 60000 65536"/>
                <a:gd name="T19" fmla="*/ 0 60000 65536"/>
                <a:gd name="T20" fmla="*/ 0 60000 65536"/>
                <a:gd name="T21" fmla="*/ 0 w 990"/>
                <a:gd name="T22" fmla="*/ 0 h 1124"/>
                <a:gd name="T23" fmla="*/ 990 w 990"/>
                <a:gd name="T24" fmla="*/ 1124 h 11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90" h="1124">
                  <a:moveTo>
                    <a:pt x="0" y="1089"/>
                  </a:moveTo>
                  <a:lnTo>
                    <a:pt x="161" y="0"/>
                  </a:lnTo>
                  <a:lnTo>
                    <a:pt x="210" y="899"/>
                  </a:lnTo>
                  <a:lnTo>
                    <a:pt x="962" y="906"/>
                  </a:lnTo>
                  <a:lnTo>
                    <a:pt x="990" y="990"/>
                  </a:lnTo>
                  <a:lnTo>
                    <a:pt x="210" y="1124"/>
                  </a:lnTo>
                  <a:lnTo>
                    <a:pt x="0" y="1089"/>
                  </a:lnTo>
                  <a:close/>
                </a:path>
              </a:pathLst>
            </a:custGeom>
            <a:gradFill rotWithShape="1">
              <a:gsLst>
                <a:gs pos="0">
                  <a:srgbClr val="000099"/>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6442" name="Rectangle 403">
              <a:extLst>
                <a:ext uri="{FF2B5EF4-FFF2-40B4-BE49-F238E27FC236}">
                  <a16:creationId xmlns:a16="http://schemas.microsoft.com/office/drawing/2014/main" id="{4D2E6C59-7429-4AA9-B0D3-DFBC3543D7FD}"/>
                </a:ext>
              </a:extLst>
            </p:cNvPr>
            <p:cNvSpPr>
              <a:spLocks noChangeArrowheads="1"/>
            </p:cNvSpPr>
            <p:nvPr/>
          </p:nvSpPr>
          <p:spPr bwMode="auto">
            <a:xfrm>
              <a:off x="415" y="2285"/>
              <a:ext cx="820" cy="946"/>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6443" name="Rectangle 404">
              <a:extLst>
                <a:ext uri="{FF2B5EF4-FFF2-40B4-BE49-F238E27FC236}">
                  <a16:creationId xmlns:a16="http://schemas.microsoft.com/office/drawing/2014/main" id="{381C8692-B4BA-43D4-94C1-95F054AD67BB}"/>
                </a:ext>
              </a:extLst>
            </p:cNvPr>
            <p:cNvSpPr>
              <a:spLocks noChangeArrowheads="1"/>
            </p:cNvSpPr>
            <p:nvPr/>
          </p:nvSpPr>
          <p:spPr bwMode="auto">
            <a:xfrm>
              <a:off x="375" y="2314"/>
              <a:ext cx="837" cy="975"/>
            </a:xfrm>
            <a:prstGeom prst="rect">
              <a:avLst/>
            </a:prstGeom>
            <a:solidFill>
              <a:schemeClr val="bg1"/>
            </a:solidFill>
            <a:ln w="12700">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6444" name="Rectangle 405">
              <a:extLst>
                <a:ext uri="{FF2B5EF4-FFF2-40B4-BE49-F238E27FC236}">
                  <a16:creationId xmlns:a16="http://schemas.microsoft.com/office/drawing/2014/main" id="{6BC7E1FB-2E88-468B-A06A-4A629848A1F5}"/>
                </a:ext>
              </a:extLst>
            </p:cNvPr>
            <p:cNvSpPr>
              <a:spLocks noChangeArrowheads="1"/>
            </p:cNvSpPr>
            <p:nvPr/>
          </p:nvSpPr>
          <p:spPr bwMode="auto">
            <a:xfrm>
              <a:off x="379" y="2716"/>
              <a:ext cx="831" cy="192"/>
            </a:xfrm>
            <a:prstGeom prst="rect">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6445" name="Text Box 406">
              <a:extLst>
                <a:ext uri="{FF2B5EF4-FFF2-40B4-BE49-F238E27FC236}">
                  <a16:creationId xmlns:a16="http://schemas.microsoft.com/office/drawing/2014/main" id="{D02ADE9E-91F9-445B-8379-81D8D91F4960}"/>
                </a:ext>
              </a:extLst>
            </p:cNvPr>
            <p:cNvSpPr txBox="1">
              <a:spLocks noChangeArrowheads="1"/>
            </p:cNvSpPr>
            <p:nvPr/>
          </p:nvSpPr>
          <p:spPr bwMode="auto">
            <a:xfrm>
              <a:off x="298" y="2292"/>
              <a:ext cx="987" cy="1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application</a:t>
              </a:r>
            </a:p>
            <a:p>
              <a:pPr algn="ctr"/>
              <a:r>
                <a:rPr lang="en-US" altLang="en-US" sz="2000"/>
                <a:t>transport</a:t>
              </a:r>
            </a:p>
            <a:p>
              <a:pPr algn="ctr"/>
              <a:r>
                <a:rPr lang="en-US" altLang="en-US" sz="2000">
                  <a:solidFill>
                    <a:schemeClr val="bg1"/>
                  </a:solidFill>
                </a:rPr>
                <a:t>network</a:t>
              </a:r>
              <a:endParaRPr lang="en-US" altLang="en-US" sz="2000"/>
            </a:p>
            <a:p>
              <a:pPr algn="ctr"/>
              <a:r>
                <a:rPr lang="en-US" altLang="en-US" sz="2000"/>
                <a:t>data link</a:t>
              </a:r>
            </a:p>
            <a:p>
              <a:pPr algn="ctr"/>
              <a:r>
                <a:rPr lang="en-US" altLang="en-US" sz="2000"/>
                <a:t>physical</a:t>
              </a:r>
            </a:p>
          </p:txBody>
        </p:sp>
        <p:sp>
          <p:nvSpPr>
            <p:cNvPr id="16446" name="Line 533">
              <a:extLst>
                <a:ext uri="{FF2B5EF4-FFF2-40B4-BE49-F238E27FC236}">
                  <a16:creationId xmlns:a16="http://schemas.microsoft.com/office/drawing/2014/main" id="{C9302514-FD2B-4D77-95AD-346F50820730}"/>
                </a:ext>
              </a:extLst>
            </p:cNvPr>
            <p:cNvSpPr>
              <a:spLocks noChangeShapeType="1"/>
            </p:cNvSpPr>
            <p:nvPr/>
          </p:nvSpPr>
          <p:spPr bwMode="auto">
            <a:xfrm>
              <a:off x="374" y="2714"/>
              <a:ext cx="83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6447" name="Line 534">
              <a:extLst>
                <a:ext uri="{FF2B5EF4-FFF2-40B4-BE49-F238E27FC236}">
                  <a16:creationId xmlns:a16="http://schemas.microsoft.com/office/drawing/2014/main" id="{88ABA68F-4FA0-4E3C-9946-D9DD0F5FAC28}"/>
                </a:ext>
              </a:extLst>
            </p:cNvPr>
            <p:cNvSpPr>
              <a:spLocks noChangeShapeType="1"/>
            </p:cNvSpPr>
            <p:nvPr/>
          </p:nvSpPr>
          <p:spPr bwMode="auto">
            <a:xfrm>
              <a:off x="374" y="2908"/>
              <a:ext cx="83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6448" name="Line 535">
              <a:extLst>
                <a:ext uri="{FF2B5EF4-FFF2-40B4-BE49-F238E27FC236}">
                  <a16:creationId xmlns:a16="http://schemas.microsoft.com/office/drawing/2014/main" id="{652C71B5-C12E-4AB2-937C-FF13C8AAA6DE}"/>
                </a:ext>
              </a:extLst>
            </p:cNvPr>
            <p:cNvSpPr>
              <a:spLocks noChangeShapeType="1"/>
            </p:cNvSpPr>
            <p:nvPr/>
          </p:nvSpPr>
          <p:spPr bwMode="auto">
            <a:xfrm>
              <a:off x="372" y="3092"/>
              <a:ext cx="83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6449" name="Line 536">
              <a:extLst>
                <a:ext uri="{FF2B5EF4-FFF2-40B4-BE49-F238E27FC236}">
                  <a16:creationId xmlns:a16="http://schemas.microsoft.com/office/drawing/2014/main" id="{55BD22A4-23F0-4987-A7B2-99E6629C95FD}"/>
                </a:ext>
              </a:extLst>
            </p:cNvPr>
            <p:cNvSpPr>
              <a:spLocks noChangeShapeType="1"/>
            </p:cNvSpPr>
            <p:nvPr/>
          </p:nvSpPr>
          <p:spPr bwMode="auto">
            <a:xfrm>
              <a:off x="374" y="2520"/>
              <a:ext cx="83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nvGrpSpPr>
            <p:cNvPr id="16450" name="Group 548">
              <a:extLst>
                <a:ext uri="{FF2B5EF4-FFF2-40B4-BE49-F238E27FC236}">
                  <a16:creationId xmlns:a16="http://schemas.microsoft.com/office/drawing/2014/main" id="{38A0BCC6-1DCF-4FC2-8EE9-30B2C23F4A92}"/>
                </a:ext>
              </a:extLst>
            </p:cNvPr>
            <p:cNvGrpSpPr>
              <a:grpSpLocks/>
            </p:cNvGrpSpPr>
            <p:nvPr/>
          </p:nvGrpSpPr>
          <p:grpSpPr bwMode="auto">
            <a:xfrm>
              <a:off x="0" y="3341"/>
              <a:ext cx="454" cy="473"/>
              <a:chOff x="-44" y="1473"/>
              <a:chExt cx="981" cy="1105"/>
            </a:xfrm>
          </p:grpSpPr>
          <p:pic>
            <p:nvPicPr>
              <p:cNvPr id="16451" name="Picture 549" descr="desktop_computer_stylized_medium">
                <a:extLst>
                  <a:ext uri="{FF2B5EF4-FFF2-40B4-BE49-F238E27FC236}">
                    <a16:creationId xmlns:a16="http://schemas.microsoft.com/office/drawing/2014/main" id="{A3260D1C-A277-4BB1-A205-A066053F4C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452" name="Freeform 550">
                <a:extLst>
                  <a:ext uri="{FF2B5EF4-FFF2-40B4-BE49-F238E27FC236}">
                    <a16:creationId xmlns:a16="http://schemas.microsoft.com/office/drawing/2014/main" id="{054A06EE-D1FE-43E3-9F6F-A867A5362D56}"/>
                  </a:ext>
                </a:extLst>
              </p:cNvPr>
              <p:cNvSpPr>
                <a:spLocks/>
              </p:cNvSpPr>
              <p:nvPr/>
            </p:nvSpPr>
            <p:spPr bwMode="auto">
              <a:xfrm flipH="1">
                <a:off x="374" y="1579"/>
                <a:ext cx="477" cy="506"/>
              </a:xfrm>
              <a:custGeom>
                <a:avLst/>
                <a:gdLst>
                  <a:gd name="T0" fmla="*/ 0 w 356"/>
                  <a:gd name="T1" fmla="*/ 0 h 368"/>
                  <a:gd name="T2" fmla="*/ 187350 w 356"/>
                  <a:gd name="T3" fmla="*/ 15587 h 368"/>
                  <a:gd name="T4" fmla="*/ 222251 w 356"/>
                  <a:gd name="T5" fmla="*/ 324849 h 368"/>
                  <a:gd name="T6" fmla="*/ 48981 w 356"/>
                  <a:gd name="T7" fmla="*/ 406259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grpSp>
      <p:grpSp>
        <p:nvGrpSpPr>
          <p:cNvPr id="16414" name="Group 556">
            <a:extLst>
              <a:ext uri="{FF2B5EF4-FFF2-40B4-BE49-F238E27FC236}">
                <a16:creationId xmlns:a16="http://schemas.microsoft.com/office/drawing/2014/main" id="{22DF723E-9482-47A9-8EB7-9708675990AF}"/>
              </a:ext>
            </a:extLst>
          </p:cNvPr>
          <p:cNvGrpSpPr>
            <a:grpSpLocks/>
          </p:cNvGrpSpPr>
          <p:nvPr/>
        </p:nvGrpSpPr>
        <p:grpSpPr bwMode="auto">
          <a:xfrm>
            <a:off x="6003926" y="4721225"/>
            <a:ext cx="600075" cy="287338"/>
            <a:chOff x="4396" y="1245"/>
            <a:chExt cx="672" cy="248"/>
          </a:xfrm>
        </p:grpSpPr>
        <p:sp>
          <p:nvSpPr>
            <p:cNvPr id="16433" name="Oval 407">
              <a:extLst>
                <a:ext uri="{FF2B5EF4-FFF2-40B4-BE49-F238E27FC236}">
                  <a16:creationId xmlns:a16="http://schemas.microsoft.com/office/drawing/2014/main" id="{CED6B915-BFE7-455D-9485-8F6EF8FC52CD}"/>
                </a:ext>
              </a:extLst>
            </p:cNvPr>
            <p:cNvSpPr>
              <a:spLocks noChangeArrowheads="1"/>
            </p:cNvSpPr>
            <p:nvPr/>
          </p:nvSpPr>
          <p:spPr bwMode="auto">
            <a:xfrm>
              <a:off x="4399" y="1355"/>
              <a:ext cx="666" cy="138"/>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sp>
          <p:nvSpPr>
            <p:cNvPr id="16434" name="Rectangle 410">
              <a:extLst>
                <a:ext uri="{FF2B5EF4-FFF2-40B4-BE49-F238E27FC236}">
                  <a16:creationId xmlns:a16="http://schemas.microsoft.com/office/drawing/2014/main" id="{8259F4DB-7F3F-48F8-B5E9-597BF5C34289}"/>
                </a:ext>
              </a:extLst>
            </p:cNvPr>
            <p:cNvSpPr>
              <a:spLocks noChangeArrowheads="1"/>
            </p:cNvSpPr>
            <p:nvPr/>
          </p:nvSpPr>
          <p:spPr bwMode="auto">
            <a:xfrm>
              <a:off x="4399" y="1339"/>
              <a:ext cx="669" cy="86"/>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latin typeface="Times New Roman" panose="02020603050405020304" pitchFamily="18" charset="0"/>
                <a:cs typeface="Arial" panose="020B0604020202020204" pitchFamily="34" charset="0"/>
              </a:endParaRPr>
            </a:p>
          </p:txBody>
        </p:sp>
        <p:sp>
          <p:nvSpPr>
            <p:cNvPr id="16435" name="Oval 411">
              <a:extLst>
                <a:ext uri="{FF2B5EF4-FFF2-40B4-BE49-F238E27FC236}">
                  <a16:creationId xmlns:a16="http://schemas.microsoft.com/office/drawing/2014/main" id="{C71E0B1A-35EF-4793-BB9F-FBDAA2CEC9C1}"/>
                </a:ext>
              </a:extLst>
            </p:cNvPr>
            <p:cNvSpPr>
              <a:spLocks noChangeArrowheads="1"/>
            </p:cNvSpPr>
            <p:nvPr/>
          </p:nvSpPr>
          <p:spPr bwMode="auto">
            <a:xfrm>
              <a:off x="4396" y="1245"/>
              <a:ext cx="667" cy="162"/>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grpSp>
          <p:nvGrpSpPr>
            <p:cNvPr id="16436" name="Group 560">
              <a:extLst>
                <a:ext uri="{FF2B5EF4-FFF2-40B4-BE49-F238E27FC236}">
                  <a16:creationId xmlns:a16="http://schemas.microsoft.com/office/drawing/2014/main" id="{D51E5D0D-4A65-436A-B397-B28590A9CB64}"/>
                </a:ext>
              </a:extLst>
            </p:cNvPr>
            <p:cNvGrpSpPr>
              <a:grpSpLocks/>
            </p:cNvGrpSpPr>
            <p:nvPr/>
          </p:nvGrpSpPr>
          <p:grpSpPr bwMode="auto">
            <a:xfrm>
              <a:off x="4530" y="1287"/>
              <a:ext cx="377" cy="75"/>
              <a:chOff x="2468" y="1332"/>
              <a:chExt cx="310" cy="60"/>
            </a:xfrm>
          </p:grpSpPr>
          <p:sp>
            <p:nvSpPr>
              <p:cNvPr id="16439" name="Freeform 561">
                <a:extLst>
                  <a:ext uri="{FF2B5EF4-FFF2-40B4-BE49-F238E27FC236}">
                    <a16:creationId xmlns:a16="http://schemas.microsoft.com/office/drawing/2014/main" id="{FFD73301-2CBD-4B35-8972-80BDBD0EA599}"/>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6440" name="Freeform 562">
                <a:extLst>
                  <a:ext uri="{FF2B5EF4-FFF2-40B4-BE49-F238E27FC236}">
                    <a16:creationId xmlns:a16="http://schemas.microsoft.com/office/drawing/2014/main" id="{F2A70D46-EF2C-4B9D-A160-AD0005D10E31}"/>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sp>
          <p:nvSpPr>
            <p:cNvPr id="16437" name="Line 563">
              <a:extLst>
                <a:ext uri="{FF2B5EF4-FFF2-40B4-BE49-F238E27FC236}">
                  <a16:creationId xmlns:a16="http://schemas.microsoft.com/office/drawing/2014/main" id="{CE622CC9-6566-4F8A-8650-2285D10EB055}"/>
                </a:ext>
              </a:extLst>
            </p:cNvPr>
            <p:cNvSpPr>
              <a:spLocks noChangeShapeType="1"/>
            </p:cNvSpPr>
            <p:nvPr/>
          </p:nvSpPr>
          <p:spPr bwMode="auto">
            <a:xfrm>
              <a:off x="4400" y="1320"/>
              <a:ext cx="0" cy="11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38" name="Line 564">
              <a:extLst>
                <a:ext uri="{FF2B5EF4-FFF2-40B4-BE49-F238E27FC236}">
                  <a16:creationId xmlns:a16="http://schemas.microsoft.com/office/drawing/2014/main" id="{137F0472-4508-4864-90AD-65BBFE52D95F}"/>
                </a:ext>
              </a:extLst>
            </p:cNvPr>
            <p:cNvSpPr>
              <a:spLocks noChangeShapeType="1"/>
            </p:cNvSpPr>
            <p:nvPr/>
          </p:nvSpPr>
          <p:spPr bwMode="auto">
            <a:xfrm>
              <a:off x="5063" y="1326"/>
              <a:ext cx="0" cy="10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6415" name="Group 565">
            <a:extLst>
              <a:ext uri="{FF2B5EF4-FFF2-40B4-BE49-F238E27FC236}">
                <a16:creationId xmlns:a16="http://schemas.microsoft.com/office/drawing/2014/main" id="{F341CC6C-3ADA-40B1-80E0-FB8941BC64D9}"/>
              </a:ext>
            </a:extLst>
          </p:cNvPr>
          <p:cNvGrpSpPr>
            <a:grpSpLocks/>
          </p:cNvGrpSpPr>
          <p:nvPr/>
        </p:nvGrpSpPr>
        <p:grpSpPr bwMode="auto">
          <a:xfrm>
            <a:off x="6557964" y="5721350"/>
            <a:ext cx="600075" cy="287338"/>
            <a:chOff x="4396" y="1245"/>
            <a:chExt cx="672" cy="248"/>
          </a:xfrm>
        </p:grpSpPr>
        <p:sp>
          <p:nvSpPr>
            <p:cNvPr id="16425" name="Oval 407">
              <a:extLst>
                <a:ext uri="{FF2B5EF4-FFF2-40B4-BE49-F238E27FC236}">
                  <a16:creationId xmlns:a16="http://schemas.microsoft.com/office/drawing/2014/main" id="{CB9AFF49-7312-4B9A-9C91-DD84C4D5DB47}"/>
                </a:ext>
              </a:extLst>
            </p:cNvPr>
            <p:cNvSpPr>
              <a:spLocks noChangeArrowheads="1"/>
            </p:cNvSpPr>
            <p:nvPr/>
          </p:nvSpPr>
          <p:spPr bwMode="auto">
            <a:xfrm>
              <a:off x="4399" y="1355"/>
              <a:ext cx="666" cy="138"/>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sp>
          <p:nvSpPr>
            <p:cNvPr id="16426" name="Rectangle 410">
              <a:extLst>
                <a:ext uri="{FF2B5EF4-FFF2-40B4-BE49-F238E27FC236}">
                  <a16:creationId xmlns:a16="http://schemas.microsoft.com/office/drawing/2014/main" id="{4795C00A-7637-45FC-8EB7-7F98C18C503A}"/>
                </a:ext>
              </a:extLst>
            </p:cNvPr>
            <p:cNvSpPr>
              <a:spLocks noChangeArrowheads="1"/>
            </p:cNvSpPr>
            <p:nvPr/>
          </p:nvSpPr>
          <p:spPr bwMode="auto">
            <a:xfrm>
              <a:off x="4399" y="1339"/>
              <a:ext cx="669" cy="86"/>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latin typeface="Times New Roman" panose="02020603050405020304" pitchFamily="18" charset="0"/>
                <a:cs typeface="Arial" panose="020B0604020202020204" pitchFamily="34" charset="0"/>
              </a:endParaRPr>
            </a:p>
          </p:txBody>
        </p:sp>
        <p:sp>
          <p:nvSpPr>
            <p:cNvPr id="16427" name="Oval 411">
              <a:extLst>
                <a:ext uri="{FF2B5EF4-FFF2-40B4-BE49-F238E27FC236}">
                  <a16:creationId xmlns:a16="http://schemas.microsoft.com/office/drawing/2014/main" id="{EF6714CE-23AB-4C3C-8B18-504A8AA64A39}"/>
                </a:ext>
              </a:extLst>
            </p:cNvPr>
            <p:cNvSpPr>
              <a:spLocks noChangeArrowheads="1"/>
            </p:cNvSpPr>
            <p:nvPr/>
          </p:nvSpPr>
          <p:spPr bwMode="auto">
            <a:xfrm>
              <a:off x="4396" y="1245"/>
              <a:ext cx="667" cy="162"/>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grpSp>
          <p:nvGrpSpPr>
            <p:cNvPr id="16428" name="Group 569">
              <a:extLst>
                <a:ext uri="{FF2B5EF4-FFF2-40B4-BE49-F238E27FC236}">
                  <a16:creationId xmlns:a16="http://schemas.microsoft.com/office/drawing/2014/main" id="{D99D767E-6C42-4FD1-9742-440DD2E57BF0}"/>
                </a:ext>
              </a:extLst>
            </p:cNvPr>
            <p:cNvGrpSpPr>
              <a:grpSpLocks/>
            </p:cNvGrpSpPr>
            <p:nvPr/>
          </p:nvGrpSpPr>
          <p:grpSpPr bwMode="auto">
            <a:xfrm>
              <a:off x="4530" y="1287"/>
              <a:ext cx="377" cy="75"/>
              <a:chOff x="2468" y="1332"/>
              <a:chExt cx="310" cy="60"/>
            </a:xfrm>
          </p:grpSpPr>
          <p:sp>
            <p:nvSpPr>
              <p:cNvPr id="16431" name="Freeform 570">
                <a:extLst>
                  <a:ext uri="{FF2B5EF4-FFF2-40B4-BE49-F238E27FC236}">
                    <a16:creationId xmlns:a16="http://schemas.microsoft.com/office/drawing/2014/main" id="{48E97861-127F-4391-ADD7-7E963CA18EAF}"/>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6432" name="Freeform 571">
                <a:extLst>
                  <a:ext uri="{FF2B5EF4-FFF2-40B4-BE49-F238E27FC236}">
                    <a16:creationId xmlns:a16="http://schemas.microsoft.com/office/drawing/2014/main" id="{826195D1-765E-4E78-8945-F99FF49D47C2}"/>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sp>
          <p:nvSpPr>
            <p:cNvPr id="16429" name="Line 572">
              <a:extLst>
                <a:ext uri="{FF2B5EF4-FFF2-40B4-BE49-F238E27FC236}">
                  <a16:creationId xmlns:a16="http://schemas.microsoft.com/office/drawing/2014/main" id="{A47C4952-2F0A-492A-B82E-C5B07394DDEE}"/>
                </a:ext>
              </a:extLst>
            </p:cNvPr>
            <p:cNvSpPr>
              <a:spLocks noChangeShapeType="1"/>
            </p:cNvSpPr>
            <p:nvPr/>
          </p:nvSpPr>
          <p:spPr bwMode="auto">
            <a:xfrm>
              <a:off x="4400" y="1320"/>
              <a:ext cx="0" cy="11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30" name="Line 573">
              <a:extLst>
                <a:ext uri="{FF2B5EF4-FFF2-40B4-BE49-F238E27FC236}">
                  <a16:creationId xmlns:a16="http://schemas.microsoft.com/office/drawing/2014/main" id="{F4BFCB4A-33EA-4A2D-935B-DA3F967CD643}"/>
                </a:ext>
              </a:extLst>
            </p:cNvPr>
            <p:cNvSpPr>
              <a:spLocks noChangeShapeType="1"/>
            </p:cNvSpPr>
            <p:nvPr/>
          </p:nvSpPr>
          <p:spPr bwMode="auto">
            <a:xfrm>
              <a:off x="5063" y="1326"/>
              <a:ext cx="0" cy="10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6416" name="Group 574">
            <a:extLst>
              <a:ext uri="{FF2B5EF4-FFF2-40B4-BE49-F238E27FC236}">
                <a16:creationId xmlns:a16="http://schemas.microsoft.com/office/drawing/2014/main" id="{21601368-FD58-48ED-A161-562880D7F994}"/>
              </a:ext>
            </a:extLst>
          </p:cNvPr>
          <p:cNvGrpSpPr>
            <a:grpSpLocks/>
          </p:cNvGrpSpPr>
          <p:nvPr/>
        </p:nvGrpSpPr>
        <p:grpSpPr bwMode="auto">
          <a:xfrm>
            <a:off x="5338764" y="5673725"/>
            <a:ext cx="600075" cy="287338"/>
            <a:chOff x="4396" y="1245"/>
            <a:chExt cx="672" cy="248"/>
          </a:xfrm>
        </p:grpSpPr>
        <p:sp>
          <p:nvSpPr>
            <p:cNvPr id="16417" name="Oval 407">
              <a:extLst>
                <a:ext uri="{FF2B5EF4-FFF2-40B4-BE49-F238E27FC236}">
                  <a16:creationId xmlns:a16="http://schemas.microsoft.com/office/drawing/2014/main" id="{C513CBAD-2F93-4C1A-A016-A4D9EEF2C84A}"/>
                </a:ext>
              </a:extLst>
            </p:cNvPr>
            <p:cNvSpPr>
              <a:spLocks noChangeArrowheads="1"/>
            </p:cNvSpPr>
            <p:nvPr/>
          </p:nvSpPr>
          <p:spPr bwMode="auto">
            <a:xfrm>
              <a:off x="4399" y="1355"/>
              <a:ext cx="666" cy="138"/>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sp>
          <p:nvSpPr>
            <p:cNvPr id="16418" name="Rectangle 410">
              <a:extLst>
                <a:ext uri="{FF2B5EF4-FFF2-40B4-BE49-F238E27FC236}">
                  <a16:creationId xmlns:a16="http://schemas.microsoft.com/office/drawing/2014/main" id="{0723EAD2-F431-4701-B5F3-2E2BD1D25E76}"/>
                </a:ext>
              </a:extLst>
            </p:cNvPr>
            <p:cNvSpPr>
              <a:spLocks noChangeArrowheads="1"/>
            </p:cNvSpPr>
            <p:nvPr/>
          </p:nvSpPr>
          <p:spPr bwMode="auto">
            <a:xfrm>
              <a:off x="4399" y="1339"/>
              <a:ext cx="669" cy="86"/>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latin typeface="Times New Roman" panose="02020603050405020304" pitchFamily="18" charset="0"/>
                <a:cs typeface="Arial" panose="020B0604020202020204" pitchFamily="34" charset="0"/>
              </a:endParaRPr>
            </a:p>
          </p:txBody>
        </p:sp>
        <p:sp>
          <p:nvSpPr>
            <p:cNvPr id="16419" name="Oval 411">
              <a:extLst>
                <a:ext uri="{FF2B5EF4-FFF2-40B4-BE49-F238E27FC236}">
                  <a16:creationId xmlns:a16="http://schemas.microsoft.com/office/drawing/2014/main" id="{435E731B-4535-4686-9FDE-7A7ADFEEB4FF}"/>
                </a:ext>
              </a:extLst>
            </p:cNvPr>
            <p:cNvSpPr>
              <a:spLocks noChangeArrowheads="1"/>
            </p:cNvSpPr>
            <p:nvPr/>
          </p:nvSpPr>
          <p:spPr bwMode="auto">
            <a:xfrm>
              <a:off x="4396" y="1245"/>
              <a:ext cx="667" cy="162"/>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grpSp>
          <p:nvGrpSpPr>
            <p:cNvPr id="16420" name="Group 578">
              <a:extLst>
                <a:ext uri="{FF2B5EF4-FFF2-40B4-BE49-F238E27FC236}">
                  <a16:creationId xmlns:a16="http://schemas.microsoft.com/office/drawing/2014/main" id="{8C9129B4-0790-4F8B-B136-A7355BCB7EB2}"/>
                </a:ext>
              </a:extLst>
            </p:cNvPr>
            <p:cNvGrpSpPr>
              <a:grpSpLocks/>
            </p:cNvGrpSpPr>
            <p:nvPr/>
          </p:nvGrpSpPr>
          <p:grpSpPr bwMode="auto">
            <a:xfrm>
              <a:off x="4530" y="1287"/>
              <a:ext cx="377" cy="75"/>
              <a:chOff x="2468" y="1332"/>
              <a:chExt cx="310" cy="60"/>
            </a:xfrm>
          </p:grpSpPr>
          <p:sp>
            <p:nvSpPr>
              <p:cNvPr id="16423" name="Freeform 579">
                <a:extLst>
                  <a:ext uri="{FF2B5EF4-FFF2-40B4-BE49-F238E27FC236}">
                    <a16:creationId xmlns:a16="http://schemas.microsoft.com/office/drawing/2014/main" id="{5FEE2824-DF24-45C4-8EEF-0341A525026E}"/>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6424" name="Freeform 580">
                <a:extLst>
                  <a:ext uri="{FF2B5EF4-FFF2-40B4-BE49-F238E27FC236}">
                    <a16:creationId xmlns:a16="http://schemas.microsoft.com/office/drawing/2014/main" id="{C30C0335-9BF0-4E58-8B32-BF945B408691}"/>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sp>
          <p:nvSpPr>
            <p:cNvPr id="16421" name="Line 581">
              <a:extLst>
                <a:ext uri="{FF2B5EF4-FFF2-40B4-BE49-F238E27FC236}">
                  <a16:creationId xmlns:a16="http://schemas.microsoft.com/office/drawing/2014/main" id="{E15DFE9F-A082-4028-8DAD-455819C95529}"/>
                </a:ext>
              </a:extLst>
            </p:cNvPr>
            <p:cNvSpPr>
              <a:spLocks noChangeShapeType="1"/>
            </p:cNvSpPr>
            <p:nvPr/>
          </p:nvSpPr>
          <p:spPr bwMode="auto">
            <a:xfrm>
              <a:off x="4400" y="1320"/>
              <a:ext cx="0" cy="11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22" name="Line 582">
              <a:extLst>
                <a:ext uri="{FF2B5EF4-FFF2-40B4-BE49-F238E27FC236}">
                  <a16:creationId xmlns:a16="http://schemas.microsoft.com/office/drawing/2014/main" id="{FD0C1776-2779-4A02-B247-01CCE188DC1E}"/>
                </a:ext>
              </a:extLst>
            </p:cNvPr>
            <p:cNvSpPr>
              <a:spLocks noChangeShapeType="1"/>
            </p:cNvSpPr>
            <p:nvPr/>
          </p:nvSpPr>
          <p:spPr bwMode="auto">
            <a:xfrm>
              <a:off x="5063" y="1326"/>
              <a:ext cx="0" cy="10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Tree>
    <p:extLst>
      <p:ext uri="{BB962C8B-B14F-4D97-AF65-F5344CB8AC3E}">
        <p14:creationId xmlns:p14="http://schemas.microsoft.com/office/powerpoint/2010/main" val="176993578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11041"/>
                                        </p:tgtEl>
                                        <p:attrNameLst>
                                          <p:attrName>style.visibility</p:attrName>
                                        </p:attrNameLst>
                                      </p:cBhvr>
                                      <p:to>
                                        <p:strVal val="visible"/>
                                      </p:to>
                                    </p:set>
                                    <p:animEffect transition="in" filter="dissolve">
                                      <p:cBhvr>
                                        <p:cTn id="7" dur="500"/>
                                        <p:tgtEl>
                                          <p:spTgt spid="111041"/>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11043"/>
                                        </p:tgtEl>
                                        <p:attrNameLst>
                                          <p:attrName>style.visibility</p:attrName>
                                        </p:attrNameLst>
                                      </p:cBhvr>
                                      <p:to>
                                        <p:strVal val="visible"/>
                                      </p:to>
                                    </p:set>
                                    <p:animEffect transition="in" filter="wipe(left)">
                                      <p:cBhvr>
                                        <p:cTn id="11" dur="1000"/>
                                        <p:tgtEl>
                                          <p:spTgt spid="111043"/>
                                        </p:tgtEl>
                                      </p:cBhvr>
                                    </p:animEffect>
                                  </p:childTnLst>
                                </p:cTn>
                              </p:par>
                            </p:childTnLst>
                          </p:cTn>
                        </p:par>
                        <p:par>
                          <p:cTn id="12" fill="hold" nodeType="afterGroup">
                            <p:stCondLst>
                              <p:cond delay="1500"/>
                            </p:stCondLst>
                            <p:childTnLst>
                              <p:par>
                                <p:cTn id="13" presetID="9" presetClass="entr" presetSubtype="0" fill="hold" grpId="0" nodeType="afterEffect">
                                  <p:stCondLst>
                                    <p:cond delay="0"/>
                                  </p:stCondLst>
                                  <p:childTnLst>
                                    <p:set>
                                      <p:cBhvr>
                                        <p:cTn id="14" dur="1" fill="hold">
                                          <p:stCondLst>
                                            <p:cond delay="0"/>
                                          </p:stCondLst>
                                        </p:cTn>
                                        <p:tgtEl>
                                          <p:spTgt spid="111044"/>
                                        </p:tgtEl>
                                        <p:attrNameLst>
                                          <p:attrName>style.visibility</p:attrName>
                                        </p:attrNameLst>
                                      </p:cBhvr>
                                      <p:to>
                                        <p:strVal val="visible"/>
                                      </p:to>
                                    </p:set>
                                    <p:animEffect transition="in" filter="dissolve">
                                      <p:cBhvr>
                                        <p:cTn id="15" dur="500"/>
                                        <p:tgtEl>
                                          <p:spTgt spid="111044"/>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111045"/>
                                        </p:tgtEl>
                                        <p:attrNameLst>
                                          <p:attrName>style.visibility</p:attrName>
                                        </p:attrNameLst>
                                      </p:cBhvr>
                                      <p:to>
                                        <p:strVal val="visible"/>
                                      </p:to>
                                    </p:set>
                                    <p:animEffect transition="in" filter="dissolve">
                                      <p:cBhvr>
                                        <p:cTn id="20" dur="500"/>
                                        <p:tgtEl>
                                          <p:spTgt spid="111045"/>
                                        </p:tgtEl>
                                      </p:cBhvr>
                                    </p:animEffect>
                                  </p:childTnLst>
                                </p:cTn>
                              </p:par>
                            </p:childTnLst>
                          </p:cTn>
                        </p:par>
                        <p:par>
                          <p:cTn id="21" fill="hold" nodeType="afterGroup">
                            <p:stCondLst>
                              <p:cond delay="500"/>
                            </p:stCondLst>
                            <p:childTnLst>
                              <p:par>
                                <p:cTn id="22" presetID="22" presetClass="entr" presetSubtype="2" fill="hold" grpId="0" nodeType="afterEffect">
                                  <p:stCondLst>
                                    <p:cond delay="0"/>
                                  </p:stCondLst>
                                  <p:childTnLst>
                                    <p:set>
                                      <p:cBhvr>
                                        <p:cTn id="23" dur="1" fill="hold">
                                          <p:stCondLst>
                                            <p:cond delay="0"/>
                                          </p:stCondLst>
                                        </p:cTn>
                                        <p:tgtEl>
                                          <p:spTgt spid="111046"/>
                                        </p:tgtEl>
                                        <p:attrNameLst>
                                          <p:attrName>style.visibility</p:attrName>
                                        </p:attrNameLst>
                                      </p:cBhvr>
                                      <p:to>
                                        <p:strVal val="visible"/>
                                      </p:to>
                                    </p:set>
                                    <p:animEffect transition="in" filter="wipe(right)">
                                      <p:cBhvr>
                                        <p:cTn id="24" dur="1000"/>
                                        <p:tgtEl>
                                          <p:spTgt spid="111046"/>
                                        </p:tgtEl>
                                      </p:cBhvr>
                                    </p:animEffect>
                                  </p:childTnLst>
                                </p:cTn>
                              </p:par>
                            </p:childTnLst>
                          </p:cTn>
                        </p:par>
                        <p:par>
                          <p:cTn id="25" fill="hold" nodeType="afterGroup">
                            <p:stCondLst>
                              <p:cond delay="1500"/>
                            </p:stCondLst>
                            <p:childTnLst>
                              <p:par>
                                <p:cTn id="26" presetID="9" presetClass="entr" presetSubtype="0" fill="hold" grpId="0" nodeType="afterEffect">
                                  <p:stCondLst>
                                    <p:cond delay="0"/>
                                  </p:stCondLst>
                                  <p:childTnLst>
                                    <p:set>
                                      <p:cBhvr>
                                        <p:cTn id="27" dur="1" fill="hold">
                                          <p:stCondLst>
                                            <p:cond delay="0"/>
                                          </p:stCondLst>
                                        </p:cTn>
                                        <p:tgtEl>
                                          <p:spTgt spid="111047"/>
                                        </p:tgtEl>
                                        <p:attrNameLst>
                                          <p:attrName>style.visibility</p:attrName>
                                        </p:attrNameLst>
                                      </p:cBhvr>
                                      <p:to>
                                        <p:strVal val="visible"/>
                                      </p:to>
                                    </p:set>
                                    <p:animEffect transition="in" filter="dissolve">
                                      <p:cBhvr>
                                        <p:cTn id="28" dur="500"/>
                                        <p:tgtEl>
                                          <p:spTgt spid="111047"/>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9" presetClass="entr" presetSubtype="0" fill="hold" grpId="0" nodeType="clickEffect">
                                  <p:stCondLst>
                                    <p:cond delay="0"/>
                                  </p:stCondLst>
                                  <p:childTnLst>
                                    <p:set>
                                      <p:cBhvr>
                                        <p:cTn id="32" dur="1" fill="hold">
                                          <p:stCondLst>
                                            <p:cond delay="0"/>
                                          </p:stCondLst>
                                        </p:cTn>
                                        <p:tgtEl>
                                          <p:spTgt spid="111048"/>
                                        </p:tgtEl>
                                        <p:attrNameLst>
                                          <p:attrName>style.visibility</p:attrName>
                                        </p:attrNameLst>
                                      </p:cBhvr>
                                      <p:to>
                                        <p:strVal val="visible"/>
                                      </p:to>
                                    </p:set>
                                    <p:animEffect transition="in" filter="dissolve">
                                      <p:cBhvr>
                                        <p:cTn id="33" dur="500"/>
                                        <p:tgtEl>
                                          <p:spTgt spid="111048"/>
                                        </p:tgtEl>
                                      </p:cBhvr>
                                    </p:animEffect>
                                  </p:childTnLst>
                                </p:cTn>
                              </p:par>
                            </p:childTnLst>
                          </p:cTn>
                        </p:par>
                        <p:par>
                          <p:cTn id="34" fill="hold" nodeType="afterGroup">
                            <p:stCondLst>
                              <p:cond delay="500"/>
                            </p:stCondLst>
                            <p:childTnLst>
                              <p:par>
                                <p:cTn id="35" presetID="22" presetClass="entr" presetSubtype="8" fill="hold" grpId="0" nodeType="afterEffect">
                                  <p:stCondLst>
                                    <p:cond delay="0"/>
                                  </p:stCondLst>
                                  <p:childTnLst>
                                    <p:set>
                                      <p:cBhvr>
                                        <p:cTn id="36" dur="1" fill="hold">
                                          <p:stCondLst>
                                            <p:cond delay="0"/>
                                          </p:stCondLst>
                                        </p:cTn>
                                        <p:tgtEl>
                                          <p:spTgt spid="111050"/>
                                        </p:tgtEl>
                                        <p:attrNameLst>
                                          <p:attrName>style.visibility</p:attrName>
                                        </p:attrNameLst>
                                      </p:cBhvr>
                                      <p:to>
                                        <p:strVal val="visible"/>
                                      </p:to>
                                    </p:set>
                                    <p:animEffect transition="in" filter="wipe(left)">
                                      <p:cBhvr>
                                        <p:cTn id="37" dur="1000"/>
                                        <p:tgtEl>
                                          <p:spTgt spid="111050"/>
                                        </p:tgtEl>
                                      </p:cBhvr>
                                    </p:animEffect>
                                  </p:childTnLst>
                                </p:cTn>
                              </p:par>
                            </p:childTnLst>
                          </p:cTn>
                        </p:par>
                        <p:par>
                          <p:cTn id="38" fill="hold" nodeType="afterGroup">
                            <p:stCondLst>
                              <p:cond delay="1500"/>
                            </p:stCondLst>
                            <p:childTnLst>
                              <p:par>
                                <p:cTn id="39" presetID="9" presetClass="entr" presetSubtype="0" fill="hold" grpId="0" nodeType="afterEffect">
                                  <p:stCondLst>
                                    <p:cond delay="0"/>
                                  </p:stCondLst>
                                  <p:childTnLst>
                                    <p:set>
                                      <p:cBhvr>
                                        <p:cTn id="40" dur="1" fill="hold">
                                          <p:stCondLst>
                                            <p:cond delay="0"/>
                                          </p:stCondLst>
                                        </p:cTn>
                                        <p:tgtEl>
                                          <p:spTgt spid="111049"/>
                                        </p:tgtEl>
                                        <p:attrNameLst>
                                          <p:attrName>style.visibility</p:attrName>
                                        </p:attrNameLst>
                                      </p:cBhvr>
                                      <p:to>
                                        <p:strVal val="visible"/>
                                      </p:to>
                                    </p:set>
                                    <p:animEffect transition="in" filter="dissolve">
                                      <p:cBhvr>
                                        <p:cTn id="41" dur="500"/>
                                        <p:tgtEl>
                                          <p:spTgt spid="1110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041" grpId="0" autoUpdateAnimBg="0"/>
      <p:bldP spid="111043" grpId="0" animBg="1"/>
      <p:bldP spid="111044" grpId="0" autoUpdateAnimBg="0"/>
      <p:bldP spid="111045" grpId="0" autoUpdateAnimBg="0"/>
      <p:bldP spid="111046" grpId="0" animBg="1"/>
      <p:bldP spid="111047" grpId="0" autoUpdateAnimBg="0"/>
      <p:bldP spid="111048" grpId="0" autoUpdateAnimBg="0"/>
      <p:bldP spid="111049" grpId="0" autoUpdateAnimBg="0"/>
      <p:bldP spid="111050"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Footer Placeholder 5">
            <a:extLst>
              <a:ext uri="{FF2B5EF4-FFF2-40B4-BE49-F238E27FC236}">
                <a16:creationId xmlns:a16="http://schemas.microsoft.com/office/drawing/2014/main" id="{7E5C1AF8-DD58-4754-8202-F2F03D458973}"/>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Tầng Network</a:t>
            </a:r>
          </a:p>
        </p:txBody>
      </p:sp>
      <p:sp>
        <p:nvSpPr>
          <p:cNvPr id="17411" name="Slide Number Placeholder 6">
            <a:extLst>
              <a:ext uri="{FF2B5EF4-FFF2-40B4-BE49-F238E27FC236}">
                <a16:creationId xmlns:a16="http://schemas.microsoft.com/office/drawing/2014/main" id="{A05D89AA-73D9-44B2-B62D-C8D4D8AE13F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4-</a:t>
            </a:r>
            <a:fld id="{080EACC6-35D4-4584-B3F8-39B3827B5C7F}" type="slidenum">
              <a:rPr lang="en-US" altLang="en-US">
                <a:latin typeface="Tahoma" panose="020B0604030504040204" pitchFamily="34" charset="0"/>
              </a:rPr>
              <a:pPr/>
              <a:t>20</a:t>
            </a:fld>
            <a:endParaRPr lang="en-US" altLang="en-US">
              <a:latin typeface="Tahoma" panose="020B0604030504040204" pitchFamily="34" charset="0"/>
            </a:endParaRPr>
          </a:p>
        </p:txBody>
      </p:sp>
      <p:pic>
        <p:nvPicPr>
          <p:cNvPr id="17412" name="Picture 226" descr="underline_base">
            <a:extLst>
              <a:ext uri="{FF2B5EF4-FFF2-40B4-BE49-F238E27FC236}">
                <a16:creationId xmlns:a16="http://schemas.microsoft.com/office/drawing/2014/main" id="{1AA77AE5-C187-45E4-A9F8-99A3ACE2BCCF}"/>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78038" y="792164"/>
            <a:ext cx="4570412"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3" name="Rectangle 2">
            <a:extLst>
              <a:ext uri="{FF2B5EF4-FFF2-40B4-BE49-F238E27FC236}">
                <a16:creationId xmlns:a16="http://schemas.microsoft.com/office/drawing/2014/main" id="{D666EDB2-0560-4482-95A1-93BB6C188045}"/>
              </a:ext>
            </a:extLst>
          </p:cNvPr>
          <p:cNvSpPr>
            <a:spLocks noGrp="1" noChangeArrowheads="1"/>
          </p:cNvSpPr>
          <p:nvPr>
            <p:ph type="title"/>
          </p:nvPr>
        </p:nvSpPr>
        <p:spPr>
          <a:xfrm>
            <a:off x="2043113" y="133351"/>
            <a:ext cx="7772400" cy="898525"/>
          </a:xfrm>
        </p:spPr>
        <p:txBody>
          <a:bodyPr/>
          <a:lstStyle/>
          <a:p>
            <a:r>
              <a:rPr lang="en-US" altLang="en-US" sz="4000" dirty="0" err="1">
                <a:ea typeface="ＭＳ Ｐゴシック" panose="020B0600070205080204" pitchFamily="34" charset="-128"/>
              </a:rPr>
              <a:t>Mạng</a:t>
            </a:r>
            <a:r>
              <a:rPr lang="en-US" altLang="en-US" sz="4000" dirty="0">
                <a:ea typeface="ＭＳ Ｐゴシック" panose="020B0600070205080204" pitchFamily="34" charset="-128"/>
              </a:rPr>
              <a:t> Datagram</a:t>
            </a:r>
            <a:endParaRPr lang="en-US" altLang="en-US" dirty="0">
              <a:ea typeface="ＭＳ Ｐゴシック" panose="020B0600070205080204" pitchFamily="34" charset="-128"/>
            </a:endParaRPr>
          </a:p>
        </p:txBody>
      </p:sp>
      <p:sp>
        <p:nvSpPr>
          <p:cNvPr id="17414" name="Rectangle 3">
            <a:extLst>
              <a:ext uri="{FF2B5EF4-FFF2-40B4-BE49-F238E27FC236}">
                <a16:creationId xmlns:a16="http://schemas.microsoft.com/office/drawing/2014/main" id="{90B2FA4B-4536-47DF-845D-36B3E98BBD00}"/>
              </a:ext>
            </a:extLst>
          </p:cNvPr>
          <p:cNvSpPr>
            <a:spLocks noGrp="1" noChangeArrowheads="1"/>
          </p:cNvSpPr>
          <p:nvPr>
            <p:ph type="body" sz="half" idx="1"/>
          </p:nvPr>
        </p:nvSpPr>
        <p:spPr>
          <a:xfrm>
            <a:off x="2236788" y="1104901"/>
            <a:ext cx="8070850" cy="2276475"/>
          </a:xfrm>
        </p:spPr>
        <p:txBody>
          <a:bodyPr/>
          <a:lstStyle/>
          <a:p>
            <a:r>
              <a:rPr lang="en-US" altLang="en-US">
                <a:latin typeface="Comic Sans MS" panose="030F0702030302020204" pitchFamily="66" charset="0"/>
                <a:ea typeface="ＭＳ Ｐゴシック" panose="020B0600070205080204" pitchFamily="34" charset="-128"/>
              </a:rPr>
              <a:t>Không thiết lập cuộc gọi tại tầng network</a:t>
            </a:r>
          </a:p>
          <a:p>
            <a:r>
              <a:rPr lang="en-US" altLang="en-US">
                <a:latin typeface="Comic Sans MS" panose="030F0702030302020204" pitchFamily="66" charset="0"/>
                <a:ea typeface="ＭＳ Ｐゴシック" panose="020B0600070205080204" pitchFamily="34" charset="-128"/>
              </a:rPr>
              <a:t>Các router: không có trạng thái về các kết nối giữa 2 điểm cuối</a:t>
            </a:r>
          </a:p>
          <a:p>
            <a:pPr lvl="1"/>
            <a:r>
              <a:rPr lang="en-US" altLang="en-US">
                <a:latin typeface="Comic Sans MS" panose="030F0702030302020204" pitchFamily="66" charset="0"/>
                <a:ea typeface="ＭＳ Ｐゴシック" panose="020B0600070205080204" pitchFamily="34" charset="-128"/>
              </a:rPr>
              <a:t>Không có khái niệm về mức network của </a:t>
            </a:r>
            <a:r>
              <a:rPr lang="ja-JP" altLang="en-US">
                <a:latin typeface="Comic Sans MS" panose="030F0702030302020204" pitchFamily="66" charset="0"/>
                <a:ea typeface="ＭＳ Ｐゴシック" panose="020B0600070205080204" pitchFamily="34" charset="-128"/>
              </a:rPr>
              <a:t>“</a:t>
            </a:r>
            <a:r>
              <a:rPr lang="en-US" altLang="ja-JP">
                <a:latin typeface="Comic Sans MS" panose="030F0702030302020204" pitchFamily="66" charset="0"/>
                <a:ea typeface="ＭＳ Ｐゴシック" panose="020B0600070205080204" pitchFamily="34" charset="-128"/>
              </a:rPr>
              <a:t>kết nối</a:t>
            </a:r>
            <a:r>
              <a:rPr lang="ja-JP" altLang="en-US">
                <a:latin typeface="Comic Sans MS" panose="030F0702030302020204" pitchFamily="66" charset="0"/>
                <a:ea typeface="ＭＳ Ｐゴシック" panose="020B0600070205080204" pitchFamily="34" charset="-128"/>
              </a:rPr>
              <a:t>”</a:t>
            </a:r>
            <a:endParaRPr lang="en-US" altLang="ja-JP">
              <a:latin typeface="Comic Sans MS" panose="030F0702030302020204" pitchFamily="66" charset="0"/>
              <a:ea typeface="ＭＳ Ｐゴシック" panose="020B0600070205080204" pitchFamily="34" charset="-128"/>
            </a:endParaRPr>
          </a:p>
          <a:p>
            <a:r>
              <a:rPr lang="en-US" altLang="en-US">
                <a:latin typeface="Comic Sans MS" panose="030F0702030302020204" pitchFamily="66" charset="0"/>
                <a:ea typeface="ＭＳ Ｐゴシック" panose="020B0600070205080204" pitchFamily="34" charset="-128"/>
              </a:rPr>
              <a:t>Các packet được chuyển dùng địa chỉ của host đích</a:t>
            </a:r>
          </a:p>
        </p:txBody>
      </p:sp>
      <p:sp>
        <p:nvSpPr>
          <p:cNvPr id="111736" name="Text Box 120">
            <a:extLst>
              <a:ext uri="{FF2B5EF4-FFF2-40B4-BE49-F238E27FC236}">
                <a16:creationId xmlns:a16="http://schemas.microsoft.com/office/drawing/2014/main" id="{94ACEF8B-20E1-46A0-824D-9FB9DF32B801}"/>
              </a:ext>
            </a:extLst>
          </p:cNvPr>
          <p:cNvSpPr txBox="1">
            <a:spLocks noChangeArrowheads="1"/>
          </p:cNvSpPr>
          <p:nvPr/>
        </p:nvSpPr>
        <p:spPr bwMode="auto">
          <a:xfrm>
            <a:off x="3424144" y="4295775"/>
            <a:ext cx="22846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a:solidFill>
                  <a:srgbClr val="CC0000"/>
                </a:solidFill>
              </a:rPr>
              <a:t>1. Gởi các datagram</a:t>
            </a:r>
            <a:endParaRPr lang="en-US" altLang="en-US" sz="2400">
              <a:solidFill>
                <a:srgbClr val="CC0000"/>
              </a:solidFill>
            </a:endParaRPr>
          </a:p>
        </p:txBody>
      </p:sp>
      <p:grpSp>
        <p:nvGrpSpPr>
          <p:cNvPr id="17416" name="Group 458">
            <a:extLst>
              <a:ext uri="{FF2B5EF4-FFF2-40B4-BE49-F238E27FC236}">
                <a16:creationId xmlns:a16="http://schemas.microsoft.com/office/drawing/2014/main" id="{2E0DD1CE-50CD-4F7C-82CA-A47C5D537260}"/>
              </a:ext>
            </a:extLst>
          </p:cNvPr>
          <p:cNvGrpSpPr>
            <a:grpSpLocks/>
          </p:cNvGrpSpPr>
          <p:nvPr/>
        </p:nvGrpSpPr>
        <p:grpSpPr bwMode="auto">
          <a:xfrm>
            <a:off x="8389938" y="3735389"/>
            <a:ext cx="2006600" cy="2416175"/>
            <a:chOff x="4325" y="2353"/>
            <a:chExt cx="1264" cy="1522"/>
          </a:xfrm>
        </p:grpSpPr>
        <p:sp>
          <p:nvSpPr>
            <p:cNvPr id="17521" name="Freeform 459">
              <a:extLst>
                <a:ext uri="{FF2B5EF4-FFF2-40B4-BE49-F238E27FC236}">
                  <a16:creationId xmlns:a16="http://schemas.microsoft.com/office/drawing/2014/main" id="{8C1C9132-B551-4DA9-AB2C-ADCD253F227C}"/>
                </a:ext>
              </a:extLst>
            </p:cNvPr>
            <p:cNvSpPr>
              <a:spLocks/>
            </p:cNvSpPr>
            <p:nvPr/>
          </p:nvSpPr>
          <p:spPr bwMode="auto">
            <a:xfrm>
              <a:off x="4536" y="2358"/>
              <a:ext cx="990" cy="1124"/>
            </a:xfrm>
            <a:custGeom>
              <a:avLst/>
              <a:gdLst>
                <a:gd name="T0" fmla="*/ 0 w 990"/>
                <a:gd name="T1" fmla="*/ 1089 h 1124"/>
                <a:gd name="T2" fmla="*/ 161 w 990"/>
                <a:gd name="T3" fmla="*/ 0 h 1124"/>
                <a:gd name="T4" fmla="*/ 210 w 990"/>
                <a:gd name="T5" fmla="*/ 899 h 1124"/>
                <a:gd name="T6" fmla="*/ 962 w 990"/>
                <a:gd name="T7" fmla="*/ 906 h 1124"/>
                <a:gd name="T8" fmla="*/ 990 w 990"/>
                <a:gd name="T9" fmla="*/ 990 h 1124"/>
                <a:gd name="T10" fmla="*/ 210 w 990"/>
                <a:gd name="T11" fmla="*/ 1124 h 1124"/>
                <a:gd name="T12" fmla="*/ 0 w 990"/>
                <a:gd name="T13" fmla="*/ 1089 h 1124"/>
                <a:gd name="T14" fmla="*/ 0 60000 65536"/>
                <a:gd name="T15" fmla="*/ 0 60000 65536"/>
                <a:gd name="T16" fmla="*/ 0 60000 65536"/>
                <a:gd name="T17" fmla="*/ 0 60000 65536"/>
                <a:gd name="T18" fmla="*/ 0 60000 65536"/>
                <a:gd name="T19" fmla="*/ 0 60000 65536"/>
                <a:gd name="T20" fmla="*/ 0 60000 65536"/>
                <a:gd name="T21" fmla="*/ 0 w 990"/>
                <a:gd name="T22" fmla="*/ 0 h 1124"/>
                <a:gd name="T23" fmla="*/ 990 w 990"/>
                <a:gd name="T24" fmla="*/ 1124 h 11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90" h="1124">
                  <a:moveTo>
                    <a:pt x="0" y="1089"/>
                  </a:moveTo>
                  <a:lnTo>
                    <a:pt x="161" y="0"/>
                  </a:lnTo>
                  <a:lnTo>
                    <a:pt x="210" y="899"/>
                  </a:lnTo>
                  <a:lnTo>
                    <a:pt x="962" y="906"/>
                  </a:lnTo>
                  <a:lnTo>
                    <a:pt x="990" y="990"/>
                  </a:lnTo>
                  <a:lnTo>
                    <a:pt x="210" y="1124"/>
                  </a:lnTo>
                  <a:lnTo>
                    <a:pt x="0" y="1089"/>
                  </a:lnTo>
                  <a:close/>
                </a:path>
              </a:pathLst>
            </a:custGeom>
            <a:gradFill rotWithShape="1">
              <a:gsLst>
                <a:gs pos="0">
                  <a:srgbClr val="000099"/>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nvGrpSpPr>
            <p:cNvPr id="17522" name="Group 460">
              <a:extLst>
                <a:ext uri="{FF2B5EF4-FFF2-40B4-BE49-F238E27FC236}">
                  <a16:creationId xmlns:a16="http://schemas.microsoft.com/office/drawing/2014/main" id="{38BF8576-7F08-494F-A86E-49691A5D5296}"/>
                </a:ext>
              </a:extLst>
            </p:cNvPr>
            <p:cNvGrpSpPr>
              <a:grpSpLocks/>
            </p:cNvGrpSpPr>
            <p:nvPr/>
          </p:nvGrpSpPr>
          <p:grpSpPr bwMode="auto">
            <a:xfrm>
              <a:off x="4325" y="3402"/>
              <a:ext cx="454" cy="473"/>
              <a:chOff x="-44" y="1473"/>
              <a:chExt cx="981" cy="1105"/>
            </a:xfrm>
          </p:grpSpPr>
          <p:pic>
            <p:nvPicPr>
              <p:cNvPr id="17531" name="Picture 461" descr="desktop_computer_stylized_medium">
                <a:extLst>
                  <a:ext uri="{FF2B5EF4-FFF2-40B4-BE49-F238E27FC236}">
                    <a16:creationId xmlns:a16="http://schemas.microsoft.com/office/drawing/2014/main" id="{F63DC8FF-1FA6-4275-9CBA-0A3630D882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532" name="Freeform 462">
                <a:extLst>
                  <a:ext uri="{FF2B5EF4-FFF2-40B4-BE49-F238E27FC236}">
                    <a16:creationId xmlns:a16="http://schemas.microsoft.com/office/drawing/2014/main" id="{9B399865-1A01-45E7-A83F-280CF23F9A94}"/>
                  </a:ext>
                </a:extLst>
              </p:cNvPr>
              <p:cNvSpPr>
                <a:spLocks/>
              </p:cNvSpPr>
              <p:nvPr/>
            </p:nvSpPr>
            <p:spPr bwMode="auto">
              <a:xfrm flipH="1">
                <a:off x="374" y="1579"/>
                <a:ext cx="477" cy="506"/>
              </a:xfrm>
              <a:custGeom>
                <a:avLst/>
                <a:gdLst>
                  <a:gd name="T0" fmla="*/ 0 w 356"/>
                  <a:gd name="T1" fmla="*/ 0 h 368"/>
                  <a:gd name="T2" fmla="*/ 187350 w 356"/>
                  <a:gd name="T3" fmla="*/ 15587 h 368"/>
                  <a:gd name="T4" fmla="*/ 222251 w 356"/>
                  <a:gd name="T5" fmla="*/ 324849 h 368"/>
                  <a:gd name="T6" fmla="*/ 48981 w 356"/>
                  <a:gd name="T7" fmla="*/ 406259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sp>
          <p:nvSpPr>
            <p:cNvPr id="17523" name="Rectangle 463">
              <a:extLst>
                <a:ext uri="{FF2B5EF4-FFF2-40B4-BE49-F238E27FC236}">
                  <a16:creationId xmlns:a16="http://schemas.microsoft.com/office/drawing/2014/main" id="{89F8B4B1-FFEC-41E6-8E56-9869700E0A68}"/>
                </a:ext>
              </a:extLst>
            </p:cNvPr>
            <p:cNvSpPr>
              <a:spLocks noChangeArrowheads="1"/>
            </p:cNvSpPr>
            <p:nvPr/>
          </p:nvSpPr>
          <p:spPr bwMode="auto">
            <a:xfrm>
              <a:off x="4719" y="2353"/>
              <a:ext cx="820" cy="946"/>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7524" name="Rectangle 464">
              <a:extLst>
                <a:ext uri="{FF2B5EF4-FFF2-40B4-BE49-F238E27FC236}">
                  <a16:creationId xmlns:a16="http://schemas.microsoft.com/office/drawing/2014/main" id="{AE3DD0B2-4A4E-49F2-B7AB-1D832719724F}"/>
                </a:ext>
              </a:extLst>
            </p:cNvPr>
            <p:cNvSpPr>
              <a:spLocks noChangeArrowheads="1"/>
            </p:cNvSpPr>
            <p:nvPr/>
          </p:nvSpPr>
          <p:spPr bwMode="auto">
            <a:xfrm>
              <a:off x="4679" y="2382"/>
              <a:ext cx="837" cy="975"/>
            </a:xfrm>
            <a:prstGeom prst="rect">
              <a:avLst/>
            </a:prstGeom>
            <a:solidFill>
              <a:schemeClr val="bg1"/>
            </a:solidFill>
            <a:ln w="12700">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7525" name="Rectangle 465">
              <a:extLst>
                <a:ext uri="{FF2B5EF4-FFF2-40B4-BE49-F238E27FC236}">
                  <a16:creationId xmlns:a16="http://schemas.microsoft.com/office/drawing/2014/main" id="{D2E4B701-AC93-4AAF-9431-60A43528590F}"/>
                </a:ext>
              </a:extLst>
            </p:cNvPr>
            <p:cNvSpPr>
              <a:spLocks noChangeArrowheads="1"/>
            </p:cNvSpPr>
            <p:nvPr/>
          </p:nvSpPr>
          <p:spPr bwMode="auto">
            <a:xfrm>
              <a:off x="4683" y="2784"/>
              <a:ext cx="831" cy="192"/>
            </a:xfrm>
            <a:prstGeom prst="rect">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7526" name="Text Box 466">
              <a:extLst>
                <a:ext uri="{FF2B5EF4-FFF2-40B4-BE49-F238E27FC236}">
                  <a16:creationId xmlns:a16="http://schemas.microsoft.com/office/drawing/2014/main" id="{424875B8-A587-459D-8777-9A1200CF4D9B}"/>
                </a:ext>
              </a:extLst>
            </p:cNvPr>
            <p:cNvSpPr txBox="1">
              <a:spLocks noChangeArrowheads="1"/>
            </p:cNvSpPr>
            <p:nvPr/>
          </p:nvSpPr>
          <p:spPr bwMode="auto">
            <a:xfrm>
              <a:off x="4602" y="2360"/>
              <a:ext cx="987" cy="1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application</a:t>
              </a:r>
            </a:p>
            <a:p>
              <a:pPr algn="ctr"/>
              <a:r>
                <a:rPr lang="en-US" altLang="en-US" sz="2000"/>
                <a:t>transport</a:t>
              </a:r>
            </a:p>
            <a:p>
              <a:pPr algn="ctr"/>
              <a:r>
                <a:rPr lang="en-US" altLang="en-US" sz="2000">
                  <a:solidFill>
                    <a:schemeClr val="bg1"/>
                  </a:solidFill>
                </a:rPr>
                <a:t>network</a:t>
              </a:r>
              <a:endParaRPr lang="en-US" altLang="en-US" sz="2000"/>
            </a:p>
            <a:p>
              <a:pPr algn="ctr"/>
              <a:r>
                <a:rPr lang="en-US" altLang="en-US" sz="2000"/>
                <a:t>data link</a:t>
              </a:r>
            </a:p>
            <a:p>
              <a:pPr algn="ctr"/>
              <a:r>
                <a:rPr lang="en-US" altLang="en-US" sz="2000"/>
                <a:t>physical</a:t>
              </a:r>
            </a:p>
          </p:txBody>
        </p:sp>
        <p:sp>
          <p:nvSpPr>
            <p:cNvPr id="17527" name="Line 467">
              <a:extLst>
                <a:ext uri="{FF2B5EF4-FFF2-40B4-BE49-F238E27FC236}">
                  <a16:creationId xmlns:a16="http://schemas.microsoft.com/office/drawing/2014/main" id="{7D5B1E6D-41FA-4FEC-B00E-E08F08430430}"/>
                </a:ext>
              </a:extLst>
            </p:cNvPr>
            <p:cNvSpPr>
              <a:spLocks noChangeShapeType="1"/>
            </p:cNvSpPr>
            <p:nvPr/>
          </p:nvSpPr>
          <p:spPr bwMode="auto">
            <a:xfrm>
              <a:off x="4678" y="2782"/>
              <a:ext cx="83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7528" name="Line 468">
              <a:extLst>
                <a:ext uri="{FF2B5EF4-FFF2-40B4-BE49-F238E27FC236}">
                  <a16:creationId xmlns:a16="http://schemas.microsoft.com/office/drawing/2014/main" id="{652FA751-4712-4555-BE88-85F95BD24F01}"/>
                </a:ext>
              </a:extLst>
            </p:cNvPr>
            <p:cNvSpPr>
              <a:spLocks noChangeShapeType="1"/>
            </p:cNvSpPr>
            <p:nvPr/>
          </p:nvSpPr>
          <p:spPr bwMode="auto">
            <a:xfrm>
              <a:off x="4678" y="2976"/>
              <a:ext cx="83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7529" name="Line 469">
              <a:extLst>
                <a:ext uri="{FF2B5EF4-FFF2-40B4-BE49-F238E27FC236}">
                  <a16:creationId xmlns:a16="http://schemas.microsoft.com/office/drawing/2014/main" id="{0012AE8A-5582-4687-8D4C-A7A8E09DEA4A}"/>
                </a:ext>
              </a:extLst>
            </p:cNvPr>
            <p:cNvSpPr>
              <a:spLocks noChangeShapeType="1"/>
            </p:cNvSpPr>
            <p:nvPr/>
          </p:nvSpPr>
          <p:spPr bwMode="auto">
            <a:xfrm>
              <a:off x="4676" y="3160"/>
              <a:ext cx="83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7530" name="Line 470">
              <a:extLst>
                <a:ext uri="{FF2B5EF4-FFF2-40B4-BE49-F238E27FC236}">
                  <a16:creationId xmlns:a16="http://schemas.microsoft.com/office/drawing/2014/main" id="{021C3A5F-08A8-401E-B46E-FAD1D51FF50E}"/>
                </a:ext>
              </a:extLst>
            </p:cNvPr>
            <p:cNvSpPr>
              <a:spLocks noChangeShapeType="1"/>
            </p:cNvSpPr>
            <p:nvPr/>
          </p:nvSpPr>
          <p:spPr bwMode="auto">
            <a:xfrm>
              <a:off x="4678" y="2588"/>
              <a:ext cx="83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grpSp>
        <p:nvGrpSpPr>
          <p:cNvPr id="17417" name="Group 471">
            <a:extLst>
              <a:ext uri="{FF2B5EF4-FFF2-40B4-BE49-F238E27FC236}">
                <a16:creationId xmlns:a16="http://schemas.microsoft.com/office/drawing/2014/main" id="{6F2D1385-5545-4140-BCDC-6431C88D706F}"/>
              </a:ext>
            </a:extLst>
          </p:cNvPr>
          <p:cNvGrpSpPr>
            <a:grpSpLocks/>
          </p:cNvGrpSpPr>
          <p:nvPr/>
        </p:nvGrpSpPr>
        <p:grpSpPr bwMode="auto">
          <a:xfrm>
            <a:off x="1524000" y="3627439"/>
            <a:ext cx="2039938" cy="2427287"/>
            <a:chOff x="0" y="2285"/>
            <a:chExt cx="1285" cy="1529"/>
          </a:xfrm>
        </p:grpSpPr>
        <p:sp>
          <p:nvSpPr>
            <p:cNvPr id="17509" name="Freeform 472">
              <a:extLst>
                <a:ext uri="{FF2B5EF4-FFF2-40B4-BE49-F238E27FC236}">
                  <a16:creationId xmlns:a16="http://schemas.microsoft.com/office/drawing/2014/main" id="{77C0222A-3F97-4FBA-8864-AC2DC0A461A2}"/>
                </a:ext>
              </a:extLst>
            </p:cNvPr>
            <p:cNvSpPr>
              <a:spLocks/>
            </p:cNvSpPr>
            <p:nvPr/>
          </p:nvSpPr>
          <p:spPr bwMode="auto">
            <a:xfrm>
              <a:off x="211" y="2297"/>
              <a:ext cx="990" cy="1124"/>
            </a:xfrm>
            <a:custGeom>
              <a:avLst/>
              <a:gdLst>
                <a:gd name="T0" fmla="*/ 0 w 990"/>
                <a:gd name="T1" fmla="*/ 1089 h 1124"/>
                <a:gd name="T2" fmla="*/ 161 w 990"/>
                <a:gd name="T3" fmla="*/ 0 h 1124"/>
                <a:gd name="T4" fmla="*/ 210 w 990"/>
                <a:gd name="T5" fmla="*/ 899 h 1124"/>
                <a:gd name="T6" fmla="*/ 962 w 990"/>
                <a:gd name="T7" fmla="*/ 906 h 1124"/>
                <a:gd name="T8" fmla="*/ 990 w 990"/>
                <a:gd name="T9" fmla="*/ 990 h 1124"/>
                <a:gd name="T10" fmla="*/ 210 w 990"/>
                <a:gd name="T11" fmla="*/ 1124 h 1124"/>
                <a:gd name="T12" fmla="*/ 0 w 990"/>
                <a:gd name="T13" fmla="*/ 1089 h 1124"/>
                <a:gd name="T14" fmla="*/ 0 60000 65536"/>
                <a:gd name="T15" fmla="*/ 0 60000 65536"/>
                <a:gd name="T16" fmla="*/ 0 60000 65536"/>
                <a:gd name="T17" fmla="*/ 0 60000 65536"/>
                <a:gd name="T18" fmla="*/ 0 60000 65536"/>
                <a:gd name="T19" fmla="*/ 0 60000 65536"/>
                <a:gd name="T20" fmla="*/ 0 60000 65536"/>
                <a:gd name="T21" fmla="*/ 0 w 990"/>
                <a:gd name="T22" fmla="*/ 0 h 1124"/>
                <a:gd name="T23" fmla="*/ 990 w 990"/>
                <a:gd name="T24" fmla="*/ 1124 h 11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90" h="1124">
                  <a:moveTo>
                    <a:pt x="0" y="1089"/>
                  </a:moveTo>
                  <a:lnTo>
                    <a:pt x="161" y="0"/>
                  </a:lnTo>
                  <a:lnTo>
                    <a:pt x="210" y="899"/>
                  </a:lnTo>
                  <a:lnTo>
                    <a:pt x="962" y="906"/>
                  </a:lnTo>
                  <a:lnTo>
                    <a:pt x="990" y="990"/>
                  </a:lnTo>
                  <a:lnTo>
                    <a:pt x="210" y="1124"/>
                  </a:lnTo>
                  <a:lnTo>
                    <a:pt x="0" y="1089"/>
                  </a:lnTo>
                  <a:close/>
                </a:path>
              </a:pathLst>
            </a:custGeom>
            <a:gradFill rotWithShape="1">
              <a:gsLst>
                <a:gs pos="0">
                  <a:srgbClr val="000099"/>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7510" name="Rectangle 473">
              <a:extLst>
                <a:ext uri="{FF2B5EF4-FFF2-40B4-BE49-F238E27FC236}">
                  <a16:creationId xmlns:a16="http://schemas.microsoft.com/office/drawing/2014/main" id="{C53B0AA0-3CE4-43A2-AE74-283ECBA1D567}"/>
                </a:ext>
              </a:extLst>
            </p:cNvPr>
            <p:cNvSpPr>
              <a:spLocks noChangeArrowheads="1"/>
            </p:cNvSpPr>
            <p:nvPr/>
          </p:nvSpPr>
          <p:spPr bwMode="auto">
            <a:xfrm>
              <a:off x="415" y="2285"/>
              <a:ext cx="820" cy="946"/>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7511" name="Rectangle 474">
              <a:extLst>
                <a:ext uri="{FF2B5EF4-FFF2-40B4-BE49-F238E27FC236}">
                  <a16:creationId xmlns:a16="http://schemas.microsoft.com/office/drawing/2014/main" id="{B95DFBDF-91EA-43F7-B0B8-A21081F36973}"/>
                </a:ext>
              </a:extLst>
            </p:cNvPr>
            <p:cNvSpPr>
              <a:spLocks noChangeArrowheads="1"/>
            </p:cNvSpPr>
            <p:nvPr/>
          </p:nvSpPr>
          <p:spPr bwMode="auto">
            <a:xfrm>
              <a:off x="375" y="2314"/>
              <a:ext cx="837" cy="975"/>
            </a:xfrm>
            <a:prstGeom prst="rect">
              <a:avLst/>
            </a:prstGeom>
            <a:solidFill>
              <a:schemeClr val="bg1"/>
            </a:solidFill>
            <a:ln w="12700">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7512" name="Rectangle 475">
              <a:extLst>
                <a:ext uri="{FF2B5EF4-FFF2-40B4-BE49-F238E27FC236}">
                  <a16:creationId xmlns:a16="http://schemas.microsoft.com/office/drawing/2014/main" id="{8380B9D0-6FF7-41EA-BC4D-B9A394370E21}"/>
                </a:ext>
              </a:extLst>
            </p:cNvPr>
            <p:cNvSpPr>
              <a:spLocks noChangeArrowheads="1"/>
            </p:cNvSpPr>
            <p:nvPr/>
          </p:nvSpPr>
          <p:spPr bwMode="auto">
            <a:xfrm>
              <a:off x="379" y="2716"/>
              <a:ext cx="831" cy="192"/>
            </a:xfrm>
            <a:prstGeom prst="rect">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7513" name="Text Box 476">
              <a:extLst>
                <a:ext uri="{FF2B5EF4-FFF2-40B4-BE49-F238E27FC236}">
                  <a16:creationId xmlns:a16="http://schemas.microsoft.com/office/drawing/2014/main" id="{47273A79-6896-46CF-B9D1-9EA76F4DCB3F}"/>
                </a:ext>
              </a:extLst>
            </p:cNvPr>
            <p:cNvSpPr txBox="1">
              <a:spLocks noChangeArrowheads="1"/>
            </p:cNvSpPr>
            <p:nvPr/>
          </p:nvSpPr>
          <p:spPr bwMode="auto">
            <a:xfrm>
              <a:off x="298" y="2292"/>
              <a:ext cx="987" cy="1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application</a:t>
              </a:r>
            </a:p>
            <a:p>
              <a:pPr algn="ctr"/>
              <a:r>
                <a:rPr lang="en-US" altLang="en-US" sz="2000"/>
                <a:t>transport</a:t>
              </a:r>
            </a:p>
            <a:p>
              <a:pPr algn="ctr"/>
              <a:r>
                <a:rPr lang="en-US" altLang="en-US" sz="2000">
                  <a:solidFill>
                    <a:schemeClr val="bg1"/>
                  </a:solidFill>
                </a:rPr>
                <a:t>network</a:t>
              </a:r>
              <a:endParaRPr lang="en-US" altLang="en-US" sz="2000"/>
            </a:p>
            <a:p>
              <a:pPr algn="ctr"/>
              <a:r>
                <a:rPr lang="en-US" altLang="en-US" sz="2000"/>
                <a:t>data link</a:t>
              </a:r>
            </a:p>
            <a:p>
              <a:pPr algn="ctr"/>
              <a:r>
                <a:rPr lang="en-US" altLang="en-US" sz="2000"/>
                <a:t>physical</a:t>
              </a:r>
            </a:p>
          </p:txBody>
        </p:sp>
        <p:sp>
          <p:nvSpPr>
            <p:cNvPr id="17514" name="Line 477">
              <a:extLst>
                <a:ext uri="{FF2B5EF4-FFF2-40B4-BE49-F238E27FC236}">
                  <a16:creationId xmlns:a16="http://schemas.microsoft.com/office/drawing/2014/main" id="{744D05C0-96C2-428B-AF2A-263EDD2C88BC}"/>
                </a:ext>
              </a:extLst>
            </p:cNvPr>
            <p:cNvSpPr>
              <a:spLocks noChangeShapeType="1"/>
            </p:cNvSpPr>
            <p:nvPr/>
          </p:nvSpPr>
          <p:spPr bwMode="auto">
            <a:xfrm>
              <a:off x="374" y="2714"/>
              <a:ext cx="83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7515" name="Line 478">
              <a:extLst>
                <a:ext uri="{FF2B5EF4-FFF2-40B4-BE49-F238E27FC236}">
                  <a16:creationId xmlns:a16="http://schemas.microsoft.com/office/drawing/2014/main" id="{F63B5798-259E-46EB-947C-A5D5226AF393}"/>
                </a:ext>
              </a:extLst>
            </p:cNvPr>
            <p:cNvSpPr>
              <a:spLocks noChangeShapeType="1"/>
            </p:cNvSpPr>
            <p:nvPr/>
          </p:nvSpPr>
          <p:spPr bwMode="auto">
            <a:xfrm>
              <a:off x="374" y="2908"/>
              <a:ext cx="83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7516" name="Line 479">
              <a:extLst>
                <a:ext uri="{FF2B5EF4-FFF2-40B4-BE49-F238E27FC236}">
                  <a16:creationId xmlns:a16="http://schemas.microsoft.com/office/drawing/2014/main" id="{1FFDB6A5-2CFE-497C-B484-FA665C6D240E}"/>
                </a:ext>
              </a:extLst>
            </p:cNvPr>
            <p:cNvSpPr>
              <a:spLocks noChangeShapeType="1"/>
            </p:cNvSpPr>
            <p:nvPr/>
          </p:nvSpPr>
          <p:spPr bwMode="auto">
            <a:xfrm>
              <a:off x="372" y="3092"/>
              <a:ext cx="83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7517" name="Line 480">
              <a:extLst>
                <a:ext uri="{FF2B5EF4-FFF2-40B4-BE49-F238E27FC236}">
                  <a16:creationId xmlns:a16="http://schemas.microsoft.com/office/drawing/2014/main" id="{B71D3D19-1AD0-4EB3-920D-20E23981EE1D}"/>
                </a:ext>
              </a:extLst>
            </p:cNvPr>
            <p:cNvSpPr>
              <a:spLocks noChangeShapeType="1"/>
            </p:cNvSpPr>
            <p:nvPr/>
          </p:nvSpPr>
          <p:spPr bwMode="auto">
            <a:xfrm>
              <a:off x="374" y="2520"/>
              <a:ext cx="83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nvGrpSpPr>
            <p:cNvPr id="17518" name="Group 481">
              <a:extLst>
                <a:ext uri="{FF2B5EF4-FFF2-40B4-BE49-F238E27FC236}">
                  <a16:creationId xmlns:a16="http://schemas.microsoft.com/office/drawing/2014/main" id="{3362D6A9-3E32-4A96-8DB0-A738FA1FDDAC}"/>
                </a:ext>
              </a:extLst>
            </p:cNvPr>
            <p:cNvGrpSpPr>
              <a:grpSpLocks/>
            </p:cNvGrpSpPr>
            <p:nvPr/>
          </p:nvGrpSpPr>
          <p:grpSpPr bwMode="auto">
            <a:xfrm>
              <a:off x="0" y="3341"/>
              <a:ext cx="454" cy="473"/>
              <a:chOff x="-44" y="1473"/>
              <a:chExt cx="981" cy="1105"/>
            </a:xfrm>
          </p:grpSpPr>
          <p:pic>
            <p:nvPicPr>
              <p:cNvPr id="17519" name="Picture 482" descr="desktop_computer_stylized_medium">
                <a:extLst>
                  <a:ext uri="{FF2B5EF4-FFF2-40B4-BE49-F238E27FC236}">
                    <a16:creationId xmlns:a16="http://schemas.microsoft.com/office/drawing/2014/main" id="{D77933D7-8745-4FDD-AAC2-14B602EE9D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520" name="Freeform 483">
                <a:extLst>
                  <a:ext uri="{FF2B5EF4-FFF2-40B4-BE49-F238E27FC236}">
                    <a16:creationId xmlns:a16="http://schemas.microsoft.com/office/drawing/2014/main" id="{EF4DF2CE-85E5-4114-B009-4CC1D040B5E6}"/>
                  </a:ext>
                </a:extLst>
              </p:cNvPr>
              <p:cNvSpPr>
                <a:spLocks/>
              </p:cNvSpPr>
              <p:nvPr/>
            </p:nvSpPr>
            <p:spPr bwMode="auto">
              <a:xfrm flipH="1">
                <a:off x="374" y="1579"/>
                <a:ext cx="477" cy="506"/>
              </a:xfrm>
              <a:custGeom>
                <a:avLst/>
                <a:gdLst>
                  <a:gd name="T0" fmla="*/ 0 w 356"/>
                  <a:gd name="T1" fmla="*/ 0 h 368"/>
                  <a:gd name="T2" fmla="*/ 187350 w 356"/>
                  <a:gd name="T3" fmla="*/ 15587 h 368"/>
                  <a:gd name="T4" fmla="*/ 222251 w 356"/>
                  <a:gd name="T5" fmla="*/ 324849 h 368"/>
                  <a:gd name="T6" fmla="*/ 48981 w 356"/>
                  <a:gd name="T7" fmla="*/ 406259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grpSp>
      <p:sp>
        <p:nvSpPr>
          <p:cNvPr id="17418" name="Freeform 484">
            <a:extLst>
              <a:ext uri="{FF2B5EF4-FFF2-40B4-BE49-F238E27FC236}">
                <a16:creationId xmlns:a16="http://schemas.microsoft.com/office/drawing/2014/main" id="{D6FB4893-FE4D-48C5-8F61-4F394D3BF99D}"/>
              </a:ext>
            </a:extLst>
          </p:cNvPr>
          <p:cNvSpPr>
            <a:spLocks/>
          </p:cNvSpPr>
          <p:nvPr/>
        </p:nvSpPr>
        <p:spPr bwMode="auto">
          <a:xfrm>
            <a:off x="4895851" y="4608514"/>
            <a:ext cx="2847975" cy="1481137"/>
          </a:xfrm>
          <a:custGeom>
            <a:avLst/>
            <a:gdLst>
              <a:gd name="T0" fmla="*/ 2147483647 w 1794"/>
              <a:gd name="T1" fmla="*/ 2147483647 h 933"/>
              <a:gd name="T2" fmla="*/ 2147483647 w 1794"/>
              <a:gd name="T3" fmla="*/ 2147483647 h 933"/>
              <a:gd name="T4" fmla="*/ 2147483647 w 1794"/>
              <a:gd name="T5" fmla="*/ 2147483647 h 933"/>
              <a:gd name="T6" fmla="*/ 2147483647 w 1794"/>
              <a:gd name="T7" fmla="*/ 2147483647 h 933"/>
              <a:gd name="T8" fmla="*/ 2147483647 w 1794"/>
              <a:gd name="T9" fmla="*/ 2147483647 h 933"/>
              <a:gd name="T10" fmla="*/ 2147483647 w 1794"/>
              <a:gd name="T11" fmla="*/ 2147483647 h 933"/>
              <a:gd name="T12" fmla="*/ 2147483647 w 1794"/>
              <a:gd name="T13" fmla="*/ 2147483647 h 933"/>
              <a:gd name="T14" fmla="*/ 2147483647 w 1794"/>
              <a:gd name="T15" fmla="*/ 2147483647 h 933"/>
              <a:gd name="T16" fmla="*/ 2147483647 w 1794"/>
              <a:gd name="T17" fmla="*/ 2147483647 h 933"/>
              <a:gd name="T18" fmla="*/ 2147483647 w 1794"/>
              <a:gd name="T19" fmla="*/ 2147483647 h 933"/>
              <a:gd name="T20" fmla="*/ 2147483647 w 1794"/>
              <a:gd name="T21" fmla="*/ 2147483647 h 93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94"/>
              <a:gd name="T34" fmla="*/ 0 h 933"/>
              <a:gd name="T35" fmla="*/ 1794 w 1794"/>
              <a:gd name="T36" fmla="*/ 933 h 93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94" h="933">
                <a:moveTo>
                  <a:pt x="6" y="483"/>
                </a:moveTo>
                <a:cubicBezTo>
                  <a:pt x="0" y="365"/>
                  <a:pt x="16" y="189"/>
                  <a:pt x="108" y="125"/>
                </a:cubicBezTo>
                <a:cubicBezTo>
                  <a:pt x="200" y="61"/>
                  <a:pt x="389" y="116"/>
                  <a:pt x="559" y="100"/>
                </a:cubicBezTo>
                <a:cubicBezTo>
                  <a:pt x="729" y="84"/>
                  <a:pt x="935" y="0"/>
                  <a:pt x="1128" y="29"/>
                </a:cubicBezTo>
                <a:cubicBezTo>
                  <a:pt x="1321" y="58"/>
                  <a:pt x="1638" y="142"/>
                  <a:pt x="1716" y="275"/>
                </a:cubicBezTo>
                <a:cubicBezTo>
                  <a:pt x="1794" y="408"/>
                  <a:pt x="1652" y="721"/>
                  <a:pt x="1596" y="827"/>
                </a:cubicBezTo>
                <a:cubicBezTo>
                  <a:pt x="1540" y="933"/>
                  <a:pt x="1506" y="894"/>
                  <a:pt x="1380" y="911"/>
                </a:cubicBezTo>
                <a:cubicBezTo>
                  <a:pt x="1254" y="928"/>
                  <a:pt x="1001" y="929"/>
                  <a:pt x="840" y="929"/>
                </a:cubicBezTo>
                <a:cubicBezTo>
                  <a:pt x="679" y="929"/>
                  <a:pt x="530" y="927"/>
                  <a:pt x="414" y="911"/>
                </a:cubicBezTo>
                <a:cubicBezTo>
                  <a:pt x="298" y="895"/>
                  <a:pt x="211" y="903"/>
                  <a:pt x="143" y="832"/>
                </a:cubicBezTo>
                <a:cubicBezTo>
                  <a:pt x="75" y="761"/>
                  <a:pt x="4" y="624"/>
                  <a:pt x="6" y="483"/>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nvGrpSpPr>
          <p:cNvPr id="17419" name="Group 485">
            <a:extLst>
              <a:ext uri="{FF2B5EF4-FFF2-40B4-BE49-F238E27FC236}">
                <a16:creationId xmlns:a16="http://schemas.microsoft.com/office/drawing/2014/main" id="{A735085A-E1B8-4E64-BDEF-1A7A39D991C4}"/>
              </a:ext>
            </a:extLst>
          </p:cNvPr>
          <p:cNvGrpSpPr>
            <a:grpSpLocks/>
          </p:cNvGrpSpPr>
          <p:nvPr/>
        </p:nvGrpSpPr>
        <p:grpSpPr bwMode="auto">
          <a:xfrm>
            <a:off x="5010151" y="5016501"/>
            <a:ext cx="2606675" cy="658813"/>
            <a:chOff x="959" y="3814"/>
            <a:chExt cx="1642" cy="415"/>
          </a:xfrm>
        </p:grpSpPr>
        <p:grpSp>
          <p:nvGrpSpPr>
            <p:cNvPr id="17482" name="Group 486">
              <a:extLst>
                <a:ext uri="{FF2B5EF4-FFF2-40B4-BE49-F238E27FC236}">
                  <a16:creationId xmlns:a16="http://schemas.microsoft.com/office/drawing/2014/main" id="{4EE186F3-9F02-41B8-82B5-B1AEA7A13892}"/>
                </a:ext>
              </a:extLst>
            </p:cNvPr>
            <p:cNvGrpSpPr>
              <a:grpSpLocks/>
            </p:cNvGrpSpPr>
            <p:nvPr/>
          </p:nvGrpSpPr>
          <p:grpSpPr bwMode="auto">
            <a:xfrm>
              <a:off x="2223" y="3814"/>
              <a:ext cx="378" cy="181"/>
              <a:chOff x="4396" y="1245"/>
              <a:chExt cx="672" cy="248"/>
            </a:xfrm>
          </p:grpSpPr>
          <p:sp>
            <p:nvSpPr>
              <p:cNvPr id="17501" name="Oval 407">
                <a:extLst>
                  <a:ext uri="{FF2B5EF4-FFF2-40B4-BE49-F238E27FC236}">
                    <a16:creationId xmlns:a16="http://schemas.microsoft.com/office/drawing/2014/main" id="{C4C0750C-D6AC-495F-992D-9F80A15E4374}"/>
                  </a:ext>
                </a:extLst>
              </p:cNvPr>
              <p:cNvSpPr>
                <a:spLocks noChangeArrowheads="1"/>
              </p:cNvSpPr>
              <p:nvPr/>
            </p:nvSpPr>
            <p:spPr bwMode="auto">
              <a:xfrm>
                <a:off x="4399" y="1355"/>
                <a:ext cx="666" cy="138"/>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sp>
            <p:nvSpPr>
              <p:cNvPr id="17502" name="Rectangle 410">
                <a:extLst>
                  <a:ext uri="{FF2B5EF4-FFF2-40B4-BE49-F238E27FC236}">
                    <a16:creationId xmlns:a16="http://schemas.microsoft.com/office/drawing/2014/main" id="{26555ECE-5E52-4156-9395-587A7EC462C9}"/>
                  </a:ext>
                </a:extLst>
              </p:cNvPr>
              <p:cNvSpPr>
                <a:spLocks noChangeArrowheads="1"/>
              </p:cNvSpPr>
              <p:nvPr/>
            </p:nvSpPr>
            <p:spPr bwMode="auto">
              <a:xfrm>
                <a:off x="4399" y="1339"/>
                <a:ext cx="669" cy="86"/>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latin typeface="Times New Roman" panose="02020603050405020304" pitchFamily="18" charset="0"/>
                  <a:cs typeface="Arial" panose="020B0604020202020204" pitchFamily="34" charset="0"/>
                </a:endParaRPr>
              </a:p>
            </p:txBody>
          </p:sp>
          <p:sp>
            <p:nvSpPr>
              <p:cNvPr id="17503" name="Oval 411">
                <a:extLst>
                  <a:ext uri="{FF2B5EF4-FFF2-40B4-BE49-F238E27FC236}">
                    <a16:creationId xmlns:a16="http://schemas.microsoft.com/office/drawing/2014/main" id="{6E74862D-4360-4412-B5CD-62756321C069}"/>
                  </a:ext>
                </a:extLst>
              </p:cNvPr>
              <p:cNvSpPr>
                <a:spLocks noChangeArrowheads="1"/>
              </p:cNvSpPr>
              <p:nvPr/>
            </p:nvSpPr>
            <p:spPr bwMode="auto">
              <a:xfrm>
                <a:off x="4396" y="1245"/>
                <a:ext cx="667" cy="162"/>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grpSp>
            <p:nvGrpSpPr>
              <p:cNvPr id="17504" name="Group 490">
                <a:extLst>
                  <a:ext uri="{FF2B5EF4-FFF2-40B4-BE49-F238E27FC236}">
                    <a16:creationId xmlns:a16="http://schemas.microsoft.com/office/drawing/2014/main" id="{CD5B3AAD-E7CC-437A-B872-24BE96AEFF49}"/>
                  </a:ext>
                </a:extLst>
              </p:cNvPr>
              <p:cNvGrpSpPr>
                <a:grpSpLocks/>
              </p:cNvGrpSpPr>
              <p:nvPr/>
            </p:nvGrpSpPr>
            <p:grpSpPr bwMode="auto">
              <a:xfrm>
                <a:off x="4530" y="1287"/>
                <a:ext cx="377" cy="75"/>
                <a:chOff x="2468" y="1332"/>
                <a:chExt cx="310" cy="60"/>
              </a:xfrm>
            </p:grpSpPr>
            <p:sp>
              <p:nvSpPr>
                <p:cNvPr id="17507" name="Freeform 491">
                  <a:extLst>
                    <a:ext uri="{FF2B5EF4-FFF2-40B4-BE49-F238E27FC236}">
                      <a16:creationId xmlns:a16="http://schemas.microsoft.com/office/drawing/2014/main" id="{161A412D-7230-4110-BE53-B83F153DC87F}"/>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7508" name="Freeform 492">
                  <a:extLst>
                    <a:ext uri="{FF2B5EF4-FFF2-40B4-BE49-F238E27FC236}">
                      <a16:creationId xmlns:a16="http://schemas.microsoft.com/office/drawing/2014/main" id="{217DCE51-4358-4B75-934F-A58CABF5964B}"/>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sp>
            <p:nvSpPr>
              <p:cNvPr id="17505" name="Line 493">
                <a:extLst>
                  <a:ext uri="{FF2B5EF4-FFF2-40B4-BE49-F238E27FC236}">
                    <a16:creationId xmlns:a16="http://schemas.microsoft.com/office/drawing/2014/main" id="{E4D51BA3-672C-4A56-BEBF-F2813A848B85}"/>
                  </a:ext>
                </a:extLst>
              </p:cNvPr>
              <p:cNvSpPr>
                <a:spLocks noChangeShapeType="1"/>
              </p:cNvSpPr>
              <p:nvPr/>
            </p:nvSpPr>
            <p:spPr bwMode="auto">
              <a:xfrm>
                <a:off x="4400" y="1320"/>
                <a:ext cx="0" cy="11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506" name="Line 494">
                <a:extLst>
                  <a:ext uri="{FF2B5EF4-FFF2-40B4-BE49-F238E27FC236}">
                    <a16:creationId xmlns:a16="http://schemas.microsoft.com/office/drawing/2014/main" id="{F5A7C5C5-3714-4625-A6E4-016FE677CA97}"/>
                  </a:ext>
                </a:extLst>
              </p:cNvPr>
              <p:cNvSpPr>
                <a:spLocks noChangeShapeType="1"/>
              </p:cNvSpPr>
              <p:nvPr/>
            </p:nvSpPr>
            <p:spPr bwMode="auto">
              <a:xfrm>
                <a:off x="5063" y="1326"/>
                <a:ext cx="0" cy="10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7483" name="Group 495">
              <a:extLst>
                <a:ext uri="{FF2B5EF4-FFF2-40B4-BE49-F238E27FC236}">
                  <a16:creationId xmlns:a16="http://schemas.microsoft.com/office/drawing/2014/main" id="{52E3A77E-D515-47C5-A6DF-90222FFBDA11}"/>
                </a:ext>
              </a:extLst>
            </p:cNvPr>
            <p:cNvGrpSpPr>
              <a:grpSpLocks/>
            </p:cNvGrpSpPr>
            <p:nvPr/>
          </p:nvGrpSpPr>
          <p:grpSpPr bwMode="auto">
            <a:xfrm>
              <a:off x="1559" y="4048"/>
              <a:ext cx="378" cy="181"/>
              <a:chOff x="4396" y="1245"/>
              <a:chExt cx="672" cy="248"/>
            </a:xfrm>
          </p:grpSpPr>
          <p:sp>
            <p:nvSpPr>
              <p:cNvPr id="17493" name="Oval 407">
                <a:extLst>
                  <a:ext uri="{FF2B5EF4-FFF2-40B4-BE49-F238E27FC236}">
                    <a16:creationId xmlns:a16="http://schemas.microsoft.com/office/drawing/2014/main" id="{475A1A4B-354F-44F9-AA37-2CD8571AAA10}"/>
                  </a:ext>
                </a:extLst>
              </p:cNvPr>
              <p:cNvSpPr>
                <a:spLocks noChangeArrowheads="1"/>
              </p:cNvSpPr>
              <p:nvPr/>
            </p:nvSpPr>
            <p:spPr bwMode="auto">
              <a:xfrm>
                <a:off x="4399" y="1355"/>
                <a:ext cx="666" cy="138"/>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sp>
            <p:nvSpPr>
              <p:cNvPr id="17494" name="Rectangle 410">
                <a:extLst>
                  <a:ext uri="{FF2B5EF4-FFF2-40B4-BE49-F238E27FC236}">
                    <a16:creationId xmlns:a16="http://schemas.microsoft.com/office/drawing/2014/main" id="{8A810184-8207-43EB-894B-728BFE6B5E90}"/>
                  </a:ext>
                </a:extLst>
              </p:cNvPr>
              <p:cNvSpPr>
                <a:spLocks noChangeArrowheads="1"/>
              </p:cNvSpPr>
              <p:nvPr/>
            </p:nvSpPr>
            <p:spPr bwMode="auto">
              <a:xfrm>
                <a:off x="4399" y="1339"/>
                <a:ext cx="669" cy="86"/>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latin typeface="Times New Roman" panose="02020603050405020304" pitchFamily="18" charset="0"/>
                  <a:cs typeface="Arial" panose="020B0604020202020204" pitchFamily="34" charset="0"/>
                </a:endParaRPr>
              </a:p>
            </p:txBody>
          </p:sp>
          <p:sp>
            <p:nvSpPr>
              <p:cNvPr id="17495" name="Oval 411">
                <a:extLst>
                  <a:ext uri="{FF2B5EF4-FFF2-40B4-BE49-F238E27FC236}">
                    <a16:creationId xmlns:a16="http://schemas.microsoft.com/office/drawing/2014/main" id="{6A9DF615-1398-433E-AB12-3EDC5EE713CD}"/>
                  </a:ext>
                </a:extLst>
              </p:cNvPr>
              <p:cNvSpPr>
                <a:spLocks noChangeArrowheads="1"/>
              </p:cNvSpPr>
              <p:nvPr/>
            </p:nvSpPr>
            <p:spPr bwMode="auto">
              <a:xfrm>
                <a:off x="4396" y="1245"/>
                <a:ext cx="667" cy="162"/>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grpSp>
            <p:nvGrpSpPr>
              <p:cNvPr id="17496" name="Group 499">
                <a:extLst>
                  <a:ext uri="{FF2B5EF4-FFF2-40B4-BE49-F238E27FC236}">
                    <a16:creationId xmlns:a16="http://schemas.microsoft.com/office/drawing/2014/main" id="{E7872FCD-9E84-47A2-91EC-BC92D97D8009}"/>
                  </a:ext>
                </a:extLst>
              </p:cNvPr>
              <p:cNvGrpSpPr>
                <a:grpSpLocks/>
              </p:cNvGrpSpPr>
              <p:nvPr/>
            </p:nvGrpSpPr>
            <p:grpSpPr bwMode="auto">
              <a:xfrm>
                <a:off x="4530" y="1287"/>
                <a:ext cx="377" cy="75"/>
                <a:chOff x="2468" y="1332"/>
                <a:chExt cx="310" cy="60"/>
              </a:xfrm>
            </p:grpSpPr>
            <p:sp>
              <p:nvSpPr>
                <p:cNvPr id="17499" name="Freeform 500">
                  <a:extLst>
                    <a:ext uri="{FF2B5EF4-FFF2-40B4-BE49-F238E27FC236}">
                      <a16:creationId xmlns:a16="http://schemas.microsoft.com/office/drawing/2014/main" id="{5C7E612A-DA05-4DC3-8AD8-09C8C4E5EB2A}"/>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7500" name="Freeform 501">
                  <a:extLst>
                    <a:ext uri="{FF2B5EF4-FFF2-40B4-BE49-F238E27FC236}">
                      <a16:creationId xmlns:a16="http://schemas.microsoft.com/office/drawing/2014/main" id="{B0E81E43-DCC9-4405-8884-75111C73201F}"/>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sp>
            <p:nvSpPr>
              <p:cNvPr id="17497" name="Line 502">
                <a:extLst>
                  <a:ext uri="{FF2B5EF4-FFF2-40B4-BE49-F238E27FC236}">
                    <a16:creationId xmlns:a16="http://schemas.microsoft.com/office/drawing/2014/main" id="{6381FD62-6EB7-4826-8688-3E49BFF6F085}"/>
                  </a:ext>
                </a:extLst>
              </p:cNvPr>
              <p:cNvSpPr>
                <a:spLocks noChangeShapeType="1"/>
              </p:cNvSpPr>
              <p:nvPr/>
            </p:nvSpPr>
            <p:spPr bwMode="auto">
              <a:xfrm>
                <a:off x="4400" y="1320"/>
                <a:ext cx="0" cy="11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98" name="Line 503">
                <a:extLst>
                  <a:ext uri="{FF2B5EF4-FFF2-40B4-BE49-F238E27FC236}">
                    <a16:creationId xmlns:a16="http://schemas.microsoft.com/office/drawing/2014/main" id="{B490F68A-DAAF-4D04-903B-5EE90701E915}"/>
                  </a:ext>
                </a:extLst>
              </p:cNvPr>
              <p:cNvSpPr>
                <a:spLocks noChangeShapeType="1"/>
              </p:cNvSpPr>
              <p:nvPr/>
            </p:nvSpPr>
            <p:spPr bwMode="auto">
              <a:xfrm>
                <a:off x="5063" y="1326"/>
                <a:ext cx="0" cy="10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7484" name="Group 504">
              <a:extLst>
                <a:ext uri="{FF2B5EF4-FFF2-40B4-BE49-F238E27FC236}">
                  <a16:creationId xmlns:a16="http://schemas.microsoft.com/office/drawing/2014/main" id="{70E9869F-B8F2-4B5A-9567-24D43AB72194}"/>
                </a:ext>
              </a:extLst>
            </p:cNvPr>
            <p:cNvGrpSpPr>
              <a:grpSpLocks/>
            </p:cNvGrpSpPr>
            <p:nvPr/>
          </p:nvGrpSpPr>
          <p:grpSpPr bwMode="auto">
            <a:xfrm>
              <a:off x="959" y="3816"/>
              <a:ext cx="378" cy="181"/>
              <a:chOff x="4396" y="1245"/>
              <a:chExt cx="672" cy="248"/>
            </a:xfrm>
          </p:grpSpPr>
          <p:sp>
            <p:nvSpPr>
              <p:cNvPr id="17485" name="Oval 407">
                <a:extLst>
                  <a:ext uri="{FF2B5EF4-FFF2-40B4-BE49-F238E27FC236}">
                    <a16:creationId xmlns:a16="http://schemas.microsoft.com/office/drawing/2014/main" id="{363BB4BA-DA7A-491F-A0BE-194B60368AD8}"/>
                  </a:ext>
                </a:extLst>
              </p:cNvPr>
              <p:cNvSpPr>
                <a:spLocks noChangeArrowheads="1"/>
              </p:cNvSpPr>
              <p:nvPr/>
            </p:nvSpPr>
            <p:spPr bwMode="auto">
              <a:xfrm>
                <a:off x="4399" y="1355"/>
                <a:ext cx="666" cy="138"/>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sp>
            <p:nvSpPr>
              <p:cNvPr id="17486" name="Rectangle 410">
                <a:extLst>
                  <a:ext uri="{FF2B5EF4-FFF2-40B4-BE49-F238E27FC236}">
                    <a16:creationId xmlns:a16="http://schemas.microsoft.com/office/drawing/2014/main" id="{D5FCCAF9-1907-4289-9DCE-525603847F28}"/>
                  </a:ext>
                </a:extLst>
              </p:cNvPr>
              <p:cNvSpPr>
                <a:spLocks noChangeArrowheads="1"/>
              </p:cNvSpPr>
              <p:nvPr/>
            </p:nvSpPr>
            <p:spPr bwMode="auto">
              <a:xfrm>
                <a:off x="4399" y="1339"/>
                <a:ext cx="669" cy="86"/>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latin typeface="Times New Roman" panose="02020603050405020304" pitchFamily="18" charset="0"/>
                  <a:cs typeface="Arial" panose="020B0604020202020204" pitchFamily="34" charset="0"/>
                </a:endParaRPr>
              </a:p>
            </p:txBody>
          </p:sp>
          <p:sp>
            <p:nvSpPr>
              <p:cNvPr id="17487" name="Oval 411">
                <a:extLst>
                  <a:ext uri="{FF2B5EF4-FFF2-40B4-BE49-F238E27FC236}">
                    <a16:creationId xmlns:a16="http://schemas.microsoft.com/office/drawing/2014/main" id="{7BA3CD31-F4AF-46F9-AA91-A16065394CEF}"/>
                  </a:ext>
                </a:extLst>
              </p:cNvPr>
              <p:cNvSpPr>
                <a:spLocks noChangeArrowheads="1"/>
              </p:cNvSpPr>
              <p:nvPr/>
            </p:nvSpPr>
            <p:spPr bwMode="auto">
              <a:xfrm>
                <a:off x="4396" y="1245"/>
                <a:ext cx="667" cy="162"/>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grpSp>
            <p:nvGrpSpPr>
              <p:cNvPr id="17488" name="Group 508">
                <a:extLst>
                  <a:ext uri="{FF2B5EF4-FFF2-40B4-BE49-F238E27FC236}">
                    <a16:creationId xmlns:a16="http://schemas.microsoft.com/office/drawing/2014/main" id="{26B0A033-64A1-441E-89BD-40C8FB492DDF}"/>
                  </a:ext>
                </a:extLst>
              </p:cNvPr>
              <p:cNvGrpSpPr>
                <a:grpSpLocks/>
              </p:cNvGrpSpPr>
              <p:nvPr/>
            </p:nvGrpSpPr>
            <p:grpSpPr bwMode="auto">
              <a:xfrm>
                <a:off x="4530" y="1287"/>
                <a:ext cx="377" cy="75"/>
                <a:chOff x="2468" y="1332"/>
                <a:chExt cx="310" cy="60"/>
              </a:xfrm>
            </p:grpSpPr>
            <p:sp>
              <p:nvSpPr>
                <p:cNvPr id="17491" name="Freeform 509">
                  <a:extLst>
                    <a:ext uri="{FF2B5EF4-FFF2-40B4-BE49-F238E27FC236}">
                      <a16:creationId xmlns:a16="http://schemas.microsoft.com/office/drawing/2014/main" id="{FB81C827-891A-4FD0-AB72-A3F3F892DEF3}"/>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7492" name="Freeform 510">
                  <a:extLst>
                    <a:ext uri="{FF2B5EF4-FFF2-40B4-BE49-F238E27FC236}">
                      <a16:creationId xmlns:a16="http://schemas.microsoft.com/office/drawing/2014/main" id="{52E7AAC9-8C5A-4104-A03C-EE17BF80431F}"/>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sp>
            <p:nvSpPr>
              <p:cNvPr id="17489" name="Line 511">
                <a:extLst>
                  <a:ext uri="{FF2B5EF4-FFF2-40B4-BE49-F238E27FC236}">
                    <a16:creationId xmlns:a16="http://schemas.microsoft.com/office/drawing/2014/main" id="{32CC13AF-F031-43F4-9266-2102FF6AC41C}"/>
                  </a:ext>
                </a:extLst>
              </p:cNvPr>
              <p:cNvSpPr>
                <a:spLocks noChangeShapeType="1"/>
              </p:cNvSpPr>
              <p:nvPr/>
            </p:nvSpPr>
            <p:spPr bwMode="auto">
              <a:xfrm>
                <a:off x="4400" y="1320"/>
                <a:ext cx="0" cy="11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90" name="Line 512">
                <a:extLst>
                  <a:ext uri="{FF2B5EF4-FFF2-40B4-BE49-F238E27FC236}">
                    <a16:creationId xmlns:a16="http://schemas.microsoft.com/office/drawing/2014/main" id="{B869CD0F-8E59-4F18-986D-0999A90853F4}"/>
                  </a:ext>
                </a:extLst>
              </p:cNvPr>
              <p:cNvSpPr>
                <a:spLocks noChangeShapeType="1"/>
              </p:cNvSpPr>
              <p:nvPr/>
            </p:nvSpPr>
            <p:spPr bwMode="auto">
              <a:xfrm>
                <a:off x="5063" y="1326"/>
                <a:ext cx="0" cy="10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sp>
        <p:nvSpPr>
          <p:cNvPr id="17420" name="Line 541">
            <a:extLst>
              <a:ext uri="{FF2B5EF4-FFF2-40B4-BE49-F238E27FC236}">
                <a16:creationId xmlns:a16="http://schemas.microsoft.com/office/drawing/2014/main" id="{77B08F72-1367-45C7-97C7-EDA45E3C8FA5}"/>
              </a:ext>
            </a:extLst>
          </p:cNvPr>
          <p:cNvSpPr>
            <a:spLocks noChangeShapeType="1"/>
          </p:cNvSpPr>
          <p:nvPr/>
        </p:nvSpPr>
        <p:spPr bwMode="auto">
          <a:xfrm rot="5400000" flipV="1">
            <a:off x="4249738" y="4348163"/>
            <a:ext cx="6350" cy="15779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421" name="Freeform 542">
            <a:extLst>
              <a:ext uri="{FF2B5EF4-FFF2-40B4-BE49-F238E27FC236}">
                <a16:creationId xmlns:a16="http://schemas.microsoft.com/office/drawing/2014/main" id="{719D4E5B-E6A4-4DE7-8D17-7EEB6EB35462}"/>
              </a:ext>
            </a:extLst>
          </p:cNvPr>
          <p:cNvSpPr>
            <a:spLocks/>
          </p:cNvSpPr>
          <p:nvPr/>
        </p:nvSpPr>
        <p:spPr bwMode="auto">
          <a:xfrm>
            <a:off x="5610226" y="4899026"/>
            <a:ext cx="466725" cy="263525"/>
          </a:xfrm>
          <a:custGeom>
            <a:avLst/>
            <a:gdLst>
              <a:gd name="T0" fmla="*/ 0 w 294"/>
              <a:gd name="T1" fmla="*/ 2147483647 h 166"/>
              <a:gd name="T2" fmla="*/ 2147483647 w 294"/>
              <a:gd name="T3" fmla="*/ 0 h 166"/>
              <a:gd name="T4" fmla="*/ 0 60000 65536"/>
              <a:gd name="T5" fmla="*/ 0 60000 65536"/>
              <a:gd name="T6" fmla="*/ 0 w 294"/>
              <a:gd name="T7" fmla="*/ 0 h 166"/>
              <a:gd name="T8" fmla="*/ 294 w 294"/>
              <a:gd name="T9" fmla="*/ 166 h 166"/>
            </a:gdLst>
            <a:ahLst/>
            <a:cxnLst>
              <a:cxn ang="T4">
                <a:pos x="T0" y="T1"/>
              </a:cxn>
              <a:cxn ang="T5">
                <a:pos x="T2" y="T3"/>
              </a:cxn>
            </a:cxnLst>
            <a:rect l="T6" t="T7" r="T8" b="T9"/>
            <a:pathLst>
              <a:path w="294" h="166">
                <a:moveTo>
                  <a:pt x="0" y="166"/>
                </a:moveTo>
                <a:lnTo>
                  <a:pt x="294"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7422" name="Freeform 543">
            <a:extLst>
              <a:ext uri="{FF2B5EF4-FFF2-40B4-BE49-F238E27FC236}">
                <a16:creationId xmlns:a16="http://schemas.microsoft.com/office/drawing/2014/main" id="{98ECD415-6149-4D3F-83E1-715A49C3285A}"/>
              </a:ext>
            </a:extLst>
          </p:cNvPr>
          <p:cNvSpPr>
            <a:spLocks/>
          </p:cNvSpPr>
          <p:nvPr/>
        </p:nvSpPr>
        <p:spPr bwMode="auto">
          <a:xfrm>
            <a:off x="6575425" y="4892676"/>
            <a:ext cx="431800" cy="276225"/>
          </a:xfrm>
          <a:custGeom>
            <a:avLst/>
            <a:gdLst>
              <a:gd name="T0" fmla="*/ 0 w 272"/>
              <a:gd name="T1" fmla="*/ 0 h 174"/>
              <a:gd name="T2" fmla="*/ 2147483647 w 272"/>
              <a:gd name="T3" fmla="*/ 2147483647 h 174"/>
              <a:gd name="T4" fmla="*/ 0 60000 65536"/>
              <a:gd name="T5" fmla="*/ 0 60000 65536"/>
              <a:gd name="T6" fmla="*/ 0 w 272"/>
              <a:gd name="T7" fmla="*/ 0 h 174"/>
              <a:gd name="T8" fmla="*/ 272 w 272"/>
              <a:gd name="T9" fmla="*/ 174 h 174"/>
            </a:gdLst>
            <a:ahLst/>
            <a:cxnLst>
              <a:cxn ang="T4">
                <a:pos x="T0" y="T1"/>
              </a:cxn>
              <a:cxn ang="T5">
                <a:pos x="T2" y="T3"/>
              </a:cxn>
            </a:cxnLst>
            <a:rect l="T6" t="T7" r="T8" b="T9"/>
            <a:pathLst>
              <a:path w="272" h="174">
                <a:moveTo>
                  <a:pt x="0" y="0"/>
                </a:moveTo>
                <a:lnTo>
                  <a:pt x="272" y="174"/>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7423" name="Freeform 544">
            <a:extLst>
              <a:ext uri="{FF2B5EF4-FFF2-40B4-BE49-F238E27FC236}">
                <a16:creationId xmlns:a16="http://schemas.microsoft.com/office/drawing/2014/main" id="{3C051378-B7C8-433C-BE7F-4BA6A4380AD4}"/>
              </a:ext>
            </a:extLst>
          </p:cNvPr>
          <p:cNvSpPr>
            <a:spLocks/>
          </p:cNvSpPr>
          <p:nvPr/>
        </p:nvSpPr>
        <p:spPr bwMode="auto">
          <a:xfrm>
            <a:off x="5510213" y="5284789"/>
            <a:ext cx="481012" cy="238125"/>
          </a:xfrm>
          <a:custGeom>
            <a:avLst/>
            <a:gdLst>
              <a:gd name="T0" fmla="*/ 0 w 294"/>
              <a:gd name="T1" fmla="*/ 0 h 174"/>
              <a:gd name="T2" fmla="*/ 2147483647 w 294"/>
              <a:gd name="T3" fmla="*/ 2147483647 h 174"/>
              <a:gd name="T4" fmla="*/ 0 60000 65536"/>
              <a:gd name="T5" fmla="*/ 0 60000 65536"/>
              <a:gd name="T6" fmla="*/ 0 w 294"/>
              <a:gd name="T7" fmla="*/ 0 h 174"/>
              <a:gd name="T8" fmla="*/ 294 w 294"/>
              <a:gd name="T9" fmla="*/ 174 h 174"/>
            </a:gdLst>
            <a:ahLst/>
            <a:cxnLst>
              <a:cxn ang="T4">
                <a:pos x="T0" y="T1"/>
              </a:cxn>
              <a:cxn ang="T5">
                <a:pos x="T2" y="T3"/>
              </a:cxn>
            </a:cxnLst>
            <a:rect l="T6" t="T7" r="T8" b="T9"/>
            <a:pathLst>
              <a:path w="294" h="174">
                <a:moveTo>
                  <a:pt x="0" y="0"/>
                </a:moveTo>
                <a:lnTo>
                  <a:pt x="294" y="174"/>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7424" name="Freeform 545">
            <a:extLst>
              <a:ext uri="{FF2B5EF4-FFF2-40B4-BE49-F238E27FC236}">
                <a16:creationId xmlns:a16="http://schemas.microsoft.com/office/drawing/2014/main" id="{19E53828-DA86-4417-BD99-C753A97F2B06}"/>
              </a:ext>
            </a:extLst>
          </p:cNvPr>
          <p:cNvSpPr>
            <a:spLocks/>
          </p:cNvSpPr>
          <p:nvPr/>
        </p:nvSpPr>
        <p:spPr bwMode="auto">
          <a:xfrm>
            <a:off x="6553200" y="5273675"/>
            <a:ext cx="558800" cy="234950"/>
          </a:xfrm>
          <a:custGeom>
            <a:avLst/>
            <a:gdLst>
              <a:gd name="T0" fmla="*/ 0 w 352"/>
              <a:gd name="T1" fmla="*/ 2147483647 h 148"/>
              <a:gd name="T2" fmla="*/ 2147483647 w 352"/>
              <a:gd name="T3" fmla="*/ 0 h 148"/>
              <a:gd name="T4" fmla="*/ 0 60000 65536"/>
              <a:gd name="T5" fmla="*/ 0 60000 65536"/>
              <a:gd name="T6" fmla="*/ 0 w 352"/>
              <a:gd name="T7" fmla="*/ 0 h 148"/>
              <a:gd name="T8" fmla="*/ 352 w 352"/>
              <a:gd name="T9" fmla="*/ 148 h 148"/>
            </a:gdLst>
            <a:ahLst/>
            <a:cxnLst>
              <a:cxn ang="T4">
                <a:pos x="T0" y="T1"/>
              </a:cxn>
              <a:cxn ang="T5">
                <a:pos x="T2" y="T3"/>
              </a:cxn>
            </a:cxnLst>
            <a:rect l="T6" t="T7" r="T8" b="T9"/>
            <a:pathLst>
              <a:path w="352" h="148">
                <a:moveTo>
                  <a:pt x="0" y="148"/>
                </a:moveTo>
                <a:lnTo>
                  <a:pt x="352"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7425" name="Freeform 546">
            <a:extLst>
              <a:ext uri="{FF2B5EF4-FFF2-40B4-BE49-F238E27FC236}">
                <a16:creationId xmlns:a16="http://schemas.microsoft.com/office/drawing/2014/main" id="{B70B6AA3-3AA6-423F-A84A-EF6D19ED39A5}"/>
              </a:ext>
            </a:extLst>
          </p:cNvPr>
          <p:cNvSpPr>
            <a:spLocks/>
          </p:cNvSpPr>
          <p:nvPr/>
        </p:nvSpPr>
        <p:spPr bwMode="auto">
          <a:xfrm>
            <a:off x="7124701" y="5314950"/>
            <a:ext cx="206375" cy="508000"/>
          </a:xfrm>
          <a:custGeom>
            <a:avLst/>
            <a:gdLst>
              <a:gd name="T0" fmla="*/ 0 w 118"/>
              <a:gd name="T1" fmla="*/ 2147483647 h 500"/>
              <a:gd name="T2" fmla="*/ 2147483647 w 118"/>
              <a:gd name="T3" fmla="*/ 0 h 500"/>
              <a:gd name="T4" fmla="*/ 0 60000 65536"/>
              <a:gd name="T5" fmla="*/ 0 60000 65536"/>
              <a:gd name="T6" fmla="*/ 0 w 118"/>
              <a:gd name="T7" fmla="*/ 0 h 500"/>
              <a:gd name="T8" fmla="*/ 118 w 118"/>
              <a:gd name="T9" fmla="*/ 500 h 500"/>
            </a:gdLst>
            <a:ahLst/>
            <a:cxnLst>
              <a:cxn ang="T4">
                <a:pos x="T0" y="T1"/>
              </a:cxn>
              <a:cxn ang="T5">
                <a:pos x="T2" y="T3"/>
              </a:cxn>
            </a:cxnLst>
            <a:rect l="T6" t="T7" r="T8" b="T9"/>
            <a:pathLst>
              <a:path w="118" h="500">
                <a:moveTo>
                  <a:pt x="0" y="500"/>
                </a:moveTo>
                <a:lnTo>
                  <a:pt x="118"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7426" name="Freeform 547">
            <a:extLst>
              <a:ext uri="{FF2B5EF4-FFF2-40B4-BE49-F238E27FC236}">
                <a16:creationId xmlns:a16="http://schemas.microsoft.com/office/drawing/2014/main" id="{2C3F1A58-ECF2-4B38-B415-FA9B247295E2}"/>
              </a:ext>
            </a:extLst>
          </p:cNvPr>
          <p:cNvSpPr>
            <a:spLocks/>
          </p:cNvSpPr>
          <p:nvPr/>
        </p:nvSpPr>
        <p:spPr bwMode="auto">
          <a:xfrm>
            <a:off x="5889625" y="5848351"/>
            <a:ext cx="736600" cy="74613"/>
          </a:xfrm>
          <a:custGeom>
            <a:avLst/>
            <a:gdLst>
              <a:gd name="T0" fmla="*/ 2147483647 w 370"/>
              <a:gd name="T1" fmla="*/ 2147483647 h 32"/>
              <a:gd name="T2" fmla="*/ 0 w 370"/>
              <a:gd name="T3" fmla="*/ 0 h 32"/>
              <a:gd name="T4" fmla="*/ 0 60000 65536"/>
              <a:gd name="T5" fmla="*/ 0 60000 65536"/>
              <a:gd name="T6" fmla="*/ 0 w 370"/>
              <a:gd name="T7" fmla="*/ 0 h 32"/>
              <a:gd name="T8" fmla="*/ 370 w 370"/>
              <a:gd name="T9" fmla="*/ 32 h 32"/>
            </a:gdLst>
            <a:ahLst/>
            <a:cxnLst>
              <a:cxn ang="T4">
                <a:pos x="T0" y="T1"/>
              </a:cxn>
              <a:cxn ang="T5">
                <a:pos x="T2" y="T3"/>
              </a:cxn>
            </a:cxnLst>
            <a:rect l="T6" t="T7" r="T8" b="T9"/>
            <a:pathLst>
              <a:path w="370" h="32">
                <a:moveTo>
                  <a:pt x="370" y="32"/>
                </a:moveTo>
                <a:lnTo>
                  <a:pt x="0"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7427" name="Freeform 548">
            <a:extLst>
              <a:ext uri="{FF2B5EF4-FFF2-40B4-BE49-F238E27FC236}">
                <a16:creationId xmlns:a16="http://schemas.microsoft.com/office/drawing/2014/main" id="{3B7F8B73-D69D-40C0-AFF3-AC19615AE568}"/>
              </a:ext>
            </a:extLst>
          </p:cNvPr>
          <p:cNvSpPr>
            <a:spLocks/>
          </p:cNvSpPr>
          <p:nvPr/>
        </p:nvSpPr>
        <p:spPr bwMode="auto">
          <a:xfrm>
            <a:off x="5353051" y="5308600"/>
            <a:ext cx="193675" cy="425450"/>
          </a:xfrm>
          <a:custGeom>
            <a:avLst/>
            <a:gdLst>
              <a:gd name="T0" fmla="*/ 2147483647 w 176"/>
              <a:gd name="T1" fmla="*/ 2147483647 h 412"/>
              <a:gd name="T2" fmla="*/ 2147483647 w 176"/>
              <a:gd name="T3" fmla="*/ 2147483647 h 412"/>
              <a:gd name="T4" fmla="*/ 0 w 176"/>
              <a:gd name="T5" fmla="*/ 0 h 412"/>
              <a:gd name="T6" fmla="*/ 0 60000 65536"/>
              <a:gd name="T7" fmla="*/ 0 60000 65536"/>
              <a:gd name="T8" fmla="*/ 0 60000 65536"/>
              <a:gd name="T9" fmla="*/ 0 w 176"/>
              <a:gd name="T10" fmla="*/ 0 h 412"/>
              <a:gd name="T11" fmla="*/ 176 w 176"/>
              <a:gd name="T12" fmla="*/ 412 h 412"/>
            </a:gdLst>
            <a:ahLst/>
            <a:cxnLst>
              <a:cxn ang="T6">
                <a:pos x="T0" y="T1"/>
              </a:cxn>
              <a:cxn ang="T7">
                <a:pos x="T2" y="T3"/>
              </a:cxn>
              <a:cxn ang="T8">
                <a:pos x="T4" y="T5"/>
              </a:cxn>
            </a:cxnLst>
            <a:rect l="T9" t="T10" r="T11" b="T12"/>
            <a:pathLst>
              <a:path w="176" h="412">
                <a:moveTo>
                  <a:pt x="162" y="408"/>
                </a:moveTo>
                <a:lnTo>
                  <a:pt x="176" y="412"/>
                </a:lnTo>
                <a:lnTo>
                  <a:pt x="0"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7428" name="Line 549">
            <a:extLst>
              <a:ext uri="{FF2B5EF4-FFF2-40B4-BE49-F238E27FC236}">
                <a16:creationId xmlns:a16="http://schemas.microsoft.com/office/drawing/2014/main" id="{B3A63F68-C1CA-4A01-BDD2-48BC0FAF2E7C}"/>
              </a:ext>
            </a:extLst>
          </p:cNvPr>
          <p:cNvSpPr>
            <a:spLocks noChangeShapeType="1"/>
          </p:cNvSpPr>
          <p:nvPr/>
        </p:nvSpPr>
        <p:spPr bwMode="auto">
          <a:xfrm rot="16200000" flipH="1" flipV="1">
            <a:off x="8269288" y="4548188"/>
            <a:ext cx="0" cy="13620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17429" name="Group 553">
            <a:extLst>
              <a:ext uri="{FF2B5EF4-FFF2-40B4-BE49-F238E27FC236}">
                <a16:creationId xmlns:a16="http://schemas.microsoft.com/office/drawing/2014/main" id="{D17EBD88-FCFA-4369-A8C8-7DF2CBBB704C}"/>
              </a:ext>
            </a:extLst>
          </p:cNvPr>
          <p:cNvGrpSpPr>
            <a:grpSpLocks/>
          </p:cNvGrpSpPr>
          <p:nvPr/>
        </p:nvGrpSpPr>
        <p:grpSpPr bwMode="auto">
          <a:xfrm>
            <a:off x="6003926" y="4721225"/>
            <a:ext cx="600075" cy="287338"/>
            <a:chOff x="4396" y="1245"/>
            <a:chExt cx="672" cy="248"/>
          </a:xfrm>
        </p:grpSpPr>
        <p:sp>
          <p:nvSpPr>
            <p:cNvPr id="17474" name="Oval 407">
              <a:extLst>
                <a:ext uri="{FF2B5EF4-FFF2-40B4-BE49-F238E27FC236}">
                  <a16:creationId xmlns:a16="http://schemas.microsoft.com/office/drawing/2014/main" id="{4F1942DD-B553-4CE4-8E0A-29EF8C1288A8}"/>
                </a:ext>
              </a:extLst>
            </p:cNvPr>
            <p:cNvSpPr>
              <a:spLocks noChangeArrowheads="1"/>
            </p:cNvSpPr>
            <p:nvPr/>
          </p:nvSpPr>
          <p:spPr bwMode="auto">
            <a:xfrm>
              <a:off x="4399" y="1355"/>
              <a:ext cx="666" cy="138"/>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sp>
          <p:nvSpPr>
            <p:cNvPr id="17475" name="Rectangle 410">
              <a:extLst>
                <a:ext uri="{FF2B5EF4-FFF2-40B4-BE49-F238E27FC236}">
                  <a16:creationId xmlns:a16="http://schemas.microsoft.com/office/drawing/2014/main" id="{ECC7EAF1-46D5-44C4-AB48-E2B017857BFA}"/>
                </a:ext>
              </a:extLst>
            </p:cNvPr>
            <p:cNvSpPr>
              <a:spLocks noChangeArrowheads="1"/>
            </p:cNvSpPr>
            <p:nvPr/>
          </p:nvSpPr>
          <p:spPr bwMode="auto">
            <a:xfrm>
              <a:off x="4399" y="1339"/>
              <a:ext cx="669" cy="86"/>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latin typeface="Times New Roman" panose="02020603050405020304" pitchFamily="18" charset="0"/>
                <a:cs typeface="Arial" panose="020B0604020202020204" pitchFamily="34" charset="0"/>
              </a:endParaRPr>
            </a:p>
          </p:txBody>
        </p:sp>
        <p:sp>
          <p:nvSpPr>
            <p:cNvPr id="17476" name="Oval 411">
              <a:extLst>
                <a:ext uri="{FF2B5EF4-FFF2-40B4-BE49-F238E27FC236}">
                  <a16:creationId xmlns:a16="http://schemas.microsoft.com/office/drawing/2014/main" id="{BA76294A-C2C6-491C-BF6A-47ACBC487D4C}"/>
                </a:ext>
              </a:extLst>
            </p:cNvPr>
            <p:cNvSpPr>
              <a:spLocks noChangeArrowheads="1"/>
            </p:cNvSpPr>
            <p:nvPr/>
          </p:nvSpPr>
          <p:spPr bwMode="auto">
            <a:xfrm>
              <a:off x="4396" y="1245"/>
              <a:ext cx="667" cy="162"/>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grpSp>
          <p:nvGrpSpPr>
            <p:cNvPr id="17477" name="Group 557">
              <a:extLst>
                <a:ext uri="{FF2B5EF4-FFF2-40B4-BE49-F238E27FC236}">
                  <a16:creationId xmlns:a16="http://schemas.microsoft.com/office/drawing/2014/main" id="{C7919A40-C6B3-49B4-AE94-DA618A0649F2}"/>
                </a:ext>
              </a:extLst>
            </p:cNvPr>
            <p:cNvGrpSpPr>
              <a:grpSpLocks/>
            </p:cNvGrpSpPr>
            <p:nvPr/>
          </p:nvGrpSpPr>
          <p:grpSpPr bwMode="auto">
            <a:xfrm>
              <a:off x="4530" y="1287"/>
              <a:ext cx="377" cy="75"/>
              <a:chOff x="2468" y="1332"/>
              <a:chExt cx="310" cy="60"/>
            </a:xfrm>
          </p:grpSpPr>
          <p:sp>
            <p:nvSpPr>
              <p:cNvPr id="17480" name="Freeform 558">
                <a:extLst>
                  <a:ext uri="{FF2B5EF4-FFF2-40B4-BE49-F238E27FC236}">
                    <a16:creationId xmlns:a16="http://schemas.microsoft.com/office/drawing/2014/main" id="{D1B6F0F7-E60B-47FC-8A72-930586FA04AB}"/>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7481" name="Freeform 559">
                <a:extLst>
                  <a:ext uri="{FF2B5EF4-FFF2-40B4-BE49-F238E27FC236}">
                    <a16:creationId xmlns:a16="http://schemas.microsoft.com/office/drawing/2014/main" id="{927741C6-1B44-46E4-973E-071D4CAFE708}"/>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sp>
          <p:nvSpPr>
            <p:cNvPr id="17478" name="Line 560">
              <a:extLst>
                <a:ext uri="{FF2B5EF4-FFF2-40B4-BE49-F238E27FC236}">
                  <a16:creationId xmlns:a16="http://schemas.microsoft.com/office/drawing/2014/main" id="{A063DB29-CB1E-4DA1-8B96-B66E39711BEA}"/>
                </a:ext>
              </a:extLst>
            </p:cNvPr>
            <p:cNvSpPr>
              <a:spLocks noChangeShapeType="1"/>
            </p:cNvSpPr>
            <p:nvPr/>
          </p:nvSpPr>
          <p:spPr bwMode="auto">
            <a:xfrm>
              <a:off x="4400" y="1320"/>
              <a:ext cx="0" cy="11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79" name="Line 561">
              <a:extLst>
                <a:ext uri="{FF2B5EF4-FFF2-40B4-BE49-F238E27FC236}">
                  <a16:creationId xmlns:a16="http://schemas.microsoft.com/office/drawing/2014/main" id="{D301C891-6D0A-4531-A7AE-DCE7C33C2E02}"/>
                </a:ext>
              </a:extLst>
            </p:cNvPr>
            <p:cNvSpPr>
              <a:spLocks noChangeShapeType="1"/>
            </p:cNvSpPr>
            <p:nvPr/>
          </p:nvSpPr>
          <p:spPr bwMode="auto">
            <a:xfrm>
              <a:off x="5063" y="1326"/>
              <a:ext cx="0" cy="10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7430" name="Group 562">
            <a:extLst>
              <a:ext uri="{FF2B5EF4-FFF2-40B4-BE49-F238E27FC236}">
                <a16:creationId xmlns:a16="http://schemas.microsoft.com/office/drawing/2014/main" id="{42AE8725-270B-4971-B8F6-0B7A8787A29A}"/>
              </a:ext>
            </a:extLst>
          </p:cNvPr>
          <p:cNvGrpSpPr>
            <a:grpSpLocks/>
          </p:cNvGrpSpPr>
          <p:nvPr/>
        </p:nvGrpSpPr>
        <p:grpSpPr bwMode="auto">
          <a:xfrm>
            <a:off x="6557964" y="5721350"/>
            <a:ext cx="600075" cy="287338"/>
            <a:chOff x="4396" y="1245"/>
            <a:chExt cx="672" cy="248"/>
          </a:xfrm>
        </p:grpSpPr>
        <p:sp>
          <p:nvSpPr>
            <p:cNvPr id="17466" name="Oval 407">
              <a:extLst>
                <a:ext uri="{FF2B5EF4-FFF2-40B4-BE49-F238E27FC236}">
                  <a16:creationId xmlns:a16="http://schemas.microsoft.com/office/drawing/2014/main" id="{F96250CD-2B98-4B30-BC84-E7E6753D916F}"/>
                </a:ext>
              </a:extLst>
            </p:cNvPr>
            <p:cNvSpPr>
              <a:spLocks noChangeArrowheads="1"/>
            </p:cNvSpPr>
            <p:nvPr/>
          </p:nvSpPr>
          <p:spPr bwMode="auto">
            <a:xfrm>
              <a:off x="4399" y="1355"/>
              <a:ext cx="666" cy="138"/>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sp>
          <p:nvSpPr>
            <p:cNvPr id="17467" name="Rectangle 410">
              <a:extLst>
                <a:ext uri="{FF2B5EF4-FFF2-40B4-BE49-F238E27FC236}">
                  <a16:creationId xmlns:a16="http://schemas.microsoft.com/office/drawing/2014/main" id="{16764C02-3FDF-4195-A8DC-C24D3C4E9B0B}"/>
                </a:ext>
              </a:extLst>
            </p:cNvPr>
            <p:cNvSpPr>
              <a:spLocks noChangeArrowheads="1"/>
            </p:cNvSpPr>
            <p:nvPr/>
          </p:nvSpPr>
          <p:spPr bwMode="auto">
            <a:xfrm>
              <a:off x="4399" y="1339"/>
              <a:ext cx="669" cy="86"/>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latin typeface="Times New Roman" panose="02020603050405020304" pitchFamily="18" charset="0"/>
                <a:cs typeface="Arial" panose="020B0604020202020204" pitchFamily="34" charset="0"/>
              </a:endParaRPr>
            </a:p>
          </p:txBody>
        </p:sp>
        <p:sp>
          <p:nvSpPr>
            <p:cNvPr id="17468" name="Oval 411">
              <a:extLst>
                <a:ext uri="{FF2B5EF4-FFF2-40B4-BE49-F238E27FC236}">
                  <a16:creationId xmlns:a16="http://schemas.microsoft.com/office/drawing/2014/main" id="{3BD17044-E73A-4CBC-BDFA-74C4C4C34C42}"/>
                </a:ext>
              </a:extLst>
            </p:cNvPr>
            <p:cNvSpPr>
              <a:spLocks noChangeArrowheads="1"/>
            </p:cNvSpPr>
            <p:nvPr/>
          </p:nvSpPr>
          <p:spPr bwMode="auto">
            <a:xfrm>
              <a:off x="4396" y="1245"/>
              <a:ext cx="667" cy="162"/>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grpSp>
          <p:nvGrpSpPr>
            <p:cNvPr id="17469" name="Group 566">
              <a:extLst>
                <a:ext uri="{FF2B5EF4-FFF2-40B4-BE49-F238E27FC236}">
                  <a16:creationId xmlns:a16="http://schemas.microsoft.com/office/drawing/2014/main" id="{0209C490-915C-4CA9-ABC1-25C268593F45}"/>
                </a:ext>
              </a:extLst>
            </p:cNvPr>
            <p:cNvGrpSpPr>
              <a:grpSpLocks/>
            </p:cNvGrpSpPr>
            <p:nvPr/>
          </p:nvGrpSpPr>
          <p:grpSpPr bwMode="auto">
            <a:xfrm>
              <a:off x="4530" y="1287"/>
              <a:ext cx="377" cy="75"/>
              <a:chOff x="2468" y="1332"/>
              <a:chExt cx="310" cy="60"/>
            </a:xfrm>
          </p:grpSpPr>
          <p:sp>
            <p:nvSpPr>
              <p:cNvPr id="17472" name="Freeform 567">
                <a:extLst>
                  <a:ext uri="{FF2B5EF4-FFF2-40B4-BE49-F238E27FC236}">
                    <a16:creationId xmlns:a16="http://schemas.microsoft.com/office/drawing/2014/main" id="{7DF30690-6D35-4CFB-81C2-3E1A1EEDD636}"/>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7473" name="Freeform 568">
                <a:extLst>
                  <a:ext uri="{FF2B5EF4-FFF2-40B4-BE49-F238E27FC236}">
                    <a16:creationId xmlns:a16="http://schemas.microsoft.com/office/drawing/2014/main" id="{459F2A5F-1AF3-4D17-9A18-75190C2807B4}"/>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sp>
          <p:nvSpPr>
            <p:cNvPr id="17470" name="Line 569">
              <a:extLst>
                <a:ext uri="{FF2B5EF4-FFF2-40B4-BE49-F238E27FC236}">
                  <a16:creationId xmlns:a16="http://schemas.microsoft.com/office/drawing/2014/main" id="{A356DB01-2BBA-4F7A-B80F-58B63A8BE5E2}"/>
                </a:ext>
              </a:extLst>
            </p:cNvPr>
            <p:cNvSpPr>
              <a:spLocks noChangeShapeType="1"/>
            </p:cNvSpPr>
            <p:nvPr/>
          </p:nvSpPr>
          <p:spPr bwMode="auto">
            <a:xfrm>
              <a:off x="4400" y="1320"/>
              <a:ext cx="0" cy="11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71" name="Line 570">
              <a:extLst>
                <a:ext uri="{FF2B5EF4-FFF2-40B4-BE49-F238E27FC236}">
                  <a16:creationId xmlns:a16="http://schemas.microsoft.com/office/drawing/2014/main" id="{BAA5EC6B-31C6-48BE-820B-AAD7C8554F51}"/>
                </a:ext>
              </a:extLst>
            </p:cNvPr>
            <p:cNvSpPr>
              <a:spLocks noChangeShapeType="1"/>
            </p:cNvSpPr>
            <p:nvPr/>
          </p:nvSpPr>
          <p:spPr bwMode="auto">
            <a:xfrm>
              <a:off x="5063" y="1326"/>
              <a:ext cx="0" cy="10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7431" name="Group 571">
            <a:extLst>
              <a:ext uri="{FF2B5EF4-FFF2-40B4-BE49-F238E27FC236}">
                <a16:creationId xmlns:a16="http://schemas.microsoft.com/office/drawing/2014/main" id="{C7973635-D4AE-4CE3-9712-0C00548BC74D}"/>
              </a:ext>
            </a:extLst>
          </p:cNvPr>
          <p:cNvGrpSpPr>
            <a:grpSpLocks/>
          </p:cNvGrpSpPr>
          <p:nvPr/>
        </p:nvGrpSpPr>
        <p:grpSpPr bwMode="auto">
          <a:xfrm>
            <a:off x="5338764" y="5673725"/>
            <a:ext cx="600075" cy="287338"/>
            <a:chOff x="4396" y="1245"/>
            <a:chExt cx="672" cy="248"/>
          </a:xfrm>
        </p:grpSpPr>
        <p:sp>
          <p:nvSpPr>
            <p:cNvPr id="17458" name="Oval 407">
              <a:extLst>
                <a:ext uri="{FF2B5EF4-FFF2-40B4-BE49-F238E27FC236}">
                  <a16:creationId xmlns:a16="http://schemas.microsoft.com/office/drawing/2014/main" id="{EA724143-3592-433D-8805-B465ADF383B8}"/>
                </a:ext>
              </a:extLst>
            </p:cNvPr>
            <p:cNvSpPr>
              <a:spLocks noChangeArrowheads="1"/>
            </p:cNvSpPr>
            <p:nvPr/>
          </p:nvSpPr>
          <p:spPr bwMode="auto">
            <a:xfrm>
              <a:off x="4399" y="1355"/>
              <a:ext cx="666" cy="138"/>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sp>
          <p:nvSpPr>
            <p:cNvPr id="17459" name="Rectangle 410">
              <a:extLst>
                <a:ext uri="{FF2B5EF4-FFF2-40B4-BE49-F238E27FC236}">
                  <a16:creationId xmlns:a16="http://schemas.microsoft.com/office/drawing/2014/main" id="{DA1DD01B-ABC3-41FD-B2D0-19EF17421CC5}"/>
                </a:ext>
              </a:extLst>
            </p:cNvPr>
            <p:cNvSpPr>
              <a:spLocks noChangeArrowheads="1"/>
            </p:cNvSpPr>
            <p:nvPr/>
          </p:nvSpPr>
          <p:spPr bwMode="auto">
            <a:xfrm>
              <a:off x="4399" y="1339"/>
              <a:ext cx="669" cy="86"/>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latin typeface="Times New Roman" panose="02020603050405020304" pitchFamily="18" charset="0"/>
                <a:cs typeface="Arial" panose="020B0604020202020204" pitchFamily="34" charset="0"/>
              </a:endParaRPr>
            </a:p>
          </p:txBody>
        </p:sp>
        <p:sp>
          <p:nvSpPr>
            <p:cNvPr id="17460" name="Oval 411">
              <a:extLst>
                <a:ext uri="{FF2B5EF4-FFF2-40B4-BE49-F238E27FC236}">
                  <a16:creationId xmlns:a16="http://schemas.microsoft.com/office/drawing/2014/main" id="{604273EA-0E2D-4A45-911D-877B5B5773C4}"/>
                </a:ext>
              </a:extLst>
            </p:cNvPr>
            <p:cNvSpPr>
              <a:spLocks noChangeArrowheads="1"/>
            </p:cNvSpPr>
            <p:nvPr/>
          </p:nvSpPr>
          <p:spPr bwMode="auto">
            <a:xfrm>
              <a:off x="4396" y="1245"/>
              <a:ext cx="667" cy="162"/>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grpSp>
          <p:nvGrpSpPr>
            <p:cNvPr id="17461" name="Group 575">
              <a:extLst>
                <a:ext uri="{FF2B5EF4-FFF2-40B4-BE49-F238E27FC236}">
                  <a16:creationId xmlns:a16="http://schemas.microsoft.com/office/drawing/2014/main" id="{80A600DA-D52D-4296-AB79-CEC0185F9DE2}"/>
                </a:ext>
              </a:extLst>
            </p:cNvPr>
            <p:cNvGrpSpPr>
              <a:grpSpLocks/>
            </p:cNvGrpSpPr>
            <p:nvPr/>
          </p:nvGrpSpPr>
          <p:grpSpPr bwMode="auto">
            <a:xfrm>
              <a:off x="4530" y="1287"/>
              <a:ext cx="377" cy="75"/>
              <a:chOff x="2468" y="1332"/>
              <a:chExt cx="310" cy="60"/>
            </a:xfrm>
          </p:grpSpPr>
          <p:sp>
            <p:nvSpPr>
              <p:cNvPr id="17464" name="Freeform 576">
                <a:extLst>
                  <a:ext uri="{FF2B5EF4-FFF2-40B4-BE49-F238E27FC236}">
                    <a16:creationId xmlns:a16="http://schemas.microsoft.com/office/drawing/2014/main" id="{D403C6E0-BC41-4124-A80D-246C7EC69E9B}"/>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7465" name="Freeform 577">
                <a:extLst>
                  <a:ext uri="{FF2B5EF4-FFF2-40B4-BE49-F238E27FC236}">
                    <a16:creationId xmlns:a16="http://schemas.microsoft.com/office/drawing/2014/main" id="{91E1B901-C34D-443B-8FDC-CD7D80B56976}"/>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sp>
          <p:nvSpPr>
            <p:cNvPr id="17462" name="Line 578">
              <a:extLst>
                <a:ext uri="{FF2B5EF4-FFF2-40B4-BE49-F238E27FC236}">
                  <a16:creationId xmlns:a16="http://schemas.microsoft.com/office/drawing/2014/main" id="{E655299F-2EDE-429F-BA0F-A7F2D0E49EB4}"/>
                </a:ext>
              </a:extLst>
            </p:cNvPr>
            <p:cNvSpPr>
              <a:spLocks noChangeShapeType="1"/>
            </p:cNvSpPr>
            <p:nvPr/>
          </p:nvSpPr>
          <p:spPr bwMode="auto">
            <a:xfrm>
              <a:off x="4400" y="1320"/>
              <a:ext cx="0" cy="11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63" name="Line 579">
              <a:extLst>
                <a:ext uri="{FF2B5EF4-FFF2-40B4-BE49-F238E27FC236}">
                  <a16:creationId xmlns:a16="http://schemas.microsoft.com/office/drawing/2014/main" id="{B6B0C427-0B95-4055-AE91-CB46AD7A0C10}"/>
                </a:ext>
              </a:extLst>
            </p:cNvPr>
            <p:cNvSpPr>
              <a:spLocks noChangeShapeType="1"/>
            </p:cNvSpPr>
            <p:nvPr/>
          </p:nvSpPr>
          <p:spPr bwMode="auto">
            <a:xfrm>
              <a:off x="5063" y="1326"/>
              <a:ext cx="0" cy="10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7432" name="Group 342">
            <a:extLst>
              <a:ext uri="{FF2B5EF4-FFF2-40B4-BE49-F238E27FC236}">
                <a16:creationId xmlns:a16="http://schemas.microsoft.com/office/drawing/2014/main" id="{237FF716-0CBC-409D-B0D6-8F1591B3D4CD}"/>
              </a:ext>
            </a:extLst>
          </p:cNvPr>
          <p:cNvGrpSpPr>
            <a:grpSpLocks/>
          </p:cNvGrpSpPr>
          <p:nvPr/>
        </p:nvGrpSpPr>
        <p:grpSpPr bwMode="auto">
          <a:xfrm>
            <a:off x="3910014" y="4770438"/>
            <a:ext cx="4433887" cy="1200150"/>
            <a:chOff x="1489" y="3201"/>
            <a:chExt cx="2793" cy="756"/>
          </a:xfrm>
        </p:grpSpPr>
        <p:grpSp>
          <p:nvGrpSpPr>
            <p:cNvPr id="17434" name="Group 177">
              <a:extLst>
                <a:ext uri="{FF2B5EF4-FFF2-40B4-BE49-F238E27FC236}">
                  <a16:creationId xmlns:a16="http://schemas.microsoft.com/office/drawing/2014/main" id="{3EF64B42-2192-49EF-8175-1F0A672FE35C}"/>
                </a:ext>
              </a:extLst>
            </p:cNvPr>
            <p:cNvGrpSpPr>
              <a:grpSpLocks/>
            </p:cNvGrpSpPr>
            <p:nvPr/>
          </p:nvGrpSpPr>
          <p:grpSpPr bwMode="auto">
            <a:xfrm>
              <a:off x="1489" y="3267"/>
              <a:ext cx="228" cy="165"/>
              <a:chOff x="1548" y="3723"/>
              <a:chExt cx="228" cy="165"/>
            </a:xfrm>
          </p:grpSpPr>
          <p:sp>
            <p:nvSpPr>
              <p:cNvPr id="17455" name="Rectangle 175">
                <a:extLst>
                  <a:ext uri="{FF2B5EF4-FFF2-40B4-BE49-F238E27FC236}">
                    <a16:creationId xmlns:a16="http://schemas.microsoft.com/office/drawing/2014/main" id="{856829EE-DD24-4E84-B730-29A93986DC9D}"/>
                  </a:ext>
                </a:extLst>
              </p:cNvPr>
              <p:cNvSpPr>
                <a:spLocks noChangeArrowheads="1"/>
              </p:cNvSpPr>
              <p:nvPr/>
            </p:nvSpPr>
            <p:spPr bwMode="auto">
              <a:xfrm>
                <a:off x="1563" y="3723"/>
                <a:ext cx="102" cy="150"/>
              </a:xfrm>
              <a:prstGeom prst="rect">
                <a:avLst/>
              </a:prstGeom>
              <a:solidFill>
                <a:srgbClr val="000099"/>
              </a:solidFill>
              <a:ln w="9525">
                <a:solidFill>
                  <a:srgbClr val="000099"/>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7456" name="Rectangle 174">
                <a:extLst>
                  <a:ext uri="{FF2B5EF4-FFF2-40B4-BE49-F238E27FC236}">
                    <a16:creationId xmlns:a16="http://schemas.microsoft.com/office/drawing/2014/main" id="{69BB7D6C-6CF4-4059-86A2-5198CA4A4127}"/>
                  </a:ext>
                </a:extLst>
              </p:cNvPr>
              <p:cNvSpPr>
                <a:spLocks noChangeArrowheads="1"/>
              </p:cNvSpPr>
              <p:nvPr/>
            </p:nvSpPr>
            <p:spPr bwMode="auto">
              <a:xfrm>
                <a:off x="1548" y="3738"/>
                <a:ext cx="102" cy="150"/>
              </a:xfrm>
              <a:prstGeom prst="rect">
                <a:avLst/>
              </a:prstGeom>
              <a:solidFill>
                <a:srgbClr val="000099"/>
              </a:solidFill>
              <a:ln w="9525">
                <a:solidFill>
                  <a:srgbClr val="000099"/>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7457" name="Line 176">
                <a:extLst>
                  <a:ext uri="{FF2B5EF4-FFF2-40B4-BE49-F238E27FC236}">
                    <a16:creationId xmlns:a16="http://schemas.microsoft.com/office/drawing/2014/main" id="{39229D33-B704-4872-AC8A-7BD7BF1A941A}"/>
                  </a:ext>
                </a:extLst>
              </p:cNvPr>
              <p:cNvSpPr>
                <a:spLocks noChangeShapeType="1"/>
              </p:cNvSpPr>
              <p:nvPr/>
            </p:nvSpPr>
            <p:spPr bwMode="auto">
              <a:xfrm>
                <a:off x="1650" y="3816"/>
                <a:ext cx="126" cy="0"/>
              </a:xfrm>
              <a:prstGeom prst="line">
                <a:avLst/>
              </a:prstGeom>
              <a:noFill/>
              <a:ln w="9525">
                <a:solidFill>
                  <a:srgbClr val="000099"/>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7435" name="Group 178">
              <a:extLst>
                <a:ext uri="{FF2B5EF4-FFF2-40B4-BE49-F238E27FC236}">
                  <a16:creationId xmlns:a16="http://schemas.microsoft.com/office/drawing/2014/main" id="{63C453F1-D028-4926-AF37-7FDAA07F9731}"/>
                </a:ext>
              </a:extLst>
            </p:cNvPr>
            <p:cNvGrpSpPr>
              <a:grpSpLocks/>
            </p:cNvGrpSpPr>
            <p:nvPr/>
          </p:nvGrpSpPr>
          <p:grpSpPr bwMode="auto">
            <a:xfrm>
              <a:off x="1987" y="3270"/>
              <a:ext cx="228" cy="165"/>
              <a:chOff x="1548" y="3723"/>
              <a:chExt cx="228" cy="165"/>
            </a:xfrm>
          </p:grpSpPr>
          <p:sp>
            <p:nvSpPr>
              <p:cNvPr id="17452" name="Rectangle 179">
                <a:extLst>
                  <a:ext uri="{FF2B5EF4-FFF2-40B4-BE49-F238E27FC236}">
                    <a16:creationId xmlns:a16="http://schemas.microsoft.com/office/drawing/2014/main" id="{D1EC775A-6EBB-4822-AFF9-E2EA9E0A0719}"/>
                  </a:ext>
                </a:extLst>
              </p:cNvPr>
              <p:cNvSpPr>
                <a:spLocks noChangeArrowheads="1"/>
              </p:cNvSpPr>
              <p:nvPr/>
            </p:nvSpPr>
            <p:spPr bwMode="auto">
              <a:xfrm>
                <a:off x="1563" y="3723"/>
                <a:ext cx="102" cy="150"/>
              </a:xfrm>
              <a:prstGeom prst="rect">
                <a:avLst/>
              </a:prstGeom>
              <a:solidFill>
                <a:srgbClr val="000099"/>
              </a:solidFill>
              <a:ln w="9525">
                <a:solidFill>
                  <a:srgbClr val="000099"/>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7453" name="Rectangle 180">
                <a:extLst>
                  <a:ext uri="{FF2B5EF4-FFF2-40B4-BE49-F238E27FC236}">
                    <a16:creationId xmlns:a16="http://schemas.microsoft.com/office/drawing/2014/main" id="{6F3584E4-ABA4-4AFD-9B83-39AB6C7C9ABB}"/>
                  </a:ext>
                </a:extLst>
              </p:cNvPr>
              <p:cNvSpPr>
                <a:spLocks noChangeArrowheads="1"/>
              </p:cNvSpPr>
              <p:nvPr/>
            </p:nvSpPr>
            <p:spPr bwMode="auto">
              <a:xfrm>
                <a:off x="1548" y="3738"/>
                <a:ext cx="102" cy="150"/>
              </a:xfrm>
              <a:prstGeom prst="rect">
                <a:avLst/>
              </a:prstGeom>
              <a:solidFill>
                <a:srgbClr val="000099"/>
              </a:solidFill>
              <a:ln w="9525">
                <a:solidFill>
                  <a:srgbClr val="000099"/>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7454" name="Line 181">
                <a:extLst>
                  <a:ext uri="{FF2B5EF4-FFF2-40B4-BE49-F238E27FC236}">
                    <a16:creationId xmlns:a16="http://schemas.microsoft.com/office/drawing/2014/main" id="{A513E0C6-E26D-4ADB-8618-CBD3F32EF012}"/>
                  </a:ext>
                </a:extLst>
              </p:cNvPr>
              <p:cNvSpPr>
                <a:spLocks noChangeShapeType="1"/>
              </p:cNvSpPr>
              <p:nvPr/>
            </p:nvSpPr>
            <p:spPr bwMode="auto">
              <a:xfrm>
                <a:off x="1650" y="3816"/>
                <a:ext cx="126" cy="0"/>
              </a:xfrm>
              <a:prstGeom prst="line">
                <a:avLst/>
              </a:prstGeom>
              <a:noFill/>
              <a:ln w="9525">
                <a:solidFill>
                  <a:srgbClr val="000099"/>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7436" name="Group 182">
              <a:extLst>
                <a:ext uri="{FF2B5EF4-FFF2-40B4-BE49-F238E27FC236}">
                  <a16:creationId xmlns:a16="http://schemas.microsoft.com/office/drawing/2014/main" id="{634623B9-D241-4CD9-9666-1481398A2C71}"/>
                </a:ext>
              </a:extLst>
            </p:cNvPr>
            <p:cNvGrpSpPr>
              <a:grpSpLocks/>
            </p:cNvGrpSpPr>
            <p:nvPr/>
          </p:nvGrpSpPr>
          <p:grpSpPr bwMode="auto">
            <a:xfrm>
              <a:off x="3166" y="3201"/>
              <a:ext cx="228" cy="165"/>
              <a:chOff x="1548" y="3723"/>
              <a:chExt cx="228" cy="165"/>
            </a:xfrm>
          </p:grpSpPr>
          <p:sp>
            <p:nvSpPr>
              <p:cNvPr id="17449" name="Rectangle 183">
                <a:extLst>
                  <a:ext uri="{FF2B5EF4-FFF2-40B4-BE49-F238E27FC236}">
                    <a16:creationId xmlns:a16="http://schemas.microsoft.com/office/drawing/2014/main" id="{98098955-1D1C-4664-B85C-123C5F8226D5}"/>
                  </a:ext>
                </a:extLst>
              </p:cNvPr>
              <p:cNvSpPr>
                <a:spLocks noChangeArrowheads="1"/>
              </p:cNvSpPr>
              <p:nvPr/>
            </p:nvSpPr>
            <p:spPr bwMode="auto">
              <a:xfrm>
                <a:off x="1563" y="3723"/>
                <a:ext cx="102" cy="150"/>
              </a:xfrm>
              <a:prstGeom prst="rect">
                <a:avLst/>
              </a:prstGeom>
              <a:solidFill>
                <a:srgbClr val="000099"/>
              </a:solidFill>
              <a:ln w="9525">
                <a:solidFill>
                  <a:srgbClr val="000099"/>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7450" name="Rectangle 184">
                <a:extLst>
                  <a:ext uri="{FF2B5EF4-FFF2-40B4-BE49-F238E27FC236}">
                    <a16:creationId xmlns:a16="http://schemas.microsoft.com/office/drawing/2014/main" id="{06B45732-8082-4249-87F8-EA4667B3AD7C}"/>
                  </a:ext>
                </a:extLst>
              </p:cNvPr>
              <p:cNvSpPr>
                <a:spLocks noChangeArrowheads="1"/>
              </p:cNvSpPr>
              <p:nvPr/>
            </p:nvSpPr>
            <p:spPr bwMode="auto">
              <a:xfrm>
                <a:off x="1548" y="3738"/>
                <a:ext cx="102" cy="150"/>
              </a:xfrm>
              <a:prstGeom prst="rect">
                <a:avLst/>
              </a:prstGeom>
              <a:solidFill>
                <a:srgbClr val="000099"/>
              </a:solidFill>
              <a:ln w="9525">
                <a:solidFill>
                  <a:srgbClr val="000099"/>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7451" name="Line 185">
                <a:extLst>
                  <a:ext uri="{FF2B5EF4-FFF2-40B4-BE49-F238E27FC236}">
                    <a16:creationId xmlns:a16="http://schemas.microsoft.com/office/drawing/2014/main" id="{7711288E-7210-4967-B622-B48A3C4A3BAB}"/>
                  </a:ext>
                </a:extLst>
              </p:cNvPr>
              <p:cNvSpPr>
                <a:spLocks noChangeShapeType="1"/>
              </p:cNvSpPr>
              <p:nvPr/>
            </p:nvSpPr>
            <p:spPr bwMode="auto">
              <a:xfrm>
                <a:off x="1650" y="3816"/>
                <a:ext cx="126" cy="0"/>
              </a:xfrm>
              <a:prstGeom prst="line">
                <a:avLst/>
              </a:prstGeom>
              <a:noFill/>
              <a:ln w="9525">
                <a:solidFill>
                  <a:srgbClr val="000099"/>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7437" name="Group 186">
              <a:extLst>
                <a:ext uri="{FF2B5EF4-FFF2-40B4-BE49-F238E27FC236}">
                  <a16:creationId xmlns:a16="http://schemas.microsoft.com/office/drawing/2014/main" id="{ABAF71F9-D70C-4F34-9FEB-D6EE3C041D81}"/>
                </a:ext>
              </a:extLst>
            </p:cNvPr>
            <p:cNvGrpSpPr>
              <a:grpSpLocks/>
            </p:cNvGrpSpPr>
            <p:nvPr/>
          </p:nvGrpSpPr>
          <p:grpSpPr bwMode="auto">
            <a:xfrm>
              <a:off x="2836" y="3792"/>
              <a:ext cx="228" cy="165"/>
              <a:chOff x="1548" y="3723"/>
              <a:chExt cx="228" cy="165"/>
            </a:xfrm>
          </p:grpSpPr>
          <p:sp>
            <p:nvSpPr>
              <p:cNvPr id="17446" name="Rectangle 187">
                <a:extLst>
                  <a:ext uri="{FF2B5EF4-FFF2-40B4-BE49-F238E27FC236}">
                    <a16:creationId xmlns:a16="http://schemas.microsoft.com/office/drawing/2014/main" id="{3A44B2CA-B485-43C6-B723-A46282B020F2}"/>
                  </a:ext>
                </a:extLst>
              </p:cNvPr>
              <p:cNvSpPr>
                <a:spLocks noChangeArrowheads="1"/>
              </p:cNvSpPr>
              <p:nvPr/>
            </p:nvSpPr>
            <p:spPr bwMode="auto">
              <a:xfrm>
                <a:off x="1563" y="3723"/>
                <a:ext cx="102" cy="150"/>
              </a:xfrm>
              <a:prstGeom prst="rect">
                <a:avLst/>
              </a:prstGeom>
              <a:solidFill>
                <a:srgbClr val="000099"/>
              </a:solidFill>
              <a:ln w="9525">
                <a:solidFill>
                  <a:srgbClr val="000099"/>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7447" name="Rectangle 188">
                <a:extLst>
                  <a:ext uri="{FF2B5EF4-FFF2-40B4-BE49-F238E27FC236}">
                    <a16:creationId xmlns:a16="http://schemas.microsoft.com/office/drawing/2014/main" id="{F563A6F7-50A8-4D07-9194-8C0D79A2081C}"/>
                  </a:ext>
                </a:extLst>
              </p:cNvPr>
              <p:cNvSpPr>
                <a:spLocks noChangeArrowheads="1"/>
              </p:cNvSpPr>
              <p:nvPr/>
            </p:nvSpPr>
            <p:spPr bwMode="auto">
              <a:xfrm>
                <a:off x="1548" y="3738"/>
                <a:ext cx="102" cy="150"/>
              </a:xfrm>
              <a:prstGeom prst="rect">
                <a:avLst/>
              </a:prstGeom>
              <a:solidFill>
                <a:srgbClr val="000099"/>
              </a:solidFill>
              <a:ln w="9525">
                <a:solidFill>
                  <a:srgbClr val="000099"/>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7448" name="Line 189">
                <a:extLst>
                  <a:ext uri="{FF2B5EF4-FFF2-40B4-BE49-F238E27FC236}">
                    <a16:creationId xmlns:a16="http://schemas.microsoft.com/office/drawing/2014/main" id="{9BF3E01B-F822-42F3-B228-9EAB88E5C693}"/>
                  </a:ext>
                </a:extLst>
              </p:cNvPr>
              <p:cNvSpPr>
                <a:spLocks noChangeShapeType="1"/>
              </p:cNvSpPr>
              <p:nvPr/>
            </p:nvSpPr>
            <p:spPr bwMode="auto">
              <a:xfrm>
                <a:off x="1650" y="3816"/>
                <a:ext cx="126" cy="0"/>
              </a:xfrm>
              <a:prstGeom prst="line">
                <a:avLst/>
              </a:prstGeom>
              <a:noFill/>
              <a:ln w="9525">
                <a:solidFill>
                  <a:srgbClr val="000099"/>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7438" name="Group 190">
              <a:extLst>
                <a:ext uri="{FF2B5EF4-FFF2-40B4-BE49-F238E27FC236}">
                  <a16:creationId xmlns:a16="http://schemas.microsoft.com/office/drawing/2014/main" id="{4D53BB8B-F8BD-4609-AA17-9E0E1F0175DC}"/>
                </a:ext>
              </a:extLst>
            </p:cNvPr>
            <p:cNvGrpSpPr>
              <a:grpSpLocks/>
            </p:cNvGrpSpPr>
            <p:nvPr/>
          </p:nvGrpSpPr>
          <p:grpSpPr bwMode="auto">
            <a:xfrm>
              <a:off x="2572" y="3492"/>
              <a:ext cx="228" cy="165"/>
              <a:chOff x="1548" y="3723"/>
              <a:chExt cx="228" cy="165"/>
            </a:xfrm>
          </p:grpSpPr>
          <p:sp>
            <p:nvSpPr>
              <p:cNvPr id="17443" name="Rectangle 191">
                <a:extLst>
                  <a:ext uri="{FF2B5EF4-FFF2-40B4-BE49-F238E27FC236}">
                    <a16:creationId xmlns:a16="http://schemas.microsoft.com/office/drawing/2014/main" id="{1F40B9E9-746F-47C8-B1FF-DA36FEC48AF6}"/>
                  </a:ext>
                </a:extLst>
              </p:cNvPr>
              <p:cNvSpPr>
                <a:spLocks noChangeArrowheads="1"/>
              </p:cNvSpPr>
              <p:nvPr/>
            </p:nvSpPr>
            <p:spPr bwMode="auto">
              <a:xfrm>
                <a:off x="1563" y="3723"/>
                <a:ext cx="102" cy="150"/>
              </a:xfrm>
              <a:prstGeom prst="rect">
                <a:avLst/>
              </a:prstGeom>
              <a:solidFill>
                <a:srgbClr val="000099"/>
              </a:solidFill>
              <a:ln w="9525">
                <a:solidFill>
                  <a:srgbClr val="000099"/>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7444" name="Rectangle 192">
                <a:extLst>
                  <a:ext uri="{FF2B5EF4-FFF2-40B4-BE49-F238E27FC236}">
                    <a16:creationId xmlns:a16="http://schemas.microsoft.com/office/drawing/2014/main" id="{29CA97C5-0E06-4AF7-ADE8-B12E0E30D25A}"/>
                  </a:ext>
                </a:extLst>
              </p:cNvPr>
              <p:cNvSpPr>
                <a:spLocks noChangeArrowheads="1"/>
              </p:cNvSpPr>
              <p:nvPr/>
            </p:nvSpPr>
            <p:spPr bwMode="auto">
              <a:xfrm>
                <a:off x="1548" y="3738"/>
                <a:ext cx="102" cy="150"/>
              </a:xfrm>
              <a:prstGeom prst="rect">
                <a:avLst/>
              </a:prstGeom>
              <a:solidFill>
                <a:srgbClr val="000099"/>
              </a:solidFill>
              <a:ln w="9525">
                <a:solidFill>
                  <a:srgbClr val="000099"/>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7445" name="Line 193">
                <a:extLst>
                  <a:ext uri="{FF2B5EF4-FFF2-40B4-BE49-F238E27FC236}">
                    <a16:creationId xmlns:a16="http://schemas.microsoft.com/office/drawing/2014/main" id="{DB254C57-4A29-4FED-B97D-1EEEBD6D575A}"/>
                  </a:ext>
                </a:extLst>
              </p:cNvPr>
              <p:cNvSpPr>
                <a:spLocks noChangeShapeType="1"/>
              </p:cNvSpPr>
              <p:nvPr/>
            </p:nvSpPr>
            <p:spPr bwMode="auto">
              <a:xfrm>
                <a:off x="1650" y="3816"/>
                <a:ext cx="126" cy="0"/>
              </a:xfrm>
              <a:prstGeom prst="line">
                <a:avLst/>
              </a:prstGeom>
              <a:noFill/>
              <a:ln w="9525">
                <a:solidFill>
                  <a:srgbClr val="000099"/>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7439" name="Group 194">
              <a:extLst>
                <a:ext uri="{FF2B5EF4-FFF2-40B4-BE49-F238E27FC236}">
                  <a16:creationId xmlns:a16="http://schemas.microsoft.com/office/drawing/2014/main" id="{423140EE-EA27-46DC-9E66-E8EC18FEC16B}"/>
                </a:ext>
              </a:extLst>
            </p:cNvPr>
            <p:cNvGrpSpPr>
              <a:grpSpLocks/>
            </p:cNvGrpSpPr>
            <p:nvPr/>
          </p:nvGrpSpPr>
          <p:grpSpPr bwMode="auto">
            <a:xfrm>
              <a:off x="4054" y="3318"/>
              <a:ext cx="228" cy="165"/>
              <a:chOff x="1548" y="3723"/>
              <a:chExt cx="228" cy="165"/>
            </a:xfrm>
          </p:grpSpPr>
          <p:sp>
            <p:nvSpPr>
              <p:cNvPr id="17440" name="Rectangle 195">
                <a:extLst>
                  <a:ext uri="{FF2B5EF4-FFF2-40B4-BE49-F238E27FC236}">
                    <a16:creationId xmlns:a16="http://schemas.microsoft.com/office/drawing/2014/main" id="{2B99DE63-56E5-41F7-89AD-2122638052D5}"/>
                  </a:ext>
                </a:extLst>
              </p:cNvPr>
              <p:cNvSpPr>
                <a:spLocks noChangeArrowheads="1"/>
              </p:cNvSpPr>
              <p:nvPr/>
            </p:nvSpPr>
            <p:spPr bwMode="auto">
              <a:xfrm>
                <a:off x="1563" y="3723"/>
                <a:ext cx="102" cy="150"/>
              </a:xfrm>
              <a:prstGeom prst="rect">
                <a:avLst/>
              </a:prstGeom>
              <a:solidFill>
                <a:srgbClr val="000099"/>
              </a:solidFill>
              <a:ln w="9525">
                <a:solidFill>
                  <a:srgbClr val="000099"/>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7441" name="Rectangle 196">
                <a:extLst>
                  <a:ext uri="{FF2B5EF4-FFF2-40B4-BE49-F238E27FC236}">
                    <a16:creationId xmlns:a16="http://schemas.microsoft.com/office/drawing/2014/main" id="{842CDFB3-042D-4A71-B46F-D73C94DC87FE}"/>
                  </a:ext>
                </a:extLst>
              </p:cNvPr>
              <p:cNvSpPr>
                <a:spLocks noChangeArrowheads="1"/>
              </p:cNvSpPr>
              <p:nvPr/>
            </p:nvSpPr>
            <p:spPr bwMode="auto">
              <a:xfrm>
                <a:off x="1548" y="3738"/>
                <a:ext cx="102" cy="150"/>
              </a:xfrm>
              <a:prstGeom prst="rect">
                <a:avLst/>
              </a:prstGeom>
              <a:solidFill>
                <a:srgbClr val="000099"/>
              </a:solidFill>
              <a:ln w="9525">
                <a:solidFill>
                  <a:srgbClr val="000099"/>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7442" name="Line 197">
                <a:extLst>
                  <a:ext uri="{FF2B5EF4-FFF2-40B4-BE49-F238E27FC236}">
                    <a16:creationId xmlns:a16="http://schemas.microsoft.com/office/drawing/2014/main" id="{C952164D-39A7-4B98-9E66-93C5A5F7BFDA}"/>
                  </a:ext>
                </a:extLst>
              </p:cNvPr>
              <p:cNvSpPr>
                <a:spLocks noChangeShapeType="1"/>
              </p:cNvSpPr>
              <p:nvPr/>
            </p:nvSpPr>
            <p:spPr bwMode="auto">
              <a:xfrm>
                <a:off x="1650" y="3816"/>
                <a:ext cx="126" cy="0"/>
              </a:xfrm>
              <a:prstGeom prst="line">
                <a:avLst/>
              </a:prstGeom>
              <a:noFill/>
              <a:ln w="9525">
                <a:solidFill>
                  <a:srgbClr val="000099"/>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grpSp>
      <p:sp>
        <p:nvSpPr>
          <p:cNvPr id="111738" name="Text Box 122">
            <a:extLst>
              <a:ext uri="{FF2B5EF4-FFF2-40B4-BE49-F238E27FC236}">
                <a16:creationId xmlns:a16="http://schemas.microsoft.com/office/drawing/2014/main" id="{5F4AFAA8-1EA4-4BDE-A1F8-8D21AEB9FABC}"/>
              </a:ext>
            </a:extLst>
          </p:cNvPr>
          <p:cNvSpPr txBox="1">
            <a:spLocks noChangeArrowheads="1"/>
          </p:cNvSpPr>
          <p:nvPr/>
        </p:nvSpPr>
        <p:spPr bwMode="auto">
          <a:xfrm>
            <a:off x="6718638" y="4384675"/>
            <a:ext cx="20313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a:solidFill>
                  <a:srgbClr val="CC0000"/>
                </a:solidFill>
              </a:rPr>
              <a:t>2. Nhận datagram</a:t>
            </a:r>
            <a:endParaRPr lang="en-US" altLang="en-US" sz="2400">
              <a:solidFill>
                <a:srgbClr val="CC0000"/>
              </a:solidFill>
            </a:endParaRPr>
          </a:p>
        </p:txBody>
      </p:sp>
    </p:spTree>
    <p:extLst>
      <p:ext uri="{BB962C8B-B14F-4D97-AF65-F5344CB8AC3E}">
        <p14:creationId xmlns:p14="http://schemas.microsoft.com/office/powerpoint/2010/main" val="187889651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11736"/>
                                        </p:tgtEl>
                                        <p:attrNameLst>
                                          <p:attrName>style.visibility</p:attrName>
                                        </p:attrNameLst>
                                      </p:cBhvr>
                                      <p:to>
                                        <p:strVal val="visible"/>
                                      </p:to>
                                    </p:set>
                                    <p:animEffect transition="in" filter="dissolve">
                                      <p:cBhvr>
                                        <p:cTn id="7" dur="500"/>
                                        <p:tgtEl>
                                          <p:spTgt spid="111736"/>
                                        </p:tgtEl>
                                      </p:cBhvr>
                                    </p:animEffect>
                                  </p:childTnLst>
                                </p:cTn>
                              </p:par>
                            </p:childTnLst>
                          </p:cTn>
                        </p:par>
                        <p:par>
                          <p:cTn id="8" fill="hold" nodeType="afterGroup">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111738"/>
                                        </p:tgtEl>
                                        <p:attrNameLst>
                                          <p:attrName>style.visibility</p:attrName>
                                        </p:attrNameLst>
                                      </p:cBhvr>
                                      <p:to>
                                        <p:strVal val="visible"/>
                                      </p:to>
                                    </p:set>
                                    <p:animEffect transition="in" filter="dissolve">
                                      <p:cBhvr>
                                        <p:cTn id="11" dur="500"/>
                                        <p:tgtEl>
                                          <p:spTgt spid="1117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736" grpId="0" autoUpdateAnimBg="0"/>
      <p:bldP spid="111738" grpId="0"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Footer Placeholder 4">
            <a:extLst>
              <a:ext uri="{FF2B5EF4-FFF2-40B4-BE49-F238E27FC236}">
                <a16:creationId xmlns:a16="http://schemas.microsoft.com/office/drawing/2014/main" id="{5B2F7DF5-531B-4F37-B830-187173E8B3B2}"/>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Tầng Network</a:t>
            </a:r>
          </a:p>
        </p:txBody>
      </p:sp>
      <p:sp>
        <p:nvSpPr>
          <p:cNvPr id="18435" name="Slide Number Placeholder 5">
            <a:extLst>
              <a:ext uri="{FF2B5EF4-FFF2-40B4-BE49-F238E27FC236}">
                <a16:creationId xmlns:a16="http://schemas.microsoft.com/office/drawing/2014/main" id="{B28C4F95-A45B-4A52-9E6E-705ECB51C3B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4-</a:t>
            </a:r>
            <a:fld id="{9D215F28-95A7-4277-9386-EA8E75FE1391}" type="slidenum">
              <a:rPr lang="en-US" altLang="en-US">
                <a:latin typeface="Tahoma" panose="020B0604030504040204" pitchFamily="34" charset="0"/>
              </a:rPr>
              <a:pPr/>
              <a:t>21</a:t>
            </a:fld>
            <a:endParaRPr lang="en-US" altLang="en-US">
              <a:latin typeface="Tahoma" panose="020B0604030504040204" pitchFamily="34" charset="0"/>
            </a:endParaRPr>
          </a:p>
        </p:txBody>
      </p:sp>
      <p:grpSp>
        <p:nvGrpSpPr>
          <p:cNvPr id="18436" name="Group 243">
            <a:extLst>
              <a:ext uri="{FF2B5EF4-FFF2-40B4-BE49-F238E27FC236}">
                <a16:creationId xmlns:a16="http://schemas.microsoft.com/office/drawing/2014/main" id="{ADA95F05-3BD9-471E-956D-46453426E974}"/>
              </a:ext>
            </a:extLst>
          </p:cNvPr>
          <p:cNvGrpSpPr>
            <a:grpSpLocks/>
          </p:cNvGrpSpPr>
          <p:nvPr/>
        </p:nvGrpSpPr>
        <p:grpSpPr bwMode="auto">
          <a:xfrm>
            <a:off x="5375276" y="4275139"/>
            <a:ext cx="2847975" cy="1481137"/>
            <a:chOff x="291" y="3093"/>
            <a:chExt cx="1794" cy="933"/>
          </a:xfrm>
        </p:grpSpPr>
        <p:grpSp>
          <p:nvGrpSpPr>
            <p:cNvPr id="18510" name="Group 242">
              <a:extLst>
                <a:ext uri="{FF2B5EF4-FFF2-40B4-BE49-F238E27FC236}">
                  <a16:creationId xmlns:a16="http://schemas.microsoft.com/office/drawing/2014/main" id="{4EBB5D7B-2622-45B7-9569-946583CB383F}"/>
                </a:ext>
              </a:extLst>
            </p:cNvPr>
            <p:cNvGrpSpPr>
              <a:grpSpLocks/>
            </p:cNvGrpSpPr>
            <p:nvPr/>
          </p:nvGrpSpPr>
          <p:grpSpPr bwMode="auto">
            <a:xfrm>
              <a:off x="291" y="3093"/>
              <a:ext cx="1794" cy="933"/>
              <a:chOff x="2124" y="2903"/>
              <a:chExt cx="1794" cy="933"/>
            </a:xfrm>
          </p:grpSpPr>
          <p:sp>
            <p:nvSpPr>
              <p:cNvPr id="18514" name="Freeform 179">
                <a:extLst>
                  <a:ext uri="{FF2B5EF4-FFF2-40B4-BE49-F238E27FC236}">
                    <a16:creationId xmlns:a16="http://schemas.microsoft.com/office/drawing/2014/main" id="{E734B6E8-A5B8-4C99-A764-D44C0E35CAC2}"/>
                  </a:ext>
                </a:extLst>
              </p:cNvPr>
              <p:cNvSpPr>
                <a:spLocks/>
              </p:cNvSpPr>
              <p:nvPr/>
            </p:nvSpPr>
            <p:spPr bwMode="auto">
              <a:xfrm>
                <a:off x="2124" y="2903"/>
                <a:ext cx="1794" cy="933"/>
              </a:xfrm>
              <a:custGeom>
                <a:avLst/>
                <a:gdLst>
                  <a:gd name="T0" fmla="*/ 6 w 1794"/>
                  <a:gd name="T1" fmla="*/ 483 h 933"/>
                  <a:gd name="T2" fmla="*/ 108 w 1794"/>
                  <a:gd name="T3" fmla="*/ 125 h 933"/>
                  <a:gd name="T4" fmla="*/ 559 w 1794"/>
                  <a:gd name="T5" fmla="*/ 100 h 933"/>
                  <a:gd name="T6" fmla="*/ 1128 w 1794"/>
                  <a:gd name="T7" fmla="*/ 29 h 933"/>
                  <a:gd name="T8" fmla="*/ 1716 w 1794"/>
                  <a:gd name="T9" fmla="*/ 275 h 933"/>
                  <a:gd name="T10" fmla="*/ 1596 w 1794"/>
                  <a:gd name="T11" fmla="*/ 827 h 933"/>
                  <a:gd name="T12" fmla="*/ 1380 w 1794"/>
                  <a:gd name="T13" fmla="*/ 911 h 933"/>
                  <a:gd name="T14" fmla="*/ 840 w 1794"/>
                  <a:gd name="T15" fmla="*/ 929 h 933"/>
                  <a:gd name="T16" fmla="*/ 414 w 1794"/>
                  <a:gd name="T17" fmla="*/ 911 h 933"/>
                  <a:gd name="T18" fmla="*/ 143 w 1794"/>
                  <a:gd name="T19" fmla="*/ 832 h 933"/>
                  <a:gd name="T20" fmla="*/ 6 w 1794"/>
                  <a:gd name="T21" fmla="*/ 483 h 93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94"/>
                  <a:gd name="T34" fmla="*/ 0 h 933"/>
                  <a:gd name="T35" fmla="*/ 1794 w 1794"/>
                  <a:gd name="T36" fmla="*/ 933 h 93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94" h="933">
                    <a:moveTo>
                      <a:pt x="6" y="483"/>
                    </a:moveTo>
                    <a:cubicBezTo>
                      <a:pt x="0" y="365"/>
                      <a:pt x="16" y="189"/>
                      <a:pt x="108" y="125"/>
                    </a:cubicBezTo>
                    <a:cubicBezTo>
                      <a:pt x="200" y="61"/>
                      <a:pt x="389" y="116"/>
                      <a:pt x="559" y="100"/>
                    </a:cubicBezTo>
                    <a:cubicBezTo>
                      <a:pt x="729" y="84"/>
                      <a:pt x="935" y="0"/>
                      <a:pt x="1128" y="29"/>
                    </a:cubicBezTo>
                    <a:cubicBezTo>
                      <a:pt x="1321" y="58"/>
                      <a:pt x="1638" y="142"/>
                      <a:pt x="1716" y="275"/>
                    </a:cubicBezTo>
                    <a:cubicBezTo>
                      <a:pt x="1794" y="408"/>
                      <a:pt x="1652" y="721"/>
                      <a:pt x="1596" y="827"/>
                    </a:cubicBezTo>
                    <a:cubicBezTo>
                      <a:pt x="1540" y="933"/>
                      <a:pt x="1506" y="894"/>
                      <a:pt x="1380" y="911"/>
                    </a:cubicBezTo>
                    <a:cubicBezTo>
                      <a:pt x="1254" y="928"/>
                      <a:pt x="1001" y="929"/>
                      <a:pt x="840" y="929"/>
                    </a:cubicBezTo>
                    <a:cubicBezTo>
                      <a:pt x="679" y="929"/>
                      <a:pt x="530" y="927"/>
                      <a:pt x="414" y="911"/>
                    </a:cubicBezTo>
                    <a:cubicBezTo>
                      <a:pt x="298" y="895"/>
                      <a:pt x="211" y="903"/>
                      <a:pt x="143" y="832"/>
                    </a:cubicBezTo>
                    <a:cubicBezTo>
                      <a:pt x="75" y="761"/>
                      <a:pt x="4" y="624"/>
                      <a:pt x="6" y="483"/>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nvGrpSpPr>
              <p:cNvPr id="18515" name="Group 180">
                <a:extLst>
                  <a:ext uri="{FF2B5EF4-FFF2-40B4-BE49-F238E27FC236}">
                    <a16:creationId xmlns:a16="http://schemas.microsoft.com/office/drawing/2014/main" id="{4EB870B6-7DF9-4257-BF57-B735ED51AD26}"/>
                  </a:ext>
                </a:extLst>
              </p:cNvPr>
              <p:cNvGrpSpPr>
                <a:grpSpLocks/>
              </p:cNvGrpSpPr>
              <p:nvPr/>
            </p:nvGrpSpPr>
            <p:grpSpPr bwMode="auto">
              <a:xfrm>
                <a:off x="2196" y="3160"/>
                <a:ext cx="1642" cy="415"/>
                <a:chOff x="959" y="3814"/>
                <a:chExt cx="1642" cy="415"/>
              </a:xfrm>
            </p:grpSpPr>
            <p:grpSp>
              <p:nvGrpSpPr>
                <p:cNvPr id="18550" name="Group 181">
                  <a:extLst>
                    <a:ext uri="{FF2B5EF4-FFF2-40B4-BE49-F238E27FC236}">
                      <a16:creationId xmlns:a16="http://schemas.microsoft.com/office/drawing/2014/main" id="{4ED18D12-B918-4962-8EC9-3E31D7FA5FD3}"/>
                    </a:ext>
                  </a:extLst>
                </p:cNvPr>
                <p:cNvGrpSpPr>
                  <a:grpSpLocks/>
                </p:cNvGrpSpPr>
                <p:nvPr/>
              </p:nvGrpSpPr>
              <p:grpSpPr bwMode="auto">
                <a:xfrm>
                  <a:off x="2223" y="3814"/>
                  <a:ext cx="378" cy="181"/>
                  <a:chOff x="4396" y="1245"/>
                  <a:chExt cx="672" cy="248"/>
                </a:xfrm>
              </p:grpSpPr>
              <p:sp>
                <p:nvSpPr>
                  <p:cNvPr id="18569" name="Oval 407">
                    <a:extLst>
                      <a:ext uri="{FF2B5EF4-FFF2-40B4-BE49-F238E27FC236}">
                        <a16:creationId xmlns:a16="http://schemas.microsoft.com/office/drawing/2014/main" id="{856A9640-BEA6-48C4-85D8-E4FB88CD17DC}"/>
                      </a:ext>
                    </a:extLst>
                  </p:cNvPr>
                  <p:cNvSpPr>
                    <a:spLocks noChangeArrowheads="1"/>
                  </p:cNvSpPr>
                  <p:nvPr/>
                </p:nvSpPr>
                <p:spPr bwMode="auto">
                  <a:xfrm>
                    <a:off x="4399" y="1355"/>
                    <a:ext cx="666" cy="138"/>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sp>
                <p:nvSpPr>
                  <p:cNvPr id="18570" name="Rectangle 410">
                    <a:extLst>
                      <a:ext uri="{FF2B5EF4-FFF2-40B4-BE49-F238E27FC236}">
                        <a16:creationId xmlns:a16="http://schemas.microsoft.com/office/drawing/2014/main" id="{BD98AF8D-7D56-483E-9865-F315748AD905}"/>
                      </a:ext>
                    </a:extLst>
                  </p:cNvPr>
                  <p:cNvSpPr>
                    <a:spLocks noChangeArrowheads="1"/>
                  </p:cNvSpPr>
                  <p:nvPr/>
                </p:nvSpPr>
                <p:spPr bwMode="auto">
                  <a:xfrm>
                    <a:off x="4399" y="1339"/>
                    <a:ext cx="669" cy="86"/>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latin typeface="Times New Roman" panose="02020603050405020304" pitchFamily="18" charset="0"/>
                      <a:cs typeface="Arial" panose="020B0604020202020204" pitchFamily="34" charset="0"/>
                    </a:endParaRPr>
                  </a:p>
                </p:txBody>
              </p:sp>
              <p:sp>
                <p:nvSpPr>
                  <p:cNvPr id="18571" name="Oval 411">
                    <a:extLst>
                      <a:ext uri="{FF2B5EF4-FFF2-40B4-BE49-F238E27FC236}">
                        <a16:creationId xmlns:a16="http://schemas.microsoft.com/office/drawing/2014/main" id="{2D0E76F8-A2A2-4440-889F-D207E8DCD152}"/>
                      </a:ext>
                    </a:extLst>
                  </p:cNvPr>
                  <p:cNvSpPr>
                    <a:spLocks noChangeArrowheads="1"/>
                  </p:cNvSpPr>
                  <p:nvPr/>
                </p:nvSpPr>
                <p:spPr bwMode="auto">
                  <a:xfrm>
                    <a:off x="4396" y="1245"/>
                    <a:ext cx="667" cy="162"/>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grpSp>
                <p:nvGrpSpPr>
                  <p:cNvPr id="18572" name="Group 185">
                    <a:extLst>
                      <a:ext uri="{FF2B5EF4-FFF2-40B4-BE49-F238E27FC236}">
                        <a16:creationId xmlns:a16="http://schemas.microsoft.com/office/drawing/2014/main" id="{C56BA8E1-5379-475A-8D95-5A87723C1F49}"/>
                      </a:ext>
                    </a:extLst>
                  </p:cNvPr>
                  <p:cNvGrpSpPr>
                    <a:grpSpLocks/>
                  </p:cNvGrpSpPr>
                  <p:nvPr/>
                </p:nvGrpSpPr>
                <p:grpSpPr bwMode="auto">
                  <a:xfrm>
                    <a:off x="4530" y="1287"/>
                    <a:ext cx="377" cy="75"/>
                    <a:chOff x="2468" y="1332"/>
                    <a:chExt cx="310" cy="60"/>
                  </a:xfrm>
                </p:grpSpPr>
                <p:sp>
                  <p:nvSpPr>
                    <p:cNvPr id="18575" name="Freeform 186">
                      <a:extLst>
                        <a:ext uri="{FF2B5EF4-FFF2-40B4-BE49-F238E27FC236}">
                          <a16:creationId xmlns:a16="http://schemas.microsoft.com/office/drawing/2014/main" id="{E827F991-823F-4BA1-BC38-DEED336A5504}"/>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8576" name="Freeform 187">
                      <a:extLst>
                        <a:ext uri="{FF2B5EF4-FFF2-40B4-BE49-F238E27FC236}">
                          <a16:creationId xmlns:a16="http://schemas.microsoft.com/office/drawing/2014/main" id="{BC2B39DC-E51C-4CBD-A841-30BEC979B330}"/>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sp>
                <p:nvSpPr>
                  <p:cNvPr id="18573" name="Line 188">
                    <a:extLst>
                      <a:ext uri="{FF2B5EF4-FFF2-40B4-BE49-F238E27FC236}">
                        <a16:creationId xmlns:a16="http://schemas.microsoft.com/office/drawing/2014/main" id="{3C743863-176B-4C4C-88F1-C160486CED99}"/>
                      </a:ext>
                    </a:extLst>
                  </p:cNvPr>
                  <p:cNvSpPr>
                    <a:spLocks noChangeShapeType="1"/>
                  </p:cNvSpPr>
                  <p:nvPr/>
                </p:nvSpPr>
                <p:spPr bwMode="auto">
                  <a:xfrm>
                    <a:off x="4400" y="1320"/>
                    <a:ext cx="0" cy="11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574" name="Line 189">
                    <a:extLst>
                      <a:ext uri="{FF2B5EF4-FFF2-40B4-BE49-F238E27FC236}">
                        <a16:creationId xmlns:a16="http://schemas.microsoft.com/office/drawing/2014/main" id="{700EE8A0-D5CC-446F-8378-011F63C75A49}"/>
                      </a:ext>
                    </a:extLst>
                  </p:cNvPr>
                  <p:cNvSpPr>
                    <a:spLocks noChangeShapeType="1"/>
                  </p:cNvSpPr>
                  <p:nvPr/>
                </p:nvSpPr>
                <p:spPr bwMode="auto">
                  <a:xfrm>
                    <a:off x="5063" y="1326"/>
                    <a:ext cx="0" cy="10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8551" name="Group 190">
                  <a:extLst>
                    <a:ext uri="{FF2B5EF4-FFF2-40B4-BE49-F238E27FC236}">
                      <a16:creationId xmlns:a16="http://schemas.microsoft.com/office/drawing/2014/main" id="{A83F9CD0-506C-4970-9600-C3FE6A7C57DF}"/>
                    </a:ext>
                  </a:extLst>
                </p:cNvPr>
                <p:cNvGrpSpPr>
                  <a:grpSpLocks/>
                </p:cNvGrpSpPr>
                <p:nvPr/>
              </p:nvGrpSpPr>
              <p:grpSpPr bwMode="auto">
                <a:xfrm>
                  <a:off x="1559" y="4048"/>
                  <a:ext cx="378" cy="181"/>
                  <a:chOff x="4396" y="1245"/>
                  <a:chExt cx="672" cy="248"/>
                </a:xfrm>
              </p:grpSpPr>
              <p:sp>
                <p:nvSpPr>
                  <p:cNvPr id="18561" name="Oval 407">
                    <a:extLst>
                      <a:ext uri="{FF2B5EF4-FFF2-40B4-BE49-F238E27FC236}">
                        <a16:creationId xmlns:a16="http://schemas.microsoft.com/office/drawing/2014/main" id="{49657F9F-47DF-41E6-936E-D1E89AB5E724}"/>
                      </a:ext>
                    </a:extLst>
                  </p:cNvPr>
                  <p:cNvSpPr>
                    <a:spLocks noChangeArrowheads="1"/>
                  </p:cNvSpPr>
                  <p:nvPr/>
                </p:nvSpPr>
                <p:spPr bwMode="auto">
                  <a:xfrm>
                    <a:off x="4399" y="1355"/>
                    <a:ext cx="666" cy="138"/>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sp>
                <p:nvSpPr>
                  <p:cNvPr id="18562" name="Rectangle 410">
                    <a:extLst>
                      <a:ext uri="{FF2B5EF4-FFF2-40B4-BE49-F238E27FC236}">
                        <a16:creationId xmlns:a16="http://schemas.microsoft.com/office/drawing/2014/main" id="{461AA1E6-4170-49CB-9503-5B500033C75E}"/>
                      </a:ext>
                    </a:extLst>
                  </p:cNvPr>
                  <p:cNvSpPr>
                    <a:spLocks noChangeArrowheads="1"/>
                  </p:cNvSpPr>
                  <p:nvPr/>
                </p:nvSpPr>
                <p:spPr bwMode="auto">
                  <a:xfrm>
                    <a:off x="4399" y="1339"/>
                    <a:ext cx="669" cy="86"/>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latin typeface="Times New Roman" panose="02020603050405020304" pitchFamily="18" charset="0"/>
                      <a:cs typeface="Arial" panose="020B0604020202020204" pitchFamily="34" charset="0"/>
                    </a:endParaRPr>
                  </a:p>
                </p:txBody>
              </p:sp>
              <p:sp>
                <p:nvSpPr>
                  <p:cNvPr id="18563" name="Oval 411">
                    <a:extLst>
                      <a:ext uri="{FF2B5EF4-FFF2-40B4-BE49-F238E27FC236}">
                        <a16:creationId xmlns:a16="http://schemas.microsoft.com/office/drawing/2014/main" id="{4E9C22C4-28E5-47D1-9B43-EF32CBA475F7}"/>
                      </a:ext>
                    </a:extLst>
                  </p:cNvPr>
                  <p:cNvSpPr>
                    <a:spLocks noChangeArrowheads="1"/>
                  </p:cNvSpPr>
                  <p:nvPr/>
                </p:nvSpPr>
                <p:spPr bwMode="auto">
                  <a:xfrm>
                    <a:off x="4396" y="1245"/>
                    <a:ext cx="667" cy="162"/>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grpSp>
                <p:nvGrpSpPr>
                  <p:cNvPr id="18564" name="Group 194">
                    <a:extLst>
                      <a:ext uri="{FF2B5EF4-FFF2-40B4-BE49-F238E27FC236}">
                        <a16:creationId xmlns:a16="http://schemas.microsoft.com/office/drawing/2014/main" id="{4A3EE790-E72F-4135-9AC8-0998F6116BB4}"/>
                      </a:ext>
                    </a:extLst>
                  </p:cNvPr>
                  <p:cNvGrpSpPr>
                    <a:grpSpLocks/>
                  </p:cNvGrpSpPr>
                  <p:nvPr/>
                </p:nvGrpSpPr>
                <p:grpSpPr bwMode="auto">
                  <a:xfrm>
                    <a:off x="4530" y="1287"/>
                    <a:ext cx="377" cy="75"/>
                    <a:chOff x="2468" y="1332"/>
                    <a:chExt cx="310" cy="60"/>
                  </a:xfrm>
                </p:grpSpPr>
                <p:sp>
                  <p:nvSpPr>
                    <p:cNvPr id="18567" name="Freeform 195">
                      <a:extLst>
                        <a:ext uri="{FF2B5EF4-FFF2-40B4-BE49-F238E27FC236}">
                          <a16:creationId xmlns:a16="http://schemas.microsoft.com/office/drawing/2014/main" id="{44B43F77-2C65-4CE3-82DA-B872C0E93D79}"/>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8568" name="Freeform 196">
                      <a:extLst>
                        <a:ext uri="{FF2B5EF4-FFF2-40B4-BE49-F238E27FC236}">
                          <a16:creationId xmlns:a16="http://schemas.microsoft.com/office/drawing/2014/main" id="{11D4ECC9-BD3E-41D3-AB04-5481BA582F72}"/>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sp>
                <p:nvSpPr>
                  <p:cNvPr id="18565" name="Line 197">
                    <a:extLst>
                      <a:ext uri="{FF2B5EF4-FFF2-40B4-BE49-F238E27FC236}">
                        <a16:creationId xmlns:a16="http://schemas.microsoft.com/office/drawing/2014/main" id="{AB3A20A6-7BAE-433D-A142-01EE8A0DAB2F}"/>
                      </a:ext>
                    </a:extLst>
                  </p:cNvPr>
                  <p:cNvSpPr>
                    <a:spLocks noChangeShapeType="1"/>
                  </p:cNvSpPr>
                  <p:nvPr/>
                </p:nvSpPr>
                <p:spPr bwMode="auto">
                  <a:xfrm>
                    <a:off x="4400" y="1320"/>
                    <a:ext cx="0" cy="11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566" name="Line 198">
                    <a:extLst>
                      <a:ext uri="{FF2B5EF4-FFF2-40B4-BE49-F238E27FC236}">
                        <a16:creationId xmlns:a16="http://schemas.microsoft.com/office/drawing/2014/main" id="{EA9981D4-0CFB-4ED2-92A1-35B9605A2FF4}"/>
                      </a:ext>
                    </a:extLst>
                  </p:cNvPr>
                  <p:cNvSpPr>
                    <a:spLocks noChangeShapeType="1"/>
                  </p:cNvSpPr>
                  <p:nvPr/>
                </p:nvSpPr>
                <p:spPr bwMode="auto">
                  <a:xfrm>
                    <a:off x="5063" y="1326"/>
                    <a:ext cx="0" cy="10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8552" name="Group 199">
                  <a:extLst>
                    <a:ext uri="{FF2B5EF4-FFF2-40B4-BE49-F238E27FC236}">
                      <a16:creationId xmlns:a16="http://schemas.microsoft.com/office/drawing/2014/main" id="{284E1BDC-58DC-48CD-BEB3-0B951DCC46C5}"/>
                    </a:ext>
                  </a:extLst>
                </p:cNvPr>
                <p:cNvGrpSpPr>
                  <a:grpSpLocks/>
                </p:cNvGrpSpPr>
                <p:nvPr/>
              </p:nvGrpSpPr>
              <p:grpSpPr bwMode="auto">
                <a:xfrm>
                  <a:off x="959" y="3816"/>
                  <a:ext cx="378" cy="181"/>
                  <a:chOff x="4396" y="1245"/>
                  <a:chExt cx="672" cy="248"/>
                </a:xfrm>
              </p:grpSpPr>
              <p:sp>
                <p:nvSpPr>
                  <p:cNvPr id="18553" name="Oval 407">
                    <a:extLst>
                      <a:ext uri="{FF2B5EF4-FFF2-40B4-BE49-F238E27FC236}">
                        <a16:creationId xmlns:a16="http://schemas.microsoft.com/office/drawing/2014/main" id="{0C175F37-8575-4875-BAE1-0B59EE76513E}"/>
                      </a:ext>
                    </a:extLst>
                  </p:cNvPr>
                  <p:cNvSpPr>
                    <a:spLocks noChangeArrowheads="1"/>
                  </p:cNvSpPr>
                  <p:nvPr/>
                </p:nvSpPr>
                <p:spPr bwMode="auto">
                  <a:xfrm>
                    <a:off x="4399" y="1355"/>
                    <a:ext cx="666" cy="138"/>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sp>
                <p:nvSpPr>
                  <p:cNvPr id="18554" name="Rectangle 410">
                    <a:extLst>
                      <a:ext uri="{FF2B5EF4-FFF2-40B4-BE49-F238E27FC236}">
                        <a16:creationId xmlns:a16="http://schemas.microsoft.com/office/drawing/2014/main" id="{DA6ABAEF-BB75-4325-B192-11788CFB1934}"/>
                      </a:ext>
                    </a:extLst>
                  </p:cNvPr>
                  <p:cNvSpPr>
                    <a:spLocks noChangeArrowheads="1"/>
                  </p:cNvSpPr>
                  <p:nvPr/>
                </p:nvSpPr>
                <p:spPr bwMode="auto">
                  <a:xfrm>
                    <a:off x="4399" y="1339"/>
                    <a:ext cx="669" cy="86"/>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latin typeface="Times New Roman" panose="02020603050405020304" pitchFamily="18" charset="0"/>
                      <a:cs typeface="Arial" panose="020B0604020202020204" pitchFamily="34" charset="0"/>
                    </a:endParaRPr>
                  </a:p>
                </p:txBody>
              </p:sp>
              <p:sp>
                <p:nvSpPr>
                  <p:cNvPr id="18555" name="Oval 411">
                    <a:extLst>
                      <a:ext uri="{FF2B5EF4-FFF2-40B4-BE49-F238E27FC236}">
                        <a16:creationId xmlns:a16="http://schemas.microsoft.com/office/drawing/2014/main" id="{71B3E28F-6CC2-4DE7-AF04-F0BAA4F11A9A}"/>
                      </a:ext>
                    </a:extLst>
                  </p:cNvPr>
                  <p:cNvSpPr>
                    <a:spLocks noChangeArrowheads="1"/>
                  </p:cNvSpPr>
                  <p:nvPr/>
                </p:nvSpPr>
                <p:spPr bwMode="auto">
                  <a:xfrm>
                    <a:off x="4396" y="1245"/>
                    <a:ext cx="667" cy="162"/>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grpSp>
                <p:nvGrpSpPr>
                  <p:cNvPr id="18556" name="Group 203">
                    <a:extLst>
                      <a:ext uri="{FF2B5EF4-FFF2-40B4-BE49-F238E27FC236}">
                        <a16:creationId xmlns:a16="http://schemas.microsoft.com/office/drawing/2014/main" id="{5C591F6E-BD2F-47FE-B6CE-271F4B7E7006}"/>
                      </a:ext>
                    </a:extLst>
                  </p:cNvPr>
                  <p:cNvGrpSpPr>
                    <a:grpSpLocks/>
                  </p:cNvGrpSpPr>
                  <p:nvPr/>
                </p:nvGrpSpPr>
                <p:grpSpPr bwMode="auto">
                  <a:xfrm>
                    <a:off x="4530" y="1287"/>
                    <a:ext cx="377" cy="75"/>
                    <a:chOff x="2468" y="1332"/>
                    <a:chExt cx="310" cy="60"/>
                  </a:xfrm>
                </p:grpSpPr>
                <p:sp>
                  <p:nvSpPr>
                    <p:cNvPr id="18559" name="Freeform 204">
                      <a:extLst>
                        <a:ext uri="{FF2B5EF4-FFF2-40B4-BE49-F238E27FC236}">
                          <a16:creationId xmlns:a16="http://schemas.microsoft.com/office/drawing/2014/main" id="{C037142A-025F-46BA-977F-FB1C34C00E37}"/>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8560" name="Freeform 205">
                      <a:extLst>
                        <a:ext uri="{FF2B5EF4-FFF2-40B4-BE49-F238E27FC236}">
                          <a16:creationId xmlns:a16="http://schemas.microsoft.com/office/drawing/2014/main" id="{F8AA19A6-1D03-483A-8C39-B6F77E462FD3}"/>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sp>
                <p:nvSpPr>
                  <p:cNvPr id="18557" name="Line 206">
                    <a:extLst>
                      <a:ext uri="{FF2B5EF4-FFF2-40B4-BE49-F238E27FC236}">
                        <a16:creationId xmlns:a16="http://schemas.microsoft.com/office/drawing/2014/main" id="{959AFE3C-28EB-4CF4-9022-9A335E649C8A}"/>
                      </a:ext>
                    </a:extLst>
                  </p:cNvPr>
                  <p:cNvSpPr>
                    <a:spLocks noChangeShapeType="1"/>
                  </p:cNvSpPr>
                  <p:nvPr/>
                </p:nvSpPr>
                <p:spPr bwMode="auto">
                  <a:xfrm>
                    <a:off x="4400" y="1320"/>
                    <a:ext cx="0" cy="11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558" name="Line 207">
                    <a:extLst>
                      <a:ext uri="{FF2B5EF4-FFF2-40B4-BE49-F238E27FC236}">
                        <a16:creationId xmlns:a16="http://schemas.microsoft.com/office/drawing/2014/main" id="{8339F45F-89D8-439C-BB1D-015BB1F6AF1C}"/>
                      </a:ext>
                    </a:extLst>
                  </p:cNvPr>
                  <p:cNvSpPr>
                    <a:spLocks noChangeShapeType="1"/>
                  </p:cNvSpPr>
                  <p:nvPr/>
                </p:nvSpPr>
                <p:spPr bwMode="auto">
                  <a:xfrm>
                    <a:off x="5063" y="1326"/>
                    <a:ext cx="0" cy="10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sp>
            <p:nvSpPr>
              <p:cNvPr id="18516" name="Freeform 208">
                <a:extLst>
                  <a:ext uri="{FF2B5EF4-FFF2-40B4-BE49-F238E27FC236}">
                    <a16:creationId xmlns:a16="http://schemas.microsoft.com/office/drawing/2014/main" id="{E22812FE-106C-41A3-B243-138C5BA7069E}"/>
                  </a:ext>
                </a:extLst>
              </p:cNvPr>
              <p:cNvSpPr>
                <a:spLocks/>
              </p:cNvSpPr>
              <p:nvPr/>
            </p:nvSpPr>
            <p:spPr bwMode="auto">
              <a:xfrm>
                <a:off x="2574" y="3086"/>
                <a:ext cx="294" cy="166"/>
              </a:xfrm>
              <a:custGeom>
                <a:avLst/>
                <a:gdLst>
                  <a:gd name="T0" fmla="*/ 0 w 294"/>
                  <a:gd name="T1" fmla="*/ 166 h 166"/>
                  <a:gd name="T2" fmla="*/ 294 w 294"/>
                  <a:gd name="T3" fmla="*/ 0 h 166"/>
                  <a:gd name="T4" fmla="*/ 0 60000 65536"/>
                  <a:gd name="T5" fmla="*/ 0 60000 65536"/>
                  <a:gd name="T6" fmla="*/ 0 w 294"/>
                  <a:gd name="T7" fmla="*/ 0 h 166"/>
                  <a:gd name="T8" fmla="*/ 294 w 294"/>
                  <a:gd name="T9" fmla="*/ 166 h 166"/>
                </a:gdLst>
                <a:ahLst/>
                <a:cxnLst>
                  <a:cxn ang="T4">
                    <a:pos x="T0" y="T1"/>
                  </a:cxn>
                  <a:cxn ang="T5">
                    <a:pos x="T2" y="T3"/>
                  </a:cxn>
                </a:cxnLst>
                <a:rect l="T6" t="T7" r="T8" b="T9"/>
                <a:pathLst>
                  <a:path w="294" h="166">
                    <a:moveTo>
                      <a:pt x="0" y="166"/>
                    </a:moveTo>
                    <a:lnTo>
                      <a:pt x="294"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8517" name="Freeform 209">
                <a:extLst>
                  <a:ext uri="{FF2B5EF4-FFF2-40B4-BE49-F238E27FC236}">
                    <a16:creationId xmlns:a16="http://schemas.microsoft.com/office/drawing/2014/main" id="{FD880E3C-62B3-4446-AA8A-C5042FB44FFB}"/>
                  </a:ext>
                </a:extLst>
              </p:cNvPr>
              <p:cNvSpPr>
                <a:spLocks/>
              </p:cNvSpPr>
              <p:nvPr/>
            </p:nvSpPr>
            <p:spPr bwMode="auto">
              <a:xfrm>
                <a:off x="3182" y="3082"/>
                <a:ext cx="272" cy="174"/>
              </a:xfrm>
              <a:custGeom>
                <a:avLst/>
                <a:gdLst>
                  <a:gd name="T0" fmla="*/ 0 w 272"/>
                  <a:gd name="T1" fmla="*/ 0 h 174"/>
                  <a:gd name="T2" fmla="*/ 272 w 272"/>
                  <a:gd name="T3" fmla="*/ 174 h 174"/>
                  <a:gd name="T4" fmla="*/ 0 60000 65536"/>
                  <a:gd name="T5" fmla="*/ 0 60000 65536"/>
                  <a:gd name="T6" fmla="*/ 0 w 272"/>
                  <a:gd name="T7" fmla="*/ 0 h 174"/>
                  <a:gd name="T8" fmla="*/ 272 w 272"/>
                  <a:gd name="T9" fmla="*/ 174 h 174"/>
                </a:gdLst>
                <a:ahLst/>
                <a:cxnLst>
                  <a:cxn ang="T4">
                    <a:pos x="T0" y="T1"/>
                  </a:cxn>
                  <a:cxn ang="T5">
                    <a:pos x="T2" y="T3"/>
                  </a:cxn>
                </a:cxnLst>
                <a:rect l="T6" t="T7" r="T8" b="T9"/>
                <a:pathLst>
                  <a:path w="272" h="174">
                    <a:moveTo>
                      <a:pt x="0" y="0"/>
                    </a:moveTo>
                    <a:lnTo>
                      <a:pt x="272" y="174"/>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8518" name="Freeform 210">
                <a:extLst>
                  <a:ext uri="{FF2B5EF4-FFF2-40B4-BE49-F238E27FC236}">
                    <a16:creationId xmlns:a16="http://schemas.microsoft.com/office/drawing/2014/main" id="{F439C406-9579-4AC1-8CB0-A795252B3406}"/>
                  </a:ext>
                </a:extLst>
              </p:cNvPr>
              <p:cNvSpPr>
                <a:spLocks/>
              </p:cNvSpPr>
              <p:nvPr/>
            </p:nvSpPr>
            <p:spPr bwMode="auto">
              <a:xfrm>
                <a:off x="2511" y="3329"/>
                <a:ext cx="303" cy="150"/>
              </a:xfrm>
              <a:custGeom>
                <a:avLst/>
                <a:gdLst>
                  <a:gd name="T0" fmla="*/ 0 w 294"/>
                  <a:gd name="T1" fmla="*/ 0 h 174"/>
                  <a:gd name="T2" fmla="*/ 570 w 294"/>
                  <a:gd name="T3" fmla="*/ 7 h 174"/>
                  <a:gd name="T4" fmla="*/ 0 60000 65536"/>
                  <a:gd name="T5" fmla="*/ 0 60000 65536"/>
                  <a:gd name="T6" fmla="*/ 0 w 294"/>
                  <a:gd name="T7" fmla="*/ 0 h 174"/>
                  <a:gd name="T8" fmla="*/ 294 w 294"/>
                  <a:gd name="T9" fmla="*/ 174 h 174"/>
                </a:gdLst>
                <a:ahLst/>
                <a:cxnLst>
                  <a:cxn ang="T4">
                    <a:pos x="T0" y="T1"/>
                  </a:cxn>
                  <a:cxn ang="T5">
                    <a:pos x="T2" y="T3"/>
                  </a:cxn>
                </a:cxnLst>
                <a:rect l="T6" t="T7" r="T8" b="T9"/>
                <a:pathLst>
                  <a:path w="294" h="174">
                    <a:moveTo>
                      <a:pt x="0" y="0"/>
                    </a:moveTo>
                    <a:lnTo>
                      <a:pt x="294" y="174"/>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8519" name="Freeform 211">
                <a:extLst>
                  <a:ext uri="{FF2B5EF4-FFF2-40B4-BE49-F238E27FC236}">
                    <a16:creationId xmlns:a16="http://schemas.microsoft.com/office/drawing/2014/main" id="{DABB3E0D-4C7C-4D15-B7C4-A209093EEA0A}"/>
                  </a:ext>
                </a:extLst>
              </p:cNvPr>
              <p:cNvSpPr>
                <a:spLocks/>
              </p:cNvSpPr>
              <p:nvPr/>
            </p:nvSpPr>
            <p:spPr bwMode="auto">
              <a:xfrm>
                <a:off x="3168" y="3322"/>
                <a:ext cx="352" cy="148"/>
              </a:xfrm>
              <a:custGeom>
                <a:avLst/>
                <a:gdLst>
                  <a:gd name="T0" fmla="*/ 0 w 352"/>
                  <a:gd name="T1" fmla="*/ 148 h 148"/>
                  <a:gd name="T2" fmla="*/ 352 w 352"/>
                  <a:gd name="T3" fmla="*/ 0 h 148"/>
                  <a:gd name="T4" fmla="*/ 0 60000 65536"/>
                  <a:gd name="T5" fmla="*/ 0 60000 65536"/>
                  <a:gd name="T6" fmla="*/ 0 w 352"/>
                  <a:gd name="T7" fmla="*/ 0 h 148"/>
                  <a:gd name="T8" fmla="*/ 352 w 352"/>
                  <a:gd name="T9" fmla="*/ 148 h 148"/>
                </a:gdLst>
                <a:ahLst/>
                <a:cxnLst>
                  <a:cxn ang="T4">
                    <a:pos x="T0" y="T1"/>
                  </a:cxn>
                  <a:cxn ang="T5">
                    <a:pos x="T2" y="T3"/>
                  </a:cxn>
                </a:cxnLst>
                <a:rect l="T6" t="T7" r="T8" b="T9"/>
                <a:pathLst>
                  <a:path w="352" h="148">
                    <a:moveTo>
                      <a:pt x="0" y="148"/>
                    </a:moveTo>
                    <a:lnTo>
                      <a:pt x="352"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8520" name="Freeform 212">
                <a:extLst>
                  <a:ext uri="{FF2B5EF4-FFF2-40B4-BE49-F238E27FC236}">
                    <a16:creationId xmlns:a16="http://schemas.microsoft.com/office/drawing/2014/main" id="{F8F10B86-2158-4873-863E-96AEEDBB7D13}"/>
                  </a:ext>
                </a:extLst>
              </p:cNvPr>
              <p:cNvSpPr>
                <a:spLocks/>
              </p:cNvSpPr>
              <p:nvPr/>
            </p:nvSpPr>
            <p:spPr bwMode="auto">
              <a:xfrm>
                <a:off x="3528" y="3348"/>
                <a:ext cx="130" cy="320"/>
              </a:xfrm>
              <a:custGeom>
                <a:avLst/>
                <a:gdLst>
                  <a:gd name="T0" fmla="*/ 0 w 118"/>
                  <a:gd name="T1" fmla="*/ 1 h 500"/>
                  <a:gd name="T2" fmla="*/ 1003 w 118"/>
                  <a:gd name="T3" fmla="*/ 0 h 500"/>
                  <a:gd name="T4" fmla="*/ 0 60000 65536"/>
                  <a:gd name="T5" fmla="*/ 0 60000 65536"/>
                  <a:gd name="T6" fmla="*/ 0 w 118"/>
                  <a:gd name="T7" fmla="*/ 0 h 500"/>
                  <a:gd name="T8" fmla="*/ 118 w 118"/>
                  <a:gd name="T9" fmla="*/ 500 h 500"/>
                </a:gdLst>
                <a:ahLst/>
                <a:cxnLst>
                  <a:cxn ang="T4">
                    <a:pos x="T0" y="T1"/>
                  </a:cxn>
                  <a:cxn ang="T5">
                    <a:pos x="T2" y="T3"/>
                  </a:cxn>
                </a:cxnLst>
                <a:rect l="T6" t="T7" r="T8" b="T9"/>
                <a:pathLst>
                  <a:path w="118" h="500">
                    <a:moveTo>
                      <a:pt x="0" y="500"/>
                    </a:moveTo>
                    <a:lnTo>
                      <a:pt x="118"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8521" name="Freeform 213">
                <a:extLst>
                  <a:ext uri="{FF2B5EF4-FFF2-40B4-BE49-F238E27FC236}">
                    <a16:creationId xmlns:a16="http://schemas.microsoft.com/office/drawing/2014/main" id="{74ADAE43-2D0F-4C85-B9D5-90A0624FD3A0}"/>
                  </a:ext>
                </a:extLst>
              </p:cNvPr>
              <p:cNvSpPr>
                <a:spLocks/>
              </p:cNvSpPr>
              <p:nvPr/>
            </p:nvSpPr>
            <p:spPr bwMode="auto">
              <a:xfrm>
                <a:off x="2750" y="3684"/>
                <a:ext cx="464" cy="47"/>
              </a:xfrm>
              <a:custGeom>
                <a:avLst/>
                <a:gdLst>
                  <a:gd name="T0" fmla="*/ 53780 w 370"/>
                  <a:gd name="T1" fmla="*/ 149780 h 32"/>
                  <a:gd name="T2" fmla="*/ 0 w 370"/>
                  <a:gd name="T3" fmla="*/ 0 h 32"/>
                  <a:gd name="T4" fmla="*/ 0 60000 65536"/>
                  <a:gd name="T5" fmla="*/ 0 60000 65536"/>
                  <a:gd name="T6" fmla="*/ 0 w 370"/>
                  <a:gd name="T7" fmla="*/ 0 h 32"/>
                  <a:gd name="T8" fmla="*/ 370 w 370"/>
                  <a:gd name="T9" fmla="*/ 32 h 32"/>
                </a:gdLst>
                <a:ahLst/>
                <a:cxnLst>
                  <a:cxn ang="T4">
                    <a:pos x="T0" y="T1"/>
                  </a:cxn>
                  <a:cxn ang="T5">
                    <a:pos x="T2" y="T3"/>
                  </a:cxn>
                </a:cxnLst>
                <a:rect l="T6" t="T7" r="T8" b="T9"/>
                <a:pathLst>
                  <a:path w="370" h="32">
                    <a:moveTo>
                      <a:pt x="370" y="32"/>
                    </a:moveTo>
                    <a:lnTo>
                      <a:pt x="0"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8522" name="Freeform 214">
                <a:extLst>
                  <a:ext uri="{FF2B5EF4-FFF2-40B4-BE49-F238E27FC236}">
                    <a16:creationId xmlns:a16="http://schemas.microsoft.com/office/drawing/2014/main" id="{D89E81DD-5C74-48B6-9F35-5DC22F98A5F1}"/>
                  </a:ext>
                </a:extLst>
              </p:cNvPr>
              <p:cNvSpPr>
                <a:spLocks/>
              </p:cNvSpPr>
              <p:nvPr/>
            </p:nvSpPr>
            <p:spPr bwMode="auto">
              <a:xfrm>
                <a:off x="2412" y="3344"/>
                <a:ext cx="122" cy="268"/>
              </a:xfrm>
              <a:custGeom>
                <a:avLst/>
                <a:gdLst>
                  <a:gd name="T0" fmla="*/ 1 w 176"/>
                  <a:gd name="T1" fmla="*/ 1 h 412"/>
                  <a:gd name="T2" fmla="*/ 1 w 176"/>
                  <a:gd name="T3" fmla="*/ 1 h 412"/>
                  <a:gd name="T4" fmla="*/ 0 w 176"/>
                  <a:gd name="T5" fmla="*/ 0 h 412"/>
                  <a:gd name="T6" fmla="*/ 0 60000 65536"/>
                  <a:gd name="T7" fmla="*/ 0 60000 65536"/>
                  <a:gd name="T8" fmla="*/ 0 60000 65536"/>
                  <a:gd name="T9" fmla="*/ 0 w 176"/>
                  <a:gd name="T10" fmla="*/ 0 h 412"/>
                  <a:gd name="T11" fmla="*/ 176 w 176"/>
                  <a:gd name="T12" fmla="*/ 412 h 412"/>
                </a:gdLst>
                <a:ahLst/>
                <a:cxnLst>
                  <a:cxn ang="T6">
                    <a:pos x="T0" y="T1"/>
                  </a:cxn>
                  <a:cxn ang="T7">
                    <a:pos x="T2" y="T3"/>
                  </a:cxn>
                  <a:cxn ang="T8">
                    <a:pos x="T4" y="T5"/>
                  </a:cxn>
                </a:cxnLst>
                <a:rect l="T9" t="T10" r="T11" b="T12"/>
                <a:pathLst>
                  <a:path w="176" h="412">
                    <a:moveTo>
                      <a:pt x="162" y="408"/>
                    </a:moveTo>
                    <a:lnTo>
                      <a:pt x="176" y="412"/>
                    </a:lnTo>
                    <a:lnTo>
                      <a:pt x="0"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nvGrpSpPr>
              <p:cNvPr id="18523" name="Group 215">
                <a:extLst>
                  <a:ext uri="{FF2B5EF4-FFF2-40B4-BE49-F238E27FC236}">
                    <a16:creationId xmlns:a16="http://schemas.microsoft.com/office/drawing/2014/main" id="{2506CA02-B83B-4B97-9417-89C45CF54D8B}"/>
                  </a:ext>
                </a:extLst>
              </p:cNvPr>
              <p:cNvGrpSpPr>
                <a:grpSpLocks/>
              </p:cNvGrpSpPr>
              <p:nvPr/>
            </p:nvGrpSpPr>
            <p:grpSpPr bwMode="auto">
              <a:xfrm>
                <a:off x="2822" y="2974"/>
                <a:ext cx="378" cy="181"/>
                <a:chOff x="4396" y="1245"/>
                <a:chExt cx="672" cy="248"/>
              </a:xfrm>
            </p:grpSpPr>
            <p:sp>
              <p:nvSpPr>
                <p:cNvPr id="18542" name="Oval 407">
                  <a:extLst>
                    <a:ext uri="{FF2B5EF4-FFF2-40B4-BE49-F238E27FC236}">
                      <a16:creationId xmlns:a16="http://schemas.microsoft.com/office/drawing/2014/main" id="{D4D1D1D8-0384-42C1-8150-7E82441EFCE7}"/>
                    </a:ext>
                  </a:extLst>
                </p:cNvPr>
                <p:cNvSpPr>
                  <a:spLocks noChangeArrowheads="1"/>
                </p:cNvSpPr>
                <p:nvPr/>
              </p:nvSpPr>
              <p:spPr bwMode="auto">
                <a:xfrm>
                  <a:off x="4399" y="1355"/>
                  <a:ext cx="666" cy="138"/>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sp>
              <p:nvSpPr>
                <p:cNvPr id="18543" name="Rectangle 410">
                  <a:extLst>
                    <a:ext uri="{FF2B5EF4-FFF2-40B4-BE49-F238E27FC236}">
                      <a16:creationId xmlns:a16="http://schemas.microsoft.com/office/drawing/2014/main" id="{778DC7A7-211C-4752-AE7E-B8396E0F0D79}"/>
                    </a:ext>
                  </a:extLst>
                </p:cNvPr>
                <p:cNvSpPr>
                  <a:spLocks noChangeArrowheads="1"/>
                </p:cNvSpPr>
                <p:nvPr/>
              </p:nvSpPr>
              <p:spPr bwMode="auto">
                <a:xfrm>
                  <a:off x="4399" y="1339"/>
                  <a:ext cx="669" cy="86"/>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latin typeface="Times New Roman" panose="02020603050405020304" pitchFamily="18" charset="0"/>
                    <a:cs typeface="Arial" panose="020B0604020202020204" pitchFamily="34" charset="0"/>
                  </a:endParaRPr>
                </a:p>
              </p:txBody>
            </p:sp>
            <p:sp>
              <p:nvSpPr>
                <p:cNvPr id="18544" name="Oval 411">
                  <a:extLst>
                    <a:ext uri="{FF2B5EF4-FFF2-40B4-BE49-F238E27FC236}">
                      <a16:creationId xmlns:a16="http://schemas.microsoft.com/office/drawing/2014/main" id="{0B486D8F-215B-4ED7-983F-042060E3B6F8}"/>
                    </a:ext>
                  </a:extLst>
                </p:cNvPr>
                <p:cNvSpPr>
                  <a:spLocks noChangeArrowheads="1"/>
                </p:cNvSpPr>
                <p:nvPr/>
              </p:nvSpPr>
              <p:spPr bwMode="auto">
                <a:xfrm>
                  <a:off x="4396" y="1245"/>
                  <a:ext cx="667" cy="162"/>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grpSp>
              <p:nvGrpSpPr>
                <p:cNvPr id="18545" name="Group 219">
                  <a:extLst>
                    <a:ext uri="{FF2B5EF4-FFF2-40B4-BE49-F238E27FC236}">
                      <a16:creationId xmlns:a16="http://schemas.microsoft.com/office/drawing/2014/main" id="{9215EF3F-183A-41EA-AFAC-6F1C0F2AD90B}"/>
                    </a:ext>
                  </a:extLst>
                </p:cNvPr>
                <p:cNvGrpSpPr>
                  <a:grpSpLocks/>
                </p:cNvGrpSpPr>
                <p:nvPr/>
              </p:nvGrpSpPr>
              <p:grpSpPr bwMode="auto">
                <a:xfrm>
                  <a:off x="4530" y="1287"/>
                  <a:ext cx="377" cy="75"/>
                  <a:chOff x="2468" y="1332"/>
                  <a:chExt cx="310" cy="60"/>
                </a:xfrm>
              </p:grpSpPr>
              <p:sp>
                <p:nvSpPr>
                  <p:cNvPr id="18548" name="Freeform 220">
                    <a:extLst>
                      <a:ext uri="{FF2B5EF4-FFF2-40B4-BE49-F238E27FC236}">
                        <a16:creationId xmlns:a16="http://schemas.microsoft.com/office/drawing/2014/main" id="{622C3E09-4B62-4E85-AAE3-DCFE081536DF}"/>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8549" name="Freeform 221">
                    <a:extLst>
                      <a:ext uri="{FF2B5EF4-FFF2-40B4-BE49-F238E27FC236}">
                        <a16:creationId xmlns:a16="http://schemas.microsoft.com/office/drawing/2014/main" id="{467D2159-F38D-4D36-81EE-B5DEDD12001A}"/>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sp>
              <p:nvSpPr>
                <p:cNvPr id="18546" name="Line 222">
                  <a:extLst>
                    <a:ext uri="{FF2B5EF4-FFF2-40B4-BE49-F238E27FC236}">
                      <a16:creationId xmlns:a16="http://schemas.microsoft.com/office/drawing/2014/main" id="{36643A49-AD01-4B50-9A86-A854F4A822F6}"/>
                    </a:ext>
                  </a:extLst>
                </p:cNvPr>
                <p:cNvSpPr>
                  <a:spLocks noChangeShapeType="1"/>
                </p:cNvSpPr>
                <p:nvPr/>
              </p:nvSpPr>
              <p:spPr bwMode="auto">
                <a:xfrm>
                  <a:off x="4400" y="1320"/>
                  <a:ext cx="0" cy="11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547" name="Line 223">
                  <a:extLst>
                    <a:ext uri="{FF2B5EF4-FFF2-40B4-BE49-F238E27FC236}">
                      <a16:creationId xmlns:a16="http://schemas.microsoft.com/office/drawing/2014/main" id="{84EDC9C6-E17E-42D0-A732-60FD10CDA810}"/>
                    </a:ext>
                  </a:extLst>
                </p:cNvPr>
                <p:cNvSpPr>
                  <a:spLocks noChangeShapeType="1"/>
                </p:cNvSpPr>
                <p:nvPr/>
              </p:nvSpPr>
              <p:spPr bwMode="auto">
                <a:xfrm>
                  <a:off x="5063" y="1326"/>
                  <a:ext cx="0" cy="10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8524" name="Group 224">
                <a:extLst>
                  <a:ext uri="{FF2B5EF4-FFF2-40B4-BE49-F238E27FC236}">
                    <a16:creationId xmlns:a16="http://schemas.microsoft.com/office/drawing/2014/main" id="{38BCFBDB-E401-4469-933A-EA8DD338F9FC}"/>
                  </a:ext>
                </a:extLst>
              </p:cNvPr>
              <p:cNvGrpSpPr>
                <a:grpSpLocks/>
              </p:cNvGrpSpPr>
              <p:nvPr/>
            </p:nvGrpSpPr>
            <p:grpSpPr bwMode="auto">
              <a:xfrm>
                <a:off x="3171" y="3604"/>
                <a:ext cx="378" cy="181"/>
                <a:chOff x="4396" y="1245"/>
                <a:chExt cx="672" cy="248"/>
              </a:xfrm>
            </p:grpSpPr>
            <p:sp>
              <p:nvSpPr>
                <p:cNvPr id="18534" name="Oval 407">
                  <a:extLst>
                    <a:ext uri="{FF2B5EF4-FFF2-40B4-BE49-F238E27FC236}">
                      <a16:creationId xmlns:a16="http://schemas.microsoft.com/office/drawing/2014/main" id="{11D1C43B-AE9E-4194-86BD-9362F53471D9}"/>
                    </a:ext>
                  </a:extLst>
                </p:cNvPr>
                <p:cNvSpPr>
                  <a:spLocks noChangeArrowheads="1"/>
                </p:cNvSpPr>
                <p:nvPr/>
              </p:nvSpPr>
              <p:spPr bwMode="auto">
                <a:xfrm>
                  <a:off x="4399" y="1355"/>
                  <a:ext cx="666" cy="138"/>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sp>
              <p:nvSpPr>
                <p:cNvPr id="18535" name="Rectangle 410">
                  <a:extLst>
                    <a:ext uri="{FF2B5EF4-FFF2-40B4-BE49-F238E27FC236}">
                      <a16:creationId xmlns:a16="http://schemas.microsoft.com/office/drawing/2014/main" id="{D2F46ECF-8DCB-4060-B3BE-EA5AE0B9F09D}"/>
                    </a:ext>
                  </a:extLst>
                </p:cNvPr>
                <p:cNvSpPr>
                  <a:spLocks noChangeArrowheads="1"/>
                </p:cNvSpPr>
                <p:nvPr/>
              </p:nvSpPr>
              <p:spPr bwMode="auto">
                <a:xfrm>
                  <a:off x="4399" y="1339"/>
                  <a:ext cx="669" cy="86"/>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latin typeface="Times New Roman" panose="02020603050405020304" pitchFamily="18" charset="0"/>
                    <a:cs typeface="Arial" panose="020B0604020202020204" pitchFamily="34" charset="0"/>
                  </a:endParaRPr>
                </a:p>
              </p:txBody>
            </p:sp>
            <p:sp>
              <p:nvSpPr>
                <p:cNvPr id="18536" name="Oval 411">
                  <a:extLst>
                    <a:ext uri="{FF2B5EF4-FFF2-40B4-BE49-F238E27FC236}">
                      <a16:creationId xmlns:a16="http://schemas.microsoft.com/office/drawing/2014/main" id="{B336A6FC-93DC-4799-8DDF-E15CFFBF05B0}"/>
                    </a:ext>
                  </a:extLst>
                </p:cNvPr>
                <p:cNvSpPr>
                  <a:spLocks noChangeArrowheads="1"/>
                </p:cNvSpPr>
                <p:nvPr/>
              </p:nvSpPr>
              <p:spPr bwMode="auto">
                <a:xfrm>
                  <a:off x="4396" y="1245"/>
                  <a:ext cx="667" cy="162"/>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grpSp>
              <p:nvGrpSpPr>
                <p:cNvPr id="18537" name="Group 228">
                  <a:extLst>
                    <a:ext uri="{FF2B5EF4-FFF2-40B4-BE49-F238E27FC236}">
                      <a16:creationId xmlns:a16="http://schemas.microsoft.com/office/drawing/2014/main" id="{85980628-6070-471D-8839-40666A916A50}"/>
                    </a:ext>
                  </a:extLst>
                </p:cNvPr>
                <p:cNvGrpSpPr>
                  <a:grpSpLocks/>
                </p:cNvGrpSpPr>
                <p:nvPr/>
              </p:nvGrpSpPr>
              <p:grpSpPr bwMode="auto">
                <a:xfrm>
                  <a:off x="4530" y="1287"/>
                  <a:ext cx="377" cy="75"/>
                  <a:chOff x="2468" y="1332"/>
                  <a:chExt cx="310" cy="60"/>
                </a:xfrm>
              </p:grpSpPr>
              <p:sp>
                <p:nvSpPr>
                  <p:cNvPr id="18540" name="Freeform 229">
                    <a:extLst>
                      <a:ext uri="{FF2B5EF4-FFF2-40B4-BE49-F238E27FC236}">
                        <a16:creationId xmlns:a16="http://schemas.microsoft.com/office/drawing/2014/main" id="{C3BDB51F-C12C-41B4-BB0F-3A16884421EE}"/>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8541" name="Freeform 230">
                    <a:extLst>
                      <a:ext uri="{FF2B5EF4-FFF2-40B4-BE49-F238E27FC236}">
                        <a16:creationId xmlns:a16="http://schemas.microsoft.com/office/drawing/2014/main" id="{745B24FF-5307-485C-BB4E-B055D6C1AC1D}"/>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sp>
              <p:nvSpPr>
                <p:cNvPr id="18538" name="Line 231">
                  <a:extLst>
                    <a:ext uri="{FF2B5EF4-FFF2-40B4-BE49-F238E27FC236}">
                      <a16:creationId xmlns:a16="http://schemas.microsoft.com/office/drawing/2014/main" id="{1768D9EC-ED39-423C-8764-AFFD7B2AC6E4}"/>
                    </a:ext>
                  </a:extLst>
                </p:cNvPr>
                <p:cNvSpPr>
                  <a:spLocks noChangeShapeType="1"/>
                </p:cNvSpPr>
                <p:nvPr/>
              </p:nvSpPr>
              <p:spPr bwMode="auto">
                <a:xfrm>
                  <a:off x="4400" y="1320"/>
                  <a:ext cx="0" cy="11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539" name="Line 232">
                  <a:extLst>
                    <a:ext uri="{FF2B5EF4-FFF2-40B4-BE49-F238E27FC236}">
                      <a16:creationId xmlns:a16="http://schemas.microsoft.com/office/drawing/2014/main" id="{AC8E533E-B723-4697-A43E-946B27EE7AB7}"/>
                    </a:ext>
                  </a:extLst>
                </p:cNvPr>
                <p:cNvSpPr>
                  <a:spLocks noChangeShapeType="1"/>
                </p:cNvSpPr>
                <p:nvPr/>
              </p:nvSpPr>
              <p:spPr bwMode="auto">
                <a:xfrm>
                  <a:off x="5063" y="1326"/>
                  <a:ext cx="0" cy="10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8525" name="Group 233">
                <a:extLst>
                  <a:ext uri="{FF2B5EF4-FFF2-40B4-BE49-F238E27FC236}">
                    <a16:creationId xmlns:a16="http://schemas.microsoft.com/office/drawing/2014/main" id="{A24F9790-386D-49ED-A7E0-B52099E611BB}"/>
                  </a:ext>
                </a:extLst>
              </p:cNvPr>
              <p:cNvGrpSpPr>
                <a:grpSpLocks/>
              </p:cNvGrpSpPr>
              <p:nvPr/>
            </p:nvGrpSpPr>
            <p:grpSpPr bwMode="auto">
              <a:xfrm>
                <a:off x="2403" y="3574"/>
                <a:ext cx="378" cy="181"/>
                <a:chOff x="4396" y="1245"/>
                <a:chExt cx="672" cy="248"/>
              </a:xfrm>
            </p:grpSpPr>
            <p:sp>
              <p:nvSpPr>
                <p:cNvPr id="18526" name="Oval 407">
                  <a:extLst>
                    <a:ext uri="{FF2B5EF4-FFF2-40B4-BE49-F238E27FC236}">
                      <a16:creationId xmlns:a16="http://schemas.microsoft.com/office/drawing/2014/main" id="{AC1D1A68-A582-4AFA-9F09-8326ABC95CB0}"/>
                    </a:ext>
                  </a:extLst>
                </p:cNvPr>
                <p:cNvSpPr>
                  <a:spLocks noChangeArrowheads="1"/>
                </p:cNvSpPr>
                <p:nvPr/>
              </p:nvSpPr>
              <p:spPr bwMode="auto">
                <a:xfrm>
                  <a:off x="4399" y="1355"/>
                  <a:ext cx="666" cy="138"/>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sp>
              <p:nvSpPr>
                <p:cNvPr id="18527" name="Rectangle 410">
                  <a:extLst>
                    <a:ext uri="{FF2B5EF4-FFF2-40B4-BE49-F238E27FC236}">
                      <a16:creationId xmlns:a16="http://schemas.microsoft.com/office/drawing/2014/main" id="{849A2573-4C8B-407A-88F5-6A8D94306DA2}"/>
                    </a:ext>
                  </a:extLst>
                </p:cNvPr>
                <p:cNvSpPr>
                  <a:spLocks noChangeArrowheads="1"/>
                </p:cNvSpPr>
                <p:nvPr/>
              </p:nvSpPr>
              <p:spPr bwMode="auto">
                <a:xfrm>
                  <a:off x="4399" y="1339"/>
                  <a:ext cx="669" cy="86"/>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latin typeface="Times New Roman" panose="02020603050405020304" pitchFamily="18" charset="0"/>
                    <a:cs typeface="Arial" panose="020B0604020202020204" pitchFamily="34" charset="0"/>
                  </a:endParaRPr>
                </a:p>
              </p:txBody>
            </p:sp>
            <p:sp>
              <p:nvSpPr>
                <p:cNvPr id="18528" name="Oval 411">
                  <a:extLst>
                    <a:ext uri="{FF2B5EF4-FFF2-40B4-BE49-F238E27FC236}">
                      <a16:creationId xmlns:a16="http://schemas.microsoft.com/office/drawing/2014/main" id="{A313FA60-C05D-4287-930E-7F3468469D7B}"/>
                    </a:ext>
                  </a:extLst>
                </p:cNvPr>
                <p:cNvSpPr>
                  <a:spLocks noChangeArrowheads="1"/>
                </p:cNvSpPr>
                <p:nvPr/>
              </p:nvSpPr>
              <p:spPr bwMode="auto">
                <a:xfrm>
                  <a:off x="4396" y="1245"/>
                  <a:ext cx="667" cy="162"/>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grpSp>
              <p:nvGrpSpPr>
                <p:cNvPr id="18529" name="Group 237">
                  <a:extLst>
                    <a:ext uri="{FF2B5EF4-FFF2-40B4-BE49-F238E27FC236}">
                      <a16:creationId xmlns:a16="http://schemas.microsoft.com/office/drawing/2014/main" id="{EB634619-B50C-489A-82A4-7F0A1101B330}"/>
                    </a:ext>
                  </a:extLst>
                </p:cNvPr>
                <p:cNvGrpSpPr>
                  <a:grpSpLocks/>
                </p:cNvGrpSpPr>
                <p:nvPr/>
              </p:nvGrpSpPr>
              <p:grpSpPr bwMode="auto">
                <a:xfrm>
                  <a:off x="4530" y="1287"/>
                  <a:ext cx="377" cy="75"/>
                  <a:chOff x="2468" y="1332"/>
                  <a:chExt cx="310" cy="60"/>
                </a:xfrm>
              </p:grpSpPr>
              <p:sp>
                <p:nvSpPr>
                  <p:cNvPr id="18532" name="Freeform 238">
                    <a:extLst>
                      <a:ext uri="{FF2B5EF4-FFF2-40B4-BE49-F238E27FC236}">
                        <a16:creationId xmlns:a16="http://schemas.microsoft.com/office/drawing/2014/main" id="{A9DAC628-5CF5-4CC8-A2DE-DC411191FE53}"/>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8533" name="Freeform 239">
                    <a:extLst>
                      <a:ext uri="{FF2B5EF4-FFF2-40B4-BE49-F238E27FC236}">
                        <a16:creationId xmlns:a16="http://schemas.microsoft.com/office/drawing/2014/main" id="{A368EA2E-3236-48A1-847B-C248CD6B1272}"/>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sp>
              <p:nvSpPr>
                <p:cNvPr id="18530" name="Line 240">
                  <a:extLst>
                    <a:ext uri="{FF2B5EF4-FFF2-40B4-BE49-F238E27FC236}">
                      <a16:creationId xmlns:a16="http://schemas.microsoft.com/office/drawing/2014/main" id="{15729C00-D354-4079-8754-1DF960CE6E04}"/>
                    </a:ext>
                  </a:extLst>
                </p:cNvPr>
                <p:cNvSpPr>
                  <a:spLocks noChangeShapeType="1"/>
                </p:cNvSpPr>
                <p:nvPr/>
              </p:nvSpPr>
              <p:spPr bwMode="auto">
                <a:xfrm>
                  <a:off x="4400" y="1320"/>
                  <a:ext cx="0" cy="11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531" name="Line 241">
                  <a:extLst>
                    <a:ext uri="{FF2B5EF4-FFF2-40B4-BE49-F238E27FC236}">
                      <a16:creationId xmlns:a16="http://schemas.microsoft.com/office/drawing/2014/main" id="{E488D671-CE3A-4310-8751-EFA67DF763A0}"/>
                    </a:ext>
                  </a:extLst>
                </p:cNvPr>
                <p:cNvSpPr>
                  <a:spLocks noChangeShapeType="1"/>
                </p:cNvSpPr>
                <p:nvPr/>
              </p:nvSpPr>
              <p:spPr bwMode="auto">
                <a:xfrm>
                  <a:off x="5063" y="1326"/>
                  <a:ext cx="0" cy="10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sp>
          <p:nvSpPr>
            <p:cNvPr id="18511" name="Text Box 108">
              <a:extLst>
                <a:ext uri="{FF2B5EF4-FFF2-40B4-BE49-F238E27FC236}">
                  <a16:creationId xmlns:a16="http://schemas.microsoft.com/office/drawing/2014/main" id="{391A7F1A-D563-439E-BAF0-C7C9C516049B}"/>
                </a:ext>
              </a:extLst>
            </p:cNvPr>
            <p:cNvSpPr txBox="1">
              <a:spLocks noChangeArrowheads="1"/>
            </p:cNvSpPr>
            <p:nvPr/>
          </p:nvSpPr>
          <p:spPr bwMode="auto">
            <a:xfrm>
              <a:off x="667" y="3221"/>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a:t>1</a:t>
              </a:r>
            </a:p>
          </p:txBody>
        </p:sp>
        <p:sp>
          <p:nvSpPr>
            <p:cNvPr id="18512" name="Text Box 109">
              <a:extLst>
                <a:ext uri="{FF2B5EF4-FFF2-40B4-BE49-F238E27FC236}">
                  <a16:creationId xmlns:a16="http://schemas.microsoft.com/office/drawing/2014/main" id="{4F6E917B-85FD-4761-A8F6-3EDCE05A0D1D}"/>
                </a:ext>
              </a:extLst>
            </p:cNvPr>
            <p:cNvSpPr txBox="1">
              <a:spLocks noChangeArrowheads="1"/>
            </p:cNvSpPr>
            <p:nvPr/>
          </p:nvSpPr>
          <p:spPr bwMode="auto">
            <a:xfrm>
              <a:off x="620" y="3504"/>
              <a:ext cx="18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600"/>
                <a:t>2</a:t>
              </a:r>
            </a:p>
          </p:txBody>
        </p:sp>
        <p:sp>
          <p:nvSpPr>
            <p:cNvPr id="18513" name="Text Box 110">
              <a:extLst>
                <a:ext uri="{FF2B5EF4-FFF2-40B4-BE49-F238E27FC236}">
                  <a16:creationId xmlns:a16="http://schemas.microsoft.com/office/drawing/2014/main" id="{C3EE740B-1AF9-4A5D-91B9-20CEBA33E5C2}"/>
                </a:ext>
              </a:extLst>
            </p:cNvPr>
            <p:cNvSpPr txBox="1">
              <a:spLocks noChangeArrowheads="1"/>
            </p:cNvSpPr>
            <p:nvPr/>
          </p:nvSpPr>
          <p:spPr bwMode="auto">
            <a:xfrm>
              <a:off x="448" y="3501"/>
              <a:ext cx="18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600"/>
                <a:t>3</a:t>
              </a:r>
            </a:p>
          </p:txBody>
        </p:sp>
      </p:grpSp>
      <p:pic>
        <p:nvPicPr>
          <p:cNvPr id="18437" name="Picture 177" descr="underline_base">
            <a:extLst>
              <a:ext uri="{FF2B5EF4-FFF2-40B4-BE49-F238E27FC236}">
                <a16:creationId xmlns:a16="http://schemas.microsoft.com/office/drawing/2014/main" id="{47B9385D-97EB-4BE7-A734-54B503023097}"/>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8838" y="771525"/>
            <a:ext cx="5942012"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4" name="Rectangle 2">
            <a:extLst>
              <a:ext uri="{FF2B5EF4-FFF2-40B4-BE49-F238E27FC236}">
                <a16:creationId xmlns:a16="http://schemas.microsoft.com/office/drawing/2014/main" id="{75E374E1-3174-44A5-9856-D403090AFA70}"/>
              </a:ext>
            </a:extLst>
          </p:cNvPr>
          <p:cNvSpPr>
            <a:spLocks noGrp="1" noChangeArrowheads="1"/>
          </p:cNvSpPr>
          <p:nvPr>
            <p:ph type="title"/>
          </p:nvPr>
        </p:nvSpPr>
        <p:spPr>
          <a:xfrm>
            <a:off x="2057400" y="107950"/>
            <a:ext cx="7983538" cy="863600"/>
          </a:xfrm>
        </p:spPr>
        <p:txBody>
          <a:bodyPr>
            <a:normAutofit/>
          </a:bodyPr>
          <a:lstStyle/>
          <a:p>
            <a:pPr>
              <a:defRPr/>
            </a:pPr>
            <a:r>
              <a:rPr lang="en-US" sz="4000" dirty="0" err="1"/>
              <a:t>Bảng</a:t>
            </a:r>
            <a:r>
              <a:rPr lang="en-US" sz="4000" dirty="0"/>
              <a:t> Datagram forwarding</a:t>
            </a:r>
          </a:p>
        </p:txBody>
      </p:sp>
      <p:sp>
        <p:nvSpPr>
          <p:cNvPr id="18439" name="Freeform 11">
            <a:extLst>
              <a:ext uri="{FF2B5EF4-FFF2-40B4-BE49-F238E27FC236}">
                <a16:creationId xmlns:a16="http://schemas.microsoft.com/office/drawing/2014/main" id="{565273A8-C3D3-48CD-8D31-3540F7BB6105}"/>
              </a:ext>
            </a:extLst>
          </p:cNvPr>
          <p:cNvSpPr>
            <a:spLocks/>
          </p:cNvSpPr>
          <p:nvPr/>
        </p:nvSpPr>
        <p:spPr bwMode="auto">
          <a:xfrm>
            <a:off x="3921126" y="3521075"/>
            <a:ext cx="2290763" cy="1295400"/>
          </a:xfrm>
          <a:custGeom>
            <a:avLst/>
            <a:gdLst>
              <a:gd name="T0" fmla="*/ 0 w 1443"/>
              <a:gd name="T1" fmla="*/ 0 h 816"/>
              <a:gd name="T2" fmla="*/ 2147483647 w 1443"/>
              <a:gd name="T3" fmla="*/ 2147483647 h 816"/>
              <a:gd name="T4" fmla="*/ 2147483647 w 1443"/>
              <a:gd name="T5" fmla="*/ 2147483647 h 816"/>
              <a:gd name="T6" fmla="*/ 2147483647 w 1443"/>
              <a:gd name="T7" fmla="*/ 2147483647 h 816"/>
              <a:gd name="T8" fmla="*/ 0 w 1443"/>
              <a:gd name="T9" fmla="*/ 0 h 816"/>
              <a:gd name="T10" fmla="*/ 0 60000 65536"/>
              <a:gd name="T11" fmla="*/ 0 60000 65536"/>
              <a:gd name="T12" fmla="*/ 0 60000 65536"/>
              <a:gd name="T13" fmla="*/ 0 60000 65536"/>
              <a:gd name="T14" fmla="*/ 0 60000 65536"/>
              <a:gd name="T15" fmla="*/ 0 w 1443"/>
              <a:gd name="T16" fmla="*/ 0 h 816"/>
              <a:gd name="T17" fmla="*/ 1443 w 1443"/>
              <a:gd name="T18" fmla="*/ 816 h 816"/>
            </a:gdLst>
            <a:ahLst/>
            <a:cxnLst>
              <a:cxn ang="T10">
                <a:pos x="T0" y="T1"/>
              </a:cxn>
              <a:cxn ang="T11">
                <a:pos x="T2" y="T3"/>
              </a:cxn>
              <a:cxn ang="T12">
                <a:pos x="T4" y="T5"/>
              </a:cxn>
              <a:cxn ang="T13">
                <a:pos x="T6" y="T7"/>
              </a:cxn>
              <a:cxn ang="T14">
                <a:pos x="T8" y="T9"/>
              </a:cxn>
            </a:cxnLst>
            <a:rect l="T15" t="T16" r="T17" b="T18"/>
            <a:pathLst>
              <a:path w="1443" h="816">
                <a:moveTo>
                  <a:pt x="0" y="0"/>
                </a:moveTo>
                <a:cubicBezTo>
                  <a:pt x="571" y="285"/>
                  <a:pt x="856" y="408"/>
                  <a:pt x="1076" y="782"/>
                </a:cubicBezTo>
                <a:cubicBezTo>
                  <a:pt x="1185" y="775"/>
                  <a:pt x="1220" y="816"/>
                  <a:pt x="1320" y="788"/>
                </a:cubicBezTo>
                <a:cubicBezTo>
                  <a:pt x="1264" y="347"/>
                  <a:pt x="1276" y="352"/>
                  <a:pt x="1443" y="5"/>
                </a:cubicBezTo>
                <a:cubicBezTo>
                  <a:pt x="867" y="5"/>
                  <a:pt x="233" y="0"/>
                  <a:pt x="0" y="0"/>
                </a:cubicBezTo>
                <a:close/>
              </a:path>
            </a:pathLst>
          </a:custGeom>
          <a:gradFill rotWithShape="1">
            <a:gsLst>
              <a:gs pos="0">
                <a:schemeClr val="accent1"/>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8440" name="Rectangle 12">
            <a:extLst>
              <a:ext uri="{FF2B5EF4-FFF2-40B4-BE49-F238E27FC236}">
                <a16:creationId xmlns:a16="http://schemas.microsoft.com/office/drawing/2014/main" id="{908F767F-4BA8-4AC8-84D1-0E0B255B5CE4}"/>
              </a:ext>
            </a:extLst>
          </p:cNvPr>
          <p:cNvSpPr>
            <a:spLocks noChangeArrowheads="1"/>
          </p:cNvSpPr>
          <p:nvPr/>
        </p:nvSpPr>
        <p:spPr bwMode="auto">
          <a:xfrm>
            <a:off x="3700464" y="1195389"/>
            <a:ext cx="2528887" cy="2333625"/>
          </a:xfrm>
          <a:prstGeom prst="rect">
            <a:avLst/>
          </a:prstGeom>
          <a:solidFill>
            <a:schemeClr val="accent1"/>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8441" name="Oval 13">
            <a:extLst>
              <a:ext uri="{FF2B5EF4-FFF2-40B4-BE49-F238E27FC236}">
                <a16:creationId xmlns:a16="http://schemas.microsoft.com/office/drawing/2014/main" id="{E3C8D1FA-231C-4089-B169-D52F8989E092}"/>
              </a:ext>
            </a:extLst>
          </p:cNvPr>
          <p:cNvSpPr>
            <a:spLocks noChangeArrowheads="1"/>
          </p:cNvSpPr>
          <p:nvPr/>
        </p:nvSpPr>
        <p:spPr bwMode="auto">
          <a:xfrm>
            <a:off x="4037013" y="1247775"/>
            <a:ext cx="2095500" cy="604838"/>
          </a:xfrm>
          <a:prstGeom prst="ellipse">
            <a:avLst/>
          </a:prstGeom>
          <a:solidFill>
            <a:schemeClr val="bg1"/>
          </a:solidFill>
          <a:ln w="9525">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8442" name="Rectangle 105">
            <a:extLst>
              <a:ext uri="{FF2B5EF4-FFF2-40B4-BE49-F238E27FC236}">
                <a16:creationId xmlns:a16="http://schemas.microsoft.com/office/drawing/2014/main" id="{A107965D-936E-4AFC-8262-1CCCB9011955}"/>
              </a:ext>
            </a:extLst>
          </p:cNvPr>
          <p:cNvSpPr>
            <a:spLocks noChangeArrowheads="1"/>
          </p:cNvSpPr>
          <p:nvPr/>
        </p:nvSpPr>
        <p:spPr bwMode="auto">
          <a:xfrm>
            <a:off x="3981450" y="4584701"/>
            <a:ext cx="1155700" cy="238125"/>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8443" name="Rectangle 106">
            <a:extLst>
              <a:ext uri="{FF2B5EF4-FFF2-40B4-BE49-F238E27FC236}">
                <a16:creationId xmlns:a16="http://schemas.microsoft.com/office/drawing/2014/main" id="{3F6012D2-965C-4669-9937-C0B05D8A7AF3}"/>
              </a:ext>
            </a:extLst>
          </p:cNvPr>
          <p:cNvSpPr>
            <a:spLocks noChangeArrowheads="1"/>
          </p:cNvSpPr>
          <p:nvPr/>
        </p:nvSpPr>
        <p:spPr bwMode="auto">
          <a:xfrm>
            <a:off x="3957638" y="4608514"/>
            <a:ext cx="1147762" cy="238125"/>
          </a:xfrm>
          <a:prstGeom prst="rect">
            <a:avLst/>
          </a:prstGeom>
          <a:solidFill>
            <a:schemeClr val="accent2"/>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8444" name="Line 107">
            <a:extLst>
              <a:ext uri="{FF2B5EF4-FFF2-40B4-BE49-F238E27FC236}">
                <a16:creationId xmlns:a16="http://schemas.microsoft.com/office/drawing/2014/main" id="{C1CEFDC9-B5AD-4E92-A003-CEC150EE8594}"/>
              </a:ext>
            </a:extLst>
          </p:cNvPr>
          <p:cNvSpPr>
            <a:spLocks noChangeShapeType="1"/>
          </p:cNvSpPr>
          <p:nvPr/>
        </p:nvSpPr>
        <p:spPr bwMode="auto">
          <a:xfrm>
            <a:off x="4983164" y="4740275"/>
            <a:ext cx="422275" cy="0"/>
          </a:xfrm>
          <a:prstGeom prst="line">
            <a:avLst/>
          </a:prstGeom>
          <a:noFill/>
          <a:ln w="952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8445" name="Rectangle 111">
            <a:extLst>
              <a:ext uri="{FF2B5EF4-FFF2-40B4-BE49-F238E27FC236}">
                <a16:creationId xmlns:a16="http://schemas.microsoft.com/office/drawing/2014/main" id="{1BB5E53C-4076-4551-B4D3-17ACF8B75493}"/>
              </a:ext>
            </a:extLst>
          </p:cNvPr>
          <p:cNvSpPr>
            <a:spLocks noChangeArrowheads="1"/>
          </p:cNvSpPr>
          <p:nvPr/>
        </p:nvSpPr>
        <p:spPr bwMode="auto">
          <a:xfrm>
            <a:off x="4586289" y="4611688"/>
            <a:ext cx="427037" cy="239712"/>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8446" name="Text Box 112">
            <a:extLst>
              <a:ext uri="{FF2B5EF4-FFF2-40B4-BE49-F238E27FC236}">
                <a16:creationId xmlns:a16="http://schemas.microsoft.com/office/drawing/2014/main" id="{E729BC02-C172-4742-AF36-6F53D115D590}"/>
              </a:ext>
            </a:extLst>
          </p:cNvPr>
          <p:cNvSpPr txBox="1">
            <a:spLocks noChangeArrowheads="1"/>
          </p:cNvSpPr>
          <p:nvPr/>
        </p:nvSpPr>
        <p:spPr bwMode="auto">
          <a:xfrm>
            <a:off x="4538663" y="4584700"/>
            <a:ext cx="1841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200"/>
          </a:p>
        </p:txBody>
      </p:sp>
      <p:sp>
        <p:nvSpPr>
          <p:cNvPr id="18447" name="Text Box 113">
            <a:extLst>
              <a:ext uri="{FF2B5EF4-FFF2-40B4-BE49-F238E27FC236}">
                <a16:creationId xmlns:a16="http://schemas.microsoft.com/office/drawing/2014/main" id="{A21347DA-D482-4A20-918E-25E049648721}"/>
              </a:ext>
            </a:extLst>
          </p:cNvPr>
          <p:cNvSpPr txBox="1">
            <a:spLocks noChangeArrowheads="1"/>
          </p:cNvSpPr>
          <p:nvPr/>
        </p:nvSpPr>
        <p:spPr bwMode="auto">
          <a:xfrm>
            <a:off x="2822576" y="3913188"/>
            <a:ext cx="227171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600"/>
              <a:t>Địa chỉ IP đích trong </a:t>
            </a:r>
          </a:p>
          <a:p>
            <a:pPr eaLnBrk="1" hangingPunct="1"/>
            <a:r>
              <a:rPr lang="en-US" altLang="en-US" sz="1600"/>
              <a:t>header của packet đến</a:t>
            </a:r>
          </a:p>
        </p:txBody>
      </p:sp>
      <p:sp>
        <p:nvSpPr>
          <p:cNvPr id="18448" name="Line 114">
            <a:extLst>
              <a:ext uri="{FF2B5EF4-FFF2-40B4-BE49-F238E27FC236}">
                <a16:creationId xmlns:a16="http://schemas.microsoft.com/office/drawing/2014/main" id="{C73BFC6A-7D74-4EC7-990E-53B2DBD0BD4C}"/>
              </a:ext>
            </a:extLst>
          </p:cNvPr>
          <p:cNvSpPr>
            <a:spLocks noChangeShapeType="1"/>
          </p:cNvSpPr>
          <p:nvPr/>
        </p:nvSpPr>
        <p:spPr bwMode="auto">
          <a:xfrm flipH="1">
            <a:off x="4205289" y="4870450"/>
            <a:ext cx="13493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49" name="Text Box 115">
            <a:extLst>
              <a:ext uri="{FF2B5EF4-FFF2-40B4-BE49-F238E27FC236}">
                <a16:creationId xmlns:a16="http://schemas.microsoft.com/office/drawing/2014/main" id="{58DB825A-6FAD-4EF9-8655-3F7A011DB71B}"/>
              </a:ext>
            </a:extLst>
          </p:cNvPr>
          <p:cNvSpPr txBox="1">
            <a:spLocks noChangeArrowheads="1"/>
          </p:cNvSpPr>
          <p:nvPr/>
        </p:nvSpPr>
        <p:spPr bwMode="auto">
          <a:xfrm>
            <a:off x="4165601" y="1404938"/>
            <a:ext cx="18637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1400"/>
              <a:t>Thuật toán routing</a:t>
            </a:r>
          </a:p>
        </p:txBody>
      </p:sp>
      <p:sp>
        <p:nvSpPr>
          <p:cNvPr id="18450" name="Rectangle 116">
            <a:extLst>
              <a:ext uri="{FF2B5EF4-FFF2-40B4-BE49-F238E27FC236}">
                <a16:creationId xmlns:a16="http://schemas.microsoft.com/office/drawing/2014/main" id="{C3740DFB-2888-4B6B-85AA-47DFE16D86BD}"/>
              </a:ext>
            </a:extLst>
          </p:cNvPr>
          <p:cNvSpPr>
            <a:spLocks noChangeArrowheads="1"/>
          </p:cNvSpPr>
          <p:nvPr/>
        </p:nvSpPr>
        <p:spPr bwMode="auto">
          <a:xfrm>
            <a:off x="3911600" y="2141539"/>
            <a:ext cx="2184400" cy="1298575"/>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8451" name="Text Box 117">
            <a:extLst>
              <a:ext uri="{FF2B5EF4-FFF2-40B4-BE49-F238E27FC236}">
                <a16:creationId xmlns:a16="http://schemas.microsoft.com/office/drawing/2014/main" id="{E668C880-4D9A-485F-848F-BCB44145B25C}"/>
              </a:ext>
            </a:extLst>
          </p:cNvPr>
          <p:cNvSpPr txBox="1">
            <a:spLocks noChangeArrowheads="1"/>
          </p:cNvSpPr>
          <p:nvPr/>
        </p:nvSpPr>
        <p:spPr bwMode="auto">
          <a:xfrm>
            <a:off x="4171951" y="2105025"/>
            <a:ext cx="18589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400"/>
              <a:t>local forwarding table</a:t>
            </a:r>
          </a:p>
        </p:txBody>
      </p:sp>
      <p:sp>
        <p:nvSpPr>
          <p:cNvPr id="18452" name="Text Box 118">
            <a:extLst>
              <a:ext uri="{FF2B5EF4-FFF2-40B4-BE49-F238E27FC236}">
                <a16:creationId xmlns:a16="http://schemas.microsoft.com/office/drawing/2014/main" id="{B1E499D8-03CA-434C-AA13-906D1333466B}"/>
              </a:ext>
            </a:extLst>
          </p:cNvPr>
          <p:cNvSpPr txBox="1">
            <a:spLocks noChangeArrowheads="1"/>
          </p:cNvSpPr>
          <p:nvPr/>
        </p:nvSpPr>
        <p:spPr bwMode="auto">
          <a:xfrm>
            <a:off x="3954463" y="2352675"/>
            <a:ext cx="131286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1400"/>
              <a:t>dest address</a:t>
            </a:r>
          </a:p>
        </p:txBody>
      </p:sp>
      <p:sp>
        <p:nvSpPr>
          <p:cNvPr id="18453" name="Text Box 119">
            <a:extLst>
              <a:ext uri="{FF2B5EF4-FFF2-40B4-BE49-F238E27FC236}">
                <a16:creationId xmlns:a16="http://schemas.microsoft.com/office/drawing/2014/main" id="{0C761FB4-848F-4A95-973A-E84C9806BF76}"/>
              </a:ext>
            </a:extLst>
          </p:cNvPr>
          <p:cNvSpPr txBox="1">
            <a:spLocks noChangeArrowheads="1"/>
          </p:cNvSpPr>
          <p:nvPr/>
        </p:nvSpPr>
        <p:spPr bwMode="auto">
          <a:xfrm>
            <a:off x="5121275" y="2354263"/>
            <a:ext cx="1041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1400"/>
              <a:t>output  link</a:t>
            </a:r>
          </a:p>
        </p:txBody>
      </p:sp>
      <p:sp>
        <p:nvSpPr>
          <p:cNvPr id="18454" name="Line 120">
            <a:extLst>
              <a:ext uri="{FF2B5EF4-FFF2-40B4-BE49-F238E27FC236}">
                <a16:creationId xmlns:a16="http://schemas.microsoft.com/office/drawing/2014/main" id="{45A1F61B-1150-4A4C-9207-5FC64C893348}"/>
              </a:ext>
            </a:extLst>
          </p:cNvPr>
          <p:cNvSpPr>
            <a:spLocks noChangeShapeType="1"/>
          </p:cNvSpPr>
          <p:nvPr/>
        </p:nvSpPr>
        <p:spPr bwMode="auto">
          <a:xfrm>
            <a:off x="5219700" y="2365375"/>
            <a:ext cx="7938" cy="1066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55" name="Text Box 121">
            <a:extLst>
              <a:ext uri="{FF2B5EF4-FFF2-40B4-BE49-F238E27FC236}">
                <a16:creationId xmlns:a16="http://schemas.microsoft.com/office/drawing/2014/main" id="{41C0778E-7E7C-458C-868F-79D0A7FF4AD2}"/>
              </a:ext>
            </a:extLst>
          </p:cNvPr>
          <p:cNvSpPr txBox="1">
            <a:spLocks noChangeArrowheads="1"/>
          </p:cNvSpPr>
          <p:nvPr/>
        </p:nvSpPr>
        <p:spPr bwMode="auto">
          <a:xfrm>
            <a:off x="3930457" y="2636839"/>
            <a:ext cx="1300356"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eaLnBrk="1" hangingPunct="1"/>
            <a:r>
              <a:rPr lang="en-US" altLang="en-US" sz="1200"/>
              <a:t>address-range 1</a:t>
            </a:r>
          </a:p>
          <a:p>
            <a:pPr algn="r" eaLnBrk="1" hangingPunct="1"/>
            <a:r>
              <a:rPr lang="en-US" altLang="en-US" sz="1200"/>
              <a:t>address-range 2</a:t>
            </a:r>
          </a:p>
          <a:p>
            <a:pPr algn="r" eaLnBrk="1" hangingPunct="1"/>
            <a:r>
              <a:rPr lang="en-US" altLang="en-US" sz="1200"/>
              <a:t>address-range 3</a:t>
            </a:r>
          </a:p>
          <a:p>
            <a:pPr algn="r" eaLnBrk="1" hangingPunct="1"/>
            <a:r>
              <a:rPr lang="en-US" altLang="en-US" sz="1200"/>
              <a:t>address-range 4</a:t>
            </a:r>
          </a:p>
        </p:txBody>
      </p:sp>
      <p:sp>
        <p:nvSpPr>
          <p:cNvPr id="18456" name="Text Box 122">
            <a:extLst>
              <a:ext uri="{FF2B5EF4-FFF2-40B4-BE49-F238E27FC236}">
                <a16:creationId xmlns:a16="http://schemas.microsoft.com/office/drawing/2014/main" id="{6A48D6C8-4CD1-41C9-8816-D294458852D8}"/>
              </a:ext>
            </a:extLst>
          </p:cNvPr>
          <p:cNvSpPr txBox="1">
            <a:spLocks noChangeArrowheads="1"/>
          </p:cNvSpPr>
          <p:nvPr/>
        </p:nvSpPr>
        <p:spPr bwMode="auto">
          <a:xfrm>
            <a:off x="5234906" y="2636839"/>
            <a:ext cx="269626"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1200"/>
              <a:t>3</a:t>
            </a:r>
          </a:p>
          <a:p>
            <a:pPr algn="ctr" eaLnBrk="1" hangingPunct="1"/>
            <a:r>
              <a:rPr lang="en-US" altLang="en-US" sz="1200"/>
              <a:t>2</a:t>
            </a:r>
          </a:p>
          <a:p>
            <a:pPr algn="ctr" eaLnBrk="1" hangingPunct="1"/>
            <a:r>
              <a:rPr lang="en-US" altLang="en-US" sz="1200"/>
              <a:t>2</a:t>
            </a:r>
          </a:p>
          <a:p>
            <a:pPr algn="ctr" eaLnBrk="1" hangingPunct="1"/>
            <a:r>
              <a:rPr lang="en-US" altLang="en-US" sz="1200"/>
              <a:t>1</a:t>
            </a:r>
          </a:p>
        </p:txBody>
      </p:sp>
      <p:sp>
        <p:nvSpPr>
          <p:cNvPr id="18457" name="Line 123">
            <a:extLst>
              <a:ext uri="{FF2B5EF4-FFF2-40B4-BE49-F238E27FC236}">
                <a16:creationId xmlns:a16="http://schemas.microsoft.com/office/drawing/2014/main" id="{DD1424D7-B680-4834-B5F7-39F25072AC3F}"/>
              </a:ext>
            </a:extLst>
          </p:cNvPr>
          <p:cNvSpPr>
            <a:spLocks noChangeShapeType="1"/>
          </p:cNvSpPr>
          <p:nvPr/>
        </p:nvSpPr>
        <p:spPr bwMode="auto">
          <a:xfrm>
            <a:off x="3933826" y="2617788"/>
            <a:ext cx="2163763" cy="47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58" name="Line 124">
            <a:extLst>
              <a:ext uri="{FF2B5EF4-FFF2-40B4-BE49-F238E27FC236}">
                <a16:creationId xmlns:a16="http://schemas.microsoft.com/office/drawing/2014/main" id="{5E95D61D-7167-47BB-8897-A2DF1A5E2A73}"/>
              </a:ext>
            </a:extLst>
          </p:cNvPr>
          <p:cNvSpPr>
            <a:spLocks noChangeShapeType="1"/>
          </p:cNvSpPr>
          <p:nvPr/>
        </p:nvSpPr>
        <p:spPr bwMode="auto">
          <a:xfrm>
            <a:off x="3916364" y="2370138"/>
            <a:ext cx="2173287" cy="47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59" name="AutoShape 125">
            <a:extLst>
              <a:ext uri="{FF2B5EF4-FFF2-40B4-BE49-F238E27FC236}">
                <a16:creationId xmlns:a16="http://schemas.microsoft.com/office/drawing/2014/main" id="{6EC9C800-32E2-4F2C-9E5C-79289D222C27}"/>
              </a:ext>
            </a:extLst>
          </p:cNvPr>
          <p:cNvSpPr>
            <a:spLocks noChangeArrowheads="1"/>
          </p:cNvSpPr>
          <p:nvPr/>
        </p:nvSpPr>
        <p:spPr bwMode="auto">
          <a:xfrm rot="5400000">
            <a:off x="4990307" y="1859757"/>
            <a:ext cx="239713" cy="273050"/>
          </a:xfrm>
          <a:prstGeom prst="rightArrow">
            <a:avLst>
              <a:gd name="adj1" fmla="val 51167"/>
              <a:gd name="adj2" fmla="val 39736"/>
            </a:avLst>
          </a:prstGeom>
          <a:solidFill>
            <a:schemeClr val="accent2"/>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8460" name="Line 126">
            <a:extLst>
              <a:ext uri="{FF2B5EF4-FFF2-40B4-BE49-F238E27FC236}">
                <a16:creationId xmlns:a16="http://schemas.microsoft.com/office/drawing/2014/main" id="{76B4DCAE-AA86-4660-BC90-A0994A617365}"/>
              </a:ext>
            </a:extLst>
          </p:cNvPr>
          <p:cNvSpPr>
            <a:spLocks noChangeShapeType="1"/>
          </p:cNvSpPr>
          <p:nvPr/>
        </p:nvSpPr>
        <p:spPr bwMode="auto">
          <a:xfrm>
            <a:off x="4367214" y="4302125"/>
            <a:ext cx="363537" cy="3429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8461" name="Freeform 127">
            <a:extLst>
              <a:ext uri="{FF2B5EF4-FFF2-40B4-BE49-F238E27FC236}">
                <a16:creationId xmlns:a16="http://schemas.microsoft.com/office/drawing/2014/main" id="{E98764EC-3B86-47AA-9D31-622738AC896B}"/>
              </a:ext>
            </a:extLst>
          </p:cNvPr>
          <p:cNvSpPr>
            <a:spLocks/>
          </p:cNvSpPr>
          <p:nvPr/>
        </p:nvSpPr>
        <p:spPr bwMode="auto">
          <a:xfrm>
            <a:off x="5440364" y="4792663"/>
            <a:ext cx="879475" cy="265112"/>
          </a:xfrm>
          <a:custGeom>
            <a:avLst/>
            <a:gdLst>
              <a:gd name="T0" fmla="*/ 0 w 554"/>
              <a:gd name="T1" fmla="*/ 2147483647 h 167"/>
              <a:gd name="T2" fmla="*/ 2147483647 w 554"/>
              <a:gd name="T3" fmla="*/ 2147483647 h 167"/>
              <a:gd name="T4" fmla="*/ 2147483647 w 554"/>
              <a:gd name="T5" fmla="*/ 2147483647 h 167"/>
              <a:gd name="T6" fmla="*/ 0 60000 65536"/>
              <a:gd name="T7" fmla="*/ 0 60000 65536"/>
              <a:gd name="T8" fmla="*/ 0 60000 65536"/>
              <a:gd name="T9" fmla="*/ 0 w 554"/>
              <a:gd name="T10" fmla="*/ 0 h 167"/>
              <a:gd name="T11" fmla="*/ 554 w 554"/>
              <a:gd name="T12" fmla="*/ 167 h 167"/>
            </a:gdLst>
            <a:ahLst/>
            <a:cxnLst>
              <a:cxn ang="T6">
                <a:pos x="T0" y="T1"/>
              </a:cxn>
              <a:cxn ang="T7">
                <a:pos x="T2" y="T3"/>
              </a:cxn>
              <a:cxn ang="T8">
                <a:pos x="T4" y="T5"/>
              </a:cxn>
            </a:cxnLst>
            <a:rect l="T9" t="T10" r="T11" b="T12"/>
            <a:pathLst>
              <a:path w="554" h="167">
                <a:moveTo>
                  <a:pt x="0" y="10"/>
                </a:moveTo>
                <a:cubicBezTo>
                  <a:pt x="102" y="0"/>
                  <a:pt x="240" y="5"/>
                  <a:pt x="324" y="26"/>
                </a:cubicBezTo>
                <a:cubicBezTo>
                  <a:pt x="416" y="52"/>
                  <a:pt x="502" y="120"/>
                  <a:pt x="554" y="167"/>
                </a:cubicBezTo>
              </a:path>
            </a:pathLst>
          </a:custGeom>
          <a:noFill/>
          <a:ln w="57150">
            <a:solidFill>
              <a:srgbClr val="FF33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8462" name="Freeform 128">
            <a:extLst>
              <a:ext uri="{FF2B5EF4-FFF2-40B4-BE49-F238E27FC236}">
                <a16:creationId xmlns:a16="http://schemas.microsoft.com/office/drawing/2014/main" id="{896E6814-626B-41FA-A2E6-840C4D622FF5}"/>
              </a:ext>
            </a:extLst>
          </p:cNvPr>
          <p:cNvSpPr>
            <a:spLocks/>
          </p:cNvSpPr>
          <p:nvPr/>
        </p:nvSpPr>
        <p:spPr bwMode="auto">
          <a:xfrm flipH="1">
            <a:off x="7773988" y="4356101"/>
            <a:ext cx="577850" cy="371475"/>
          </a:xfrm>
          <a:custGeom>
            <a:avLst/>
            <a:gdLst>
              <a:gd name="T0" fmla="*/ 0 w 1443"/>
              <a:gd name="T1" fmla="*/ 0 h 816"/>
              <a:gd name="T2" fmla="*/ 2147483647 w 1443"/>
              <a:gd name="T3" fmla="*/ 2147483647 h 816"/>
              <a:gd name="T4" fmla="*/ 2147483647 w 1443"/>
              <a:gd name="T5" fmla="*/ 2147483647 h 816"/>
              <a:gd name="T6" fmla="*/ 2147483647 w 1443"/>
              <a:gd name="T7" fmla="*/ 2147483647 h 816"/>
              <a:gd name="T8" fmla="*/ 0 w 1443"/>
              <a:gd name="T9" fmla="*/ 0 h 816"/>
              <a:gd name="T10" fmla="*/ 0 60000 65536"/>
              <a:gd name="T11" fmla="*/ 0 60000 65536"/>
              <a:gd name="T12" fmla="*/ 0 60000 65536"/>
              <a:gd name="T13" fmla="*/ 0 60000 65536"/>
              <a:gd name="T14" fmla="*/ 0 60000 65536"/>
              <a:gd name="T15" fmla="*/ 0 w 1443"/>
              <a:gd name="T16" fmla="*/ 0 h 816"/>
              <a:gd name="T17" fmla="*/ 1443 w 1443"/>
              <a:gd name="T18" fmla="*/ 816 h 816"/>
            </a:gdLst>
            <a:ahLst/>
            <a:cxnLst>
              <a:cxn ang="T10">
                <a:pos x="T0" y="T1"/>
              </a:cxn>
              <a:cxn ang="T11">
                <a:pos x="T2" y="T3"/>
              </a:cxn>
              <a:cxn ang="T12">
                <a:pos x="T4" y="T5"/>
              </a:cxn>
              <a:cxn ang="T13">
                <a:pos x="T6" y="T7"/>
              </a:cxn>
              <a:cxn ang="T14">
                <a:pos x="T8" y="T9"/>
              </a:cxn>
            </a:cxnLst>
            <a:rect l="T15" t="T16" r="T17" b="T18"/>
            <a:pathLst>
              <a:path w="1443" h="816">
                <a:moveTo>
                  <a:pt x="0" y="0"/>
                </a:moveTo>
                <a:cubicBezTo>
                  <a:pt x="571" y="285"/>
                  <a:pt x="856" y="408"/>
                  <a:pt x="1076" y="782"/>
                </a:cubicBezTo>
                <a:cubicBezTo>
                  <a:pt x="1185" y="775"/>
                  <a:pt x="1220" y="816"/>
                  <a:pt x="1320" y="788"/>
                </a:cubicBezTo>
                <a:cubicBezTo>
                  <a:pt x="1264" y="347"/>
                  <a:pt x="1276" y="352"/>
                  <a:pt x="1443" y="5"/>
                </a:cubicBezTo>
                <a:cubicBezTo>
                  <a:pt x="867" y="5"/>
                  <a:pt x="233" y="0"/>
                  <a:pt x="0" y="0"/>
                </a:cubicBezTo>
                <a:close/>
              </a:path>
            </a:pathLst>
          </a:custGeom>
          <a:gradFill rotWithShape="1">
            <a:gsLst>
              <a:gs pos="0">
                <a:schemeClr val="accent1"/>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8463" name="Freeform 129">
            <a:extLst>
              <a:ext uri="{FF2B5EF4-FFF2-40B4-BE49-F238E27FC236}">
                <a16:creationId xmlns:a16="http://schemas.microsoft.com/office/drawing/2014/main" id="{B0D939C3-1FE7-4347-BDCA-C26F91928B9E}"/>
              </a:ext>
            </a:extLst>
          </p:cNvPr>
          <p:cNvSpPr>
            <a:spLocks/>
          </p:cNvSpPr>
          <p:nvPr/>
        </p:nvSpPr>
        <p:spPr bwMode="auto">
          <a:xfrm flipH="1">
            <a:off x="6764338" y="4083051"/>
            <a:ext cx="577850" cy="371475"/>
          </a:xfrm>
          <a:custGeom>
            <a:avLst/>
            <a:gdLst>
              <a:gd name="T0" fmla="*/ 0 w 1443"/>
              <a:gd name="T1" fmla="*/ 0 h 816"/>
              <a:gd name="T2" fmla="*/ 2147483647 w 1443"/>
              <a:gd name="T3" fmla="*/ 2147483647 h 816"/>
              <a:gd name="T4" fmla="*/ 2147483647 w 1443"/>
              <a:gd name="T5" fmla="*/ 2147483647 h 816"/>
              <a:gd name="T6" fmla="*/ 2147483647 w 1443"/>
              <a:gd name="T7" fmla="*/ 2147483647 h 816"/>
              <a:gd name="T8" fmla="*/ 0 w 1443"/>
              <a:gd name="T9" fmla="*/ 0 h 816"/>
              <a:gd name="T10" fmla="*/ 0 60000 65536"/>
              <a:gd name="T11" fmla="*/ 0 60000 65536"/>
              <a:gd name="T12" fmla="*/ 0 60000 65536"/>
              <a:gd name="T13" fmla="*/ 0 60000 65536"/>
              <a:gd name="T14" fmla="*/ 0 60000 65536"/>
              <a:gd name="T15" fmla="*/ 0 w 1443"/>
              <a:gd name="T16" fmla="*/ 0 h 816"/>
              <a:gd name="T17" fmla="*/ 1443 w 1443"/>
              <a:gd name="T18" fmla="*/ 816 h 816"/>
            </a:gdLst>
            <a:ahLst/>
            <a:cxnLst>
              <a:cxn ang="T10">
                <a:pos x="T0" y="T1"/>
              </a:cxn>
              <a:cxn ang="T11">
                <a:pos x="T2" y="T3"/>
              </a:cxn>
              <a:cxn ang="T12">
                <a:pos x="T4" y="T5"/>
              </a:cxn>
              <a:cxn ang="T13">
                <a:pos x="T6" y="T7"/>
              </a:cxn>
              <a:cxn ang="T14">
                <a:pos x="T8" y="T9"/>
              </a:cxn>
            </a:cxnLst>
            <a:rect l="T15" t="T16" r="T17" b="T18"/>
            <a:pathLst>
              <a:path w="1443" h="816">
                <a:moveTo>
                  <a:pt x="0" y="0"/>
                </a:moveTo>
                <a:cubicBezTo>
                  <a:pt x="571" y="285"/>
                  <a:pt x="856" y="408"/>
                  <a:pt x="1076" y="782"/>
                </a:cubicBezTo>
                <a:cubicBezTo>
                  <a:pt x="1185" y="775"/>
                  <a:pt x="1220" y="816"/>
                  <a:pt x="1320" y="788"/>
                </a:cubicBezTo>
                <a:cubicBezTo>
                  <a:pt x="1264" y="347"/>
                  <a:pt x="1276" y="352"/>
                  <a:pt x="1443" y="5"/>
                </a:cubicBezTo>
                <a:cubicBezTo>
                  <a:pt x="867" y="5"/>
                  <a:pt x="233" y="0"/>
                  <a:pt x="0" y="0"/>
                </a:cubicBezTo>
                <a:close/>
              </a:path>
            </a:pathLst>
          </a:custGeom>
          <a:gradFill rotWithShape="1">
            <a:gsLst>
              <a:gs pos="0">
                <a:schemeClr val="accent1"/>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8464" name="Freeform 130">
            <a:extLst>
              <a:ext uri="{FF2B5EF4-FFF2-40B4-BE49-F238E27FC236}">
                <a16:creationId xmlns:a16="http://schemas.microsoft.com/office/drawing/2014/main" id="{B7536C33-1E6B-434D-8D89-C6B40070A0CE}"/>
              </a:ext>
            </a:extLst>
          </p:cNvPr>
          <p:cNvSpPr>
            <a:spLocks/>
          </p:cNvSpPr>
          <p:nvPr/>
        </p:nvSpPr>
        <p:spPr bwMode="auto">
          <a:xfrm flipH="1" flipV="1">
            <a:off x="7432676" y="5629276"/>
            <a:ext cx="542925" cy="371475"/>
          </a:xfrm>
          <a:custGeom>
            <a:avLst/>
            <a:gdLst>
              <a:gd name="T0" fmla="*/ 0 w 1443"/>
              <a:gd name="T1" fmla="*/ 0 h 816"/>
              <a:gd name="T2" fmla="*/ 2147483647 w 1443"/>
              <a:gd name="T3" fmla="*/ 2147483647 h 816"/>
              <a:gd name="T4" fmla="*/ 2147483647 w 1443"/>
              <a:gd name="T5" fmla="*/ 2147483647 h 816"/>
              <a:gd name="T6" fmla="*/ 2147483647 w 1443"/>
              <a:gd name="T7" fmla="*/ 2147483647 h 816"/>
              <a:gd name="T8" fmla="*/ 0 w 1443"/>
              <a:gd name="T9" fmla="*/ 0 h 816"/>
              <a:gd name="T10" fmla="*/ 0 60000 65536"/>
              <a:gd name="T11" fmla="*/ 0 60000 65536"/>
              <a:gd name="T12" fmla="*/ 0 60000 65536"/>
              <a:gd name="T13" fmla="*/ 0 60000 65536"/>
              <a:gd name="T14" fmla="*/ 0 60000 65536"/>
              <a:gd name="T15" fmla="*/ 0 w 1443"/>
              <a:gd name="T16" fmla="*/ 0 h 816"/>
              <a:gd name="T17" fmla="*/ 1443 w 1443"/>
              <a:gd name="T18" fmla="*/ 816 h 816"/>
            </a:gdLst>
            <a:ahLst/>
            <a:cxnLst>
              <a:cxn ang="T10">
                <a:pos x="T0" y="T1"/>
              </a:cxn>
              <a:cxn ang="T11">
                <a:pos x="T2" y="T3"/>
              </a:cxn>
              <a:cxn ang="T12">
                <a:pos x="T4" y="T5"/>
              </a:cxn>
              <a:cxn ang="T13">
                <a:pos x="T6" y="T7"/>
              </a:cxn>
              <a:cxn ang="T14">
                <a:pos x="T8" y="T9"/>
              </a:cxn>
            </a:cxnLst>
            <a:rect l="T15" t="T16" r="T17" b="T18"/>
            <a:pathLst>
              <a:path w="1443" h="816">
                <a:moveTo>
                  <a:pt x="0" y="0"/>
                </a:moveTo>
                <a:cubicBezTo>
                  <a:pt x="571" y="285"/>
                  <a:pt x="856" y="408"/>
                  <a:pt x="1076" y="782"/>
                </a:cubicBezTo>
                <a:cubicBezTo>
                  <a:pt x="1185" y="775"/>
                  <a:pt x="1220" y="816"/>
                  <a:pt x="1320" y="788"/>
                </a:cubicBezTo>
                <a:cubicBezTo>
                  <a:pt x="1264" y="347"/>
                  <a:pt x="1276" y="352"/>
                  <a:pt x="1443" y="5"/>
                </a:cubicBezTo>
                <a:cubicBezTo>
                  <a:pt x="867" y="5"/>
                  <a:pt x="233" y="0"/>
                  <a:pt x="0" y="0"/>
                </a:cubicBezTo>
                <a:close/>
              </a:path>
            </a:pathLst>
          </a:custGeom>
          <a:gradFill rotWithShape="1">
            <a:gsLst>
              <a:gs pos="0">
                <a:schemeClr val="accent1"/>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8465" name="Freeform 131">
            <a:extLst>
              <a:ext uri="{FF2B5EF4-FFF2-40B4-BE49-F238E27FC236}">
                <a16:creationId xmlns:a16="http://schemas.microsoft.com/office/drawing/2014/main" id="{7154F7A1-B587-49C7-8CEE-B2EB41EAE572}"/>
              </a:ext>
            </a:extLst>
          </p:cNvPr>
          <p:cNvSpPr>
            <a:spLocks/>
          </p:cNvSpPr>
          <p:nvPr/>
        </p:nvSpPr>
        <p:spPr bwMode="auto">
          <a:xfrm flipH="1" flipV="1">
            <a:off x="6083301" y="5613401"/>
            <a:ext cx="542925" cy="371475"/>
          </a:xfrm>
          <a:custGeom>
            <a:avLst/>
            <a:gdLst>
              <a:gd name="T0" fmla="*/ 0 w 1443"/>
              <a:gd name="T1" fmla="*/ 0 h 816"/>
              <a:gd name="T2" fmla="*/ 2147483647 w 1443"/>
              <a:gd name="T3" fmla="*/ 2147483647 h 816"/>
              <a:gd name="T4" fmla="*/ 2147483647 w 1443"/>
              <a:gd name="T5" fmla="*/ 2147483647 h 816"/>
              <a:gd name="T6" fmla="*/ 2147483647 w 1443"/>
              <a:gd name="T7" fmla="*/ 2147483647 h 816"/>
              <a:gd name="T8" fmla="*/ 0 w 1443"/>
              <a:gd name="T9" fmla="*/ 0 h 816"/>
              <a:gd name="T10" fmla="*/ 0 60000 65536"/>
              <a:gd name="T11" fmla="*/ 0 60000 65536"/>
              <a:gd name="T12" fmla="*/ 0 60000 65536"/>
              <a:gd name="T13" fmla="*/ 0 60000 65536"/>
              <a:gd name="T14" fmla="*/ 0 60000 65536"/>
              <a:gd name="T15" fmla="*/ 0 w 1443"/>
              <a:gd name="T16" fmla="*/ 0 h 816"/>
              <a:gd name="T17" fmla="*/ 1443 w 1443"/>
              <a:gd name="T18" fmla="*/ 816 h 816"/>
            </a:gdLst>
            <a:ahLst/>
            <a:cxnLst>
              <a:cxn ang="T10">
                <a:pos x="T0" y="T1"/>
              </a:cxn>
              <a:cxn ang="T11">
                <a:pos x="T2" y="T3"/>
              </a:cxn>
              <a:cxn ang="T12">
                <a:pos x="T4" y="T5"/>
              </a:cxn>
              <a:cxn ang="T13">
                <a:pos x="T6" y="T7"/>
              </a:cxn>
              <a:cxn ang="T14">
                <a:pos x="T8" y="T9"/>
              </a:cxn>
            </a:cxnLst>
            <a:rect l="T15" t="T16" r="T17" b="T18"/>
            <a:pathLst>
              <a:path w="1443" h="816">
                <a:moveTo>
                  <a:pt x="0" y="0"/>
                </a:moveTo>
                <a:cubicBezTo>
                  <a:pt x="571" y="285"/>
                  <a:pt x="856" y="408"/>
                  <a:pt x="1076" y="782"/>
                </a:cubicBezTo>
                <a:cubicBezTo>
                  <a:pt x="1185" y="775"/>
                  <a:pt x="1220" y="816"/>
                  <a:pt x="1320" y="788"/>
                </a:cubicBezTo>
                <a:cubicBezTo>
                  <a:pt x="1264" y="347"/>
                  <a:pt x="1276" y="352"/>
                  <a:pt x="1443" y="5"/>
                </a:cubicBezTo>
                <a:cubicBezTo>
                  <a:pt x="867" y="5"/>
                  <a:pt x="233" y="0"/>
                  <a:pt x="0" y="0"/>
                </a:cubicBezTo>
                <a:close/>
              </a:path>
            </a:pathLst>
          </a:custGeom>
          <a:gradFill rotWithShape="1">
            <a:gsLst>
              <a:gs pos="0">
                <a:schemeClr val="accent1"/>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8466" name="Freeform 132">
            <a:extLst>
              <a:ext uri="{FF2B5EF4-FFF2-40B4-BE49-F238E27FC236}">
                <a16:creationId xmlns:a16="http://schemas.microsoft.com/office/drawing/2014/main" id="{05F18DD0-7824-4A8C-A79B-20797FA15E63}"/>
              </a:ext>
            </a:extLst>
          </p:cNvPr>
          <p:cNvSpPr>
            <a:spLocks/>
          </p:cNvSpPr>
          <p:nvPr/>
        </p:nvSpPr>
        <p:spPr bwMode="auto">
          <a:xfrm flipH="1" flipV="1">
            <a:off x="6723064" y="5321300"/>
            <a:ext cx="542925" cy="452438"/>
          </a:xfrm>
          <a:custGeom>
            <a:avLst/>
            <a:gdLst>
              <a:gd name="T0" fmla="*/ 0 w 1443"/>
              <a:gd name="T1" fmla="*/ 0 h 816"/>
              <a:gd name="T2" fmla="*/ 2147483647 w 1443"/>
              <a:gd name="T3" fmla="*/ 2147483647 h 816"/>
              <a:gd name="T4" fmla="*/ 2147483647 w 1443"/>
              <a:gd name="T5" fmla="*/ 2147483647 h 816"/>
              <a:gd name="T6" fmla="*/ 2147483647 w 1443"/>
              <a:gd name="T7" fmla="*/ 2147483647 h 816"/>
              <a:gd name="T8" fmla="*/ 0 w 1443"/>
              <a:gd name="T9" fmla="*/ 0 h 816"/>
              <a:gd name="T10" fmla="*/ 0 60000 65536"/>
              <a:gd name="T11" fmla="*/ 0 60000 65536"/>
              <a:gd name="T12" fmla="*/ 0 60000 65536"/>
              <a:gd name="T13" fmla="*/ 0 60000 65536"/>
              <a:gd name="T14" fmla="*/ 0 60000 65536"/>
              <a:gd name="T15" fmla="*/ 0 w 1443"/>
              <a:gd name="T16" fmla="*/ 0 h 816"/>
              <a:gd name="T17" fmla="*/ 1443 w 1443"/>
              <a:gd name="T18" fmla="*/ 816 h 816"/>
            </a:gdLst>
            <a:ahLst/>
            <a:cxnLst>
              <a:cxn ang="T10">
                <a:pos x="T0" y="T1"/>
              </a:cxn>
              <a:cxn ang="T11">
                <a:pos x="T2" y="T3"/>
              </a:cxn>
              <a:cxn ang="T12">
                <a:pos x="T4" y="T5"/>
              </a:cxn>
              <a:cxn ang="T13">
                <a:pos x="T6" y="T7"/>
              </a:cxn>
              <a:cxn ang="T14">
                <a:pos x="T8" y="T9"/>
              </a:cxn>
            </a:cxnLst>
            <a:rect l="T15" t="T16" r="T17" b="T18"/>
            <a:pathLst>
              <a:path w="1443" h="816">
                <a:moveTo>
                  <a:pt x="0" y="0"/>
                </a:moveTo>
                <a:cubicBezTo>
                  <a:pt x="571" y="285"/>
                  <a:pt x="856" y="408"/>
                  <a:pt x="1076" y="782"/>
                </a:cubicBezTo>
                <a:cubicBezTo>
                  <a:pt x="1185" y="775"/>
                  <a:pt x="1220" y="816"/>
                  <a:pt x="1320" y="788"/>
                </a:cubicBezTo>
                <a:cubicBezTo>
                  <a:pt x="1264" y="347"/>
                  <a:pt x="1276" y="352"/>
                  <a:pt x="1443" y="5"/>
                </a:cubicBezTo>
                <a:cubicBezTo>
                  <a:pt x="867" y="5"/>
                  <a:pt x="233" y="0"/>
                  <a:pt x="0" y="0"/>
                </a:cubicBezTo>
                <a:close/>
              </a:path>
            </a:pathLst>
          </a:custGeom>
          <a:gradFill rotWithShape="1">
            <a:gsLst>
              <a:gs pos="0">
                <a:schemeClr val="accent1"/>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nvGrpSpPr>
          <p:cNvPr id="18467" name="Group 133">
            <a:extLst>
              <a:ext uri="{FF2B5EF4-FFF2-40B4-BE49-F238E27FC236}">
                <a16:creationId xmlns:a16="http://schemas.microsoft.com/office/drawing/2014/main" id="{557E3DE0-4904-4CCC-A668-8B8F74B2C7F5}"/>
              </a:ext>
            </a:extLst>
          </p:cNvPr>
          <p:cNvGrpSpPr>
            <a:grpSpLocks/>
          </p:cNvGrpSpPr>
          <p:nvPr/>
        </p:nvGrpSpPr>
        <p:grpSpPr bwMode="auto">
          <a:xfrm>
            <a:off x="6772276" y="3638550"/>
            <a:ext cx="550863" cy="452438"/>
            <a:chOff x="2886" y="1668"/>
            <a:chExt cx="347" cy="285"/>
          </a:xfrm>
        </p:grpSpPr>
        <p:sp>
          <p:nvSpPr>
            <p:cNvPr id="18503" name="Rectangle 134">
              <a:extLst>
                <a:ext uri="{FF2B5EF4-FFF2-40B4-BE49-F238E27FC236}">
                  <a16:creationId xmlns:a16="http://schemas.microsoft.com/office/drawing/2014/main" id="{0EBBA7C7-29C0-4842-A320-811699DBE2AC}"/>
                </a:ext>
              </a:extLst>
            </p:cNvPr>
            <p:cNvSpPr>
              <a:spLocks noChangeArrowheads="1"/>
            </p:cNvSpPr>
            <p:nvPr/>
          </p:nvSpPr>
          <p:spPr bwMode="auto">
            <a:xfrm>
              <a:off x="2886" y="1668"/>
              <a:ext cx="347" cy="285"/>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8504" name="Oval 135">
              <a:extLst>
                <a:ext uri="{FF2B5EF4-FFF2-40B4-BE49-F238E27FC236}">
                  <a16:creationId xmlns:a16="http://schemas.microsoft.com/office/drawing/2014/main" id="{DE9B5115-66F3-427E-8374-1224E1AD90C5}"/>
                </a:ext>
              </a:extLst>
            </p:cNvPr>
            <p:cNvSpPr>
              <a:spLocks noChangeArrowheads="1"/>
            </p:cNvSpPr>
            <p:nvPr/>
          </p:nvSpPr>
          <p:spPr bwMode="auto">
            <a:xfrm>
              <a:off x="2905" y="1674"/>
              <a:ext cx="314" cy="74"/>
            </a:xfrm>
            <a:prstGeom prst="ellipse">
              <a:avLst/>
            </a:prstGeom>
            <a:solidFill>
              <a:schemeClr val="bg1"/>
            </a:solidFill>
            <a:ln w="9525">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8505" name="Rectangle 136">
              <a:extLst>
                <a:ext uri="{FF2B5EF4-FFF2-40B4-BE49-F238E27FC236}">
                  <a16:creationId xmlns:a16="http://schemas.microsoft.com/office/drawing/2014/main" id="{F19EDD8C-8ED5-4604-840A-DA68093D24FB}"/>
                </a:ext>
              </a:extLst>
            </p:cNvPr>
            <p:cNvSpPr>
              <a:spLocks noChangeArrowheads="1"/>
            </p:cNvSpPr>
            <p:nvPr/>
          </p:nvSpPr>
          <p:spPr bwMode="auto">
            <a:xfrm>
              <a:off x="2913" y="1785"/>
              <a:ext cx="300" cy="156"/>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8506" name="Line 137">
              <a:extLst>
                <a:ext uri="{FF2B5EF4-FFF2-40B4-BE49-F238E27FC236}">
                  <a16:creationId xmlns:a16="http://schemas.microsoft.com/office/drawing/2014/main" id="{C4B61BC1-D755-41F4-8A6F-E1A70FE211C5}"/>
                </a:ext>
              </a:extLst>
            </p:cNvPr>
            <p:cNvSpPr>
              <a:spLocks noChangeShapeType="1"/>
            </p:cNvSpPr>
            <p:nvPr/>
          </p:nvSpPr>
          <p:spPr bwMode="auto">
            <a:xfrm>
              <a:off x="3082" y="1811"/>
              <a:ext cx="1" cy="13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507" name="Line 138">
              <a:extLst>
                <a:ext uri="{FF2B5EF4-FFF2-40B4-BE49-F238E27FC236}">
                  <a16:creationId xmlns:a16="http://schemas.microsoft.com/office/drawing/2014/main" id="{E1E27EA5-0CD5-441D-8175-CCE0B289F0BA}"/>
                </a:ext>
              </a:extLst>
            </p:cNvPr>
            <p:cNvSpPr>
              <a:spLocks noChangeShapeType="1"/>
            </p:cNvSpPr>
            <p:nvPr/>
          </p:nvSpPr>
          <p:spPr bwMode="auto">
            <a:xfrm>
              <a:off x="2913" y="1842"/>
              <a:ext cx="3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508" name="Line 139">
              <a:extLst>
                <a:ext uri="{FF2B5EF4-FFF2-40B4-BE49-F238E27FC236}">
                  <a16:creationId xmlns:a16="http://schemas.microsoft.com/office/drawing/2014/main" id="{BFA3156A-895A-4EF9-ACA6-7C52B2B50EF6}"/>
                </a:ext>
              </a:extLst>
            </p:cNvPr>
            <p:cNvSpPr>
              <a:spLocks noChangeShapeType="1"/>
            </p:cNvSpPr>
            <p:nvPr/>
          </p:nvSpPr>
          <p:spPr bwMode="auto">
            <a:xfrm>
              <a:off x="2912" y="1812"/>
              <a:ext cx="3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509" name="AutoShape 140">
              <a:extLst>
                <a:ext uri="{FF2B5EF4-FFF2-40B4-BE49-F238E27FC236}">
                  <a16:creationId xmlns:a16="http://schemas.microsoft.com/office/drawing/2014/main" id="{1A6CF288-BF84-49AB-B62D-AD6F9F57CFC0}"/>
                </a:ext>
              </a:extLst>
            </p:cNvPr>
            <p:cNvSpPr>
              <a:spLocks noChangeArrowheads="1"/>
            </p:cNvSpPr>
            <p:nvPr/>
          </p:nvSpPr>
          <p:spPr bwMode="auto">
            <a:xfrm rot="5400000">
              <a:off x="3051" y="1745"/>
              <a:ext cx="29" cy="41"/>
            </a:xfrm>
            <a:prstGeom prst="rightArrow">
              <a:avLst>
                <a:gd name="adj1" fmla="val 51167"/>
                <a:gd name="adj2" fmla="val 39736"/>
              </a:avLst>
            </a:prstGeom>
            <a:solidFill>
              <a:schemeClr val="accent2"/>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grpSp>
        <p:nvGrpSpPr>
          <p:cNvPr id="18468" name="Group 141">
            <a:extLst>
              <a:ext uri="{FF2B5EF4-FFF2-40B4-BE49-F238E27FC236}">
                <a16:creationId xmlns:a16="http://schemas.microsoft.com/office/drawing/2014/main" id="{BC28EEB7-C2D5-476E-84A2-0F3941CB1C56}"/>
              </a:ext>
            </a:extLst>
          </p:cNvPr>
          <p:cNvGrpSpPr>
            <a:grpSpLocks/>
          </p:cNvGrpSpPr>
          <p:nvPr/>
        </p:nvGrpSpPr>
        <p:grpSpPr bwMode="auto">
          <a:xfrm>
            <a:off x="7785101" y="3911600"/>
            <a:ext cx="550863" cy="452438"/>
            <a:chOff x="2886" y="1668"/>
            <a:chExt cx="347" cy="285"/>
          </a:xfrm>
        </p:grpSpPr>
        <p:sp>
          <p:nvSpPr>
            <p:cNvPr id="18496" name="Rectangle 142">
              <a:extLst>
                <a:ext uri="{FF2B5EF4-FFF2-40B4-BE49-F238E27FC236}">
                  <a16:creationId xmlns:a16="http://schemas.microsoft.com/office/drawing/2014/main" id="{53009813-7D31-426F-B36B-CD0E6BCB4A37}"/>
                </a:ext>
              </a:extLst>
            </p:cNvPr>
            <p:cNvSpPr>
              <a:spLocks noChangeArrowheads="1"/>
            </p:cNvSpPr>
            <p:nvPr/>
          </p:nvSpPr>
          <p:spPr bwMode="auto">
            <a:xfrm>
              <a:off x="2886" y="1668"/>
              <a:ext cx="347" cy="285"/>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8497" name="Oval 143">
              <a:extLst>
                <a:ext uri="{FF2B5EF4-FFF2-40B4-BE49-F238E27FC236}">
                  <a16:creationId xmlns:a16="http://schemas.microsoft.com/office/drawing/2014/main" id="{9C6C4AF8-AD40-4930-B690-7DC9655111B2}"/>
                </a:ext>
              </a:extLst>
            </p:cNvPr>
            <p:cNvSpPr>
              <a:spLocks noChangeArrowheads="1"/>
            </p:cNvSpPr>
            <p:nvPr/>
          </p:nvSpPr>
          <p:spPr bwMode="auto">
            <a:xfrm>
              <a:off x="2905" y="1674"/>
              <a:ext cx="314" cy="74"/>
            </a:xfrm>
            <a:prstGeom prst="ellipse">
              <a:avLst/>
            </a:prstGeom>
            <a:solidFill>
              <a:schemeClr val="bg1"/>
            </a:solidFill>
            <a:ln w="9525">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8498" name="Rectangle 144">
              <a:extLst>
                <a:ext uri="{FF2B5EF4-FFF2-40B4-BE49-F238E27FC236}">
                  <a16:creationId xmlns:a16="http://schemas.microsoft.com/office/drawing/2014/main" id="{EDB6C23C-D772-4B16-9277-013DC730204D}"/>
                </a:ext>
              </a:extLst>
            </p:cNvPr>
            <p:cNvSpPr>
              <a:spLocks noChangeArrowheads="1"/>
            </p:cNvSpPr>
            <p:nvPr/>
          </p:nvSpPr>
          <p:spPr bwMode="auto">
            <a:xfrm>
              <a:off x="2913" y="1785"/>
              <a:ext cx="300" cy="156"/>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8499" name="Line 145">
              <a:extLst>
                <a:ext uri="{FF2B5EF4-FFF2-40B4-BE49-F238E27FC236}">
                  <a16:creationId xmlns:a16="http://schemas.microsoft.com/office/drawing/2014/main" id="{CE4CAB1F-FD67-466C-A4FC-0CC06A10440E}"/>
                </a:ext>
              </a:extLst>
            </p:cNvPr>
            <p:cNvSpPr>
              <a:spLocks noChangeShapeType="1"/>
            </p:cNvSpPr>
            <p:nvPr/>
          </p:nvSpPr>
          <p:spPr bwMode="auto">
            <a:xfrm>
              <a:off x="3082" y="1811"/>
              <a:ext cx="1" cy="13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500" name="Line 146">
              <a:extLst>
                <a:ext uri="{FF2B5EF4-FFF2-40B4-BE49-F238E27FC236}">
                  <a16:creationId xmlns:a16="http://schemas.microsoft.com/office/drawing/2014/main" id="{A4345FCD-784E-4F9B-9228-CDF29DFDB7E1}"/>
                </a:ext>
              </a:extLst>
            </p:cNvPr>
            <p:cNvSpPr>
              <a:spLocks noChangeShapeType="1"/>
            </p:cNvSpPr>
            <p:nvPr/>
          </p:nvSpPr>
          <p:spPr bwMode="auto">
            <a:xfrm>
              <a:off x="2913" y="1842"/>
              <a:ext cx="3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501" name="Line 147">
              <a:extLst>
                <a:ext uri="{FF2B5EF4-FFF2-40B4-BE49-F238E27FC236}">
                  <a16:creationId xmlns:a16="http://schemas.microsoft.com/office/drawing/2014/main" id="{37B3A310-73C8-4F99-97D4-133A094ABF59}"/>
                </a:ext>
              </a:extLst>
            </p:cNvPr>
            <p:cNvSpPr>
              <a:spLocks noChangeShapeType="1"/>
            </p:cNvSpPr>
            <p:nvPr/>
          </p:nvSpPr>
          <p:spPr bwMode="auto">
            <a:xfrm>
              <a:off x="2912" y="1812"/>
              <a:ext cx="3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502" name="AutoShape 148">
              <a:extLst>
                <a:ext uri="{FF2B5EF4-FFF2-40B4-BE49-F238E27FC236}">
                  <a16:creationId xmlns:a16="http://schemas.microsoft.com/office/drawing/2014/main" id="{95F52BB4-1B53-4813-B0E8-116AED56E4B4}"/>
                </a:ext>
              </a:extLst>
            </p:cNvPr>
            <p:cNvSpPr>
              <a:spLocks noChangeArrowheads="1"/>
            </p:cNvSpPr>
            <p:nvPr/>
          </p:nvSpPr>
          <p:spPr bwMode="auto">
            <a:xfrm rot="5400000">
              <a:off x="3051" y="1745"/>
              <a:ext cx="29" cy="41"/>
            </a:xfrm>
            <a:prstGeom prst="rightArrow">
              <a:avLst>
                <a:gd name="adj1" fmla="val 51167"/>
                <a:gd name="adj2" fmla="val 39736"/>
              </a:avLst>
            </a:prstGeom>
            <a:solidFill>
              <a:schemeClr val="accent2"/>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grpSp>
        <p:nvGrpSpPr>
          <p:cNvPr id="18469" name="Group 149">
            <a:extLst>
              <a:ext uri="{FF2B5EF4-FFF2-40B4-BE49-F238E27FC236}">
                <a16:creationId xmlns:a16="http://schemas.microsoft.com/office/drawing/2014/main" id="{CF30CBC2-55BA-44FE-92E4-945E420B361A}"/>
              </a:ext>
            </a:extLst>
          </p:cNvPr>
          <p:cNvGrpSpPr>
            <a:grpSpLocks/>
          </p:cNvGrpSpPr>
          <p:nvPr/>
        </p:nvGrpSpPr>
        <p:grpSpPr bwMode="auto">
          <a:xfrm>
            <a:off x="7415213" y="5988050"/>
            <a:ext cx="550862" cy="452438"/>
            <a:chOff x="2886" y="1668"/>
            <a:chExt cx="347" cy="285"/>
          </a:xfrm>
        </p:grpSpPr>
        <p:sp>
          <p:nvSpPr>
            <p:cNvPr id="18489" name="Rectangle 150">
              <a:extLst>
                <a:ext uri="{FF2B5EF4-FFF2-40B4-BE49-F238E27FC236}">
                  <a16:creationId xmlns:a16="http://schemas.microsoft.com/office/drawing/2014/main" id="{53A66FC7-C1D4-4952-B59D-5FA601452B78}"/>
                </a:ext>
              </a:extLst>
            </p:cNvPr>
            <p:cNvSpPr>
              <a:spLocks noChangeArrowheads="1"/>
            </p:cNvSpPr>
            <p:nvPr/>
          </p:nvSpPr>
          <p:spPr bwMode="auto">
            <a:xfrm>
              <a:off x="2886" y="1668"/>
              <a:ext cx="347" cy="285"/>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8490" name="Oval 151">
              <a:extLst>
                <a:ext uri="{FF2B5EF4-FFF2-40B4-BE49-F238E27FC236}">
                  <a16:creationId xmlns:a16="http://schemas.microsoft.com/office/drawing/2014/main" id="{339936B1-A5A0-4CBF-A08A-96E72F33FF01}"/>
                </a:ext>
              </a:extLst>
            </p:cNvPr>
            <p:cNvSpPr>
              <a:spLocks noChangeArrowheads="1"/>
            </p:cNvSpPr>
            <p:nvPr/>
          </p:nvSpPr>
          <p:spPr bwMode="auto">
            <a:xfrm>
              <a:off x="2905" y="1674"/>
              <a:ext cx="314" cy="74"/>
            </a:xfrm>
            <a:prstGeom prst="ellipse">
              <a:avLst/>
            </a:prstGeom>
            <a:solidFill>
              <a:schemeClr val="bg1"/>
            </a:solidFill>
            <a:ln w="9525">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8491" name="Rectangle 152">
              <a:extLst>
                <a:ext uri="{FF2B5EF4-FFF2-40B4-BE49-F238E27FC236}">
                  <a16:creationId xmlns:a16="http://schemas.microsoft.com/office/drawing/2014/main" id="{A767CFE9-5FDE-4AF5-A856-8A21983A1012}"/>
                </a:ext>
              </a:extLst>
            </p:cNvPr>
            <p:cNvSpPr>
              <a:spLocks noChangeArrowheads="1"/>
            </p:cNvSpPr>
            <p:nvPr/>
          </p:nvSpPr>
          <p:spPr bwMode="auto">
            <a:xfrm>
              <a:off x="2913" y="1785"/>
              <a:ext cx="300" cy="156"/>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8492" name="Line 153">
              <a:extLst>
                <a:ext uri="{FF2B5EF4-FFF2-40B4-BE49-F238E27FC236}">
                  <a16:creationId xmlns:a16="http://schemas.microsoft.com/office/drawing/2014/main" id="{FC92EE9C-28F8-428A-A67F-62F6768B090E}"/>
                </a:ext>
              </a:extLst>
            </p:cNvPr>
            <p:cNvSpPr>
              <a:spLocks noChangeShapeType="1"/>
            </p:cNvSpPr>
            <p:nvPr/>
          </p:nvSpPr>
          <p:spPr bwMode="auto">
            <a:xfrm>
              <a:off x="3082" y="1811"/>
              <a:ext cx="1" cy="13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93" name="Line 154">
              <a:extLst>
                <a:ext uri="{FF2B5EF4-FFF2-40B4-BE49-F238E27FC236}">
                  <a16:creationId xmlns:a16="http://schemas.microsoft.com/office/drawing/2014/main" id="{744AAA79-E32C-495F-9B77-A8B2714755C5}"/>
                </a:ext>
              </a:extLst>
            </p:cNvPr>
            <p:cNvSpPr>
              <a:spLocks noChangeShapeType="1"/>
            </p:cNvSpPr>
            <p:nvPr/>
          </p:nvSpPr>
          <p:spPr bwMode="auto">
            <a:xfrm>
              <a:off x="2913" y="1842"/>
              <a:ext cx="3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94" name="Line 155">
              <a:extLst>
                <a:ext uri="{FF2B5EF4-FFF2-40B4-BE49-F238E27FC236}">
                  <a16:creationId xmlns:a16="http://schemas.microsoft.com/office/drawing/2014/main" id="{D5E1369E-FD25-4A8E-A01F-00C40FDAFA43}"/>
                </a:ext>
              </a:extLst>
            </p:cNvPr>
            <p:cNvSpPr>
              <a:spLocks noChangeShapeType="1"/>
            </p:cNvSpPr>
            <p:nvPr/>
          </p:nvSpPr>
          <p:spPr bwMode="auto">
            <a:xfrm>
              <a:off x="2912" y="1812"/>
              <a:ext cx="3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95" name="AutoShape 156">
              <a:extLst>
                <a:ext uri="{FF2B5EF4-FFF2-40B4-BE49-F238E27FC236}">
                  <a16:creationId xmlns:a16="http://schemas.microsoft.com/office/drawing/2014/main" id="{3BE0FC91-FB1F-4D81-99FE-712579DB81BC}"/>
                </a:ext>
              </a:extLst>
            </p:cNvPr>
            <p:cNvSpPr>
              <a:spLocks noChangeArrowheads="1"/>
            </p:cNvSpPr>
            <p:nvPr/>
          </p:nvSpPr>
          <p:spPr bwMode="auto">
            <a:xfrm rot="5400000">
              <a:off x="3051" y="1745"/>
              <a:ext cx="29" cy="41"/>
            </a:xfrm>
            <a:prstGeom prst="rightArrow">
              <a:avLst>
                <a:gd name="adj1" fmla="val 51167"/>
                <a:gd name="adj2" fmla="val 39736"/>
              </a:avLst>
            </a:prstGeom>
            <a:solidFill>
              <a:schemeClr val="accent2"/>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grpSp>
        <p:nvGrpSpPr>
          <p:cNvPr id="18470" name="Group 157">
            <a:extLst>
              <a:ext uri="{FF2B5EF4-FFF2-40B4-BE49-F238E27FC236}">
                <a16:creationId xmlns:a16="http://schemas.microsoft.com/office/drawing/2014/main" id="{46998D7D-1131-4768-B7C4-1F6949716A89}"/>
              </a:ext>
            </a:extLst>
          </p:cNvPr>
          <p:cNvGrpSpPr>
            <a:grpSpLocks/>
          </p:cNvGrpSpPr>
          <p:nvPr/>
        </p:nvGrpSpPr>
        <p:grpSpPr bwMode="auto">
          <a:xfrm>
            <a:off x="6719888" y="5768975"/>
            <a:ext cx="550862" cy="452438"/>
            <a:chOff x="2886" y="1668"/>
            <a:chExt cx="347" cy="285"/>
          </a:xfrm>
        </p:grpSpPr>
        <p:sp>
          <p:nvSpPr>
            <p:cNvPr id="18482" name="Rectangle 158">
              <a:extLst>
                <a:ext uri="{FF2B5EF4-FFF2-40B4-BE49-F238E27FC236}">
                  <a16:creationId xmlns:a16="http://schemas.microsoft.com/office/drawing/2014/main" id="{FAB1EC55-A2B2-4861-9758-571F57A1F3AA}"/>
                </a:ext>
              </a:extLst>
            </p:cNvPr>
            <p:cNvSpPr>
              <a:spLocks noChangeArrowheads="1"/>
            </p:cNvSpPr>
            <p:nvPr/>
          </p:nvSpPr>
          <p:spPr bwMode="auto">
            <a:xfrm>
              <a:off x="2886" y="1668"/>
              <a:ext cx="347" cy="285"/>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8483" name="Oval 159">
              <a:extLst>
                <a:ext uri="{FF2B5EF4-FFF2-40B4-BE49-F238E27FC236}">
                  <a16:creationId xmlns:a16="http://schemas.microsoft.com/office/drawing/2014/main" id="{4A0490BB-AA98-458C-A923-9C2EB8F9DC6A}"/>
                </a:ext>
              </a:extLst>
            </p:cNvPr>
            <p:cNvSpPr>
              <a:spLocks noChangeArrowheads="1"/>
            </p:cNvSpPr>
            <p:nvPr/>
          </p:nvSpPr>
          <p:spPr bwMode="auto">
            <a:xfrm>
              <a:off x="2905" y="1674"/>
              <a:ext cx="314" cy="74"/>
            </a:xfrm>
            <a:prstGeom prst="ellipse">
              <a:avLst/>
            </a:prstGeom>
            <a:solidFill>
              <a:schemeClr val="bg1"/>
            </a:solidFill>
            <a:ln w="9525">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8484" name="Rectangle 160">
              <a:extLst>
                <a:ext uri="{FF2B5EF4-FFF2-40B4-BE49-F238E27FC236}">
                  <a16:creationId xmlns:a16="http://schemas.microsoft.com/office/drawing/2014/main" id="{2CA13FAF-DDC5-4F5B-ABCF-7A9CF6850793}"/>
                </a:ext>
              </a:extLst>
            </p:cNvPr>
            <p:cNvSpPr>
              <a:spLocks noChangeArrowheads="1"/>
            </p:cNvSpPr>
            <p:nvPr/>
          </p:nvSpPr>
          <p:spPr bwMode="auto">
            <a:xfrm>
              <a:off x="2913" y="1785"/>
              <a:ext cx="300" cy="156"/>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8485" name="Line 161">
              <a:extLst>
                <a:ext uri="{FF2B5EF4-FFF2-40B4-BE49-F238E27FC236}">
                  <a16:creationId xmlns:a16="http://schemas.microsoft.com/office/drawing/2014/main" id="{566CFC84-0BDE-42FD-9265-2A512C42BDBE}"/>
                </a:ext>
              </a:extLst>
            </p:cNvPr>
            <p:cNvSpPr>
              <a:spLocks noChangeShapeType="1"/>
            </p:cNvSpPr>
            <p:nvPr/>
          </p:nvSpPr>
          <p:spPr bwMode="auto">
            <a:xfrm>
              <a:off x="3082" y="1811"/>
              <a:ext cx="1" cy="13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86" name="Line 162">
              <a:extLst>
                <a:ext uri="{FF2B5EF4-FFF2-40B4-BE49-F238E27FC236}">
                  <a16:creationId xmlns:a16="http://schemas.microsoft.com/office/drawing/2014/main" id="{68C02758-B525-438A-AE38-2647262CC672}"/>
                </a:ext>
              </a:extLst>
            </p:cNvPr>
            <p:cNvSpPr>
              <a:spLocks noChangeShapeType="1"/>
            </p:cNvSpPr>
            <p:nvPr/>
          </p:nvSpPr>
          <p:spPr bwMode="auto">
            <a:xfrm>
              <a:off x="2913" y="1842"/>
              <a:ext cx="3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87" name="Line 163">
              <a:extLst>
                <a:ext uri="{FF2B5EF4-FFF2-40B4-BE49-F238E27FC236}">
                  <a16:creationId xmlns:a16="http://schemas.microsoft.com/office/drawing/2014/main" id="{6D3F3F1A-0C7C-4506-A529-913D362E7BCC}"/>
                </a:ext>
              </a:extLst>
            </p:cNvPr>
            <p:cNvSpPr>
              <a:spLocks noChangeShapeType="1"/>
            </p:cNvSpPr>
            <p:nvPr/>
          </p:nvSpPr>
          <p:spPr bwMode="auto">
            <a:xfrm>
              <a:off x="2912" y="1812"/>
              <a:ext cx="3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88" name="AutoShape 164">
              <a:extLst>
                <a:ext uri="{FF2B5EF4-FFF2-40B4-BE49-F238E27FC236}">
                  <a16:creationId xmlns:a16="http://schemas.microsoft.com/office/drawing/2014/main" id="{6AACC26E-52CD-4A3C-9147-BDB750024EB3}"/>
                </a:ext>
              </a:extLst>
            </p:cNvPr>
            <p:cNvSpPr>
              <a:spLocks noChangeArrowheads="1"/>
            </p:cNvSpPr>
            <p:nvPr/>
          </p:nvSpPr>
          <p:spPr bwMode="auto">
            <a:xfrm rot="5400000">
              <a:off x="3051" y="1745"/>
              <a:ext cx="29" cy="41"/>
            </a:xfrm>
            <a:prstGeom prst="rightArrow">
              <a:avLst>
                <a:gd name="adj1" fmla="val 51167"/>
                <a:gd name="adj2" fmla="val 39736"/>
              </a:avLst>
            </a:prstGeom>
            <a:solidFill>
              <a:schemeClr val="accent2"/>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grpSp>
        <p:nvGrpSpPr>
          <p:cNvPr id="18471" name="Group 165">
            <a:extLst>
              <a:ext uri="{FF2B5EF4-FFF2-40B4-BE49-F238E27FC236}">
                <a16:creationId xmlns:a16="http://schemas.microsoft.com/office/drawing/2014/main" id="{FCD97F39-F56E-4BF1-8E2C-57D3E60A82AF}"/>
              </a:ext>
            </a:extLst>
          </p:cNvPr>
          <p:cNvGrpSpPr>
            <a:grpSpLocks/>
          </p:cNvGrpSpPr>
          <p:nvPr/>
        </p:nvGrpSpPr>
        <p:grpSpPr bwMode="auto">
          <a:xfrm>
            <a:off x="6064251" y="5961064"/>
            <a:ext cx="550863" cy="452437"/>
            <a:chOff x="2886" y="1668"/>
            <a:chExt cx="347" cy="285"/>
          </a:xfrm>
        </p:grpSpPr>
        <p:sp>
          <p:nvSpPr>
            <p:cNvPr id="18475" name="Rectangle 166">
              <a:extLst>
                <a:ext uri="{FF2B5EF4-FFF2-40B4-BE49-F238E27FC236}">
                  <a16:creationId xmlns:a16="http://schemas.microsoft.com/office/drawing/2014/main" id="{4B633634-92A5-45C2-BA3F-A1E2EBA2E167}"/>
                </a:ext>
              </a:extLst>
            </p:cNvPr>
            <p:cNvSpPr>
              <a:spLocks noChangeArrowheads="1"/>
            </p:cNvSpPr>
            <p:nvPr/>
          </p:nvSpPr>
          <p:spPr bwMode="auto">
            <a:xfrm>
              <a:off x="2886" y="1668"/>
              <a:ext cx="347" cy="285"/>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8476" name="Oval 167">
              <a:extLst>
                <a:ext uri="{FF2B5EF4-FFF2-40B4-BE49-F238E27FC236}">
                  <a16:creationId xmlns:a16="http://schemas.microsoft.com/office/drawing/2014/main" id="{B08ADEC9-AD83-4943-B201-BEB4364E602F}"/>
                </a:ext>
              </a:extLst>
            </p:cNvPr>
            <p:cNvSpPr>
              <a:spLocks noChangeArrowheads="1"/>
            </p:cNvSpPr>
            <p:nvPr/>
          </p:nvSpPr>
          <p:spPr bwMode="auto">
            <a:xfrm>
              <a:off x="2905" y="1674"/>
              <a:ext cx="314" cy="74"/>
            </a:xfrm>
            <a:prstGeom prst="ellipse">
              <a:avLst/>
            </a:prstGeom>
            <a:solidFill>
              <a:schemeClr val="bg1"/>
            </a:solidFill>
            <a:ln w="9525">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8477" name="Rectangle 168">
              <a:extLst>
                <a:ext uri="{FF2B5EF4-FFF2-40B4-BE49-F238E27FC236}">
                  <a16:creationId xmlns:a16="http://schemas.microsoft.com/office/drawing/2014/main" id="{18AC31EB-918C-4319-9C75-7CD385B26B8E}"/>
                </a:ext>
              </a:extLst>
            </p:cNvPr>
            <p:cNvSpPr>
              <a:spLocks noChangeArrowheads="1"/>
            </p:cNvSpPr>
            <p:nvPr/>
          </p:nvSpPr>
          <p:spPr bwMode="auto">
            <a:xfrm>
              <a:off x="2913" y="1785"/>
              <a:ext cx="300" cy="156"/>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8478" name="Line 169">
              <a:extLst>
                <a:ext uri="{FF2B5EF4-FFF2-40B4-BE49-F238E27FC236}">
                  <a16:creationId xmlns:a16="http://schemas.microsoft.com/office/drawing/2014/main" id="{DB358619-CEBF-49C1-8608-8671A9D5BB14}"/>
                </a:ext>
              </a:extLst>
            </p:cNvPr>
            <p:cNvSpPr>
              <a:spLocks noChangeShapeType="1"/>
            </p:cNvSpPr>
            <p:nvPr/>
          </p:nvSpPr>
          <p:spPr bwMode="auto">
            <a:xfrm>
              <a:off x="3082" y="1811"/>
              <a:ext cx="1" cy="13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79" name="Line 170">
              <a:extLst>
                <a:ext uri="{FF2B5EF4-FFF2-40B4-BE49-F238E27FC236}">
                  <a16:creationId xmlns:a16="http://schemas.microsoft.com/office/drawing/2014/main" id="{DC715A5D-86F6-4DC4-A94A-78C5E52E2323}"/>
                </a:ext>
              </a:extLst>
            </p:cNvPr>
            <p:cNvSpPr>
              <a:spLocks noChangeShapeType="1"/>
            </p:cNvSpPr>
            <p:nvPr/>
          </p:nvSpPr>
          <p:spPr bwMode="auto">
            <a:xfrm>
              <a:off x="2913" y="1842"/>
              <a:ext cx="3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80" name="Line 171">
              <a:extLst>
                <a:ext uri="{FF2B5EF4-FFF2-40B4-BE49-F238E27FC236}">
                  <a16:creationId xmlns:a16="http://schemas.microsoft.com/office/drawing/2014/main" id="{793E5C72-25D5-4BCF-866D-0EA358FF4F54}"/>
                </a:ext>
              </a:extLst>
            </p:cNvPr>
            <p:cNvSpPr>
              <a:spLocks noChangeShapeType="1"/>
            </p:cNvSpPr>
            <p:nvPr/>
          </p:nvSpPr>
          <p:spPr bwMode="auto">
            <a:xfrm>
              <a:off x="2912" y="1812"/>
              <a:ext cx="3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81" name="AutoShape 172">
              <a:extLst>
                <a:ext uri="{FF2B5EF4-FFF2-40B4-BE49-F238E27FC236}">
                  <a16:creationId xmlns:a16="http://schemas.microsoft.com/office/drawing/2014/main" id="{3FE4CF58-43BA-4411-AF8C-A32B2FB1B8A4}"/>
                </a:ext>
              </a:extLst>
            </p:cNvPr>
            <p:cNvSpPr>
              <a:spLocks noChangeArrowheads="1"/>
            </p:cNvSpPr>
            <p:nvPr/>
          </p:nvSpPr>
          <p:spPr bwMode="auto">
            <a:xfrm rot="5400000">
              <a:off x="3051" y="1745"/>
              <a:ext cx="29" cy="41"/>
            </a:xfrm>
            <a:prstGeom prst="rightArrow">
              <a:avLst>
                <a:gd name="adj1" fmla="val 51167"/>
                <a:gd name="adj2" fmla="val 39736"/>
              </a:avLst>
            </a:prstGeom>
            <a:solidFill>
              <a:schemeClr val="accent2"/>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grpSp>
        <p:nvGrpSpPr>
          <p:cNvPr id="22" name="Group 176">
            <a:extLst>
              <a:ext uri="{FF2B5EF4-FFF2-40B4-BE49-F238E27FC236}">
                <a16:creationId xmlns:a16="http://schemas.microsoft.com/office/drawing/2014/main" id="{86E291BF-C036-4290-AF61-D92CC5A2B21C}"/>
              </a:ext>
            </a:extLst>
          </p:cNvPr>
          <p:cNvGrpSpPr>
            <a:grpSpLocks/>
          </p:cNvGrpSpPr>
          <p:nvPr/>
        </p:nvGrpSpPr>
        <p:grpSpPr bwMode="auto">
          <a:xfrm>
            <a:off x="5016500" y="1201739"/>
            <a:ext cx="4986338" cy="1887537"/>
            <a:chOff x="2037" y="708"/>
            <a:chExt cx="3471" cy="1189"/>
          </a:xfrm>
        </p:grpSpPr>
        <p:sp>
          <p:nvSpPr>
            <p:cNvPr id="18473" name="Text Box 174">
              <a:extLst>
                <a:ext uri="{FF2B5EF4-FFF2-40B4-BE49-F238E27FC236}">
                  <a16:creationId xmlns:a16="http://schemas.microsoft.com/office/drawing/2014/main" id="{663090A7-ACAC-49F1-9030-0B2A79D444EF}"/>
                </a:ext>
              </a:extLst>
            </p:cNvPr>
            <p:cNvSpPr txBox="1">
              <a:spLocks noChangeArrowheads="1"/>
            </p:cNvSpPr>
            <p:nvPr/>
          </p:nvSpPr>
          <p:spPr bwMode="auto">
            <a:xfrm>
              <a:off x="3474" y="708"/>
              <a:ext cx="2034" cy="882"/>
            </a:xfrm>
            <a:prstGeom prst="rect">
              <a:avLst/>
            </a:prstGeom>
            <a:noFill/>
            <a:ln w="12700">
              <a:solidFill>
                <a:srgbClr val="CC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nSpc>
                  <a:spcPct val="85000"/>
                </a:lnSpc>
              </a:pPr>
              <a:r>
                <a:rPr lang="en-US" altLang="en-US" sz="2000">
                  <a:solidFill>
                    <a:srgbClr val="000099"/>
                  </a:solidFill>
                  <a:latin typeface="Comic Sans MS" panose="030F0702030302020204" pitchFamily="66" charset="0"/>
                </a:rPr>
                <a:t>4 tỉ địa chỉ IP, vì liệt kê ra 1 dãy các địa chỉ hơn là liệt kê ra từng địa chỉ (các mục tổng hợp)</a:t>
              </a:r>
            </a:p>
          </p:txBody>
        </p:sp>
        <p:sp>
          <p:nvSpPr>
            <p:cNvPr id="18474" name="Line 175">
              <a:extLst>
                <a:ext uri="{FF2B5EF4-FFF2-40B4-BE49-F238E27FC236}">
                  <a16:creationId xmlns:a16="http://schemas.microsoft.com/office/drawing/2014/main" id="{06BDA906-B6AC-42AE-853E-E53088B90AF4}"/>
                </a:ext>
              </a:extLst>
            </p:cNvPr>
            <p:cNvSpPr>
              <a:spLocks noChangeShapeType="1"/>
            </p:cNvSpPr>
            <p:nvPr/>
          </p:nvSpPr>
          <p:spPr bwMode="auto">
            <a:xfrm flipH="1">
              <a:off x="2037" y="1229"/>
              <a:ext cx="1433" cy="668"/>
            </a:xfrm>
            <a:prstGeom prst="line">
              <a:avLst/>
            </a:prstGeom>
            <a:noFill/>
            <a:ln w="9525">
              <a:solidFill>
                <a:srgbClr val="CC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spTree>
    <p:extLst>
      <p:ext uri="{BB962C8B-B14F-4D97-AF65-F5344CB8AC3E}">
        <p14:creationId xmlns:p14="http://schemas.microsoft.com/office/powerpoint/2010/main" val="354406103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Footer Placeholder 4">
            <a:extLst>
              <a:ext uri="{FF2B5EF4-FFF2-40B4-BE49-F238E27FC236}">
                <a16:creationId xmlns:a16="http://schemas.microsoft.com/office/drawing/2014/main" id="{754A617C-1300-4624-821F-04CA28EBA5B8}"/>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Tầng Network</a:t>
            </a:r>
          </a:p>
        </p:txBody>
      </p:sp>
      <p:sp>
        <p:nvSpPr>
          <p:cNvPr id="19459" name="Slide Number Placeholder 5">
            <a:extLst>
              <a:ext uri="{FF2B5EF4-FFF2-40B4-BE49-F238E27FC236}">
                <a16:creationId xmlns:a16="http://schemas.microsoft.com/office/drawing/2014/main" id="{16B0D609-EDC8-4364-8A90-DECDEB92C74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4-</a:t>
            </a:r>
            <a:fld id="{4256411E-1E9B-41B3-9FBB-AA52D2CF3223}" type="slidenum">
              <a:rPr lang="en-US" altLang="en-US">
                <a:latin typeface="Tahoma" panose="020B0604030504040204" pitchFamily="34" charset="0"/>
              </a:rPr>
              <a:pPr/>
              <a:t>22</a:t>
            </a:fld>
            <a:endParaRPr lang="en-US" altLang="en-US">
              <a:latin typeface="Tahoma" panose="020B0604030504040204" pitchFamily="34" charset="0"/>
            </a:endParaRPr>
          </a:p>
        </p:txBody>
      </p:sp>
      <p:sp>
        <p:nvSpPr>
          <p:cNvPr id="19460" name="Rectangle 3">
            <a:extLst>
              <a:ext uri="{FF2B5EF4-FFF2-40B4-BE49-F238E27FC236}">
                <a16:creationId xmlns:a16="http://schemas.microsoft.com/office/drawing/2014/main" id="{02A83BFE-9848-435B-A2C5-3BC90B075921}"/>
              </a:ext>
            </a:extLst>
          </p:cNvPr>
          <p:cNvSpPr>
            <a:spLocks noChangeArrowheads="1"/>
          </p:cNvSpPr>
          <p:nvPr/>
        </p:nvSpPr>
        <p:spPr bwMode="auto">
          <a:xfrm>
            <a:off x="2152650" y="1392238"/>
            <a:ext cx="5284788" cy="4462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just"/>
            <a:r>
              <a:rPr lang="en-US" altLang="en-US" b="1">
                <a:cs typeface="Times New Roman" panose="02020603050405020304" pitchFamily="18" charset="0"/>
              </a:rPr>
              <a:t>Dãy địa chỉ đích</a:t>
            </a:r>
          </a:p>
          <a:p>
            <a:pPr algn="just"/>
            <a:endParaRPr lang="en-US" altLang="en-US" b="1">
              <a:cs typeface="Times New Roman" panose="02020603050405020304" pitchFamily="18" charset="0"/>
            </a:endParaRPr>
          </a:p>
          <a:p>
            <a:pPr algn="just"/>
            <a:r>
              <a:rPr lang="en-US" altLang="en-US" b="1">
                <a:latin typeface="Courier New" panose="02070309020205020404" pitchFamily="49" charset="0"/>
                <a:cs typeface="Times New Roman" panose="02020603050405020304" pitchFamily="18" charset="0"/>
              </a:rPr>
              <a:t>11001000 00010111 00010000 00000000</a:t>
            </a:r>
            <a:endParaRPr lang="en-US" altLang="en-US" sz="2000" b="1">
              <a:latin typeface="Courier New" panose="02070309020205020404" pitchFamily="49" charset="0"/>
            </a:endParaRPr>
          </a:p>
          <a:p>
            <a:pPr algn="just"/>
            <a:r>
              <a:rPr lang="en-US" altLang="en-US" sz="2000">
                <a:latin typeface="Comic Sans MS" panose="030F0702030302020204" pitchFamily="66" charset="0"/>
                <a:cs typeface="Times New Roman" panose="02020603050405020304" pitchFamily="18" charset="0"/>
              </a:rPr>
              <a:t>đến</a:t>
            </a:r>
            <a:endParaRPr lang="en-US" altLang="en-US" sz="2000">
              <a:latin typeface="Comic Sans MS" panose="030F0702030302020204" pitchFamily="66" charset="0"/>
            </a:endParaRPr>
          </a:p>
          <a:p>
            <a:pPr algn="just"/>
            <a:r>
              <a:rPr lang="en-US" altLang="en-US" b="1">
                <a:latin typeface="Courier New" panose="02070309020205020404" pitchFamily="49" charset="0"/>
                <a:cs typeface="Times New Roman" panose="02020603050405020304" pitchFamily="18" charset="0"/>
              </a:rPr>
              <a:t>11001000 00010111 00010111 11111111</a:t>
            </a:r>
          </a:p>
          <a:p>
            <a:pPr algn="just"/>
            <a:endParaRPr lang="en-US" altLang="en-US" b="1">
              <a:latin typeface="Courier New" panose="02070309020205020404" pitchFamily="49" charset="0"/>
              <a:cs typeface="Times New Roman" panose="02020603050405020304" pitchFamily="18" charset="0"/>
            </a:endParaRPr>
          </a:p>
          <a:p>
            <a:pPr algn="just"/>
            <a:r>
              <a:rPr lang="en-US" altLang="en-US" b="1">
                <a:latin typeface="Courier New" panose="02070309020205020404" pitchFamily="49" charset="0"/>
                <a:cs typeface="Times New Roman" panose="02020603050405020304" pitchFamily="18" charset="0"/>
              </a:rPr>
              <a:t>11001000 00010111 00011000 00000000</a:t>
            </a:r>
            <a:endParaRPr lang="en-US" altLang="en-US" sz="2000" b="1">
              <a:latin typeface="Courier New" panose="02070309020205020404" pitchFamily="49" charset="0"/>
            </a:endParaRPr>
          </a:p>
          <a:p>
            <a:pPr algn="just"/>
            <a:r>
              <a:rPr lang="en-US" altLang="en-US">
                <a:latin typeface="Comic Sans MS" panose="030F0702030302020204" pitchFamily="66" charset="0"/>
                <a:cs typeface="Times New Roman" panose="02020603050405020304" pitchFamily="18" charset="0"/>
              </a:rPr>
              <a:t>đến</a:t>
            </a:r>
            <a:endParaRPr lang="en-US" altLang="en-US" sz="2000"/>
          </a:p>
          <a:p>
            <a:pPr algn="just"/>
            <a:r>
              <a:rPr lang="en-US" altLang="en-US" b="1">
                <a:latin typeface="Courier New" panose="02070309020205020404" pitchFamily="49" charset="0"/>
                <a:cs typeface="Times New Roman" panose="02020603050405020304" pitchFamily="18" charset="0"/>
              </a:rPr>
              <a:t>11001000 00010111 00011000 11111111  </a:t>
            </a:r>
          </a:p>
          <a:p>
            <a:pPr algn="just"/>
            <a:endParaRPr lang="en-US" altLang="en-US" sz="2000" b="1">
              <a:latin typeface="Courier New" panose="02070309020205020404" pitchFamily="49" charset="0"/>
            </a:endParaRPr>
          </a:p>
          <a:p>
            <a:pPr algn="just"/>
            <a:r>
              <a:rPr lang="en-US" altLang="en-US" b="1">
                <a:latin typeface="Courier New" panose="02070309020205020404" pitchFamily="49" charset="0"/>
                <a:cs typeface="Times New Roman" panose="02020603050405020304" pitchFamily="18" charset="0"/>
              </a:rPr>
              <a:t>11001000 00010111 00011001 00000000</a:t>
            </a:r>
            <a:endParaRPr lang="en-US" altLang="en-US" sz="2000" b="1">
              <a:latin typeface="Courier New" panose="02070309020205020404" pitchFamily="49" charset="0"/>
            </a:endParaRPr>
          </a:p>
          <a:p>
            <a:pPr algn="just"/>
            <a:r>
              <a:rPr lang="en-US" altLang="en-US">
                <a:latin typeface="Comic Sans MS" panose="030F0702030302020204" pitchFamily="66" charset="0"/>
                <a:cs typeface="Times New Roman" panose="02020603050405020304" pitchFamily="18" charset="0"/>
              </a:rPr>
              <a:t>đến</a:t>
            </a:r>
            <a:endParaRPr lang="en-US" altLang="en-US" sz="2000"/>
          </a:p>
          <a:p>
            <a:pPr algn="just"/>
            <a:r>
              <a:rPr lang="en-US" altLang="en-US" b="1">
                <a:latin typeface="Courier New" panose="02070309020205020404" pitchFamily="49" charset="0"/>
                <a:cs typeface="Times New Roman" panose="02020603050405020304" pitchFamily="18" charset="0"/>
              </a:rPr>
              <a:t>11001000 00010111 00011111 11111111  </a:t>
            </a:r>
          </a:p>
          <a:p>
            <a:pPr algn="just"/>
            <a:endParaRPr lang="en-US" altLang="en-US">
              <a:latin typeface="Comic Sans MS" panose="030F0702030302020204" pitchFamily="66" charset="0"/>
              <a:cs typeface="Times New Roman" panose="02020603050405020304" pitchFamily="18" charset="0"/>
            </a:endParaRPr>
          </a:p>
          <a:p>
            <a:pPr algn="just"/>
            <a:r>
              <a:rPr lang="en-US" altLang="en-US">
                <a:cs typeface="Times New Roman" panose="02020603050405020304" pitchFamily="18" charset="0"/>
              </a:rPr>
              <a:t>khác</a:t>
            </a:r>
          </a:p>
        </p:txBody>
      </p:sp>
      <p:sp>
        <p:nvSpPr>
          <p:cNvPr id="19461" name="Rectangle 5">
            <a:extLst>
              <a:ext uri="{FF2B5EF4-FFF2-40B4-BE49-F238E27FC236}">
                <a16:creationId xmlns:a16="http://schemas.microsoft.com/office/drawing/2014/main" id="{06EC0227-3245-41C8-8C58-45A0761A132E}"/>
              </a:ext>
            </a:extLst>
          </p:cNvPr>
          <p:cNvSpPr>
            <a:spLocks noChangeArrowheads="1"/>
          </p:cNvSpPr>
          <p:nvPr/>
        </p:nvSpPr>
        <p:spPr bwMode="auto">
          <a:xfrm>
            <a:off x="7577138" y="1430339"/>
            <a:ext cx="1555750" cy="448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just"/>
            <a:r>
              <a:rPr lang="en-US" altLang="en-US">
                <a:cs typeface="Times New Roman" panose="02020603050405020304" pitchFamily="18" charset="0"/>
              </a:rPr>
              <a:t>Link Interface</a:t>
            </a:r>
          </a:p>
          <a:p>
            <a:pPr algn="just"/>
            <a:endParaRPr lang="en-US" altLang="en-US">
              <a:cs typeface="Times New Roman" panose="02020603050405020304" pitchFamily="18" charset="0"/>
            </a:endParaRPr>
          </a:p>
          <a:p>
            <a:pPr algn="just"/>
            <a:endParaRPr lang="en-US" altLang="en-US" u="sng">
              <a:cs typeface="Times New Roman" panose="02020603050405020304" pitchFamily="18" charset="0"/>
            </a:endParaRPr>
          </a:p>
          <a:p>
            <a:pPr algn="just"/>
            <a:r>
              <a:rPr lang="en-US" altLang="en-US">
                <a:cs typeface="Times New Roman" panose="02020603050405020304" pitchFamily="18" charset="0"/>
              </a:rPr>
              <a:t>0</a:t>
            </a:r>
          </a:p>
          <a:p>
            <a:pPr algn="just"/>
            <a:endParaRPr lang="en-US" altLang="en-US">
              <a:cs typeface="Times New Roman" panose="02020603050405020304" pitchFamily="18" charset="0"/>
            </a:endParaRPr>
          </a:p>
          <a:p>
            <a:pPr algn="just"/>
            <a:endParaRPr lang="en-US" altLang="en-US">
              <a:cs typeface="Times New Roman" panose="02020603050405020304" pitchFamily="18" charset="0"/>
            </a:endParaRPr>
          </a:p>
          <a:p>
            <a:pPr algn="just"/>
            <a:endParaRPr lang="en-US" altLang="en-US">
              <a:cs typeface="Times New Roman" panose="02020603050405020304" pitchFamily="18" charset="0"/>
            </a:endParaRPr>
          </a:p>
          <a:p>
            <a:pPr algn="just"/>
            <a:r>
              <a:rPr lang="en-US" altLang="en-US">
                <a:cs typeface="Times New Roman" panose="02020603050405020304" pitchFamily="18" charset="0"/>
              </a:rPr>
              <a:t>1</a:t>
            </a:r>
          </a:p>
          <a:p>
            <a:pPr algn="just"/>
            <a:endParaRPr lang="en-US" altLang="en-US">
              <a:cs typeface="Times New Roman" panose="02020603050405020304" pitchFamily="18" charset="0"/>
            </a:endParaRPr>
          </a:p>
          <a:p>
            <a:pPr algn="just"/>
            <a:endParaRPr lang="en-US" altLang="en-US">
              <a:cs typeface="Times New Roman" panose="02020603050405020304" pitchFamily="18" charset="0"/>
            </a:endParaRPr>
          </a:p>
          <a:p>
            <a:pPr algn="just"/>
            <a:endParaRPr lang="en-US" altLang="en-US">
              <a:cs typeface="Times New Roman" panose="02020603050405020304" pitchFamily="18" charset="0"/>
            </a:endParaRPr>
          </a:p>
          <a:p>
            <a:pPr algn="just"/>
            <a:r>
              <a:rPr lang="en-US" altLang="en-US">
                <a:cs typeface="Times New Roman" panose="02020603050405020304" pitchFamily="18" charset="0"/>
              </a:rPr>
              <a:t>2</a:t>
            </a:r>
          </a:p>
          <a:p>
            <a:pPr algn="just"/>
            <a:endParaRPr lang="en-US" altLang="en-US">
              <a:cs typeface="Times New Roman" panose="02020603050405020304" pitchFamily="18" charset="0"/>
            </a:endParaRPr>
          </a:p>
          <a:p>
            <a:pPr algn="just"/>
            <a:endParaRPr lang="en-US" altLang="en-US">
              <a:cs typeface="Times New Roman" panose="02020603050405020304" pitchFamily="18" charset="0"/>
            </a:endParaRPr>
          </a:p>
          <a:p>
            <a:pPr algn="just"/>
            <a:r>
              <a:rPr lang="en-US" altLang="en-US">
                <a:cs typeface="Times New Roman" panose="02020603050405020304" pitchFamily="18" charset="0"/>
              </a:rPr>
              <a:t>3  </a:t>
            </a:r>
            <a:endParaRPr lang="en-US" altLang="en-US" sz="2000"/>
          </a:p>
          <a:p>
            <a:pPr algn="just"/>
            <a:endParaRPr lang="en-US" altLang="en-US" b="1">
              <a:cs typeface="Times New Roman" panose="02020603050405020304" pitchFamily="18" charset="0"/>
            </a:endParaRPr>
          </a:p>
        </p:txBody>
      </p:sp>
      <p:sp>
        <p:nvSpPr>
          <p:cNvPr id="19462" name="Rectangle 6">
            <a:extLst>
              <a:ext uri="{FF2B5EF4-FFF2-40B4-BE49-F238E27FC236}">
                <a16:creationId xmlns:a16="http://schemas.microsoft.com/office/drawing/2014/main" id="{86B4017B-8159-4B4B-9777-F7FD6F5FCA67}"/>
              </a:ext>
            </a:extLst>
          </p:cNvPr>
          <p:cNvSpPr>
            <a:spLocks noChangeArrowheads="1"/>
          </p:cNvSpPr>
          <p:nvPr/>
        </p:nvSpPr>
        <p:spPr bwMode="auto">
          <a:xfrm>
            <a:off x="2160589" y="1266826"/>
            <a:ext cx="7223125" cy="4525963"/>
          </a:xfrm>
          <a:prstGeom prst="rect">
            <a:avLst/>
          </a:prstGeom>
          <a:noFill/>
          <a:ln w="19050">
            <a:solidFill>
              <a:srgbClr val="000099"/>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9463" name="Line 7">
            <a:extLst>
              <a:ext uri="{FF2B5EF4-FFF2-40B4-BE49-F238E27FC236}">
                <a16:creationId xmlns:a16="http://schemas.microsoft.com/office/drawing/2014/main" id="{979011E1-BBBB-4D15-A9D4-68C213241401}"/>
              </a:ext>
            </a:extLst>
          </p:cNvPr>
          <p:cNvSpPr>
            <a:spLocks noChangeShapeType="1"/>
          </p:cNvSpPr>
          <p:nvPr/>
        </p:nvSpPr>
        <p:spPr bwMode="auto">
          <a:xfrm>
            <a:off x="2149476" y="1873250"/>
            <a:ext cx="7223125"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9464" name="Line 8">
            <a:extLst>
              <a:ext uri="{FF2B5EF4-FFF2-40B4-BE49-F238E27FC236}">
                <a16:creationId xmlns:a16="http://schemas.microsoft.com/office/drawing/2014/main" id="{3D2578FA-900F-4232-89DD-ABE12CC259A5}"/>
              </a:ext>
            </a:extLst>
          </p:cNvPr>
          <p:cNvSpPr>
            <a:spLocks noChangeShapeType="1"/>
          </p:cNvSpPr>
          <p:nvPr/>
        </p:nvSpPr>
        <p:spPr bwMode="auto">
          <a:xfrm>
            <a:off x="2176464" y="2928938"/>
            <a:ext cx="7223125"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9465" name="Line 9">
            <a:extLst>
              <a:ext uri="{FF2B5EF4-FFF2-40B4-BE49-F238E27FC236}">
                <a16:creationId xmlns:a16="http://schemas.microsoft.com/office/drawing/2014/main" id="{F921FDB9-4F91-465F-A38F-A1C063D7492A}"/>
              </a:ext>
            </a:extLst>
          </p:cNvPr>
          <p:cNvSpPr>
            <a:spLocks noChangeShapeType="1"/>
          </p:cNvSpPr>
          <p:nvPr/>
        </p:nvSpPr>
        <p:spPr bwMode="auto">
          <a:xfrm>
            <a:off x="2170114" y="4051300"/>
            <a:ext cx="7223125"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9466" name="Line 10">
            <a:extLst>
              <a:ext uri="{FF2B5EF4-FFF2-40B4-BE49-F238E27FC236}">
                <a16:creationId xmlns:a16="http://schemas.microsoft.com/office/drawing/2014/main" id="{E343EE9E-5C06-454F-8D7D-D34BEBE96286}"/>
              </a:ext>
            </a:extLst>
          </p:cNvPr>
          <p:cNvSpPr>
            <a:spLocks noChangeShapeType="1"/>
          </p:cNvSpPr>
          <p:nvPr/>
        </p:nvSpPr>
        <p:spPr bwMode="auto">
          <a:xfrm>
            <a:off x="2163764" y="5173663"/>
            <a:ext cx="7223125"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9467" name="Line 11">
            <a:extLst>
              <a:ext uri="{FF2B5EF4-FFF2-40B4-BE49-F238E27FC236}">
                <a16:creationId xmlns:a16="http://schemas.microsoft.com/office/drawing/2014/main" id="{30F13690-586E-4CA4-B10B-454CC6D7007B}"/>
              </a:ext>
            </a:extLst>
          </p:cNvPr>
          <p:cNvSpPr>
            <a:spLocks noChangeShapeType="1"/>
          </p:cNvSpPr>
          <p:nvPr/>
        </p:nvSpPr>
        <p:spPr bwMode="auto">
          <a:xfrm>
            <a:off x="7453313" y="1277938"/>
            <a:ext cx="0" cy="4514850"/>
          </a:xfrm>
          <a:prstGeom prst="line">
            <a:avLst/>
          </a:prstGeom>
          <a:noFill/>
          <a:ln w="12700">
            <a:solidFill>
              <a:srgbClr val="000099"/>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9468" name="Text Box 12">
            <a:extLst>
              <a:ext uri="{FF2B5EF4-FFF2-40B4-BE49-F238E27FC236}">
                <a16:creationId xmlns:a16="http://schemas.microsoft.com/office/drawing/2014/main" id="{A687F15A-292B-460D-A492-A057B3C4A0B2}"/>
              </a:ext>
            </a:extLst>
          </p:cNvPr>
          <p:cNvSpPr txBox="1">
            <a:spLocks noChangeArrowheads="1"/>
          </p:cNvSpPr>
          <p:nvPr/>
        </p:nvSpPr>
        <p:spPr bwMode="auto">
          <a:xfrm>
            <a:off x="2089150" y="5926139"/>
            <a:ext cx="711444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2400" i="1">
                <a:solidFill>
                  <a:srgbClr val="CC0000"/>
                </a:solidFill>
                <a:latin typeface="Comic Sans MS" panose="030F0702030302020204" pitchFamily="66" charset="0"/>
              </a:rPr>
              <a:t>Q:</a:t>
            </a:r>
            <a:r>
              <a:rPr lang="en-US" altLang="en-US" sz="2400">
                <a:latin typeface="Comic Sans MS" panose="030F0702030302020204" pitchFamily="66" charset="0"/>
              </a:rPr>
              <a:t> nhưng cái gì sẽ xảy ra nếu các dãy địa chỉ này </a:t>
            </a:r>
          </a:p>
          <a:p>
            <a:r>
              <a:rPr lang="en-US" altLang="en-US" sz="2400">
                <a:latin typeface="Comic Sans MS" panose="030F0702030302020204" pitchFamily="66" charset="0"/>
              </a:rPr>
              <a:t>không được chia hợp lý?</a:t>
            </a:r>
          </a:p>
        </p:txBody>
      </p:sp>
      <p:pic>
        <p:nvPicPr>
          <p:cNvPr id="19469" name="Picture 16" descr="underline_base">
            <a:extLst>
              <a:ext uri="{FF2B5EF4-FFF2-40B4-BE49-F238E27FC236}">
                <a16:creationId xmlns:a16="http://schemas.microsoft.com/office/drawing/2014/main" id="{45A94A70-BEE5-4C27-8024-EE520A21BBB0}"/>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8838" y="771525"/>
            <a:ext cx="5942012"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46" name="Rectangle 17">
            <a:extLst>
              <a:ext uri="{FF2B5EF4-FFF2-40B4-BE49-F238E27FC236}">
                <a16:creationId xmlns:a16="http://schemas.microsoft.com/office/drawing/2014/main" id="{0703B527-2AFA-47BB-B2E7-9BD15F7E4A10}"/>
              </a:ext>
            </a:extLst>
          </p:cNvPr>
          <p:cNvSpPr>
            <a:spLocks noGrp="1" noChangeArrowheads="1"/>
          </p:cNvSpPr>
          <p:nvPr>
            <p:ph type="title"/>
          </p:nvPr>
        </p:nvSpPr>
        <p:spPr>
          <a:xfrm>
            <a:off x="2057400" y="107950"/>
            <a:ext cx="7239000" cy="863600"/>
          </a:xfrm>
        </p:spPr>
        <p:txBody>
          <a:bodyPr>
            <a:normAutofit/>
          </a:bodyPr>
          <a:lstStyle/>
          <a:p>
            <a:pPr>
              <a:defRPr/>
            </a:pPr>
            <a:r>
              <a:rPr lang="en-US" sz="4000" dirty="0" err="1"/>
              <a:t>Bảng</a:t>
            </a:r>
            <a:r>
              <a:rPr lang="en-US" sz="4000" dirty="0"/>
              <a:t> Datagram forwarding</a:t>
            </a:r>
          </a:p>
        </p:txBody>
      </p:sp>
    </p:spTree>
    <p:extLst>
      <p:ext uri="{BB962C8B-B14F-4D97-AF65-F5344CB8AC3E}">
        <p14:creationId xmlns:p14="http://schemas.microsoft.com/office/powerpoint/2010/main" val="4271305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Footer Placeholder 4">
            <a:extLst>
              <a:ext uri="{FF2B5EF4-FFF2-40B4-BE49-F238E27FC236}">
                <a16:creationId xmlns:a16="http://schemas.microsoft.com/office/drawing/2014/main" id="{A4244AA6-5017-4A16-A142-8B8DA9F30469}"/>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Tầng Network</a:t>
            </a:r>
          </a:p>
        </p:txBody>
      </p:sp>
      <p:sp>
        <p:nvSpPr>
          <p:cNvPr id="20483" name="Slide Number Placeholder 5">
            <a:extLst>
              <a:ext uri="{FF2B5EF4-FFF2-40B4-BE49-F238E27FC236}">
                <a16:creationId xmlns:a16="http://schemas.microsoft.com/office/drawing/2014/main" id="{A71A63E7-FC12-40E4-B1AC-FC5400BBDE2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4-</a:t>
            </a:r>
            <a:fld id="{07DB2A81-9317-42EF-B220-771E199F2CB1}" type="slidenum">
              <a:rPr lang="en-US" altLang="en-US">
                <a:latin typeface="Tahoma" panose="020B0604030504040204" pitchFamily="34" charset="0"/>
              </a:rPr>
              <a:pPr/>
              <a:t>23</a:t>
            </a:fld>
            <a:endParaRPr lang="en-US" altLang="en-US">
              <a:latin typeface="Tahoma" panose="020B0604030504040204" pitchFamily="34" charset="0"/>
            </a:endParaRPr>
          </a:p>
        </p:txBody>
      </p:sp>
      <p:pic>
        <p:nvPicPr>
          <p:cNvPr id="20484" name="Picture 32" descr="underline_base">
            <a:extLst>
              <a:ext uri="{FF2B5EF4-FFF2-40B4-BE49-F238E27FC236}">
                <a16:creationId xmlns:a16="http://schemas.microsoft.com/office/drawing/2014/main" id="{C114E2C0-97D3-4463-BD6C-6E448198A6BD}"/>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97076" y="777875"/>
            <a:ext cx="5484813"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5" name="Rectangle 20">
            <a:extLst>
              <a:ext uri="{FF2B5EF4-FFF2-40B4-BE49-F238E27FC236}">
                <a16:creationId xmlns:a16="http://schemas.microsoft.com/office/drawing/2014/main" id="{D70FED5B-A0D6-46A7-9E6F-27A5EFEA77AB}"/>
              </a:ext>
            </a:extLst>
          </p:cNvPr>
          <p:cNvSpPr>
            <a:spLocks noChangeArrowheads="1"/>
          </p:cNvSpPr>
          <p:nvPr/>
        </p:nvSpPr>
        <p:spPr bwMode="auto">
          <a:xfrm>
            <a:off x="1958975" y="1335088"/>
            <a:ext cx="8001000" cy="1371600"/>
          </a:xfrm>
          <a:prstGeom prst="rect">
            <a:avLst/>
          </a:prstGeom>
          <a:solidFill>
            <a:schemeClr val="bg1"/>
          </a:solidFill>
          <a:ln w="19050">
            <a:solidFill>
              <a:srgbClr val="CC0000"/>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20486" name="Rectangle 18">
            <a:extLst>
              <a:ext uri="{FF2B5EF4-FFF2-40B4-BE49-F238E27FC236}">
                <a16:creationId xmlns:a16="http://schemas.microsoft.com/office/drawing/2014/main" id="{C08B596B-7469-496B-B340-59F3A0DFF948}"/>
              </a:ext>
            </a:extLst>
          </p:cNvPr>
          <p:cNvSpPr>
            <a:spLocks noChangeArrowheads="1"/>
          </p:cNvSpPr>
          <p:nvPr/>
        </p:nvSpPr>
        <p:spPr bwMode="auto">
          <a:xfrm>
            <a:off x="5800726" y="5673726"/>
            <a:ext cx="1636713" cy="269875"/>
          </a:xfrm>
          <a:prstGeom prst="rect">
            <a:avLst/>
          </a:prstGeom>
          <a:solidFill>
            <a:srgbClr val="33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20487" name="Rectangle 17">
            <a:extLst>
              <a:ext uri="{FF2B5EF4-FFF2-40B4-BE49-F238E27FC236}">
                <a16:creationId xmlns:a16="http://schemas.microsoft.com/office/drawing/2014/main" id="{AEFDDE51-88D4-408A-83CD-5B38D28CD056}"/>
              </a:ext>
            </a:extLst>
          </p:cNvPr>
          <p:cNvSpPr>
            <a:spLocks noChangeArrowheads="1"/>
          </p:cNvSpPr>
          <p:nvPr/>
        </p:nvSpPr>
        <p:spPr bwMode="auto">
          <a:xfrm>
            <a:off x="5807076" y="6069014"/>
            <a:ext cx="1636713" cy="269875"/>
          </a:xfrm>
          <a:prstGeom prst="rect">
            <a:avLst/>
          </a:prstGeom>
          <a:solidFill>
            <a:srgbClr val="33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9464" name="Rectangle 2">
            <a:extLst>
              <a:ext uri="{FF2B5EF4-FFF2-40B4-BE49-F238E27FC236}">
                <a16:creationId xmlns:a16="http://schemas.microsoft.com/office/drawing/2014/main" id="{184AB13C-75F3-458E-BC4C-51E89C3FA0E6}"/>
              </a:ext>
            </a:extLst>
          </p:cNvPr>
          <p:cNvSpPr>
            <a:spLocks noGrp="1" noChangeArrowheads="1"/>
          </p:cNvSpPr>
          <p:nvPr>
            <p:ph type="title"/>
          </p:nvPr>
        </p:nvSpPr>
        <p:spPr>
          <a:xfrm>
            <a:off x="1879600" y="95250"/>
            <a:ext cx="7772400" cy="909638"/>
          </a:xfrm>
        </p:spPr>
        <p:txBody>
          <a:bodyPr/>
          <a:lstStyle/>
          <a:p>
            <a:pPr>
              <a:defRPr/>
            </a:pPr>
            <a:r>
              <a:rPr lang="en-US" dirty="0">
                <a:cs typeface="+mj-cs"/>
              </a:rPr>
              <a:t>So </a:t>
            </a:r>
            <a:r>
              <a:rPr lang="en-US" dirty="0" err="1">
                <a:cs typeface="+mj-cs"/>
              </a:rPr>
              <a:t>trùng</a:t>
            </a:r>
            <a:r>
              <a:rPr lang="en-US" dirty="0">
                <a:cs typeface="+mj-cs"/>
              </a:rPr>
              <a:t> prefix </a:t>
            </a:r>
            <a:r>
              <a:rPr lang="en-US" dirty="0" err="1">
                <a:cs typeface="+mj-cs"/>
              </a:rPr>
              <a:t>dài</a:t>
            </a:r>
            <a:r>
              <a:rPr lang="en-US" dirty="0">
                <a:cs typeface="+mj-cs"/>
              </a:rPr>
              <a:t> </a:t>
            </a:r>
            <a:r>
              <a:rPr lang="en-US" dirty="0" err="1">
                <a:cs typeface="+mj-cs"/>
              </a:rPr>
              <a:t>nhất</a:t>
            </a:r>
            <a:endParaRPr lang="en-US" dirty="0">
              <a:cs typeface="+mj-cs"/>
            </a:endParaRPr>
          </a:p>
        </p:txBody>
      </p:sp>
      <p:sp>
        <p:nvSpPr>
          <p:cNvPr id="20489" name="Rectangle 5">
            <a:extLst>
              <a:ext uri="{FF2B5EF4-FFF2-40B4-BE49-F238E27FC236}">
                <a16:creationId xmlns:a16="http://schemas.microsoft.com/office/drawing/2014/main" id="{7BE6D8DE-FC43-4F2C-A025-529343922534}"/>
              </a:ext>
            </a:extLst>
          </p:cNvPr>
          <p:cNvSpPr>
            <a:spLocks noChangeArrowheads="1"/>
          </p:cNvSpPr>
          <p:nvPr/>
        </p:nvSpPr>
        <p:spPr bwMode="auto">
          <a:xfrm>
            <a:off x="2588897" y="3058464"/>
            <a:ext cx="5285421" cy="216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just">
              <a:lnSpc>
                <a:spcPct val="150000"/>
              </a:lnSpc>
            </a:pPr>
            <a:r>
              <a:rPr lang="en-US" altLang="en-US">
                <a:cs typeface="Times New Roman" panose="02020603050405020304" pitchFamily="18" charset="0"/>
              </a:rPr>
              <a:t>Dãy địa chỉ đích</a:t>
            </a:r>
          </a:p>
          <a:p>
            <a:pPr algn="just">
              <a:lnSpc>
                <a:spcPct val="150000"/>
              </a:lnSpc>
            </a:pPr>
            <a:r>
              <a:rPr lang="en-US" altLang="en-US">
                <a:latin typeface="Courier New" panose="02070309020205020404" pitchFamily="49" charset="0"/>
                <a:cs typeface="Times New Roman" panose="02020603050405020304" pitchFamily="18" charset="0"/>
              </a:rPr>
              <a:t>11001000 00010111 00010*** ********* </a:t>
            </a:r>
            <a:endParaRPr lang="en-US" altLang="en-US" sz="2000">
              <a:latin typeface="Courier New" panose="02070309020205020404" pitchFamily="49" charset="0"/>
            </a:endParaRPr>
          </a:p>
          <a:p>
            <a:pPr algn="just">
              <a:lnSpc>
                <a:spcPct val="150000"/>
              </a:lnSpc>
            </a:pPr>
            <a:r>
              <a:rPr lang="en-US" altLang="en-US">
                <a:latin typeface="Courier New" panose="02070309020205020404" pitchFamily="49" charset="0"/>
                <a:cs typeface="Times New Roman" panose="02020603050405020304" pitchFamily="18" charset="0"/>
              </a:rPr>
              <a:t>11001000 00010111 00011000 *********</a:t>
            </a:r>
            <a:endParaRPr lang="en-US" altLang="en-US" sz="2000">
              <a:latin typeface="Courier New" panose="02070309020205020404" pitchFamily="49" charset="0"/>
            </a:endParaRPr>
          </a:p>
          <a:p>
            <a:pPr algn="just">
              <a:lnSpc>
                <a:spcPct val="150000"/>
              </a:lnSpc>
            </a:pPr>
            <a:r>
              <a:rPr lang="en-US" altLang="en-US">
                <a:latin typeface="Courier New" panose="02070309020205020404" pitchFamily="49" charset="0"/>
                <a:cs typeface="Times New Roman" panose="02020603050405020304" pitchFamily="18" charset="0"/>
              </a:rPr>
              <a:t>11001000 00010111 00011*** *********</a:t>
            </a:r>
            <a:endParaRPr lang="en-US" altLang="en-US" sz="2000">
              <a:latin typeface="Comic Sans MS" panose="030F0702030302020204" pitchFamily="66" charset="0"/>
            </a:endParaRPr>
          </a:p>
          <a:p>
            <a:pPr algn="just">
              <a:lnSpc>
                <a:spcPct val="150000"/>
              </a:lnSpc>
            </a:pPr>
            <a:r>
              <a:rPr lang="en-US" altLang="en-US">
                <a:cs typeface="Times New Roman" panose="02020603050405020304" pitchFamily="18" charset="0"/>
              </a:rPr>
              <a:t>otherwise  </a:t>
            </a:r>
            <a:r>
              <a:rPr lang="en-US" altLang="en-US">
                <a:latin typeface="Times" panose="02020603050405020304" pitchFamily="18" charset="0"/>
                <a:cs typeface="Times New Roman" panose="02020603050405020304" pitchFamily="18" charset="0"/>
              </a:rPr>
              <a:t>           </a:t>
            </a:r>
          </a:p>
        </p:txBody>
      </p:sp>
      <p:sp>
        <p:nvSpPr>
          <p:cNvPr id="20490" name="Rectangle 7">
            <a:extLst>
              <a:ext uri="{FF2B5EF4-FFF2-40B4-BE49-F238E27FC236}">
                <a16:creationId xmlns:a16="http://schemas.microsoft.com/office/drawing/2014/main" id="{273BA518-5793-4B67-97D1-2A72A4B25D81}"/>
              </a:ext>
            </a:extLst>
          </p:cNvPr>
          <p:cNvSpPr>
            <a:spLocks noChangeArrowheads="1"/>
          </p:cNvSpPr>
          <p:nvPr/>
        </p:nvSpPr>
        <p:spPr bwMode="auto">
          <a:xfrm>
            <a:off x="2482851" y="6026151"/>
            <a:ext cx="514191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DA: 11001000  00010111  00011000  10101010</a:t>
            </a:r>
            <a:r>
              <a:rPr lang="en-US" altLang="en-US">
                <a:latin typeface="Comic Sans MS" panose="030F0702030302020204" pitchFamily="66" charset="0"/>
              </a:rPr>
              <a:t> </a:t>
            </a:r>
          </a:p>
        </p:txBody>
      </p:sp>
      <p:sp>
        <p:nvSpPr>
          <p:cNvPr id="20491" name="Text Box 8">
            <a:extLst>
              <a:ext uri="{FF2B5EF4-FFF2-40B4-BE49-F238E27FC236}">
                <a16:creationId xmlns:a16="http://schemas.microsoft.com/office/drawing/2014/main" id="{E04D75F8-5B81-43B5-BBCD-BA5A75FB0F7C}"/>
              </a:ext>
            </a:extLst>
          </p:cNvPr>
          <p:cNvSpPr txBox="1">
            <a:spLocks noChangeArrowheads="1"/>
          </p:cNvSpPr>
          <p:nvPr/>
        </p:nvSpPr>
        <p:spPr bwMode="auto">
          <a:xfrm>
            <a:off x="1804989" y="5272088"/>
            <a:ext cx="8524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2000">
                <a:solidFill>
                  <a:srgbClr val="000099"/>
                </a:solidFill>
              </a:rPr>
              <a:t>Ví dụ:</a:t>
            </a:r>
          </a:p>
        </p:txBody>
      </p:sp>
      <p:sp>
        <p:nvSpPr>
          <p:cNvPr id="20492" name="Text Box 9">
            <a:extLst>
              <a:ext uri="{FF2B5EF4-FFF2-40B4-BE49-F238E27FC236}">
                <a16:creationId xmlns:a16="http://schemas.microsoft.com/office/drawing/2014/main" id="{3A39E8F1-64AD-4E1E-B3ED-D096C5361CA9}"/>
              </a:ext>
            </a:extLst>
          </p:cNvPr>
          <p:cNvSpPr txBox="1">
            <a:spLocks noChangeArrowheads="1"/>
          </p:cNvSpPr>
          <p:nvPr/>
        </p:nvSpPr>
        <p:spPr bwMode="auto">
          <a:xfrm>
            <a:off x="2468563" y="5641976"/>
            <a:ext cx="5137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dirty="0"/>
              <a:t>DA: 11001000  00010111  00010110  10100001 </a:t>
            </a:r>
          </a:p>
        </p:txBody>
      </p:sp>
      <p:sp>
        <p:nvSpPr>
          <p:cNvPr id="20493" name="Text Box 15">
            <a:extLst>
              <a:ext uri="{FF2B5EF4-FFF2-40B4-BE49-F238E27FC236}">
                <a16:creationId xmlns:a16="http://schemas.microsoft.com/office/drawing/2014/main" id="{569C19E1-3560-4383-8AD5-EC254F0C049C}"/>
              </a:ext>
            </a:extLst>
          </p:cNvPr>
          <p:cNvSpPr txBox="1">
            <a:spLocks noChangeArrowheads="1"/>
          </p:cNvSpPr>
          <p:nvPr/>
        </p:nvSpPr>
        <p:spPr bwMode="auto">
          <a:xfrm>
            <a:off x="7786689" y="5640388"/>
            <a:ext cx="16287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2000">
                <a:solidFill>
                  <a:srgbClr val="CC0000"/>
                </a:solidFill>
                <a:latin typeface="Gill Sans MT" panose="020B0502020104020203" pitchFamily="34" charset="0"/>
              </a:rPr>
              <a:t>Interface nào?</a:t>
            </a:r>
          </a:p>
        </p:txBody>
      </p:sp>
      <p:sp>
        <p:nvSpPr>
          <p:cNvPr id="20494" name="Text Box 16">
            <a:extLst>
              <a:ext uri="{FF2B5EF4-FFF2-40B4-BE49-F238E27FC236}">
                <a16:creationId xmlns:a16="http://schemas.microsoft.com/office/drawing/2014/main" id="{BE619528-BE4B-43E6-BFA0-81043BF8DD35}"/>
              </a:ext>
            </a:extLst>
          </p:cNvPr>
          <p:cNvSpPr txBox="1">
            <a:spLocks noChangeArrowheads="1"/>
          </p:cNvSpPr>
          <p:nvPr/>
        </p:nvSpPr>
        <p:spPr bwMode="auto">
          <a:xfrm>
            <a:off x="7834314" y="5991225"/>
            <a:ext cx="16287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2000">
                <a:solidFill>
                  <a:srgbClr val="CC0000"/>
                </a:solidFill>
                <a:latin typeface="Gill Sans MT" panose="020B0502020104020203" pitchFamily="34" charset="0"/>
              </a:rPr>
              <a:t>Interface nào?</a:t>
            </a:r>
          </a:p>
        </p:txBody>
      </p:sp>
      <p:sp>
        <p:nvSpPr>
          <p:cNvPr id="20495" name="Text Box 19">
            <a:extLst>
              <a:ext uri="{FF2B5EF4-FFF2-40B4-BE49-F238E27FC236}">
                <a16:creationId xmlns:a16="http://schemas.microsoft.com/office/drawing/2014/main" id="{97DAA1ED-4314-4DAD-A680-809C9409DB6E}"/>
              </a:ext>
            </a:extLst>
          </p:cNvPr>
          <p:cNvSpPr txBox="1">
            <a:spLocks noChangeArrowheads="1"/>
          </p:cNvSpPr>
          <p:nvPr/>
        </p:nvSpPr>
        <p:spPr bwMode="auto">
          <a:xfrm>
            <a:off x="2095500" y="1554164"/>
            <a:ext cx="7799388" cy="1127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nSpc>
                <a:spcPct val="80000"/>
              </a:lnSpc>
            </a:pPr>
            <a:r>
              <a:rPr lang="en-US" altLang="en-US" sz="2800">
                <a:latin typeface="Comic Sans MS" panose="030F0702030302020204" pitchFamily="66" charset="0"/>
              </a:rPr>
              <a:t>Khi tìm kiếm 1 mục trong bảng forwarding table cho địa chỉ đích, dùng prefix dài nhất của địa chỉ cái mà trùng với địa chỉ đích.</a:t>
            </a:r>
          </a:p>
        </p:txBody>
      </p:sp>
      <p:sp>
        <p:nvSpPr>
          <p:cNvPr id="20496" name="Text Box 22">
            <a:extLst>
              <a:ext uri="{FF2B5EF4-FFF2-40B4-BE49-F238E27FC236}">
                <a16:creationId xmlns:a16="http://schemas.microsoft.com/office/drawing/2014/main" id="{6AE05C80-ABAF-460B-8340-5EBCAF128F6D}"/>
              </a:ext>
            </a:extLst>
          </p:cNvPr>
          <p:cNvSpPr txBox="1">
            <a:spLocks noChangeArrowheads="1"/>
          </p:cNvSpPr>
          <p:nvPr/>
        </p:nvSpPr>
        <p:spPr bwMode="auto">
          <a:xfrm>
            <a:off x="2082801" y="1036639"/>
            <a:ext cx="4257675" cy="5238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2800" i="1">
                <a:solidFill>
                  <a:srgbClr val="CC0000"/>
                </a:solidFill>
                <a:latin typeface="Comic Sans MS" panose="030F0702030302020204" pitchFamily="66" charset="0"/>
              </a:rPr>
              <a:t>So trùng prefix dài nhất</a:t>
            </a:r>
          </a:p>
        </p:txBody>
      </p:sp>
      <p:sp>
        <p:nvSpPr>
          <p:cNvPr id="20497" name="Rectangle 24">
            <a:extLst>
              <a:ext uri="{FF2B5EF4-FFF2-40B4-BE49-F238E27FC236}">
                <a16:creationId xmlns:a16="http://schemas.microsoft.com/office/drawing/2014/main" id="{A5C5D6B2-4240-4F11-9576-932BB062C8CD}"/>
              </a:ext>
            </a:extLst>
          </p:cNvPr>
          <p:cNvSpPr>
            <a:spLocks noChangeArrowheads="1"/>
          </p:cNvSpPr>
          <p:nvPr/>
        </p:nvSpPr>
        <p:spPr bwMode="auto">
          <a:xfrm>
            <a:off x="2516188" y="3022601"/>
            <a:ext cx="7459662" cy="2106613"/>
          </a:xfrm>
          <a:prstGeom prst="rect">
            <a:avLst/>
          </a:prstGeom>
          <a:noFill/>
          <a:ln w="19050">
            <a:solidFill>
              <a:srgbClr val="000099"/>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20498" name="Line 25">
            <a:extLst>
              <a:ext uri="{FF2B5EF4-FFF2-40B4-BE49-F238E27FC236}">
                <a16:creationId xmlns:a16="http://schemas.microsoft.com/office/drawing/2014/main" id="{9874555B-3D27-41EF-BB2C-6FB1AF7303BF}"/>
              </a:ext>
            </a:extLst>
          </p:cNvPr>
          <p:cNvSpPr>
            <a:spLocks noChangeShapeType="1"/>
          </p:cNvSpPr>
          <p:nvPr/>
        </p:nvSpPr>
        <p:spPr bwMode="auto">
          <a:xfrm>
            <a:off x="2516188" y="3457575"/>
            <a:ext cx="7448550"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0499" name="Line 26">
            <a:extLst>
              <a:ext uri="{FF2B5EF4-FFF2-40B4-BE49-F238E27FC236}">
                <a16:creationId xmlns:a16="http://schemas.microsoft.com/office/drawing/2014/main" id="{66EBA853-9483-42EC-B1B3-177497357A2E}"/>
              </a:ext>
            </a:extLst>
          </p:cNvPr>
          <p:cNvSpPr>
            <a:spLocks noChangeShapeType="1"/>
          </p:cNvSpPr>
          <p:nvPr/>
        </p:nvSpPr>
        <p:spPr bwMode="auto">
          <a:xfrm>
            <a:off x="2546350" y="3887788"/>
            <a:ext cx="7448550"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0500" name="Line 27">
            <a:extLst>
              <a:ext uri="{FF2B5EF4-FFF2-40B4-BE49-F238E27FC236}">
                <a16:creationId xmlns:a16="http://schemas.microsoft.com/office/drawing/2014/main" id="{42A3F26D-3586-4855-85B4-03344F6C072B}"/>
              </a:ext>
            </a:extLst>
          </p:cNvPr>
          <p:cNvSpPr>
            <a:spLocks noChangeShapeType="1"/>
          </p:cNvSpPr>
          <p:nvPr/>
        </p:nvSpPr>
        <p:spPr bwMode="auto">
          <a:xfrm>
            <a:off x="2520950" y="4306888"/>
            <a:ext cx="7448550"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0501" name="Line 28">
            <a:extLst>
              <a:ext uri="{FF2B5EF4-FFF2-40B4-BE49-F238E27FC236}">
                <a16:creationId xmlns:a16="http://schemas.microsoft.com/office/drawing/2014/main" id="{96304A05-6D89-4066-A877-C9838DACBE29}"/>
              </a:ext>
            </a:extLst>
          </p:cNvPr>
          <p:cNvSpPr>
            <a:spLocks noChangeShapeType="1"/>
          </p:cNvSpPr>
          <p:nvPr/>
        </p:nvSpPr>
        <p:spPr bwMode="auto">
          <a:xfrm>
            <a:off x="2517775" y="4737100"/>
            <a:ext cx="7448550"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0502" name="Line 29">
            <a:extLst>
              <a:ext uri="{FF2B5EF4-FFF2-40B4-BE49-F238E27FC236}">
                <a16:creationId xmlns:a16="http://schemas.microsoft.com/office/drawing/2014/main" id="{B9FA2690-E1D0-4C4B-AACE-5082712EF7BA}"/>
              </a:ext>
            </a:extLst>
          </p:cNvPr>
          <p:cNvSpPr>
            <a:spLocks noChangeShapeType="1"/>
          </p:cNvSpPr>
          <p:nvPr/>
        </p:nvSpPr>
        <p:spPr bwMode="auto">
          <a:xfrm>
            <a:off x="7700963" y="3022601"/>
            <a:ext cx="0" cy="2117725"/>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0503" name="Text Box 30">
            <a:extLst>
              <a:ext uri="{FF2B5EF4-FFF2-40B4-BE49-F238E27FC236}">
                <a16:creationId xmlns:a16="http://schemas.microsoft.com/office/drawing/2014/main" id="{D059DCD3-3CF9-406F-8A9C-8674849AE029}"/>
              </a:ext>
            </a:extLst>
          </p:cNvPr>
          <p:cNvSpPr txBox="1">
            <a:spLocks noChangeArrowheads="1"/>
          </p:cNvSpPr>
          <p:nvPr/>
        </p:nvSpPr>
        <p:spPr bwMode="auto">
          <a:xfrm>
            <a:off x="7999413" y="2965451"/>
            <a:ext cx="1543050" cy="215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nSpc>
                <a:spcPct val="150000"/>
              </a:lnSpc>
            </a:pPr>
            <a:r>
              <a:rPr lang="en-US" altLang="en-US"/>
              <a:t>Link interface</a:t>
            </a:r>
          </a:p>
          <a:p>
            <a:pPr>
              <a:lnSpc>
                <a:spcPct val="150000"/>
              </a:lnSpc>
            </a:pPr>
            <a:r>
              <a:rPr lang="en-US" altLang="en-US"/>
              <a:t>0</a:t>
            </a:r>
          </a:p>
          <a:p>
            <a:pPr>
              <a:lnSpc>
                <a:spcPct val="150000"/>
              </a:lnSpc>
            </a:pPr>
            <a:r>
              <a:rPr lang="en-US" altLang="en-US"/>
              <a:t>1</a:t>
            </a:r>
          </a:p>
          <a:p>
            <a:pPr>
              <a:lnSpc>
                <a:spcPct val="150000"/>
              </a:lnSpc>
            </a:pPr>
            <a:r>
              <a:rPr lang="en-US" altLang="en-US"/>
              <a:t>2</a:t>
            </a:r>
          </a:p>
          <a:p>
            <a:pPr>
              <a:lnSpc>
                <a:spcPct val="150000"/>
              </a:lnSpc>
            </a:pPr>
            <a:r>
              <a:rPr lang="en-US" altLang="en-US"/>
              <a:t>3</a:t>
            </a:r>
          </a:p>
        </p:txBody>
      </p:sp>
    </p:spTree>
    <p:extLst>
      <p:ext uri="{BB962C8B-B14F-4D97-AF65-F5344CB8AC3E}">
        <p14:creationId xmlns:p14="http://schemas.microsoft.com/office/powerpoint/2010/main" val="6438655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ame 3"/>
          <p:cNvSpPr/>
          <p:nvPr/>
        </p:nvSpPr>
        <p:spPr>
          <a:xfrm>
            <a:off x="75300" y="-1033"/>
            <a:ext cx="11984019" cy="3301517"/>
          </a:xfrm>
          <a:prstGeom prst="frame">
            <a:avLst>
              <a:gd name="adj1" fmla="val 3135"/>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solidFill>
                  <a:schemeClr val="tx1"/>
                </a:solidFill>
              </a:rPr>
              <a:t>Cho </a:t>
            </a:r>
            <a:r>
              <a:rPr lang="en-US" sz="2800" b="1" dirty="0" err="1">
                <a:solidFill>
                  <a:schemeClr val="tx1"/>
                </a:solidFill>
              </a:rPr>
              <a:t>bảng</a:t>
            </a:r>
            <a:r>
              <a:rPr lang="en-US" sz="2800" b="1" dirty="0">
                <a:solidFill>
                  <a:schemeClr val="tx1"/>
                </a:solidFill>
              </a:rPr>
              <a:t> </a:t>
            </a:r>
            <a:r>
              <a:rPr lang="en-US" sz="2800" b="1" dirty="0" err="1">
                <a:solidFill>
                  <a:schemeClr val="tx1"/>
                </a:solidFill>
              </a:rPr>
              <a:t>chuyển</a:t>
            </a:r>
            <a:r>
              <a:rPr lang="en-US" sz="2800" b="1" dirty="0">
                <a:solidFill>
                  <a:schemeClr val="tx1"/>
                </a:solidFill>
              </a:rPr>
              <a:t> </a:t>
            </a:r>
            <a:r>
              <a:rPr lang="en-US" sz="2800" b="1" dirty="0" err="1">
                <a:solidFill>
                  <a:schemeClr val="tx1"/>
                </a:solidFill>
              </a:rPr>
              <a:t>tiếp</a:t>
            </a:r>
            <a:r>
              <a:rPr lang="en-US" sz="2800" b="1" dirty="0">
                <a:solidFill>
                  <a:schemeClr val="tx1"/>
                </a:solidFill>
              </a:rPr>
              <a:t> d</a:t>
            </a:r>
            <a:r>
              <a:rPr lang="vi-VN" sz="2800" b="1" dirty="0">
                <a:solidFill>
                  <a:schemeClr val="tx1"/>
                </a:solidFill>
              </a:rPr>
              <a:t>ư</a:t>
            </a:r>
            <a:r>
              <a:rPr lang="en-US" sz="2800" b="1" dirty="0" err="1">
                <a:solidFill>
                  <a:schemeClr val="tx1"/>
                </a:solidFill>
              </a:rPr>
              <a:t>ới</a:t>
            </a:r>
            <a:r>
              <a:rPr lang="en-US" sz="2800" b="1" dirty="0">
                <a:solidFill>
                  <a:schemeClr val="tx1"/>
                </a:solidFill>
              </a:rPr>
              <a:t> </a:t>
            </a:r>
            <a:r>
              <a:rPr lang="en-US" sz="2800" b="1" dirty="0" err="1">
                <a:solidFill>
                  <a:schemeClr val="tx1"/>
                </a:solidFill>
              </a:rPr>
              <a:t>đây</a:t>
            </a:r>
            <a:r>
              <a:rPr lang="en-US" sz="2800" b="1" dirty="0">
                <a:solidFill>
                  <a:schemeClr val="tx1"/>
                </a:solidFill>
              </a:rPr>
              <a:t>. </a:t>
            </a:r>
            <a:r>
              <a:rPr lang="en-US" sz="2800" b="1" dirty="0" err="1">
                <a:solidFill>
                  <a:schemeClr val="tx1"/>
                </a:solidFill>
              </a:rPr>
              <a:t>Một</a:t>
            </a:r>
            <a:r>
              <a:rPr lang="en-US" sz="2800" b="1" dirty="0">
                <a:solidFill>
                  <a:schemeClr val="tx1"/>
                </a:solidFill>
              </a:rPr>
              <a:t> </a:t>
            </a:r>
            <a:r>
              <a:rPr lang="en-US" sz="2800" b="1" dirty="0" err="1">
                <a:solidFill>
                  <a:schemeClr val="tx1"/>
                </a:solidFill>
              </a:rPr>
              <a:t>gói</a:t>
            </a:r>
            <a:r>
              <a:rPr lang="en-US" sz="2800" b="1" dirty="0">
                <a:solidFill>
                  <a:schemeClr val="tx1"/>
                </a:solidFill>
              </a:rPr>
              <a:t> tin </a:t>
            </a:r>
            <a:r>
              <a:rPr lang="en-US" sz="2800" b="1" dirty="0" err="1">
                <a:solidFill>
                  <a:schemeClr val="tx1"/>
                </a:solidFill>
              </a:rPr>
              <a:t>có</a:t>
            </a:r>
            <a:r>
              <a:rPr lang="en-US" sz="2800" b="1" dirty="0">
                <a:solidFill>
                  <a:schemeClr val="tx1"/>
                </a:solidFill>
              </a:rPr>
              <a:t> </a:t>
            </a:r>
            <a:r>
              <a:rPr lang="en-US" sz="2800" b="1" dirty="0" err="1">
                <a:solidFill>
                  <a:schemeClr val="tx1"/>
                </a:solidFill>
              </a:rPr>
              <a:t>địa</a:t>
            </a:r>
            <a:r>
              <a:rPr lang="en-US" sz="2800" b="1" dirty="0">
                <a:solidFill>
                  <a:schemeClr val="tx1"/>
                </a:solidFill>
              </a:rPr>
              <a:t> </a:t>
            </a:r>
            <a:r>
              <a:rPr lang="en-US" sz="2800" b="1" dirty="0" err="1">
                <a:solidFill>
                  <a:schemeClr val="tx1"/>
                </a:solidFill>
              </a:rPr>
              <a:t>chỉ</a:t>
            </a:r>
            <a:r>
              <a:rPr lang="en-US" sz="2800" b="1" dirty="0">
                <a:solidFill>
                  <a:schemeClr val="tx1"/>
                </a:solidFill>
              </a:rPr>
              <a:t> </a:t>
            </a:r>
            <a:r>
              <a:rPr lang="en-US" altLang="en-US" sz="2800" dirty="0"/>
              <a:t>11001000  00010111  00010110  </a:t>
            </a:r>
            <a:r>
              <a:rPr lang="en-US" altLang="en-US" sz="2800" dirty="0" err="1"/>
              <a:t>10100001.Gói</a:t>
            </a:r>
            <a:r>
              <a:rPr lang="en-US" altLang="en-US" sz="2800" dirty="0"/>
              <a:t> tin </a:t>
            </a:r>
            <a:r>
              <a:rPr lang="en-US" altLang="en-US" sz="2800" dirty="0" err="1"/>
              <a:t>có</a:t>
            </a:r>
            <a:r>
              <a:rPr lang="en-US" altLang="en-US" sz="2800" dirty="0"/>
              <a:t> </a:t>
            </a:r>
            <a:r>
              <a:rPr lang="en-US" altLang="en-US" sz="2800" dirty="0" err="1"/>
              <a:t>thể</a:t>
            </a:r>
            <a:r>
              <a:rPr lang="en-US" altLang="en-US" sz="2800" dirty="0"/>
              <a:t> đ</a:t>
            </a:r>
            <a:r>
              <a:rPr lang="vi-VN" altLang="en-US" sz="2800" dirty="0"/>
              <a:t>ư</a:t>
            </a:r>
            <a:r>
              <a:rPr lang="en-US" altLang="en-US" sz="2800" dirty="0" err="1"/>
              <a:t>ợc</a:t>
            </a:r>
            <a:r>
              <a:rPr lang="en-US" altLang="en-US" sz="2800" dirty="0"/>
              <a:t> </a:t>
            </a:r>
            <a:r>
              <a:rPr lang="en-US" altLang="en-US" sz="2800" dirty="0" err="1"/>
              <a:t>chuyển</a:t>
            </a:r>
            <a:r>
              <a:rPr lang="en-US" altLang="en-US" sz="2800" dirty="0"/>
              <a:t> </a:t>
            </a:r>
            <a:r>
              <a:rPr lang="en-US" altLang="en-US" sz="2800" dirty="0" err="1"/>
              <a:t>tiếp</a:t>
            </a:r>
            <a:r>
              <a:rPr lang="en-US" altLang="en-US" sz="2800" dirty="0"/>
              <a:t> </a:t>
            </a:r>
            <a:r>
              <a:rPr lang="en-US" altLang="en-US" sz="2800" dirty="0" err="1"/>
              <a:t>ra</a:t>
            </a:r>
            <a:r>
              <a:rPr lang="en-US" altLang="en-US" sz="2800" dirty="0"/>
              <a:t> </a:t>
            </a:r>
            <a:r>
              <a:rPr lang="en-US" altLang="en-US" sz="2800" dirty="0" err="1"/>
              <a:t>cổng</a:t>
            </a:r>
            <a:r>
              <a:rPr lang="en-US" altLang="en-US" sz="2800" dirty="0"/>
              <a:t> </a:t>
            </a:r>
            <a:r>
              <a:rPr lang="en-US" altLang="en-US" sz="2800" dirty="0" err="1"/>
              <a:t>liên</a:t>
            </a:r>
            <a:r>
              <a:rPr lang="en-US" altLang="en-US" sz="2800" dirty="0"/>
              <a:t> </a:t>
            </a:r>
            <a:r>
              <a:rPr lang="en-US" altLang="en-US" sz="2800" dirty="0" err="1"/>
              <a:t>kết</a:t>
            </a:r>
            <a:r>
              <a:rPr lang="en-US" altLang="en-US" sz="2800" dirty="0"/>
              <a:t> </a:t>
            </a:r>
            <a:r>
              <a:rPr lang="en-US" altLang="en-US" sz="2800" dirty="0" err="1"/>
              <a:t>nào</a:t>
            </a:r>
            <a:r>
              <a:rPr lang="en-US" altLang="en-US" sz="2800" dirty="0"/>
              <a:t>?</a:t>
            </a:r>
          </a:p>
          <a:p>
            <a:r>
              <a:rPr lang="en-US" altLang="en-US" sz="2800" dirty="0"/>
              <a:t> </a:t>
            </a:r>
            <a:r>
              <a:rPr lang="en-US" sz="2800" b="1" dirty="0">
                <a:solidFill>
                  <a:schemeClr val="tx1"/>
                </a:solidFill>
              </a:rPr>
              <a:t>  </a:t>
            </a:r>
          </a:p>
        </p:txBody>
      </p:sp>
      <p:sp>
        <p:nvSpPr>
          <p:cNvPr id="8" name="Frame 7"/>
          <p:cNvSpPr/>
          <p:nvPr/>
        </p:nvSpPr>
        <p:spPr>
          <a:xfrm>
            <a:off x="103991" y="3332575"/>
            <a:ext cx="11984017" cy="614251"/>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Frame 11"/>
          <p:cNvSpPr/>
          <p:nvPr/>
        </p:nvSpPr>
        <p:spPr>
          <a:xfrm>
            <a:off x="75302" y="4228767"/>
            <a:ext cx="11984017" cy="614251"/>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Frame 12"/>
          <p:cNvSpPr/>
          <p:nvPr/>
        </p:nvSpPr>
        <p:spPr>
          <a:xfrm>
            <a:off x="75304" y="5136495"/>
            <a:ext cx="11984017" cy="710411"/>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Frame 13"/>
          <p:cNvSpPr/>
          <p:nvPr/>
        </p:nvSpPr>
        <p:spPr>
          <a:xfrm>
            <a:off x="75303" y="6068101"/>
            <a:ext cx="11984017" cy="649882"/>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2" name="Oval 21"/>
          <p:cNvSpPr/>
          <p:nvPr/>
        </p:nvSpPr>
        <p:spPr>
          <a:xfrm>
            <a:off x="207659" y="3359685"/>
            <a:ext cx="829572" cy="522454"/>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A</a:t>
            </a:r>
          </a:p>
        </p:txBody>
      </p:sp>
      <p:sp>
        <p:nvSpPr>
          <p:cNvPr id="23" name="Oval 22"/>
          <p:cNvSpPr/>
          <p:nvPr/>
        </p:nvSpPr>
        <p:spPr>
          <a:xfrm>
            <a:off x="189601" y="6068101"/>
            <a:ext cx="829574" cy="56548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D</a:t>
            </a:r>
          </a:p>
        </p:txBody>
      </p:sp>
      <p:sp>
        <p:nvSpPr>
          <p:cNvPr id="24" name="Oval 23"/>
          <p:cNvSpPr/>
          <p:nvPr/>
        </p:nvSpPr>
        <p:spPr>
          <a:xfrm>
            <a:off x="207656" y="5199518"/>
            <a:ext cx="829575" cy="584364"/>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C</a:t>
            </a:r>
          </a:p>
        </p:txBody>
      </p:sp>
      <p:sp>
        <p:nvSpPr>
          <p:cNvPr id="25" name="Oval 24"/>
          <p:cNvSpPr/>
          <p:nvPr/>
        </p:nvSpPr>
        <p:spPr>
          <a:xfrm>
            <a:off x="189599" y="4253963"/>
            <a:ext cx="829578" cy="52985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B</a:t>
            </a:r>
          </a:p>
        </p:txBody>
      </p:sp>
      <p:sp>
        <p:nvSpPr>
          <p:cNvPr id="2" name="TextBox 1"/>
          <p:cNvSpPr txBox="1"/>
          <p:nvPr/>
        </p:nvSpPr>
        <p:spPr>
          <a:xfrm>
            <a:off x="1133471" y="4315220"/>
            <a:ext cx="10572750" cy="369332"/>
          </a:xfrm>
          <a:prstGeom prst="rect">
            <a:avLst/>
          </a:prstGeom>
          <a:noFill/>
        </p:spPr>
        <p:txBody>
          <a:bodyPr wrap="square" rtlCol="0">
            <a:spAutoFit/>
          </a:bodyPr>
          <a:lstStyle/>
          <a:p>
            <a:r>
              <a:rPr lang="en-US" dirty="0"/>
              <a:t>1</a:t>
            </a:r>
          </a:p>
        </p:txBody>
      </p:sp>
      <p:sp>
        <p:nvSpPr>
          <p:cNvPr id="15" name="TextBox 14"/>
          <p:cNvSpPr txBox="1"/>
          <p:nvPr/>
        </p:nvSpPr>
        <p:spPr>
          <a:xfrm>
            <a:off x="1133471" y="3449402"/>
            <a:ext cx="10572750" cy="369332"/>
          </a:xfrm>
          <a:prstGeom prst="rect">
            <a:avLst/>
          </a:prstGeom>
          <a:noFill/>
        </p:spPr>
        <p:txBody>
          <a:bodyPr wrap="square" rtlCol="0">
            <a:spAutoFit/>
          </a:bodyPr>
          <a:lstStyle/>
          <a:p>
            <a:r>
              <a:rPr lang="en-US" dirty="0"/>
              <a:t>0</a:t>
            </a:r>
          </a:p>
        </p:txBody>
      </p:sp>
      <p:sp>
        <p:nvSpPr>
          <p:cNvPr id="16" name="TextBox 15"/>
          <p:cNvSpPr txBox="1"/>
          <p:nvPr/>
        </p:nvSpPr>
        <p:spPr>
          <a:xfrm>
            <a:off x="1133471" y="5270893"/>
            <a:ext cx="10572750" cy="369332"/>
          </a:xfrm>
          <a:prstGeom prst="rect">
            <a:avLst/>
          </a:prstGeom>
          <a:noFill/>
        </p:spPr>
        <p:txBody>
          <a:bodyPr wrap="square" rtlCol="0">
            <a:spAutoFit/>
          </a:bodyPr>
          <a:lstStyle/>
          <a:p>
            <a:r>
              <a:rPr lang="en-US" dirty="0"/>
              <a:t>2</a:t>
            </a:r>
          </a:p>
        </p:txBody>
      </p:sp>
      <p:sp>
        <p:nvSpPr>
          <p:cNvPr id="17" name="TextBox 16"/>
          <p:cNvSpPr txBox="1"/>
          <p:nvPr/>
        </p:nvSpPr>
        <p:spPr>
          <a:xfrm>
            <a:off x="1133471" y="6068101"/>
            <a:ext cx="10572750" cy="369332"/>
          </a:xfrm>
          <a:prstGeom prst="rect">
            <a:avLst/>
          </a:prstGeom>
          <a:noFill/>
        </p:spPr>
        <p:txBody>
          <a:bodyPr wrap="square" rtlCol="0">
            <a:spAutoFit/>
          </a:bodyPr>
          <a:lstStyle/>
          <a:p>
            <a:r>
              <a:rPr lang="en-US" dirty="0" err="1"/>
              <a:t>Tất</a:t>
            </a:r>
            <a:r>
              <a:rPr lang="en-US" dirty="0"/>
              <a:t> </a:t>
            </a:r>
            <a:r>
              <a:rPr lang="en-US" dirty="0" err="1"/>
              <a:t>cả</a:t>
            </a:r>
            <a:r>
              <a:rPr lang="en-US" dirty="0"/>
              <a:t> </a:t>
            </a:r>
            <a:r>
              <a:rPr lang="en-US" dirty="0" err="1"/>
              <a:t>ph</a:t>
            </a:r>
            <a:r>
              <a:rPr lang="vi-VN" dirty="0"/>
              <a:t>ư</a:t>
            </a:r>
            <a:r>
              <a:rPr lang="en-US" dirty="0" err="1"/>
              <a:t>ơng</a:t>
            </a:r>
            <a:r>
              <a:rPr lang="en-US" dirty="0"/>
              <a:t> </a:t>
            </a:r>
            <a:r>
              <a:rPr lang="en-US" dirty="0" err="1"/>
              <a:t>án</a:t>
            </a:r>
            <a:r>
              <a:rPr lang="en-US" dirty="0"/>
              <a:t> </a:t>
            </a:r>
            <a:r>
              <a:rPr lang="en-US" dirty="0" err="1"/>
              <a:t>đều</a:t>
            </a:r>
            <a:r>
              <a:rPr lang="en-US" dirty="0"/>
              <a:t> </a:t>
            </a:r>
            <a:r>
              <a:rPr lang="en-US" dirty="0" err="1"/>
              <a:t>sai</a:t>
            </a:r>
            <a:endParaRPr lang="en-US" dirty="0"/>
          </a:p>
        </p:txBody>
      </p:sp>
      <p:pic>
        <p:nvPicPr>
          <p:cNvPr id="3" name="Hình ảnh 2">
            <a:extLst>
              <a:ext uri="{FF2B5EF4-FFF2-40B4-BE49-F238E27FC236}">
                <a16:creationId xmlns:a16="http://schemas.microsoft.com/office/drawing/2014/main" id="{A80A31D3-6917-4B06-A4AE-5E4C835AFFDC}"/>
              </a:ext>
            </a:extLst>
          </p:cNvPr>
          <p:cNvPicPr>
            <a:picLocks noChangeAspect="1"/>
          </p:cNvPicPr>
          <p:nvPr/>
        </p:nvPicPr>
        <p:blipFill>
          <a:blip r:embed="rId2"/>
          <a:stretch>
            <a:fillRect/>
          </a:stretch>
        </p:blipFill>
        <p:spPr>
          <a:xfrm>
            <a:off x="3188969" y="1757655"/>
            <a:ext cx="5448300" cy="1581150"/>
          </a:xfrm>
          <a:prstGeom prst="rect">
            <a:avLst/>
          </a:prstGeom>
        </p:spPr>
      </p:pic>
      <p:sp>
        <p:nvSpPr>
          <p:cNvPr id="5" name="Tiêu đề 4">
            <a:extLst>
              <a:ext uri="{FF2B5EF4-FFF2-40B4-BE49-F238E27FC236}">
                <a16:creationId xmlns:a16="http://schemas.microsoft.com/office/drawing/2014/main" id="{2E1D3BF6-D9F6-4820-BE88-7942134D0E09}"/>
              </a:ext>
            </a:extLst>
          </p:cNvPr>
          <p:cNvSpPr>
            <a:spLocks noGrp="1"/>
          </p:cNvSpPr>
          <p:nvPr>
            <p:ph type="ctrTitle"/>
          </p:nvPr>
        </p:nvSpPr>
        <p:spPr/>
        <p:txBody>
          <a:bodyPr/>
          <a:lstStyle/>
          <a:p>
            <a:endParaRPr lang="en-US"/>
          </a:p>
        </p:txBody>
      </p:sp>
      <p:sp>
        <p:nvSpPr>
          <p:cNvPr id="6" name="Tiêu đề phụ 5">
            <a:extLst>
              <a:ext uri="{FF2B5EF4-FFF2-40B4-BE49-F238E27FC236}">
                <a16:creationId xmlns:a16="http://schemas.microsoft.com/office/drawing/2014/main" id="{C7717FE5-2366-4A6F-A328-21D8879D03FC}"/>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6131269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trips(downLeft)">
                                      <p:cBhvr>
                                        <p:cTn id="7" dur="500"/>
                                        <p:tgtEl>
                                          <p:spTgt spid="4"/>
                                        </p:tgtEl>
                                      </p:cBhvr>
                                    </p:animEffect>
                                  </p:childTnLst>
                                </p:cTn>
                              </p:par>
                              <p:par>
                                <p:cTn id="8" presetID="18" presetClass="entr" presetSubtype="12"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strips(downLeft)">
                                      <p:cBhvr>
                                        <p:cTn id="10" dur="500"/>
                                        <p:tgtEl>
                                          <p:spTgt spid="8"/>
                                        </p:tgtEl>
                                      </p:cBhvr>
                                    </p:animEffect>
                                  </p:childTnLst>
                                </p:cTn>
                              </p:par>
                              <p:par>
                                <p:cTn id="11" presetID="18" presetClass="entr" presetSubtype="12"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strips(downLeft)">
                                      <p:cBhvr>
                                        <p:cTn id="13" dur="500"/>
                                        <p:tgtEl>
                                          <p:spTgt spid="12"/>
                                        </p:tgtEl>
                                      </p:cBhvr>
                                    </p:animEffect>
                                  </p:childTnLst>
                                </p:cTn>
                              </p:par>
                              <p:par>
                                <p:cTn id="14" presetID="18" presetClass="entr" presetSubtype="12"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strips(downLeft)">
                                      <p:cBhvr>
                                        <p:cTn id="16" dur="500"/>
                                        <p:tgtEl>
                                          <p:spTgt spid="13"/>
                                        </p:tgtEl>
                                      </p:cBhvr>
                                    </p:animEffect>
                                  </p:childTnLst>
                                </p:cTn>
                              </p:par>
                              <p:par>
                                <p:cTn id="17" presetID="18" presetClass="entr" presetSubtype="12"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strips(downLeft)">
                                      <p:cBhvr>
                                        <p:cTn id="19" dur="500"/>
                                        <p:tgtEl>
                                          <p:spTgt spid="14"/>
                                        </p:tgtEl>
                                      </p:cBhvr>
                                    </p:animEffect>
                                  </p:childTnLst>
                                </p:cTn>
                              </p:par>
                              <p:par>
                                <p:cTn id="20" presetID="18" presetClass="entr" presetSubtype="12" fill="hold" grpId="0" nodeType="with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strips(downLeft)">
                                      <p:cBhvr>
                                        <p:cTn id="22" dur="500"/>
                                        <p:tgtEl>
                                          <p:spTgt spid="23"/>
                                        </p:tgtEl>
                                      </p:cBhvr>
                                    </p:animEffect>
                                  </p:childTnLst>
                                </p:cTn>
                              </p:par>
                              <p:par>
                                <p:cTn id="23" presetID="18" presetClass="entr" presetSubtype="12"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strips(downLeft)">
                                      <p:cBhvr>
                                        <p:cTn id="25" dur="500"/>
                                        <p:tgtEl>
                                          <p:spTgt spid="24"/>
                                        </p:tgtEl>
                                      </p:cBhvr>
                                    </p:animEffect>
                                  </p:childTnLst>
                                </p:cTn>
                              </p:par>
                              <p:par>
                                <p:cTn id="26" presetID="18" presetClass="entr" presetSubtype="12" fill="hold" grpId="0" nodeType="with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strips(downLeft)">
                                      <p:cBhvr>
                                        <p:cTn id="28" dur="500"/>
                                        <p:tgtEl>
                                          <p:spTgt spid="25"/>
                                        </p:tgtEl>
                                      </p:cBhvr>
                                    </p:animEffect>
                                  </p:childTnLst>
                                </p:cTn>
                              </p:par>
                              <p:par>
                                <p:cTn id="29" presetID="18" presetClass="entr" presetSubtype="12" fill="hold" grpId="0" nodeType="with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strips(downLeft)">
                                      <p:cBhvr>
                                        <p:cTn id="31" dur="500"/>
                                        <p:tgtEl>
                                          <p:spTgt spid="22"/>
                                        </p:tgtEl>
                                      </p:cBhvr>
                                    </p:animEffect>
                                  </p:childTnLst>
                                </p:cTn>
                              </p:par>
                              <p:par>
                                <p:cTn id="32" presetID="18" presetClass="entr" presetSubtype="12" fill="hold" grpId="0" nodeType="withEffect">
                                  <p:stCondLst>
                                    <p:cond delay="0"/>
                                  </p:stCondLst>
                                  <p:iterate type="lt">
                                    <p:tmPct val="0"/>
                                  </p:iterate>
                                  <p:childTnLst>
                                    <p:set>
                                      <p:cBhvr>
                                        <p:cTn id="33" dur="1" fill="hold">
                                          <p:stCondLst>
                                            <p:cond delay="0"/>
                                          </p:stCondLst>
                                        </p:cTn>
                                        <p:tgtEl>
                                          <p:spTgt spid="15"/>
                                        </p:tgtEl>
                                        <p:attrNameLst>
                                          <p:attrName>style.visibility</p:attrName>
                                        </p:attrNameLst>
                                      </p:cBhvr>
                                      <p:to>
                                        <p:strVal val="visible"/>
                                      </p:to>
                                    </p:set>
                                    <p:animEffect transition="in" filter="strips(downLeft)">
                                      <p:cBhvr>
                                        <p:cTn id="34" dur="500"/>
                                        <p:tgtEl>
                                          <p:spTgt spid="15"/>
                                        </p:tgtEl>
                                      </p:cBhvr>
                                    </p:animEffect>
                                  </p:childTnLst>
                                </p:cTn>
                              </p:par>
                              <p:par>
                                <p:cTn id="35" presetID="18" presetClass="entr" presetSubtype="12" fill="hold" grpId="0" nodeType="with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strips(downLeft)">
                                      <p:cBhvr>
                                        <p:cTn id="37" dur="500"/>
                                        <p:tgtEl>
                                          <p:spTgt spid="2"/>
                                        </p:tgtEl>
                                      </p:cBhvr>
                                    </p:animEffect>
                                  </p:childTnLst>
                                </p:cTn>
                              </p:par>
                              <p:par>
                                <p:cTn id="38" presetID="18" presetClass="entr" presetSubtype="12" fill="hold" grpId="0" nodeType="with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strips(downLeft)">
                                      <p:cBhvr>
                                        <p:cTn id="40" dur="500"/>
                                        <p:tgtEl>
                                          <p:spTgt spid="16"/>
                                        </p:tgtEl>
                                      </p:cBhvr>
                                    </p:animEffect>
                                  </p:childTnLst>
                                </p:cTn>
                              </p:par>
                              <p:par>
                                <p:cTn id="41" presetID="18" presetClass="entr" presetSubtype="12"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strips(downLeft)">
                                      <p:cBhvr>
                                        <p:cTn id="43" dur="500"/>
                                        <p:tgtEl>
                                          <p:spTgt spid="17"/>
                                        </p:tgtEl>
                                      </p:cBhvr>
                                    </p:animEffect>
                                  </p:childTnLst>
                                </p:cTn>
                              </p:par>
                            </p:childTnLst>
                          </p:cTn>
                        </p:par>
                      </p:childTnLst>
                    </p:cTn>
                  </p:par>
                  <p:par>
                    <p:cTn id="44" fill="hold">
                      <p:stCondLst>
                        <p:cond delay="indefinite"/>
                      </p:stCondLst>
                      <p:childTnLst>
                        <p:par>
                          <p:cTn id="45" fill="hold">
                            <p:stCondLst>
                              <p:cond delay="0"/>
                            </p:stCondLst>
                            <p:childTnLst>
                              <p:par>
                                <p:cTn id="46" presetID="1" presetClass="emph" presetSubtype="2" fill="hold" nodeType="clickEffect">
                                  <p:stCondLst>
                                    <p:cond delay="0"/>
                                  </p:stCondLst>
                                  <p:childTnLst>
                                    <p:animClr clrSpc="rgb" dir="cw">
                                      <p:cBhvr>
                                        <p:cTn id="47" dur="2000" fill="hold"/>
                                        <p:tgtEl>
                                          <p:spTgt spid="22"/>
                                        </p:tgtEl>
                                        <p:attrNameLst>
                                          <p:attrName>fillcolor</p:attrName>
                                        </p:attrNameLst>
                                      </p:cBhvr>
                                      <p:to>
                                        <a:schemeClr val="accent2"/>
                                      </p:to>
                                    </p:animClr>
                                    <p:set>
                                      <p:cBhvr>
                                        <p:cTn id="48" dur="2000" fill="hold"/>
                                        <p:tgtEl>
                                          <p:spTgt spid="22"/>
                                        </p:tgtEl>
                                        <p:attrNameLst>
                                          <p:attrName>fill.type</p:attrName>
                                        </p:attrNameLst>
                                      </p:cBhvr>
                                      <p:to>
                                        <p:strVal val="solid"/>
                                      </p:to>
                                    </p:set>
                                    <p:set>
                                      <p:cBhvr>
                                        <p:cTn id="49" dur="2000" fill="hold"/>
                                        <p:tgtEl>
                                          <p:spTgt spid="22"/>
                                        </p:tgtEl>
                                        <p:attrNameLst>
                                          <p:attrName>fill.on</p:attrName>
                                        </p:attrNameLst>
                                      </p:cBhvr>
                                      <p:to>
                                        <p:strVal val="true"/>
                                      </p:to>
                                    </p:set>
                                  </p:childTnLst>
                                </p:cTn>
                              </p:par>
                              <p:par>
                                <p:cTn id="50" presetID="1" presetClass="emph" presetSubtype="2" fill="hold" nodeType="withEffect">
                                  <p:stCondLst>
                                    <p:cond delay="0"/>
                                  </p:stCondLst>
                                  <p:childTnLst>
                                    <p:animClr clrSpc="rgb" dir="cw">
                                      <p:cBhvr>
                                        <p:cTn id="51" dur="2000" fill="hold"/>
                                        <p:tgtEl>
                                          <p:spTgt spid="8"/>
                                        </p:tgtEl>
                                        <p:attrNameLst>
                                          <p:attrName>fillcolor</p:attrName>
                                        </p:attrNameLst>
                                      </p:cBhvr>
                                      <p:to>
                                        <a:schemeClr val="accent2"/>
                                      </p:to>
                                    </p:animClr>
                                    <p:set>
                                      <p:cBhvr>
                                        <p:cTn id="52" dur="2000" fill="hold"/>
                                        <p:tgtEl>
                                          <p:spTgt spid="8"/>
                                        </p:tgtEl>
                                        <p:attrNameLst>
                                          <p:attrName>fill.type</p:attrName>
                                        </p:attrNameLst>
                                      </p:cBhvr>
                                      <p:to>
                                        <p:strVal val="solid"/>
                                      </p:to>
                                    </p:set>
                                    <p:set>
                                      <p:cBhvr>
                                        <p:cTn id="53" dur="2000" fill="hold"/>
                                        <p:tgtEl>
                                          <p:spTgt spid="8"/>
                                        </p:tgtEl>
                                        <p:attrNameLst>
                                          <p:attrName>fill.on</p:attrName>
                                        </p:attrNameLst>
                                      </p:cBhvr>
                                      <p:to>
                                        <p:strVal val="true"/>
                                      </p:to>
                                    </p:set>
                                  </p:childTnLst>
                                </p:cTn>
                              </p:par>
                              <p:par>
                                <p:cTn id="54" presetID="36" presetClass="emph" presetSubtype="0" fill="hold" grpId="1" nodeType="withEffect">
                                  <p:stCondLst>
                                    <p:cond delay="0"/>
                                  </p:stCondLst>
                                  <p:iterate type="lt">
                                    <p:tmPct val="10000"/>
                                  </p:iterate>
                                  <p:childTnLst>
                                    <p:animScale>
                                      <p:cBhvr>
                                        <p:cTn id="55" dur="250" autoRev="1" fill="hold">
                                          <p:stCondLst>
                                            <p:cond delay="0"/>
                                          </p:stCondLst>
                                        </p:cTn>
                                        <p:tgtEl>
                                          <p:spTgt spid="15"/>
                                        </p:tgtEl>
                                      </p:cBhvr>
                                      <p:to x="80000" y="100000"/>
                                    </p:animScale>
                                    <p:anim by="(#ppt_w*0.10)" calcmode="lin" valueType="num">
                                      <p:cBhvr>
                                        <p:cTn id="56" dur="250" autoRev="1" fill="hold">
                                          <p:stCondLst>
                                            <p:cond delay="0"/>
                                          </p:stCondLst>
                                        </p:cTn>
                                        <p:tgtEl>
                                          <p:spTgt spid="15"/>
                                        </p:tgtEl>
                                        <p:attrNameLst>
                                          <p:attrName>ppt_x</p:attrName>
                                        </p:attrNameLst>
                                      </p:cBhvr>
                                    </p:anim>
                                    <p:anim by="(-#ppt_w*0.10)" calcmode="lin" valueType="num">
                                      <p:cBhvr>
                                        <p:cTn id="57" dur="250" autoRev="1" fill="hold">
                                          <p:stCondLst>
                                            <p:cond delay="0"/>
                                          </p:stCondLst>
                                        </p:cTn>
                                        <p:tgtEl>
                                          <p:spTgt spid="15"/>
                                        </p:tgtEl>
                                        <p:attrNameLst>
                                          <p:attrName>ppt_y</p:attrName>
                                        </p:attrNameLst>
                                      </p:cBhvr>
                                    </p:anim>
                                    <p:animRot by="-480000">
                                      <p:cBhvr>
                                        <p:cTn id="58" dur="250" autoRev="1" fill="hold">
                                          <p:stCondLst>
                                            <p:cond delay="0"/>
                                          </p:stCondLst>
                                        </p:cTn>
                                        <p:tgtEl>
                                          <p:spTgt spid="15"/>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P spid="12" grpId="0" animBg="1"/>
      <p:bldP spid="13" grpId="0" animBg="1"/>
      <p:bldP spid="14" grpId="0" animBg="1"/>
      <p:bldP spid="22" grpId="0" animBg="1"/>
      <p:bldP spid="23" grpId="0" animBg="1"/>
      <p:bldP spid="24" grpId="0" animBg="1"/>
      <p:bldP spid="25" grpId="0" animBg="1"/>
      <p:bldP spid="2" grpId="0"/>
      <p:bldP spid="15" grpId="0"/>
      <p:bldP spid="15" grpId="1"/>
      <p:bldP spid="16" grpId="0"/>
      <p:bldP spid="17"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ame 3"/>
          <p:cNvSpPr/>
          <p:nvPr/>
        </p:nvSpPr>
        <p:spPr>
          <a:xfrm>
            <a:off x="75302" y="74294"/>
            <a:ext cx="11984019" cy="2076226"/>
          </a:xfrm>
          <a:prstGeom prst="frame">
            <a:avLst>
              <a:gd name="adj1" fmla="val 3135"/>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err="1">
                <a:solidFill>
                  <a:schemeClr val="tx1"/>
                </a:solidFill>
              </a:rPr>
              <a:t>Mô</a:t>
            </a:r>
            <a:r>
              <a:rPr lang="en-US" sz="2800" b="1" dirty="0">
                <a:solidFill>
                  <a:schemeClr val="tx1"/>
                </a:solidFill>
              </a:rPr>
              <a:t> </a:t>
            </a:r>
            <a:r>
              <a:rPr lang="en-US" sz="2800" b="1" dirty="0" err="1">
                <a:solidFill>
                  <a:schemeClr val="tx1"/>
                </a:solidFill>
              </a:rPr>
              <a:t>hình</a:t>
            </a:r>
            <a:r>
              <a:rPr lang="en-US" sz="2800" b="1" dirty="0">
                <a:solidFill>
                  <a:schemeClr val="tx1"/>
                </a:solidFill>
              </a:rPr>
              <a:t> </a:t>
            </a:r>
            <a:r>
              <a:rPr lang="en-US" sz="2800" b="1" dirty="0" err="1">
                <a:solidFill>
                  <a:schemeClr val="tx1"/>
                </a:solidFill>
              </a:rPr>
              <a:t>dịch</a:t>
            </a:r>
            <a:r>
              <a:rPr lang="en-US" sz="2800" b="1" dirty="0">
                <a:solidFill>
                  <a:schemeClr val="tx1"/>
                </a:solidFill>
              </a:rPr>
              <a:t> </a:t>
            </a:r>
            <a:r>
              <a:rPr lang="en-US" sz="2800" b="1" dirty="0" err="1">
                <a:solidFill>
                  <a:schemeClr val="tx1"/>
                </a:solidFill>
              </a:rPr>
              <a:t>vụ</a:t>
            </a:r>
            <a:r>
              <a:rPr lang="en-US" sz="2800" b="1" dirty="0">
                <a:solidFill>
                  <a:schemeClr val="tx1"/>
                </a:solidFill>
              </a:rPr>
              <a:t> đ</a:t>
            </a:r>
            <a:r>
              <a:rPr lang="vi-VN" sz="2800" b="1" dirty="0">
                <a:solidFill>
                  <a:schemeClr val="tx1"/>
                </a:solidFill>
              </a:rPr>
              <a:t>ư</a:t>
            </a:r>
            <a:r>
              <a:rPr lang="en-US" sz="2800" b="1" dirty="0" err="1">
                <a:solidFill>
                  <a:schemeClr val="tx1"/>
                </a:solidFill>
              </a:rPr>
              <a:t>ợc</a:t>
            </a:r>
            <a:r>
              <a:rPr lang="en-US" sz="2800" b="1" dirty="0">
                <a:solidFill>
                  <a:schemeClr val="tx1"/>
                </a:solidFill>
              </a:rPr>
              <a:t> </a:t>
            </a:r>
            <a:r>
              <a:rPr lang="en-US" sz="2800" b="1" dirty="0" err="1">
                <a:solidFill>
                  <a:schemeClr val="tx1"/>
                </a:solidFill>
              </a:rPr>
              <a:t>sử</a:t>
            </a:r>
            <a:r>
              <a:rPr lang="en-US" sz="2800" b="1" dirty="0">
                <a:solidFill>
                  <a:schemeClr val="tx1"/>
                </a:solidFill>
              </a:rPr>
              <a:t> </a:t>
            </a:r>
            <a:r>
              <a:rPr lang="en-US" sz="2800" b="1" dirty="0" err="1">
                <a:solidFill>
                  <a:schemeClr val="tx1"/>
                </a:solidFill>
              </a:rPr>
              <a:t>dụng</a:t>
            </a:r>
            <a:r>
              <a:rPr lang="en-US" sz="2800" b="1" dirty="0">
                <a:solidFill>
                  <a:schemeClr val="tx1"/>
                </a:solidFill>
              </a:rPr>
              <a:t> </a:t>
            </a:r>
            <a:r>
              <a:rPr lang="en-US" sz="2800" b="1" dirty="0" err="1">
                <a:solidFill>
                  <a:schemeClr val="tx1"/>
                </a:solidFill>
              </a:rPr>
              <a:t>trong</a:t>
            </a:r>
            <a:r>
              <a:rPr lang="en-US" sz="2800" b="1" dirty="0">
                <a:solidFill>
                  <a:schemeClr val="tx1"/>
                </a:solidFill>
              </a:rPr>
              <a:t> </a:t>
            </a:r>
            <a:r>
              <a:rPr lang="en-US" sz="2800" b="1" dirty="0" err="1">
                <a:solidFill>
                  <a:schemeClr val="tx1"/>
                </a:solidFill>
              </a:rPr>
              <a:t>kiến</a:t>
            </a:r>
            <a:r>
              <a:rPr lang="en-US" sz="2800" b="1" dirty="0">
                <a:solidFill>
                  <a:schemeClr val="tx1"/>
                </a:solidFill>
              </a:rPr>
              <a:t> </a:t>
            </a:r>
            <a:r>
              <a:rPr lang="en-US" sz="2800" b="1" dirty="0" err="1">
                <a:solidFill>
                  <a:schemeClr val="tx1"/>
                </a:solidFill>
              </a:rPr>
              <a:t>trúc</a:t>
            </a:r>
            <a:r>
              <a:rPr lang="en-US" sz="2800" b="1" dirty="0">
                <a:solidFill>
                  <a:schemeClr val="tx1"/>
                </a:solidFill>
              </a:rPr>
              <a:t> </a:t>
            </a:r>
            <a:r>
              <a:rPr lang="en-US" sz="2800" b="1" dirty="0" err="1">
                <a:solidFill>
                  <a:schemeClr val="tx1"/>
                </a:solidFill>
              </a:rPr>
              <a:t>mạng</a:t>
            </a:r>
            <a:r>
              <a:rPr lang="en-US" sz="2800" b="1" dirty="0">
                <a:solidFill>
                  <a:schemeClr val="tx1"/>
                </a:solidFill>
              </a:rPr>
              <a:t> Internet </a:t>
            </a:r>
            <a:r>
              <a:rPr lang="en-US" sz="2800" b="1" dirty="0" err="1">
                <a:solidFill>
                  <a:schemeClr val="tx1"/>
                </a:solidFill>
              </a:rPr>
              <a:t>là</a:t>
            </a:r>
            <a:r>
              <a:rPr lang="en-US" sz="2800" b="1" dirty="0">
                <a:solidFill>
                  <a:schemeClr val="tx1"/>
                </a:solidFill>
              </a:rPr>
              <a:t>: </a:t>
            </a:r>
          </a:p>
        </p:txBody>
      </p:sp>
      <p:sp>
        <p:nvSpPr>
          <p:cNvPr id="8" name="Frame 7"/>
          <p:cNvSpPr/>
          <p:nvPr/>
        </p:nvSpPr>
        <p:spPr>
          <a:xfrm>
            <a:off x="75304" y="2506532"/>
            <a:ext cx="11984017" cy="968188"/>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Frame 11"/>
          <p:cNvSpPr/>
          <p:nvPr/>
        </p:nvSpPr>
        <p:spPr>
          <a:xfrm>
            <a:off x="75302" y="3580057"/>
            <a:ext cx="11984017" cy="968188"/>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Frame 12"/>
          <p:cNvSpPr/>
          <p:nvPr/>
        </p:nvSpPr>
        <p:spPr>
          <a:xfrm>
            <a:off x="75302" y="4652402"/>
            <a:ext cx="11984017" cy="968188"/>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Frame 13"/>
          <p:cNvSpPr/>
          <p:nvPr/>
        </p:nvSpPr>
        <p:spPr>
          <a:xfrm>
            <a:off x="75303" y="5749795"/>
            <a:ext cx="11984017" cy="968188"/>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2" name="Oval 21"/>
          <p:cNvSpPr/>
          <p:nvPr/>
        </p:nvSpPr>
        <p:spPr>
          <a:xfrm>
            <a:off x="189602" y="2590928"/>
            <a:ext cx="829575" cy="7993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A</a:t>
            </a:r>
          </a:p>
        </p:txBody>
      </p:sp>
      <p:sp>
        <p:nvSpPr>
          <p:cNvPr id="23" name="Oval 22"/>
          <p:cNvSpPr/>
          <p:nvPr/>
        </p:nvSpPr>
        <p:spPr>
          <a:xfrm>
            <a:off x="189600" y="5834191"/>
            <a:ext cx="829575" cy="7993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D</a:t>
            </a:r>
          </a:p>
        </p:txBody>
      </p:sp>
      <p:sp>
        <p:nvSpPr>
          <p:cNvPr id="24" name="Oval 23"/>
          <p:cNvSpPr/>
          <p:nvPr/>
        </p:nvSpPr>
        <p:spPr>
          <a:xfrm>
            <a:off x="189599" y="4736798"/>
            <a:ext cx="829575" cy="7993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C</a:t>
            </a:r>
          </a:p>
        </p:txBody>
      </p:sp>
      <p:sp>
        <p:nvSpPr>
          <p:cNvPr id="25" name="Oval 24"/>
          <p:cNvSpPr/>
          <p:nvPr/>
        </p:nvSpPr>
        <p:spPr>
          <a:xfrm>
            <a:off x="189599" y="3664453"/>
            <a:ext cx="829575" cy="7993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B</a:t>
            </a:r>
          </a:p>
        </p:txBody>
      </p:sp>
      <p:sp>
        <p:nvSpPr>
          <p:cNvPr id="2" name="TextBox 1"/>
          <p:cNvSpPr txBox="1"/>
          <p:nvPr/>
        </p:nvSpPr>
        <p:spPr>
          <a:xfrm>
            <a:off x="1133471" y="3884631"/>
            <a:ext cx="10572750" cy="369332"/>
          </a:xfrm>
          <a:prstGeom prst="rect">
            <a:avLst/>
          </a:prstGeom>
          <a:noFill/>
        </p:spPr>
        <p:txBody>
          <a:bodyPr wrap="square" rtlCol="0">
            <a:spAutoFit/>
          </a:bodyPr>
          <a:lstStyle/>
          <a:p>
            <a:r>
              <a:rPr lang="en-US" dirty="0" err="1"/>
              <a:t>CBR</a:t>
            </a:r>
            <a:r>
              <a:rPr lang="en-US" dirty="0"/>
              <a:t> (constant bit rate)</a:t>
            </a:r>
          </a:p>
        </p:txBody>
      </p:sp>
      <p:sp>
        <p:nvSpPr>
          <p:cNvPr id="15" name="TextBox 14"/>
          <p:cNvSpPr txBox="1"/>
          <p:nvPr/>
        </p:nvSpPr>
        <p:spPr>
          <a:xfrm>
            <a:off x="1133471" y="2805959"/>
            <a:ext cx="10572750" cy="369332"/>
          </a:xfrm>
          <a:prstGeom prst="rect">
            <a:avLst/>
          </a:prstGeom>
          <a:noFill/>
        </p:spPr>
        <p:txBody>
          <a:bodyPr wrap="square" rtlCol="0">
            <a:spAutoFit/>
          </a:bodyPr>
          <a:lstStyle/>
          <a:p>
            <a:r>
              <a:rPr lang="en-US" dirty="0" err="1"/>
              <a:t>Nỗ</a:t>
            </a:r>
            <a:r>
              <a:rPr lang="en-US" dirty="0"/>
              <a:t> </a:t>
            </a:r>
            <a:r>
              <a:rPr lang="en-US" dirty="0" err="1"/>
              <a:t>lực</a:t>
            </a:r>
            <a:r>
              <a:rPr lang="en-US" dirty="0"/>
              <a:t> </a:t>
            </a:r>
            <a:r>
              <a:rPr lang="en-US" dirty="0" err="1"/>
              <a:t>tối</a:t>
            </a:r>
            <a:r>
              <a:rPr lang="en-US" dirty="0"/>
              <a:t> </a:t>
            </a:r>
            <a:r>
              <a:rPr lang="en-US" dirty="0" err="1"/>
              <a:t>đa</a:t>
            </a:r>
            <a:r>
              <a:rPr lang="en-US" dirty="0"/>
              <a:t> (best effort)</a:t>
            </a:r>
          </a:p>
        </p:txBody>
      </p:sp>
      <p:sp>
        <p:nvSpPr>
          <p:cNvPr id="16" name="TextBox 15"/>
          <p:cNvSpPr txBox="1"/>
          <p:nvPr/>
        </p:nvSpPr>
        <p:spPr>
          <a:xfrm>
            <a:off x="1133471" y="4951829"/>
            <a:ext cx="10572750" cy="369332"/>
          </a:xfrm>
          <a:prstGeom prst="rect">
            <a:avLst/>
          </a:prstGeom>
          <a:noFill/>
        </p:spPr>
        <p:txBody>
          <a:bodyPr wrap="square" rtlCol="0">
            <a:spAutoFit/>
          </a:bodyPr>
          <a:lstStyle/>
          <a:p>
            <a:r>
              <a:rPr lang="en-US" dirty="0" err="1"/>
              <a:t>ABR</a:t>
            </a:r>
            <a:r>
              <a:rPr lang="en-US" dirty="0"/>
              <a:t> (available bit rate service)</a:t>
            </a:r>
          </a:p>
        </p:txBody>
      </p:sp>
      <p:sp>
        <p:nvSpPr>
          <p:cNvPr id="17" name="TextBox 16"/>
          <p:cNvSpPr txBox="1"/>
          <p:nvPr/>
        </p:nvSpPr>
        <p:spPr>
          <a:xfrm>
            <a:off x="1133471" y="6068101"/>
            <a:ext cx="10572750" cy="369332"/>
          </a:xfrm>
          <a:prstGeom prst="rect">
            <a:avLst/>
          </a:prstGeom>
          <a:noFill/>
        </p:spPr>
        <p:txBody>
          <a:bodyPr wrap="square" rtlCol="0">
            <a:spAutoFit/>
          </a:bodyPr>
          <a:lstStyle/>
          <a:p>
            <a:r>
              <a:rPr lang="en-US" dirty="0" err="1"/>
              <a:t>Tất</a:t>
            </a:r>
            <a:r>
              <a:rPr lang="en-US" dirty="0"/>
              <a:t> </a:t>
            </a:r>
            <a:r>
              <a:rPr lang="en-US" dirty="0" err="1"/>
              <a:t>cả</a:t>
            </a:r>
            <a:r>
              <a:rPr lang="en-US" dirty="0"/>
              <a:t> </a:t>
            </a:r>
            <a:r>
              <a:rPr lang="en-US" dirty="0" err="1"/>
              <a:t>ph</a:t>
            </a:r>
            <a:r>
              <a:rPr lang="vi-VN" dirty="0"/>
              <a:t>ư</a:t>
            </a:r>
            <a:r>
              <a:rPr lang="en-US" dirty="0" err="1"/>
              <a:t>ơng</a:t>
            </a:r>
            <a:r>
              <a:rPr lang="en-US" dirty="0"/>
              <a:t> </a:t>
            </a:r>
            <a:r>
              <a:rPr lang="en-US" dirty="0" err="1"/>
              <a:t>án</a:t>
            </a:r>
            <a:r>
              <a:rPr lang="en-US" dirty="0"/>
              <a:t> </a:t>
            </a:r>
            <a:r>
              <a:rPr lang="en-US" dirty="0" err="1"/>
              <a:t>đều</a:t>
            </a:r>
            <a:r>
              <a:rPr lang="en-US" dirty="0"/>
              <a:t> </a:t>
            </a:r>
            <a:r>
              <a:rPr lang="en-US" dirty="0" err="1"/>
              <a:t>sai</a:t>
            </a:r>
            <a:endParaRPr lang="en-US" dirty="0"/>
          </a:p>
        </p:txBody>
      </p:sp>
      <p:sp>
        <p:nvSpPr>
          <p:cNvPr id="3" name="Tiêu đề 2">
            <a:extLst>
              <a:ext uri="{FF2B5EF4-FFF2-40B4-BE49-F238E27FC236}">
                <a16:creationId xmlns:a16="http://schemas.microsoft.com/office/drawing/2014/main" id="{CB40A02E-C6A5-45AF-870C-978ADD8D6A78}"/>
              </a:ext>
            </a:extLst>
          </p:cNvPr>
          <p:cNvSpPr>
            <a:spLocks noGrp="1"/>
          </p:cNvSpPr>
          <p:nvPr>
            <p:ph type="ctrTitle"/>
          </p:nvPr>
        </p:nvSpPr>
        <p:spPr/>
        <p:txBody>
          <a:bodyPr/>
          <a:lstStyle/>
          <a:p>
            <a:endParaRPr lang="en-US"/>
          </a:p>
        </p:txBody>
      </p:sp>
      <p:sp>
        <p:nvSpPr>
          <p:cNvPr id="5" name="Tiêu đề phụ 4">
            <a:extLst>
              <a:ext uri="{FF2B5EF4-FFF2-40B4-BE49-F238E27FC236}">
                <a16:creationId xmlns:a16="http://schemas.microsoft.com/office/drawing/2014/main" id="{4E145240-CF52-408A-A1CB-68C16C501425}"/>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4136927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trips(downLeft)">
                                      <p:cBhvr>
                                        <p:cTn id="7" dur="500"/>
                                        <p:tgtEl>
                                          <p:spTgt spid="4"/>
                                        </p:tgtEl>
                                      </p:cBhvr>
                                    </p:animEffect>
                                  </p:childTnLst>
                                </p:cTn>
                              </p:par>
                              <p:par>
                                <p:cTn id="8" presetID="18" presetClass="entr" presetSubtype="12"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strips(downLeft)">
                                      <p:cBhvr>
                                        <p:cTn id="10" dur="500"/>
                                        <p:tgtEl>
                                          <p:spTgt spid="8"/>
                                        </p:tgtEl>
                                      </p:cBhvr>
                                    </p:animEffect>
                                  </p:childTnLst>
                                </p:cTn>
                              </p:par>
                              <p:par>
                                <p:cTn id="11" presetID="18" presetClass="entr" presetSubtype="12"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strips(downLeft)">
                                      <p:cBhvr>
                                        <p:cTn id="13" dur="500"/>
                                        <p:tgtEl>
                                          <p:spTgt spid="12"/>
                                        </p:tgtEl>
                                      </p:cBhvr>
                                    </p:animEffect>
                                  </p:childTnLst>
                                </p:cTn>
                              </p:par>
                              <p:par>
                                <p:cTn id="14" presetID="18" presetClass="entr" presetSubtype="12"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strips(downLeft)">
                                      <p:cBhvr>
                                        <p:cTn id="16" dur="500"/>
                                        <p:tgtEl>
                                          <p:spTgt spid="13"/>
                                        </p:tgtEl>
                                      </p:cBhvr>
                                    </p:animEffect>
                                  </p:childTnLst>
                                </p:cTn>
                              </p:par>
                              <p:par>
                                <p:cTn id="17" presetID="18" presetClass="entr" presetSubtype="12"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strips(downLeft)">
                                      <p:cBhvr>
                                        <p:cTn id="19" dur="500"/>
                                        <p:tgtEl>
                                          <p:spTgt spid="14"/>
                                        </p:tgtEl>
                                      </p:cBhvr>
                                    </p:animEffect>
                                  </p:childTnLst>
                                </p:cTn>
                              </p:par>
                              <p:par>
                                <p:cTn id="20" presetID="18" presetClass="entr" presetSubtype="12" fill="hold" grpId="0" nodeType="with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strips(downLeft)">
                                      <p:cBhvr>
                                        <p:cTn id="22" dur="500"/>
                                        <p:tgtEl>
                                          <p:spTgt spid="23"/>
                                        </p:tgtEl>
                                      </p:cBhvr>
                                    </p:animEffect>
                                  </p:childTnLst>
                                </p:cTn>
                              </p:par>
                              <p:par>
                                <p:cTn id="23" presetID="18" presetClass="entr" presetSubtype="12"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strips(downLeft)">
                                      <p:cBhvr>
                                        <p:cTn id="25" dur="500"/>
                                        <p:tgtEl>
                                          <p:spTgt spid="24"/>
                                        </p:tgtEl>
                                      </p:cBhvr>
                                    </p:animEffect>
                                  </p:childTnLst>
                                </p:cTn>
                              </p:par>
                              <p:par>
                                <p:cTn id="26" presetID="18" presetClass="entr" presetSubtype="12" fill="hold" grpId="0" nodeType="with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strips(downLeft)">
                                      <p:cBhvr>
                                        <p:cTn id="28" dur="500"/>
                                        <p:tgtEl>
                                          <p:spTgt spid="25"/>
                                        </p:tgtEl>
                                      </p:cBhvr>
                                    </p:animEffect>
                                  </p:childTnLst>
                                </p:cTn>
                              </p:par>
                              <p:par>
                                <p:cTn id="29" presetID="18" presetClass="entr" presetSubtype="12" fill="hold" grpId="0" nodeType="with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strips(downLeft)">
                                      <p:cBhvr>
                                        <p:cTn id="31" dur="500"/>
                                        <p:tgtEl>
                                          <p:spTgt spid="22"/>
                                        </p:tgtEl>
                                      </p:cBhvr>
                                    </p:animEffect>
                                  </p:childTnLst>
                                </p:cTn>
                              </p:par>
                              <p:par>
                                <p:cTn id="32" presetID="18" presetClass="entr" presetSubtype="12" fill="hold" grpId="0" nodeType="withEffect">
                                  <p:stCondLst>
                                    <p:cond delay="0"/>
                                  </p:stCondLst>
                                  <p:iterate type="lt">
                                    <p:tmPct val="0"/>
                                  </p:iterate>
                                  <p:childTnLst>
                                    <p:set>
                                      <p:cBhvr>
                                        <p:cTn id="33" dur="1" fill="hold">
                                          <p:stCondLst>
                                            <p:cond delay="0"/>
                                          </p:stCondLst>
                                        </p:cTn>
                                        <p:tgtEl>
                                          <p:spTgt spid="15"/>
                                        </p:tgtEl>
                                        <p:attrNameLst>
                                          <p:attrName>style.visibility</p:attrName>
                                        </p:attrNameLst>
                                      </p:cBhvr>
                                      <p:to>
                                        <p:strVal val="visible"/>
                                      </p:to>
                                    </p:set>
                                    <p:animEffect transition="in" filter="strips(downLeft)">
                                      <p:cBhvr>
                                        <p:cTn id="34" dur="500"/>
                                        <p:tgtEl>
                                          <p:spTgt spid="15"/>
                                        </p:tgtEl>
                                      </p:cBhvr>
                                    </p:animEffect>
                                  </p:childTnLst>
                                </p:cTn>
                              </p:par>
                              <p:par>
                                <p:cTn id="35" presetID="18" presetClass="entr" presetSubtype="12" fill="hold" grpId="0" nodeType="with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strips(downLeft)">
                                      <p:cBhvr>
                                        <p:cTn id="37" dur="500"/>
                                        <p:tgtEl>
                                          <p:spTgt spid="2"/>
                                        </p:tgtEl>
                                      </p:cBhvr>
                                    </p:animEffect>
                                  </p:childTnLst>
                                </p:cTn>
                              </p:par>
                              <p:par>
                                <p:cTn id="38" presetID="18" presetClass="entr" presetSubtype="12" fill="hold" grpId="0" nodeType="with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strips(downLeft)">
                                      <p:cBhvr>
                                        <p:cTn id="40" dur="500"/>
                                        <p:tgtEl>
                                          <p:spTgt spid="16"/>
                                        </p:tgtEl>
                                      </p:cBhvr>
                                    </p:animEffect>
                                  </p:childTnLst>
                                </p:cTn>
                              </p:par>
                              <p:par>
                                <p:cTn id="41" presetID="18" presetClass="entr" presetSubtype="12"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strips(downLeft)">
                                      <p:cBhvr>
                                        <p:cTn id="43" dur="500"/>
                                        <p:tgtEl>
                                          <p:spTgt spid="17"/>
                                        </p:tgtEl>
                                      </p:cBhvr>
                                    </p:animEffect>
                                  </p:childTnLst>
                                </p:cTn>
                              </p:par>
                            </p:childTnLst>
                          </p:cTn>
                        </p:par>
                      </p:childTnLst>
                    </p:cTn>
                  </p:par>
                  <p:par>
                    <p:cTn id="44" fill="hold">
                      <p:stCondLst>
                        <p:cond delay="indefinite"/>
                      </p:stCondLst>
                      <p:childTnLst>
                        <p:par>
                          <p:cTn id="45" fill="hold">
                            <p:stCondLst>
                              <p:cond delay="0"/>
                            </p:stCondLst>
                            <p:childTnLst>
                              <p:par>
                                <p:cTn id="46" presetID="1" presetClass="emph" presetSubtype="2" fill="hold" nodeType="clickEffect">
                                  <p:stCondLst>
                                    <p:cond delay="0"/>
                                  </p:stCondLst>
                                  <p:childTnLst>
                                    <p:animClr clrSpc="rgb" dir="cw">
                                      <p:cBhvr>
                                        <p:cTn id="47" dur="2000" fill="hold"/>
                                        <p:tgtEl>
                                          <p:spTgt spid="22"/>
                                        </p:tgtEl>
                                        <p:attrNameLst>
                                          <p:attrName>fillcolor</p:attrName>
                                        </p:attrNameLst>
                                      </p:cBhvr>
                                      <p:to>
                                        <a:schemeClr val="accent2"/>
                                      </p:to>
                                    </p:animClr>
                                    <p:set>
                                      <p:cBhvr>
                                        <p:cTn id="48" dur="2000" fill="hold"/>
                                        <p:tgtEl>
                                          <p:spTgt spid="22"/>
                                        </p:tgtEl>
                                        <p:attrNameLst>
                                          <p:attrName>fill.type</p:attrName>
                                        </p:attrNameLst>
                                      </p:cBhvr>
                                      <p:to>
                                        <p:strVal val="solid"/>
                                      </p:to>
                                    </p:set>
                                    <p:set>
                                      <p:cBhvr>
                                        <p:cTn id="49" dur="2000" fill="hold"/>
                                        <p:tgtEl>
                                          <p:spTgt spid="22"/>
                                        </p:tgtEl>
                                        <p:attrNameLst>
                                          <p:attrName>fill.on</p:attrName>
                                        </p:attrNameLst>
                                      </p:cBhvr>
                                      <p:to>
                                        <p:strVal val="true"/>
                                      </p:to>
                                    </p:set>
                                  </p:childTnLst>
                                </p:cTn>
                              </p:par>
                              <p:par>
                                <p:cTn id="50" presetID="1" presetClass="emph" presetSubtype="2" fill="hold" nodeType="withEffect">
                                  <p:stCondLst>
                                    <p:cond delay="0"/>
                                  </p:stCondLst>
                                  <p:childTnLst>
                                    <p:animClr clrSpc="rgb" dir="cw">
                                      <p:cBhvr>
                                        <p:cTn id="51" dur="2000" fill="hold"/>
                                        <p:tgtEl>
                                          <p:spTgt spid="8"/>
                                        </p:tgtEl>
                                        <p:attrNameLst>
                                          <p:attrName>fillcolor</p:attrName>
                                        </p:attrNameLst>
                                      </p:cBhvr>
                                      <p:to>
                                        <a:schemeClr val="accent2"/>
                                      </p:to>
                                    </p:animClr>
                                    <p:set>
                                      <p:cBhvr>
                                        <p:cTn id="52" dur="2000" fill="hold"/>
                                        <p:tgtEl>
                                          <p:spTgt spid="8"/>
                                        </p:tgtEl>
                                        <p:attrNameLst>
                                          <p:attrName>fill.type</p:attrName>
                                        </p:attrNameLst>
                                      </p:cBhvr>
                                      <p:to>
                                        <p:strVal val="solid"/>
                                      </p:to>
                                    </p:set>
                                    <p:set>
                                      <p:cBhvr>
                                        <p:cTn id="53" dur="2000" fill="hold"/>
                                        <p:tgtEl>
                                          <p:spTgt spid="8"/>
                                        </p:tgtEl>
                                        <p:attrNameLst>
                                          <p:attrName>fill.on</p:attrName>
                                        </p:attrNameLst>
                                      </p:cBhvr>
                                      <p:to>
                                        <p:strVal val="true"/>
                                      </p:to>
                                    </p:set>
                                  </p:childTnLst>
                                </p:cTn>
                              </p:par>
                              <p:par>
                                <p:cTn id="54" presetID="36" presetClass="emph" presetSubtype="0" fill="hold" grpId="1" nodeType="withEffect">
                                  <p:stCondLst>
                                    <p:cond delay="0"/>
                                  </p:stCondLst>
                                  <p:iterate type="lt">
                                    <p:tmPct val="10000"/>
                                  </p:iterate>
                                  <p:childTnLst>
                                    <p:animScale>
                                      <p:cBhvr>
                                        <p:cTn id="55" dur="250" autoRev="1" fill="hold">
                                          <p:stCondLst>
                                            <p:cond delay="0"/>
                                          </p:stCondLst>
                                        </p:cTn>
                                        <p:tgtEl>
                                          <p:spTgt spid="15"/>
                                        </p:tgtEl>
                                      </p:cBhvr>
                                      <p:to x="80000" y="100000"/>
                                    </p:animScale>
                                    <p:anim by="(#ppt_w*0.10)" calcmode="lin" valueType="num">
                                      <p:cBhvr>
                                        <p:cTn id="56" dur="250" autoRev="1" fill="hold">
                                          <p:stCondLst>
                                            <p:cond delay="0"/>
                                          </p:stCondLst>
                                        </p:cTn>
                                        <p:tgtEl>
                                          <p:spTgt spid="15"/>
                                        </p:tgtEl>
                                        <p:attrNameLst>
                                          <p:attrName>ppt_x</p:attrName>
                                        </p:attrNameLst>
                                      </p:cBhvr>
                                    </p:anim>
                                    <p:anim by="(-#ppt_w*0.10)" calcmode="lin" valueType="num">
                                      <p:cBhvr>
                                        <p:cTn id="57" dur="250" autoRev="1" fill="hold">
                                          <p:stCondLst>
                                            <p:cond delay="0"/>
                                          </p:stCondLst>
                                        </p:cTn>
                                        <p:tgtEl>
                                          <p:spTgt spid="15"/>
                                        </p:tgtEl>
                                        <p:attrNameLst>
                                          <p:attrName>ppt_y</p:attrName>
                                        </p:attrNameLst>
                                      </p:cBhvr>
                                    </p:anim>
                                    <p:animRot by="-480000">
                                      <p:cBhvr>
                                        <p:cTn id="58" dur="250" autoRev="1" fill="hold">
                                          <p:stCondLst>
                                            <p:cond delay="0"/>
                                          </p:stCondLst>
                                        </p:cTn>
                                        <p:tgtEl>
                                          <p:spTgt spid="15"/>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P spid="12" grpId="0" animBg="1"/>
      <p:bldP spid="13" grpId="0" animBg="1"/>
      <p:bldP spid="14" grpId="0" animBg="1"/>
      <p:bldP spid="22" grpId="0" animBg="1"/>
      <p:bldP spid="23" grpId="0" animBg="1"/>
      <p:bldP spid="24" grpId="0" animBg="1"/>
      <p:bldP spid="25" grpId="0" animBg="1"/>
      <p:bldP spid="2" grpId="0"/>
      <p:bldP spid="15" grpId="0"/>
      <p:bldP spid="15" grpId="1"/>
      <p:bldP spid="16" grpId="0"/>
      <p:bldP spid="17"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Footer Placeholder 5">
            <a:extLst>
              <a:ext uri="{FF2B5EF4-FFF2-40B4-BE49-F238E27FC236}">
                <a16:creationId xmlns:a16="http://schemas.microsoft.com/office/drawing/2014/main" id="{D8FCB685-5CF6-4918-BDB3-028241F81F6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Tầng Network</a:t>
            </a:r>
          </a:p>
        </p:txBody>
      </p:sp>
      <p:sp>
        <p:nvSpPr>
          <p:cNvPr id="34819" name="Slide Number Placeholder 6">
            <a:extLst>
              <a:ext uri="{FF2B5EF4-FFF2-40B4-BE49-F238E27FC236}">
                <a16:creationId xmlns:a16="http://schemas.microsoft.com/office/drawing/2014/main" id="{B5137891-0D9B-49B0-9468-2BC63F9F87E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4-</a:t>
            </a:r>
            <a:fld id="{5A97D530-FEA3-4D18-86AE-BC5F44C963B2}" type="slidenum">
              <a:rPr lang="en-US" altLang="en-US">
                <a:latin typeface="Tahoma" panose="020B0604030504040204" pitchFamily="34" charset="0"/>
              </a:rPr>
              <a:pPr/>
              <a:t>26</a:t>
            </a:fld>
            <a:endParaRPr lang="en-US" altLang="en-US">
              <a:latin typeface="Tahoma" panose="020B0604030504040204" pitchFamily="34" charset="0"/>
            </a:endParaRPr>
          </a:p>
        </p:txBody>
      </p:sp>
      <p:sp>
        <p:nvSpPr>
          <p:cNvPr id="34820" name="Rectangle 2">
            <a:extLst>
              <a:ext uri="{FF2B5EF4-FFF2-40B4-BE49-F238E27FC236}">
                <a16:creationId xmlns:a16="http://schemas.microsoft.com/office/drawing/2014/main" id="{75CD8A2E-A05C-4C3B-ADE7-46DC36FF0DE3}"/>
              </a:ext>
            </a:extLst>
          </p:cNvPr>
          <p:cNvSpPr>
            <a:spLocks noChangeArrowheads="1"/>
          </p:cNvSpPr>
          <p:nvPr/>
        </p:nvSpPr>
        <p:spPr bwMode="auto">
          <a:xfrm>
            <a:off x="3228975" y="1781175"/>
            <a:ext cx="6534150" cy="407670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34821" name="Rectangle 3">
            <a:extLst>
              <a:ext uri="{FF2B5EF4-FFF2-40B4-BE49-F238E27FC236}">
                <a16:creationId xmlns:a16="http://schemas.microsoft.com/office/drawing/2014/main" id="{8E2F4E8E-F0ED-4515-BBC5-097EA716F07D}"/>
              </a:ext>
            </a:extLst>
          </p:cNvPr>
          <p:cNvSpPr>
            <a:spLocks noChangeArrowheads="1"/>
          </p:cNvSpPr>
          <p:nvPr/>
        </p:nvSpPr>
        <p:spPr bwMode="auto">
          <a:xfrm>
            <a:off x="3162300" y="1855788"/>
            <a:ext cx="6534150" cy="4076700"/>
          </a:xfrm>
          <a:prstGeom prst="rect">
            <a:avLst/>
          </a:prstGeom>
          <a:solidFill>
            <a:srgbClr val="FFFFFF"/>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34822" name="Rectangle 4">
            <a:extLst>
              <a:ext uri="{FF2B5EF4-FFF2-40B4-BE49-F238E27FC236}">
                <a16:creationId xmlns:a16="http://schemas.microsoft.com/office/drawing/2014/main" id="{3BDEE15F-48FD-4EE6-9DD7-F9738AF11623}"/>
              </a:ext>
            </a:extLst>
          </p:cNvPr>
          <p:cNvSpPr>
            <a:spLocks noGrp="1" noChangeArrowheads="1"/>
          </p:cNvSpPr>
          <p:nvPr>
            <p:ph type="title"/>
          </p:nvPr>
        </p:nvSpPr>
        <p:spPr>
          <a:xfrm>
            <a:off x="1943100" y="133350"/>
            <a:ext cx="7772400" cy="1143000"/>
          </a:xfrm>
        </p:spPr>
        <p:txBody>
          <a:bodyPr/>
          <a:lstStyle/>
          <a:p>
            <a:r>
              <a:rPr lang="en-US" altLang="en-US" sz="4000" dirty="0" err="1">
                <a:latin typeface="Calibri" panose="020F0502020204030204" pitchFamily="34" charset="0"/>
                <a:ea typeface="ＭＳ Ｐゴシック" panose="020B0600070205080204" pitchFamily="34" charset="-128"/>
                <a:cs typeface="Calibri" panose="020F0502020204030204" pitchFamily="34" charset="0"/>
              </a:rPr>
              <a:t>Tầng</a:t>
            </a:r>
            <a:r>
              <a:rPr lang="en-US" altLang="en-US" sz="4000" dirty="0">
                <a:latin typeface="Calibri" panose="020F0502020204030204" pitchFamily="34" charset="0"/>
                <a:ea typeface="ＭＳ Ｐゴシック" panose="020B0600070205080204" pitchFamily="34" charset="-128"/>
                <a:cs typeface="Calibri" panose="020F0502020204030204" pitchFamily="34" charset="0"/>
              </a:rPr>
              <a:t> Internet network</a:t>
            </a:r>
            <a:endParaRPr lang="en-US" altLang="en-US" dirty="0">
              <a:latin typeface="Calibri" panose="020F0502020204030204" pitchFamily="34" charset="0"/>
              <a:ea typeface="ＭＳ Ｐゴシック" panose="020B0600070205080204" pitchFamily="34" charset="-128"/>
              <a:cs typeface="Calibri" panose="020F0502020204030204" pitchFamily="34" charset="0"/>
            </a:endParaRPr>
          </a:p>
        </p:txBody>
      </p:sp>
      <p:grpSp>
        <p:nvGrpSpPr>
          <p:cNvPr id="34823" name="Group 6">
            <a:extLst>
              <a:ext uri="{FF2B5EF4-FFF2-40B4-BE49-F238E27FC236}">
                <a16:creationId xmlns:a16="http://schemas.microsoft.com/office/drawing/2014/main" id="{8480544A-7504-4FEF-87C1-5F1551771C07}"/>
              </a:ext>
            </a:extLst>
          </p:cNvPr>
          <p:cNvGrpSpPr>
            <a:grpSpLocks/>
          </p:cNvGrpSpPr>
          <p:nvPr/>
        </p:nvGrpSpPr>
        <p:grpSpPr bwMode="auto">
          <a:xfrm>
            <a:off x="5287964" y="3479800"/>
            <a:ext cx="1258887" cy="1214438"/>
            <a:chOff x="3992" y="2883"/>
            <a:chExt cx="613" cy="765"/>
          </a:xfrm>
        </p:grpSpPr>
        <p:sp>
          <p:nvSpPr>
            <p:cNvPr id="34846" name="Rectangle 7">
              <a:extLst>
                <a:ext uri="{FF2B5EF4-FFF2-40B4-BE49-F238E27FC236}">
                  <a16:creationId xmlns:a16="http://schemas.microsoft.com/office/drawing/2014/main" id="{1995367E-C5B0-40BB-8EE9-839FF5996B6D}"/>
                </a:ext>
              </a:extLst>
            </p:cNvPr>
            <p:cNvSpPr>
              <a:spLocks noChangeArrowheads="1"/>
            </p:cNvSpPr>
            <p:nvPr/>
          </p:nvSpPr>
          <p:spPr bwMode="auto">
            <a:xfrm>
              <a:off x="4023" y="2883"/>
              <a:ext cx="582" cy="738"/>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34847" name="Rectangle 8">
              <a:extLst>
                <a:ext uri="{FF2B5EF4-FFF2-40B4-BE49-F238E27FC236}">
                  <a16:creationId xmlns:a16="http://schemas.microsoft.com/office/drawing/2014/main" id="{007B0DBF-E484-4AC0-BFCB-33439D9AEC6B}"/>
                </a:ext>
              </a:extLst>
            </p:cNvPr>
            <p:cNvSpPr>
              <a:spLocks noChangeArrowheads="1"/>
            </p:cNvSpPr>
            <p:nvPr/>
          </p:nvSpPr>
          <p:spPr bwMode="auto">
            <a:xfrm>
              <a:off x="3996" y="2910"/>
              <a:ext cx="582" cy="738"/>
            </a:xfrm>
            <a:prstGeom prst="rect">
              <a:avLst/>
            </a:prstGeom>
            <a:solidFill>
              <a:schemeClr val="bg1"/>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34848" name="Text Box 9">
              <a:extLst>
                <a:ext uri="{FF2B5EF4-FFF2-40B4-BE49-F238E27FC236}">
                  <a16:creationId xmlns:a16="http://schemas.microsoft.com/office/drawing/2014/main" id="{9F310680-294F-4C97-89A8-F04A348800B2}"/>
                </a:ext>
              </a:extLst>
            </p:cNvPr>
            <p:cNvSpPr txBox="1">
              <a:spLocks noChangeArrowheads="1"/>
            </p:cNvSpPr>
            <p:nvPr/>
          </p:nvSpPr>
          <p:spPr bwMode="auto">
            <a:xfrm>
              <a:off x="3992" y="3071"/>
              <a:ext cx="609"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a:t>forwarding</a:t>
              </a:r>
            </a:p>
            <a:p>
              <a:pPr algn="ctr"/>
              <a:r>
                <a:rPr lang="en-US" altLang="en-US"/>
                <a:t>table</a:t>
              </a:r>
            </a:p>
          </p:txBody>
        </p:sp>
        <p:sp>
          <p:nvSpPr>
            <p:cNvPr id="34849" name="Line 10">
              <a:extLst>
                <a:ext uri="{FF2B5EF4-FFF2-40B4-BE49-F238E27FC236}">
                  <a16:creationId xmlns:a16="http://schemas.microsoft.com/office/drawing/2014/main" id="{280FA765-0C83-480E-8411-70DA01A0FB4F}"/>
                </a:ext>
              </a:extLst>
            </p:cNvPr>
            <p:cNvSpPr>
              <a:spLocks noChangeShapeType="1"/>
            </p:cNvSpPr>
            <p:nvPr/>
          </p:nvSpPr>
          <p:spPr bwMode="auto">
            <a:xfrm>
              <a:off x="4065" y="2994"/>
              <a:ext cx="43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850" name="Line 11">
              <a:extLst>
                <a:ext uri="{FF2B5EF4-FFF2-40B4-BE49-F238E27FC236}">
                  <a16:creationId xmlns:a16="http://schemas.microsoft.com/office/drawing/2014/main" id="{F176F7A6-FAE3-4D57-AEDD-D0F66ED0EBEC}"/>
                </a:ext>
              </a:extLst>
            </p:cNvPr>
            <p:cNvSpPr>
              <a:spLocks noChangeShapeType="1"/>
            </p:cNvSpPr>
            <p:nvPr/>
          </p:nvSpPr>
          <p:spPr bwMode="auto">
            <a:xfrm>
              <a:off x="4071" y="3048"/>
              <a:ext cx="43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851" name="Line 12">
              <a:extLst>
                <a:ext uri="{FF2B5EF4-FFF2-40B4-BE49-F238E27FC236}">
                  <a16:creationId xmlns:a16="http://schemas.microsoft.com/office/drawing/2014/main" id="{85D8DE4C-48B9-43BF-9A6D-1B387522E99F}"/>
                </a:ext>
              </a:extLst>
            </p:cNvPr>
            <p:cNvSpPr>
              <a:spLocks noChangeShapeType="1"/>
            </p:cNvSpPr>
            <p:nvPr/>
          </p:nvSpPr>
          <p:spPr bwMode="auto">
            <a:xfrm>
              <a:off x="4074" y="3102"/>
              <a:ext cx="43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852" name="Line 13">
              <a:extLst>
                <a:ext uri="{FF2B5EF4-FFF2-40B4-BE49-F238E27FC236}">
                  <a16:creationId xmlns:a16="http://schemas.microsoft.com/office/drawing/2014/main" id="{03F51AA1-0035-4F3E-BBBD-377D47BD29EC}"/>
                </a:ext>
              </a:extLst>
            </p:cNvPr>
            <p:cNvSpPr>
              <a:spLocks noChangeShapeType="1"/>
            </p:cNvSpPr>
            <p:nvPr/>
          </p:nvSpPr>
          <p:spPr bwMode="auto">
            <a:xfrm>
              <a:off x="4065" y="3477"/>
              <a:ext cx="43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853" name="Line 14">
              <a:extLst>
                <a:ext uri="{FF2B5EF4-FFF2-40B4-BE49-F238E27FC236}">
                  <a16:creationId xmlns:a16="http://schemas.microsoft.com/office/drawing/2014/main" id="{700CAB08-1291-4903-80BD-25EDA477FE14}"/>
                </a:ext>
              </a:extLst>
            </p:cNvPr>
            <p:cNvSpPr>
              <a:spLocks noChangeShapeType="1"/>
            </p:cNvSpPr>
            <p:nvPr/>
          </p:nvSpPr>
          <p:spPr bwMode="auto">
            <a:xfrm>
              <a:off x="4068" y="3528"/>
              <a:ext cx="43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854" name="Line 15">
              <a:extLst>
                <a:ext uri="{FF2B5EF4-FFF2-40B4-BE49-F238E27FC236}">
                  <a16:creationId xmlns:a16="http://schemas.microsoft.com/office/drawing/2014/main" id="{9EA1C884-530F-4166-9337-84072451A66F}"/>
                </a:ext>
              </a:extLst>
            </p:cNvPr>
            <p:cNvSpPr>
              <a:spLocks noChangeShapeType="1"/>
            </p:cNvSpPr>
            <p:nvPr/>
          </p:nvSpPr>
          <p:spPr bwMode="auto">
            <a:xfrm>
              <a:off x="4071" y="3579"/>
              <a:ext cx="43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33800" name="Rectangle 16">
            <a:extLst>
              <a:ext uri="{FF2B5EF4-FFF2-40B4-BE49-F238E27FC236}">
                <a16:creationId xmlns:a16="http://schemas.microsoft.com/office/drawing/2014/main" id="{A00331F9-6EE9-41DC-840F-518F32A6FDEC}"/>
              </a:ext>
            </a:extLst>
          </p:cNvPr>
          <p:cNvSpPr>
            <a:spLocks noGrp="1" noChangeArrowheads="1"/>
          </p:cNvSpPr>
          <p:nvPr>
            <p:ph type="body" sz="half" idx="1"/>
          </p:nvPr>
        </p:nvSpPr>
        <p:spPr>
          <a:xfrm>
            <a:off x="2082801" y="1189038"/>
            <a:ext cx="7534275" cy="438150"/>
          </a:xfrm>
        </p:spPr>
        <p:txBody>
          <a:bodyPr>
            <a:normAutofit lnSpcReduction="10000"/>
          </a:bodyPr>
          <a:lstStyle/>
          <a:p>
            <a:pPr>
              <a:buFont typeface="Wingdings" charset="0"/>
              <a:buNone/>
              <a:defRPr/>
            </a:pPr>
            <a:r>
              <a:rPr lang="en-US" sz="2400" dirty="0" err="1">
                <a:latin typeface="+mj-lt"/>
              </a:rPr>
              <a:t>Các</a:t>
            </a:r>
            <a:r>
              <a:rPr lang="en-US" sz="2400" dirty="0">
                <a:latin typeface="+mj-lt"/>
              </a:rPr>
              <a:t> </a:t>
            </a:r>
            <a:r>
              <a:rPr lang="en-US" sz="2400" dirty="0" err="1">
                <a:latin typeface="+mj-lt"/>
              </a:rPr>
              <a:t>chức</a:t>
            </a:r>
            <a:r>
              <a:rPr lang="en-US" sz="2400" dirty="0">
                <a:latin typeface="+mj-lt"/>
              </a:rPr>
              <a:t> </a:t>
            </a:r>
            <a:r>
              <a:rPr lang="en-US" sz="2400" dirty="0" err="1">
                <a:latin typeface="+mj-lt"/>
              </a:rPr>
              <a:t>năng</a:t>
            </a:r>
            <a:r>
              <a:rPr lang="en-US" sz="2400" dirty="0">
                <a:latin typeface="+mj-lt"/>
              </a:rPr>
              <a:t> </a:t>
            </a:r>
            <a:r>
              <a:rPr lang="en-US" sz="2400" dirty="0" err="1">
                <a:latin typeface="+mj-lt"/>
              </a:rPr>
              <a:t>tầng</a:t>
            </a:r>
            <a:r>
              <a:rPr lang="en-US" sz="2400" dirty="0">
                <a:latin typeface="+mj-lt"/>
              </a:rPr>
              <a:t> network </a:t>
            </a:r>
            <a:r>
              <a:rPr lang="en-US" sz="2400" dirty="0" err="1">
                <a:latin typeface="+mj-lt"/>
              </a:rPr>
              <a:t>của</a:t>
            </a:r>
            <a:r>
              <a:rPr lang="en-US" sz="2400" dirty="0">
                <a:latin typeface="+mj-lt"/>
              </a:rPr>
              <a:t> host </a:t>
            </a:r>
            <a:r>
              <a:rPr lang="en-US" sz="2400" dirty="0" err="1">
                <a:latin typeface="+mj-lt"/>
              </a:rPr>
              <a:t>và</a:t>
            </a:r>
            <a:r>
              <a:rPr lang="en-US" sz="2400" dirty="0">
                <a:latin typeface="+mj-lt"/>
              </a:rPr>
              <a:t> router:</a:t>
            </a:r>
          </a:p>
        </p:txBody>
      </p:sp>
      <p:sp>
        <p:nvSpPr>
          <p:cNvPr id="34825" name="Line 17">
            <a:extLst>
              <a:ext uri="{FF2B5EF4-FFF2-40B4-BE49-F238E27FC236}">
                <a16:creationId xmlns:a16="http://schemas.microsoft.com/office/drawing/2014/main" id="{5BDCFAC0-7B91-4D75-9353-B0E016964280}"/>
              </a:ext>
            </a:extLst>
          </p:cNvPr>
          <p:cNvSpPr>
            <a:spLocks noChangeShapeType="1"/>
          </p:cNvSpPr>
          <p:nvPr/>
        </p:nvSpPr>
        <p:spPr bwMode="auto">
          <a:xfrm flipV="1">
            <a:off x="3152776" y="5410201"/>
            <a:ext cx="6505575" cy="95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826" name="Line 18">
            <a:extLst>
              <a:ext uri="{FF2B5EF4-FFF2-40B4-BE49-F238E27FC236}">
                <a16:creationId xmlns:a16="http://schemas.microsoft.com/office/drawing/2014/main" id="{CD39A515-8101-456D-9F7B-0D30A8F9EFC3}"/>
              </a:ext>
            </a:extLst>
          </p:cNvPr>
          <p:cNvSpPr>
            <a:spLocks noChangeShapeType="1"/>
          </p:cNvSpPr>
          <p:nvPr/>
        </p:nvSpPr>
        <p:spPr bwMode="auto">
          <a:xfrm flipV="1">
            <a:off x="3181351" y="4886326"/>
            <a:ext cx="6524625" cy="95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827" name="Rectangle 20">
            <a:extLst>
              <a:ext uri="{FF2B5EF4-FFF2-40B4-BE49-F238E27FC236}">
                <a16:creationId xmlns:a16="http://schemas.microsoft.com/office/drawing/2014/main" id="{36C42360-EF7E-4BC2-83B7-566C584306FD}"/>
              </a:ext>
            </a:extLst>
          </p:cNvPr>
          <p:cNvSpPr>
            <a:spLocks noChangeArrowheads="1"/>
          </p:cNvSpPr>
          <p:nvPr/>
        </p:nvSpPr>
        <p:spPr bwMode="auto">
          <a:xfrm>
            <a:off x="3438525" y="2667000"/>
            <a:ext cx="1809750" cy="819150"/>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34828" name="Rectangle 21">
            <a:extLst>
              <a:ext uri="{FF2B5EF4-FFF2-40B4-BE49-F238E27FC236}">
                <a16:creationId xmlns:a16="http://schemas.microsoft.com/office/drawing/2014/main" id="{6E036F88-2DA9-48B5-A5B5-439FBC5D7F3C}"/>
              </a:ext>
            </a:extLst>
          </p:cNvPr>
          <p:cNvSpPr>
            <a:spLocks noChangeArrowheads="1"/>
          </p:cNvSpPr>
          <p:nvPr/>
        </p:nvSpPr>
        <p:spPr bwMode="auto">
          <a:xfrm>
            <a:off x="3371850" y="2733675"/>
            <a:ext cx="1809750" cy="819150"/>
          </a:xfrm>
          <a:prstGeom prst="rect">
            <a:avLst/>
          </a:prstGeom>
          <a:solidFill>
            <a:schemeClr val="bg1"/>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34829" name="Text Box 22">
            <a:extLst>
              <a:ext uri="{FF2B5EF4-FFF2-40B4-BE49-F238E27FC236}">
                <a16:creationId xmlns:a16="http://schemas.microsoft.com/office/drawing/2014/main" id="{16CCB05D-FE56-4293-A2FD-8AB2E6839B04}"/>
              </a:ext>
            </a:extLst>
          </p:cNvPr>
          <p:cNvSpPr txBox="1">
            <a:spLocks noChangeArrowheads="1"/>
          </p:cNvSpPr>
          <p:nvPr/>
        </p:nvSpPr>
        <p:spPr bwMode="auto">
          <a:xfrm>
            <a:off x="3360738" y="2714625"/>
            <a:ext cx="1943100"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400" i="1">
                <a:solidFill>
                  <a:srgbClr val="CC0000"/>
                </a:solidFill>
                <a:latin typeface="Comic Sans MS" panose="030F0702030302020204" pitchFamily="66" charset="0"/>
              </a:rPr>
              <a:t>Các giao thức routing</a:t>
            </a:r>
          </a:p>
          <a:p>
            <a:pPr>
              <a:buFontTx/>
              <a:buChar char="•"/>
            </a:pPr>
            <a:r>
              <a:rPr lang="en-US" altLang="en-US" sz="1600">
                <a:latin typeface="Comic Sans MS" panose="030F0702030302020204" pitchFamily="66" charset="0"/>
              </a:rPr>
              <a:t> chọn đường đi</a:t>
            </a:r>
          </a:p>
          <a:p>
            <a:pPr>
              <a:buFontTx/>
              <a:buChar char="•"/>
            </a:pPr>
            <a:r>
              <a:rPr lang="en-US" altLang="en-US" sz="1600">
                <a:latin typeface="Comic Sans MS" panose="030F0702030302020204" pitchFamily="66" charset="0"/>
              </a:rPr>
              <a:t> RIP, OSPF, BGP</a:t>
            </a:r>
            <a:endParaRPr lang="en-US" altLang="en-US">
              <a:latin typeface="Comic Sans MS" panose="030F0702030302020204" pitchFamily="66" charset="0"/>
            </a:endParaRPr>
          </a:p>
        </p:txBody>
      </p:sp>
      <p:sp>
        <p:nvSpPr>
          <p:cNvPr id="34830" name="Freeform 23">
            <a:extLst>
              <a:ext uri="{FF2B5EF4-FFF2-40B4-BE49-F238E27FC236}">
                <a16:creationId xmlns:a16="http://schemas.microsoft.com/office/drawing/2014/main" id="{5BC2CCBF-8FDF-42A9-8090-B4A810520B7D}"/>
              </a:ext>
            </a:extLst>
          </p:cNvPr>
          <p:cNvSpPr>
            <a:spLocks/>
          </p:cNvSpPr>
          <p:nvPr/>
        </p:nvSpPr>
        <p:spPr bwMode="auto">
          <a:xfrm>
            <a:off x="4667250" y="3657601"/>
            <a:ext cx="628650" cy="390525"/>
          </a:xfrm>
          <a:custGeom>
            <a:avLst/>
            <a:gdLst>
              <a:gd name="T0" fmla="*/ 0 w 396"/>
              <a:gd name="T1" fmla="*/ 0 h 246"/>
              <a:gd name="T2" fmla="*/ 2147483647 w 396"/>
              <a:gd name="T3" fmla="*/ 2147483647 h 246"/>
              <a:gd name="T4" fmla="*/ 2147483647 w 396"/>
              <a:gd name="T5" fmla="*/ 2147483647 h 246"/>
              <a:gd name="T6" fmla="*/ 0 60000 65536"/>
              <a:gd name="T7" fmla="*/ 0 60000 65536"/>
              <a:gd name="T8" fmla="*/ 0 60000 65536"/>
              <a:gd name="T9" fmla="*/ 0 w 396"/>
              <a:gd name="T10" fmla="*/ 0 h 246"/>
              <a:gd name="T11" fmla="*/ 396 w 396"/>
              <a:gd name="T12" fmla="*/ 246 h 246"/>
            </a:gdLst>
            <a:ahLst/>
            <a:cxnLst>
              <a:cxn ang="T6">
                <a:pos x="T0" y="T1"/>
              </a:cxn>
              <a:cxn ang="T7">
                <a:pos x="T2" y="T3"/>
              </a:cxn>
              <a:cxn ang="T8">
                <a:pos x="T4" y="T5"/>
              </a:cxn>
            </a:cxnLst>
            <a:rect l="T9" t="T10" r="T11" b="T12"/>
            <a:pathLst>
              <a:path w="396" h="246">
                <a:moveTo>
                  <a:pt x="0" y="0"/>
                </a:moveTo>
                <a:cubicBezTo>
                  <a:pt x="30" y="16"/>
                  <a:pt x="42" y="126"/>
                  <a:pt x="150" y="186"/>
                </a:cubicBezTo>
                <a:cubicBezTo>
                  <a:pt x="258" y="246"/>
                  <a:pt x="345" y="205"/>
                  <a:pt x="396" y="210"/>
                </a:cubicBezTo>
              </a:path>
            </a:pathLst>
          </a:custGeom>
          <a:noFill/>
          <a:ln w="38100">
            <a:solidFill>
              <a:srgbClr val="000099"/>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nvGrpSpPr>
          <p:cNvPr id="34831" name="Group 24">
            <a:extLst>
              <a:ext uri="{FF2B5EF4-FFF2-40B4-BE49-F238E27FC236}">
                <a16:creationId xmlns:a16="http://schemas.microsoft.com/office/drawing/2014/main" id="{2D8B4167-DAC8-47A8-BBD4-F418235EF175}"/>
              </a:ext>
            </a:extLst>
          </p:cNvPr>
          <p:cNvGrpSpPr>
            <a:grpSpLocks/>
          </p:cNvGrpSpPr>
          <p:nvPr/>
        </p:nvGrpSpPr>
        <p:grpSpPr bwMode="auto">
          <a:xfrm>
            <a:off x="6616701" y="2576513"/>
            <a:ext cx="3000375" cy="1181100"/>
            <a:chOff x="102" y="1272"/>
            <a:chExt cx="1890" cy="744"/>
          </a:xfrm>
        </p:grpSpPr>
        <p:sp>
          <p:nvSpPr>
            <p:cNvPr id="34843" name="Rectangle 25">
              <a:extLst>
                <a:ext uri="{FF2B5EF4-FFF2-40B4-BE49-F238E27FC236}">
                  <a16:creationId xmlns:a16="http://schemas.microsoft.com/office/drawing/2014/main" id="{04409F13-CD86-4F8D-9F10-68D662131E03}"/>
                </a:ext>
              </a:extLst>
            </p:cNvPr>
            <p:cNvSpPr>
              <a:spLocks noChangeArrowheads="1"/>
            </p:cNvSpPr>
            <p:nvPr/>
          </p:nvSpPr>
          <p:spPr bwMode="auto">
            <a:xfrm>
              <a:off x="144" y="1272"/>
              <a:ext cx="1848" cy="690"/>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34844" name="Rectangle 26">
              <a:extLst>
                <a:ext uri="{FF2B5EF4-FFF2-40B4-BE49-F238E27FC236}">
                  <a16:creationId xmlns:a16="http://schemas.microsoft.com/office/drawing/2014/main" id="{F0BAF390-EBD8-4A21-B3C8-928FE18EEF84}"/>
                </a:ext>
              </a:extLst>
            </p:cNvPr>
            <p:cNvSpPr>
              <a:spLocks noChangeArrowheads="1"/>
            </p:cNvSpPr>
            <p:nvPr/>
          </p:nvSpPr>
          <p:spPr bwMode="auto">
            <a:xfrm>
              <a:off x="102" y="1314"/>
              <a:ext cx="1848" cy="702"/>
            </a:xfrm>
            <a:prstGeom prst="rect">
              <a:avLst/>
            </a:prstGeom>
            <a:solidFill>
              <a:schemeClr val="bg1"/>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34845" name="Text Box 27">
              <a:extLst>
                <a:ext uri="{FF2B5EF4-FFF2-40B4-BE49-F238E27FC236}">
                  <a16:creationId xmlns:a16="http://schemas.microsoft.com/office/drawing/2014/main" id="{7011D864-6DDB-405F-AE12-4301F8C09AA8}"/>
                </a:ext>
              </a:extLst>
            </p:cNvPr>
            <p:cNvSpPr txBox="1">
              <a:spLocks noChangeArrowheads="1"/>
            </p:cNvSpPr>
            <p:nvPr/>
          </p:nvSpPr>
          <p:spPr bwMode="auto">
            <a:xfrm>
              <a:off x="116" y="1287"/>
              <a:ext cx="1639" cy="7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2000" i="1">
                  <a:solidFill>
                    <a:srgbClr val="CC0000"/>
                  </a:solidFill>
                  <a:latin typeface="Comic Sans MS" panose="030F0702030302020204" pitchFamily="66" charset="0"/>
                </a:rPr>
                <a:t>Giao thức IP</a:t>
              </a:r>
            </a:p>
            <a:p>
              <a:pPr>
                <a:buFontTx/>
                <a:buChar char="•"/>
              </a:pPr>
              <a:r>
                <a:rPr lang="en-US" altLang="en-US" sz="1600">
                  <a:latin typeface="Comic Sans MS" panose="030F0702030302020204" pitchFamily="66" charset="0"/>
                </a:rPr>
                <a:t> các quy ước định địa chỉ</a:t>
              </a:r>
            </a:p>
            <a:p>
              <a:pPr>
                <a:buFontTx/>
                <a:buChar char="•"/>
              </a:pPr>
              <a:r>
                <a:rPr lang="en-US" altLang="en-US" sz="1600">
                  <a:latin typeface="Comic Sans MS" panose="030F0702030302020204" pitchFamily="66" charset="0"/>
                </a:rPr>
                <a:t> định dạng datagram</a:t>
              </a:r>
            </a:p>
            <a:p>
              <a:pPr>
                <a:buFontTx/>
                <a:buChar char="•"/>
              </a:pPr>
              <a:r>
                <a:rPr lang="en-US" altLang="en-US" sz="1600">
                  <a:latin typeface="Comic Sans MS" panose="030F0702030302020204" pitchFamily="66" charset="0"/>
                </a:rPr>
                <a:t> các quy ước quản lý gói</a:t>
              </a:r>
              <a:endParaRPr lang="en-US" altLang="en-US">
                <a:latin typeface="Comic Sans MS" panose="030F0702030302020204" pitchFamily="66" charset="0"/>
              </a:endParaRPr>
            </a:p>
          </p:txBody>
        </p:sp>
      </p:grpSp>
      <p:sp>
        <p:nvSpPr>
          <p:cNvPr id="34832" name="Rectangle 29">
            <a:extLst>
              <a:ext uri="{FF2B5EF4-FFF2-40B4-BE49-F238E27FC236}">
                <a16:creationId xmlns:a16="http://schemas.microsoft.com/office/drawing/2014/main" id="{08FF9E67-22A3-458F-B311-767DA230083E}"/>
              </a:ext>
            </a:extLst>
          </p:cNvPr>
          <p:cNvSpPr>
            <a:spLocks noChangeArrowheads="1"/>
          </p:cNvSpPr>
          <p:nvPr/>
        </p:nvSpPr>
        <p:spPr bwMode="auto">
          <a:xfrm>
            <a:off x="6740526" y="3878264"/>
            <a:ext cx="1933575" cy="847725"/>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34833" name="Rectangle 30">
            <a:extLst>
              <a:ext uri="{FF2B5EF4-FFF2-40B4-BE49-F238E27FC236}">
                <a16:creationId xmlns:a16="http://schemas.microsoft.com/office/drawing/2014/main" id="{4AFAC21B-AC1A-42D5-96F1-86551BD4B642}"/>
              </a:ext>
            </a:extLst>
          </p:cNvPr>
          <p:cNvSpPr>
            <a:spLocks noChangeArrowheads="1"/>
          </p:cNvSpPr>
          <p:nvPr/>
        </p:nvSpPr>
        <p:spPr bwMode="auto">
          <a:xfrm>
            <a:off x="6673851" y="3946526"/>
            <a:ext cx="2060575" cy="847725"/>
          </a:xfrm>
          <a:prstGeom prst="rect">
            <a:avLst/>
          </a:prstGeom>
          <a:solidFill>
            <a:schemeClr val="bg1"/>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34834" name="Text Box 31">
            <a:extLst>
              <a:ext uri="{FF2B5EF4-FFF2-40B4-BE49-F238E27FC236}">
                <a16:creationId xmlns:a16="http://schemas.microsoft.com/office/drawing/2014/main" id="{6660C702-AD42-4B7F-903A-5E34DB5D378D}"/>
              </a:ext>
            </a:extLst>
          </p:cNvPr>
          <p:cNvSpPr txBox="1">
            <a:spLocks noChangeArrowheads="1"/>
          </p:cNvSpPr>
          <p:nvPr/>
        </p:nvSpPr>
        <p:spPr bwMode="auto">
          <a:xfrm>
            <a:off x="6686551" y="3911601"/>
            <a:ext cx="2112963" cy="89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2000" i="1">
                <a:solidFill>
                  <a:srgbClr val="CC0000"/>
                </a:solidFill>
                <a:latin typeface="Comic Sans MS" panose="030F0702030302020204" pitchFamily="66" charset="0"/>
              </a:rPr>
              <a:t>Giao thức ICMP</a:t>
            </a:r>
          </a:p>
          <a:p>
            <a:pPr>
              <a:buFontTx/>
              <a:buChar char="•"/>
            </a:pPr>
            <a:r>
              <a:rPr lang="en-US" altLang="en-US" sz="1600">
                <a:latin typeface="Comic Sans MS" panose="030F0702030302020204" pitchFamily="66" charset="0"/>
              </a:rPr>
              <a:t>Thông báo lỗi</a:t>
            </a:r>
          </a:p>
          <a:p>
            <a:pPr>
              <a:buFontTx/>
              <a:buChar char="•"/>
            </a:pPr>
            <a:r>
              <a:rPr lang="en-US" altLang="en-US" sz="1600">
                <a:latin typeface="Comic Sans MS" panose="030F0702030302020204" pitchFamily="66" charset="0"/>
              </a:rPr>
              <a:t> “tín hiệu” router</a:t>
            </a:r>
            <a:endParaRPr lang="en-US" altLang="en-US">
              <a:latin typeface="Comic Sans MS" panose="030F0702030302020204" pitchFamily="66" charset="0"/>
            </a:endParaRPr>
          </a:p>
        </p:txBody>
      </p:sp>
      <p:sp>
        <p:nvSpPr>
          <p:cNvPr id="34835" name="Line 32">
            <a:extLst>
              <a:ext uri="{FF2B5EF4-FFF2-40B4-BE49-F238E27FC236}">
                <a16:creationId xmlns:a16="http://schemas.microsoft.com/office/drawing/2014/main" id="{A91DE4BF-8331-473B-8866-234C5EFDE144}"/>
              </a:ext>
            </a:extLst>
          </p:cNvPr>
          <p:cNvSpPr>
            <a:spLocks noChangeShapeType="1"/>
          </p:cNvSpPr>
          <p:nvPr/>
        </p:nvSpPr>
        <p:spPr bwMode="auto">
          <a:xfrm flipV="1">
            <a:off x="3181351" y="2466976"/>
            <a:ext cx="6524625" cy="95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836" name="Text Box 33">
            <a:extLst>
              <a:ext uri="{FF2B5EF4-FFF2-40B4-BE49-F238E27FC236}">
                <a16:creationId xmlns:a16="http://schemas.microsoft.com/office/drawing/2014/main" id="{D1AC7E50-CE9E-44BF-AD81-8DBFCE01C178}"/>
              </a:ext>
            </a:extLst>
          </p:cNvPr>
          <p:cNvSpPr txBox="1">
            <a:spLocks noChangeArrowheads="1"/>
          </p:cNvSpPr>
          <p:nvPr/>
        </p:nvSpPr>
        <p:spPr bwMode="auto">
          <a:xfrm>
            <a:off x="4622800" y="1989138"/>
            <a:ext cx="283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solidFill>
                  <a:schemeClr val="bg2"/>
                </a:solidFill>
              </a:rPr>
              <a:t>transport layer: TCP, UDP</a:t>
            </a:r>
            <a:endParaRPr lang="en-US" altLang="en-US"/>
          </a:p>
        </p:txBody>
      </p:sp>
      <p:sp>
        <p:nvSpPr>
          <p:cNvPr id="34837" name="Text Box 34">
            <a:extLst>
              <a:ext uri="{FF2B5EF4-FFF2-40B4-BE49-F238E27FC236}">
                <a16:creationId xmlns:a16="http://schemas.microsoft.com/office/drawing/2014/main" id="{A7DA66A6-94D5-46F9-B47C-002EA29DD1E1}"/>
              </a:ext>
            </a:extLst>
          </p:cNvPr>
          <p:cNvSpPr txBox="1">
            <a:spLocks noChangeArrowheads="1"/>
          </p:cNvSpPr>
          <p:nvPr/>
        </p:nvSpPr>
        <p:spPr bwMode="auto">
          <a:xfrm>
            <a:off x="5737226" y="4960939"/>
            <a:ext cx="11207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solidFill>
                  <a:schemeClr val="bg2"/>
                </a:solidFill>
              </a:rPr>
              <a:t>Tầng link</a:t>
            </a:r>
            <a:endParaRPr lang="en-US" altLang="en-US"/>
          </a:p>
        </p:txBody>
      </p:sp>
      <p:sp>
        <p:nvSpPr>
          <p:cNvPr id="34838" name="Text Box 35">
            <a:extLst>
              <a:ext uri="{FF2B5EF4-FFF2-40B4-BE49-F238E27FC236}">
                <a16:creationId xmlns:a16="http://schemas.microsoft.com/office/drawing/2014/main" id="{A03F7099-C42F-4F25-A9F7-E978F9D2243E}"/>
              </a:ext>
            </a:extLst>
          </p:cNvPr>
          <p:cNvSpPr txBox="1">
            <a:spLocks noChangeArrowheads="1"/>
          </p:cNvSpPr>
          <p:nvPr/>
        </p:nvSpPr>
        <p:spPr bwMode="auto">
          <a:xfrm>
            <a:off x="5584825" y="5484814"/>
            <a:ext cx="16081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solidFill>
                  <a:schemeClr val="bg2"/>
                </a:solidFill>
              </a:rPr>
              <a:t>Tầng physical</a:t>
            </a:r>
            <a:endParaRPr lang="en-US" altLang="en-US"/>
          </a:p>
        </p:txBody>
      </p:sp>
      <p:sp>
        <p:nvSpPr>
          <p:cNvPr id="34839" name="Text Box 36">
            <a:extLst>
              <a:ext uri="{FF2B5EF4-FFF2-40B4-BE49-F238E27FC236}">
                <a16:creationId xmlns:a16="http://schemas.microsoft.com/office/drawing/2014/main" id="{69FEBE14-D8CD-46F6-A389-074BF14FF2AB}"/>
              </a:ext>
            </a:extLst>
          </p:cNvPr>
          <p:cNvSpPr txBox="1">
            <a:spLocks noChangeArrowheads="1"/>
          </p:cNvSpPr>
          <p:nvPr/>
        </p:nvSpPr>
        <p:spPr bwMode="auto">
          <a:xfrm>
            <a:off x="1831975" y="3259138"/>
            <a:ext cx="126365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a:r>
              <a:rPr lang="en-US" altLang="en-US" sz="2400">
                <a:solidFill>
                  <a:srgbClr val="CC0000"/>
                </a:solidFill>
              </a:rPr>
              <a:t>Tầng</a:t>
            </a:r>
          </a:p>
          <a:p>
            <a:pPr algn="r"/>
            <a:r>
              <a:rPr lang="en-US" altLang="en-US" sz="2400">
                <a:solidFill>
                  <a:srgbClr val="CC0000"/>
                </a:solidFill>
              </a:rPr>
              <a:t>network</a:t>
            </a:r>
          </a:p>
        </p:txBody>
      </p:sp>
      <p:sp>
        <p:nvSpPr>
          <p:cNvPr id="34840" name="Line 37">
            <a:extLst>
              <a:ext uri="{FF2B5EF4-FFF2-40B4-BE49-F238E27FC236}">
                <a16:creationId xmlns:a16="http://schemas.microsoft.com/office/drawing/2014/main" id="{FA8F0F19-63EF-4D15-A662-6DFDC80688D1}"/>
              </a:ext>
            </a:extLst>
          </p:cNvPr>
          <p:cNvSpPr>
            <a:spLocks noChangeShapeType="1"/>
          </p:cNvSpPr>
          <p:nvPr/>
        </p:nvSpPr>
        <p:spPr bwMode="auto">
          <a:xfrm flipV="1">
            <a:off x="2905125" y="2486025"/>
            <a:ext cx="0" cy="742950"/>
          </a:xfrm>
          <a:prstGeom prst="line">
            <a:avLst/>
          </a:prstGeom>
          <a:noFill/>
          <a:ln w="28575">
            <a:solidFill>
              <a:srgbClr val="CC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4841" name="Line 38">
            <a:extLst>
              <a:ext uri="{FF2B5EF4-FFF2-40B4-BE49-F238E27FC236}">
                <a16:creationId xmlns:a16="http://schemas.microsoft.com/office/drawing/2014/main" id="{E6DBF818-FC69-48A0-897A-420B5A6DA38B}"/>
              </a:ext>
            </a:extLst>
          </p:cNvPr>
          <p:cNvSpPr>
            <a:spLocks noChangeShapeType="1"/>
          </p:cNvSpPr>
          <p:nvPr/>
        </p:nvSpPr>
        <p:spPr bwMode="auto">
          <a:xfrm>
            <a:off x="2905125" y="4152900"/>
            <a:ext cx="0" cy="742950"/>
          </a:xfrm>
          <a:prstGeom prst="line">
            <a:avLst/>
          </a:prstGeom>
          <a:noFill/>
          <a:ln w="28575">
            <a:solidFill>
              <a:srgbClr val="CC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pic>
        <p:nvPicPr>
          <p:cNvPr id="34842" name="Picture 40" descr="underline_base">
            <a:extLst>
              <a:ext uri="{FF2B5EF4-FFF2-40B4-BE49-F238E27FC236}">
                <a16:creationId xmlns:a16="http://schemas.microsoft.com/office/drawing/2014/main" id="{E1A276FC-9356-4C31-9A1B-180722D0BECE}"/>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84388" y="938214"/>
            <a:ext cx="5942012"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096887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Footer Placeholder 3">
            <a:extLst>
              <a:ext uri="{FF2B5EF4-FFF2-40B4-BE49-F238E27FC236}">
                <a16:creationId xmlns:a16="http://schemas.microsoft.com/office/drawing/2014/main" id="{369E6C5B-3A08-4787-A77A-5AD99B6612BD}"/>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Tầng Network</a:t>
            </a:r>
          </a:p>
        </p:txBody>
      </p:sp>
      <p:sp>
        <p:nvSpPr>
          <p:cNvPr id="35843" name="Slide Number Placeholder 4">
            <a:extLst>
              <a:ext uri="{FF2B5EF4-FFF2-40B4-BE49-F238E27FC236}">
                <a16:creationId xmlns:a16="http://schemas.microsoft.com/office/drawing/2014/main" id="{11E33E41-B813-41BC-94B3-9A264E665AE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4-</a:t>
            </a:r>
            <a:fld id="{1BC0C08B-C4AB-4E00-8D4C-F8C0661517DE}" type="slidenum">
              <a:rPr lang="en-US" altLang="en-US">
                <a:latin typeface="Tahoma" panose="020B0604030504040204" pitchFamily="34" charset="0"/>
              </a:rPr>
              <a:pPr/>
              <a:t>27</a:t>
            </a:fld>
            <a:endParaRPr lang="en-US" altLang="en-US">
              <a:latin typeface="Tahoma" panose="020B0604030504040204" pitchFamily="34" charset="0"/>
            </a:endParaRPr>
          </a:p>
        </p:txBody>
      </p:sp>
      <p:grpSp>
        <p:nvGrpSpPr>
          <p:cNvPr id="35844" name="Group 55">
            <a:extLst>
              <a:ext uri="{FF2B5EF4-FFF2-40B4-BE49-F238E27FC236}">
                <a16:creationId xmlns:a16="http://schemas.microsoft.com/office/drawing/2014/main" id="{7A8D77F1-68F7-414D-9927-4B0ABEA5F73E}"/>
              </a:ext>
            </a:extLst>
          </p:cNvPr>
          <p:cNvGrpSpPr>
            <a:grpSpLocks/>
          </p:cNvGrpSpPr>
          <p:nvPr/>
        </p:nvGrpSpPr>
        <p:grpSpPr bwMode="auto">
          <a:xfrm>
            <a:off x="4586288" y="963613"/>
            <a:ext cx="4127500" cy="5326062"/>
            <a:chOff x="1929" y="607"/>
            <a:chExt cx="2600" cy="3355"/>
          </a:xfrm>
        </p:grpSpPr>
        <p:sp>
          <p:nvSpPr>
            <p:cNvPr id="35873" name="Rectangle 4">
              <a:extLst>
                <a:ext uri="{FF2B5EF4-FFF2-40B4-BE49-F238E27FC236}">
                  <a16:creationId xmlns:a16="http://schemas.microsoft.com/office/drawing/2014/main" id="{82117E53-16A8-4686-8F87-F8555BDB7DFE}"/>
                </a:ext>
              </a:extLst>
            </p:cNvPr>
            <p:cNvSpPr>
              <a:spLocks noChangeArrowheads="1"/>
            </p:cNvSpPr>
            <p:nvPr/>
          </p:nvSpPr>
          <p:spPr bwMode="auto">
            <a:xfrm>
              <a:off x="2040" y="868"/>
              <a:ext cx="2489" cy="3039"/>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35874" name="Rectangle 5">
              <a:extLst>
                <a:ext uri="{FF2B5EF4-FFF2-40B4-BE49-F238E27FC236}">
                  <a16:creationId xmlns:a16="http://schemas.microsoft.com/office/drawing/2014/main" id="{70A2FF7F-3CC1-4687-884E-B87C9C8B1949}"/>
                </a:ext>
              </a:extLst>
            </p:cNvPr>
            <p:cNvSpPr>
              <a:spLocks noChangeArrowheads="1"/>
            </p:cNvSpPr>
            <p:nvPr/>
          </p:nvSpPr>
          <p:spPr bwMode="auto">
            <a:xfrm>
              <a:off x="1980" y="935"/>
              <a:ext cx="2489" cy="3027"/>
            </a:xfrm>
            <a:prstGeom prst="rect">
              <a:avLst/>
            </a:prstGeom>
            <a:solidFill>
              <a:schemeClr val="bg1"/>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35875" name="Text Box 6">
              <a:extLst>
                <a:ext uri="{FF2B5EF4-FFF2-40B4-BE49-F238E27FC236}">
                  <a16:creationId xmlns:a16="http://schemas.microsoft.com/office/drawing/2014/main" id="{5F7E992C-51A6-41F9-AA77-FBEA072FA687}"/>
                </a:ext>
              </a:extLst>
            </p:cNvPr>
            <p:cNvSpPr txBox="1">
              <a:spLocks noChangeArrowheads="1"/>
            </p:cNvSpPr>
            <p:nvPr/>
          </p:nvSpPr>
          <p:spPr bwMode="auto">
            <a:xfrm>
              <a:off x="1954" y="973"/>
              <a:ext cx="31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a:t>ver</a:t>
              </a:r>
              <a:endParaRPr lang="en-US" altLang="en-US" sz="2400"/>
            </a:p>
          </p:txBody>
        </p:sp>
        <p:sp>
          <p:nvSpPr>
            <p:cNvPr id="35876" name="Text Box 7">
              <a:extLst>
                <a:ext uri="{FF2B5EF4-FFF2-40B4-BE49-F238E27FC236}">
                  <a16:creationId xmlns:a16="http://schemas.microsoft.com/office/drawing/2014/main" id="{274F3643-D4EE-4A2E-8FCF-4E28FC084857}"/>
                </a:ext>
              </a:extLst>
            </p:cNvPr>
            <p:cNvSpPr txBox="1">
              <a:spLocks noChangeArrowheads="1"/>
            </p:cNvSpPr>
            <p:nvPr/>
          </p:nvSpPr>
          <p:spPr bwMode="auto">
            <a:xfrm>
              <a:off x="3529" y="1012"/>
              <a:ext cx="50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a:t>length</a:t>
              </a:r>
            </a:p>
          </p:txBody>
        </p:sp>
        <p:sp>
          <p:nvSpPr>
            <p:cNvPr id="35877" name="Line 8">
              <a:extLst>
                <a:ext uri="{FF2B5EF4-FFF2-40B4-BE49-F238E27FC236}">
                  <a16:creationId xmlns:a16="http://schemas.microsoft.com/office/drawing/2014/main" id="{A5C7F29A-B329-427E-A205-9C59F215B4CD}"/>
                </a:ext>
              </a:extLst>
            </p:cNvPr>
            <p:cNvSpPr>
              <a:spLocks noChangeShapeType="1"/>
            </p:cNvSpPr>
            <p:nvPr/>
          </p:nvSpPr>
          <p:spPr bwMode="auto">
            <a:xfrm>
              <a:off x="1988" y="1261"/>
              <a:ext cx="2486" cy="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878" name="Line 9">
              <a:extLst>
                <a:ext uri="{FF2B5EF4-FFF2-40B4-BE49-F238E27FC236}">
                  <a16:creationId xmlns:a16="http://schemas.microsoft.com/office/drawing/2014/main" id="{461AC498-B0D0-4E91-B5CE-B3E4680ACCE4}"/>
                </a:ext>
              </a:extLst>
            </p:cNvPr>
            <p:cNvSpPr>
              <a:spLocks noChangeShapeType="1"/>
            </p:cNvSpPr>
            <p:nvPr/>
          </p:nvSpPr>
          <p:spPr bwMode="auto">
            <a:xfrm flipH="1" flipV="1">
              <a:off x="3210" y="941"/>
              <a:ext cx="0" cy="31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879" name="Text Box 10">
              <a:extLst>
                <a:ext uri="{FF2B5EF4-FFF2-40B4-BE49-F238E27FC236}">
                  <a16:creationId xmlns:a16="http://schemas.microsoft.com/office/drawing/2014/main" id="{7AEFCDF2-E752-43E7-A495-2DA4D9ED6275}"/>
                </a:ext>
              </a:extLst>
            </p:cNvPr>
            <p:cNvSpPr txBox="1">
              <a:spLocks noChangeArrowheads="1"/>
            </p:cNvSpPr>
            <p:nvPr/>
          </p:nvSpPr>
          <p:spPr bwMode="auto">
            <a:xfrm>
              <a:off x="2922" y="607"/>
              <a:ext cx="5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a:t>32 bits</a:t>
              </a:r>
              <a:endParaRPr lang="en-US" altLang="en-US" sz="2400"/>
            </a:p>
          </p:txBody>
        </p:sp>
        <p:sp>
          <p:nvSpPr>
            <p:cNvPr id="35880" name="Line 11">
              <a:extLst>
                <a:ext uri="{FF2B5EF4-FFF2-40B4-BE49-F238E27FC236}">
                  <a16:creationId xmlns:a16="http://schemas.microsoft.com/office/drawing/2014/main" id="{6F3C15B6-65C9-4368-AD68-1085A52E5543}"/>
                </a:ext>
              </a:extLst>
            </p:cNvPr>
            <p:cNvSpPr>
              <a:spLocks noChangeShapeType="1"/>
            </p:cNvSpPr>
            <p:nvPr/>
          </p:nvSpPr>
          <p:spPr bwMode="auto">
            <a:xfrm>
              <a:off x="3552" y="762"/>
              <a:ext cx="899" cy="3"/>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5881" name="Line 12">
              <a:extLst>
                <a:ext uri="{FF2B5EF4-FFF2-40B4-BE49-F238E27FC236}">
                  <a16:creationId xmlns:a16="http://schemas.microsoft.com/office/drawing/2014/main" id="{F93D0DA7-BCAB-4075-8DA3-A7E9F48A1C5E}"/>
                </a:ext>
              </a:extLst>
            </p:cNvPr>
            <p:cNvSpPr>
              <a:spLocks noChangeShapeType="1"/>
            </p:cNvSpPr>
            <p:nvPr/>
          </p:nvSpPr>
          <p:spPr bwMode="auto">
            <a:xfrm rot="10800000">
              <a:off x="1972" y="769"/>
              <a:ext cx="845"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5882" name="Text Box 13">
              <a:extLst>
                <a:ext uri="{FF2B5EF4-FFF2-40B4-BE49-F238E27FC236}">
                  <a16:creationId xmlns:a16="http://schemas.microsoft.com/office/drawing/2014/main" id="{5407ACC6-B9FF-453B-9AA1-6DBEE35AC3EE}"/>
                </a:ext>
              </a:extLst>
            </p:cNvPr>
            <p:cNvSpPr txBox="1">
              <a:spLocks noChangeArrowheads="1"/>
            </p:cNvSpPr>
            <p:nvPr/>
          </p:nvSpPr>
          <p:spPr bwMode="auto">
            <a:xfrm>
              <a:off x="2606" y="2792"/>
              <a:ext cx="1621" cy="10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Dữ liệu</a:t>
              </a:r>
            </a:p>
            <a:p>
              <a:pPr algn="ctr"/>
              <a:r>
                <a:rPr lang="en-US" altLang="en-US" sz="2000"/>
                <a:t>(độ dài thay đổi,</a:t>
              </a:r>
            </a:p>
            <a:p>
              <a:pPr algn="ctr"/>
              <a:r>
                <a:rPr lang="en-US" altLang="en-US" sz="2000"/>
                <a:t>thông thường là một </a:t>
              </a:r>
            </a:p>
            <a:p>
              <a:pPr algn="ctr"/>
              <a:r>
                <a:rPr lang="en-US" altLang="en-US" sz="2000"/>
                <a:t>segment TCP </a:t>
              </a:r>
            </a:p>
            <a:p>
              <a:pPr algn="ctr"/>
              <a:r>
                <a:rPr lang="en-US" altLang="en-US" sz="2000"/>
                <a:t>hoặc UDP)</a:t>
              </a:r>
              <a:endParaRPr lang="en-US" altLang="en-US" sz="2400"/>
            </a:p>
          </p:txBody>
        </p:sp>
        <p:sp>
          <p:nvSpPr>
            <p:cNvPr id="35883" name="Text Box 14">
              <a:extLst>
                <a:ext uri="{FF2B5EF4-FFF2-40B4-BE49-F238E27FC236}">
                  <a16:creationId xmlns:a16="http://schemas.microsoft.com/office/drawing/2014/main" id="{26FC564C-1276-487B-BFA6-B4FC9245FD4C}"/>
                </a:ext>
              </a:extLst>
            </p:cNvPr>
            <p:cNvSpPr txBox="1">
              <a:spLocks noChangeArrowheads="1"/>
            </p:cNvSpPr>
            <p:nvPr/>
          </p:nvSpPr>
          <p:spPr bwMode="auto">
            <a:xfrm>
              <a:off x="1929" y="1320"/>
              <a:ext cx="135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a:t>16-bit identifier</a:t>
              </a:r>
              <a:endParaRPr lang="en-US" altLang="en-US" sz="2000"/>
            </a:p>
          </p:txBody>
        </p:sp>
        <p:sp>
          <p:nvSpPr>
            <p:cNvPr id="35884" name="Line 15">
              <a:extLst>
                <a:ext uri="{FF2B5EF4-FFF2-40B4-BE49-F238E27FC236}">
                  <a16:creationId xmlns:a16="http://schemas.microsoft.com/office/drawing/2014/main" id="{6FE78F7D-D198-413D-93A0-178AA6D32433}"/>
                </a:ext>
              </a:extLst>
            </p:cNvPr>
            <p:cNvSpPr>
              <a:spLocks noChangeShapeType="1"/>
            </p:cNvSpPr>
            <p:nvPr/>
          </p:nvSpPr>
          <p:spPr bwMode="auto">
            <a:xfrm flipV="1">
              <a:off x="1984" y="2205"/>
              <a:ext cx="2489"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885" name="Line 16">
              <a:extLst>
                <a:ext uri="{FF2B5EF4-FFF2-40B4-BE49-F238E27FC236}">
                  <a16:creationId xmlns:a16="http://schemas.microsoft.com/office/drawing/2014/main" id="{DA819910-434D-4E40-BB55-7FC288437C08}"/>
                </a:ext>
              </a:extLst>
            </p:cNvPr>
            <p:cNvSpPr>
              <a:spLocks noChangeShapeType="1"/>
            </p:cNvSpPr>
            <p:nvPr/>
          </p:nvSpPr>
          <p:spPr bwMode="auto">
            <a:xfrm flipV="1">
              <a:off x="1984" y="2505"/>
              <a:ext cx="2489"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886" name="Text Box 17">
              <a:extLst>
                <a:ext uri="{FF2B5EF4-FFF2-40B4-BE49-F238E27FC236}">
                  <a16:creationId xmlns:a16="http://schemas.microsoft.com/office/drawing/2014/main" id="{AE1A4F83-4420-4EBB-8BB3-38036034F42D}"/>
                </a:ext>
              </a:extLst>
            </p:cNvPr>
            <p:cNvSpPr txBox="1">
              <a:spLocks noChangeArrowheads="1"/>
            </p:cNvSpPr>
            <p:nvPr/>
          </p:nvSpPr>
          <p:spPr bwMode="auto">
            <a:xfrm>
              <a:off x="3464" y="1549"/>
              <a:ext cx="804"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a:t>header</a:t>
              </a:r>
            </a:p>
            <a:p>
              <a:pPr algn="ctr"/>
              <a:r>
                <a:rPr lang="en-US" altLang="en-US"/>
                <a:t> checksum</a:t>
              </a:r>
            </a:p>
          </p:txBody>
        </p:sp>
        <p:sp>
          <p:nvSpPr>
            <p:cNvPr id="35887" name="Text Box 18">
              <a:extLst>
                <a:ext uri="{FF2B5EF4-FFF2-40B4-BE49-F238E27FC236}">
                  <a16:creationId xmlns:a16="http://schemas.microsoft.com/office/drawing/2014/main" id="{81943D2C-08BD-4604-AB87-95647FD08839}"/>
                </a:ext>
              </a:extLst>
            </p:cNvPr>
            <p:cNvSpPr txBox="1">
              <a:spLocks noChangeArrowheads="1"/>
            </p:cNvSpPr>
            <p:nvPr/>
          </p:nvSpPr>
          <p:spPr bwMode="auto">
            <a:xfrm>
              <a:off x="2008" y="1531"/>
              <a:ext cx="548"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a:t>time to</a:t>
              </a:r>
            </a:p>
            <a:p>
              <a:pPr algn="ctr"/>
              <a:r>
                <a:rPr lang="en-US" altLang="en-US"/>
                <a:t>live</a:t>
              </a:r>
            </a:p>
          </p:txBody>
        </p:sp>
        <p:sp>
          <p:nvSpPr>
            <p:cNvPr id="35888" name="Text Box 19">
              <a:extLst>
                <a:ext uri="{FF2B5EF4-FFF2-40B4-BE49-F238E27FC236}">
                  <a16:creationId xmlns:a16="http://schemas.microsoft.com/office/drawing/2014/main" id="{55B0B6F0-6EDC-4E40-A97F-66D3FAB7725E}"/>
                </a:ext>
              </a:extLst>
            </p:cNvPr>
            <p:cNvSpPr txBox="1">
              <a:spLocks noChangeArrowheads="1"/>
            </p:cNvSpPr>
            <p:nvPr/>
          </p:nvSpPr>
          <p:spPr bwMode="auto">
            <a:xfrm>
              <a:off x="2369" y="1959"/>
              <a:ext cx="166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a:t>32 bit source IP address</a:t>
              </a:r>
              <a:endParaRPr lang="en-US" altLang="en-US" sz="2400"/>
            </a:p>
          </p:txBody>
        </p:sp>
        <p:sp>
          <p:nvSpPr>
            <p:cNvPr id="35889" name="Text Box 31">
              <a:extLst>
                <a:ext uri="{FF2B5EF4-FFF2-40B4-BE49-F238E27FC236}">
                  <a16:creationId xmlns:a16="http://schemas.microsoft.com/office/drawing/2014/main" id="{210A38FA-29FF-4390-A160-3F2FD3622904}"/>
                </a:ext>
              </a:extLst>
            </p:cNvPr>
            <p:cNvSpPr txBox="1">
              <a:spLocks noChangeArrowheads="1"/>
            </p:cNvSpPr>
            <p:nvPr/>
          </p:nvSpPr>
          <p:spPr bwMode="auto">
            <a:xfrm>
              <a:off x="2222" y="907"/>
              <a:ext cx="476"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a:t>head.</a:t>
              </a:r>
            </a:p>
            <a:p>
              <a:pPr algn="ctr"/>
              <a:r>
                <a:rPr lang="en-US" altLang="en-US"/>
                <a:t>len</a:t>
              </a:r>
              <a:endParaRPr lang="en-US" altLang="en-US" sz="2400"/>
            </a:p>
          </p:txBody>
        </p:sp>
        <p:sp>
          <p:nvSpPr>
            <p:cNvPr id="35890" name="Text Box 32">
              <a:extLst>
                <a:ext uri="{FF2B5EF4-FFF2-40B4-BE49-F238E27FC236}">
                  <a16:creationId xmlns:a16="http://schemas.microsoft.com/office/drawing/2014/main" id="{502E95A1-E141-4000-8825-390405DFED4C}"/>
                </a:ext>
              </a:extLst>
            </p:cNvPr>
            <p:cNvSpPr txBox="1">
              <a:spLocks noChangeArrowheads="1"/>
            </p:cNvSpPr>
            <p:nvPr/>
          </p:nvSpPr>
          <p:spPr bwMode="auto">
            <a:xfrm>
              <a:off x="2646" y="901"/>
              <a:ext cx="572"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a:t>type of</a:t>
              </a:r>
            </a:p>
            <a:p>
              <a:pPr algn="ctr"/>
              <a:r>
                <a:rPr lang="en-US" altLang="en-US"/>
                <a:t>service</a:t>
              </a:r>
              <a:endParaRPr lang="en-US" altLang="en-US" sz="2400"/>
            </a:p>
          </p:txBody>
        </p:sp>
        <p:sp>
          <p:nvSpPr>
            <p:cNvPr id="35891" name="Line 33">
              <a:extLst>
                <a:ext uri="{FF2B5EF4-FFF2-40B4-BE49-F238E27FC236}">
                  <a16:creationId xmlns:a16="http://schemas.microsoft.com/office/drawing/2014/main" id="{4077E16F-A355-40D0-9892-B04BD4DF97EA}"/>
                </a:ext>
              </a:extLst>
            </p:cNvPr>
            <p:cNvSpPr>
              <a:spLocks noChangeShapeType="1"/>
            </p:cNvSpPr>
            <p:nvPr/>
          </p:nvSpPr>
          <p:spPr bwMode="auto">
            <a:xfrm flipH="1" flipV="1">
              <a:off x="2646" y="938"/>
              <a:ext cx="0" cy="31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892" name="Line 34">
              <a:extLst>
                <a:ext uri="{FF2B5EF4-FFF2-40B4-BE49-F238E27FC236}">
                  <a16:creationId xmlns:a16="http://schemas.microsoft.com/office/drawing/2014/main" id="{97F3A451-FAD2-4354-AC4B-EFE643FE8215}"/>
                </a:ext>
              </a:extLst>
            </p:cNvPr>
            <p:cNvSpPr>
              <a:spLocks noChangeShapeType="1"/>
            </p:cNvSpPr>
            <p:nvPr/>
          </p:nvSpPr>
          <p:spPr bwMode="auto">
            <a:xfrm flipH="1" flipV="1">
              <a:off x="2259" y="944"/>
              <a:ext cx="0" cy="31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893" name="Line 37">
              <a:extLst>
                <a:ext uri="{FF2B5EF4-FFF2-40B4-BE49-F238E27FC236}">
                  <a16:creationId xmlns:a16="http://schemas.microsoft.com/office/drawing/2014/main" id="{B27EA831-AEFD-4231-B07D-6D6DE62D0A7D}"/>
                </a:ext>
              </a:extLst>
            </p:cNvPr>
            <p:cNvSpPr>
              <a:spLocks noChangeShapeType="1"/>
            </p:cNvSpPr>
            <p:nvPr/>
          </p:nvSpPr>
          <p:spPr bwMode="auto">
            <a:xfrm flipH="1" flipV="1">
              <a:off x="3210" y="1265"/>
              <a:ext cx="0" cy="31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894" name="Text Box 38">
              <a:extLst>
                <a:ext uri="{FF2B5EF4-FFF2-40B4-BE49-F238E27FC236}">
                  <a16:creationId xmlns:a16="http://schemas.microsoft.com/office/drawing/2014/main" id="{698F2416-8656-40C3-95F2-2F3220A92B4B}"/>
                </a:ext>
              </a:extLst>
            </p:cNvPr>
            <p:cNvSpPr txBox="1">
              <a:spLocks noChangeArrowheads="1"/>
            </p:cNvSpPr>
            <p:nvPr/>
          </p:nvSpPr>
          <p:spPr bwMode="auto">
            <a:xfrm>
              <a:off x="3117" y="1314"/>
              <a:ext cx="48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a:t>flgs</a:t>
              </a:r>
              <a:endParaRPr lang="en-US" altLang="en-US" sz="2000"/>
            </a:p>
          </p:txBody>
        </p:sp>
        <p:sp>
          <p:nvSpPr>
            <p:cNvPr id="35895" name="Line 39">
              <a:extLst>
                <a:ext uri="{FF2B5EF4-FFF2-40B4-BE49-F238E27FC236}">
                  <a16:creationId xmlns:a16="http://schemas.microsoft.com/office/drawing/2014/main" id="{75A8AFCA-BE10-4CD7-8A48-7C653B368624}"/>
                </a:ext>
              </a:extLst>
            </p:cNvPr>
            <p:cNvSpPr>
              <a:spLocks noChangeShapeType="1"/>
            </p:cNvSpPr>
            <p:nvPr/>
          </p:nvSpPr>
          <p:spPr bwMode="auto">
            <a:xfrm flipH="1" flipV="1">
              <a:off x="3504" y="1259"/>
              <a:ext cx="0" cy="31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896" name="Text Box 40">
              <a:extLst>
                <a:ext uri="{FF2B5EF4-FFF2-40B4-BE49-F238E27FC236}">
                  <a16:creationId xmlns:a16="http://schemas.microsoft.com/office/drawing/2014/main" id="{C5868D2F-42BF-4211-A2C4-6A86B2DF40E1}"/>
                </a:ext>
              </a:extLst>
            </p:cNvPr>
            <p:cNvSpPr txBox="1">
              <a:spLocks noChangeArrowheads="1"/>
            </p:cNvSpPr>
            <p:nvPr/>
          </p:nvSpPr>
          <p:spPr bwMode="auto">
            <a:xfrm>
              <a:off x="3531" y="1230"/>
              <a:ext cx="900"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a:t>fragment</a:t>
              </a:r>
            </a:p>
            <a:p>
              <a:pPr algn="ctr"/>
              <a:r>
                <a:rPr lang="en-US" altLang="en-US"/>
                <a:t> offset</a:t>
              </a:r>
              <a:endParaRPr lang="en-US" altLang="en-US" sz="2000"/>
            </a:p>
          </p:txBody>
        </p:sp>
        <p:sp>
          <p:nvSpPr>
            <p:cNvPr id="35897" name="Line 43">
              <a:extLst>
                <a:ext uri="{FF2B5EF4-FFF2-40B4-BE49-F238E27FC236}">
                  <a16:creationId xmlns:a16="http://schemas.microsoft.com/office/drawing/2014/main" id="{27EDC0BF-D9D0-440B-843F-48E796A591BB}"/>
                </a:ext>
              </a:extLst>
            </p:cNvPr>
            <p:cNvSpPr>
              <a:spLocks noChangeShapeType="1"/>
            </p:cNvSpPr>
            <p:nvPr/>
          </p:nvSpPr>
          <p:spPr bwMode="auto">
            <a:xfrm flipV="1">
              <a:off x="1984" y="1581"/>
              <a:ext cx="2489"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898" name="Line 44">
              <a:extLst>
                <a:ext uri="{FF2B5EF4-FFF2-40B4-BE49-F238E27FC236}">
                  <a16:creationId xmlns:a16="http://schemas.microsoft.com/office/drawing/2014/main" id="{ADAAE4EB-C718-4C6C-92FD-BB67F0AB2F84}"/>
                </a:ext>
              </a:extLst>
            </p:cNvPr>
            <p:cNvSpPr>
              <a:spLocks noChangeShapeType="1"/>
            </p:cNvSpPr>
            <p:nvPr/>
          </p:nvSpPr>
          <p:spPr bwMode="auto">
            <a:xfrm flipH="1" flipV="1">
              <a:off x="3210" y="1583"/>
              <a:ext cx="0" cy="31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899" name="Line 45">
              <a:extLst>
                <a:ext uri="{FF2B5EF4-FFF2-40B4-BE49-F238E27FC236}">
                  <a16:creationId xmlns:a16="http://schemas.microsoft.com/office/drawing/2014/main" id="{1A47451A-C41F-4AD9-B7AB-2D8AF145A708}"/>
                </a:ext>
              </a:extLst>
            </p:cNvPr>
            <p:cNvSpPr>
              <a:spLocks noChangeShapeType="1"/>
            </p:cNvSpPr>
            <p:nvPr/>
          </p:nvSpPr>
          <p:spPr bwMode="auto">
            <a:xfrm flipV="1">
              <a:off x="1972" y="1905"/>
              <a:ext cx="2489"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900" name="Text Box 46">
              <a:extLst>
                <a:ext uri="{FF2B5EF4-FFF2-40B4-BE49-F238E27FC236}">
                  <a16:creationId xmlns:a16="http://schemas.microsoft.com/office/drawing/2014/main" id="{3159EA04-D4C9-47BF-A1BA-C6D447E3E65D}"/>
                </a:ext>
              </a:extLst>
            </p:cNvPr>
            <p:cNvSpPr txBox="1">
              <a:spLocks noChangeArrowheads="1"/>
            </p:cNvSpPr>
            <p:nvPr/>
          </p:nvSpPr>
          <p:spPr bwMode="auto">
            <a:xfrm>
              <a:off x="2668" y="1525"/>
              <a:ext cx="484"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a:t>upper</a:t>
              </a:r>
            </a:p>
            <a:p>
              <a:pPr algn="ctr"/>
              <a:r>
                <a:rPr lang="en-US" altLang="en-US"/>
                <a:t> layer</a:t>
              </a:r>
            </a:p>
          </p:txBody>
        </p:sp>
        <p:sp>
          <p:nvSpPr>
            <p:cNvPr id="35901" name="Line 47">
              <a:extLst>
                <a:ext uri="{FF2B5EF4-FFF2-40B4-BE49-F238E27FC236}">
                  <a16:creationId xmlns:a16="http://schemas.microsoft.com/office/drawing/2014/main" id="{07E805DC-4DF5-4EEA-BF1A-676FDAAA12E2}"/>
                </a:ext>
              </a:extLst>
            </p:cNvPr>
            <p:cNvSpPr>
              <a:spLocks noChangeShapeType="1"/>
            </p:cNvSpPr>
            <p:nvPr/>
          </p:nvSpPr>
          <p:spPr bwMode="auto">
            <a:xfrm flipH="1" flipV="1">
              <a:off x="2610" y="1589"/>
              <a:ext cx="0" cy="31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902" name="Text Box 49">
              <a:extLst>
                <a:ext uri="{FF2B5EF4-FFF2-40B4-BE49-F238E27FC236}">
                  <a16:creationId xmlns:a16="http://schemas.microsoft.com/office/drawing/2014/main" id="{F2AC3AF2-3846-4DA8-A6A8-0E37E7E714CF}"/>
                </a:ext>
              </a:extLst>
            </p:cNvPr>
            <p:cNvSpPr txBox="1">
              <a:spLocks noChangeArrowheads="1"/>
            </p:cNvSpPr>
            <p:nvPr/>
          </p:nvSpPr>
          <p:spPr bwMode="auto">
            <a:xfrm>
              <a:off x="2262" y="2235"/>
              <a:ext cx="193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a:t>32 bit destination IP address</a:t>
              </a:r>
              <a:endParaRPr lang="en-US" altLang="en-US" sz="2400"/>
            </a:p>
          </p:txBody>
        </p:sp>
        <p:sp>
          <p:nvSpPr>
            <p:cNvPr id="35903" name="Line 50">
              <a:extLst>
                <a:ext uri="{FF2B5EF4-FFF2-40B4-BE49-F238E27FC236}">
                  <a16:creationId xmlns:a16="http://schemas.microsoft.com/office/drawing/2014/main" id="{F0843DDC-AC7B-41D3-9225-36092DFA058B}"/>
                </a:ext>
              </a:extLst>
            </p:cNvPr>
            <p:cNvSpPr>
              <a:spLocks noChangeShapeType="1"/>
            </p:cNvSpPr>
            <p:nvPr/>
          </p:nvSpPr>
          <p:spPr bwMode="auto">
            <a:xfrm flipV="1">
              <a:off x="1984" y="2787"/>
              <a:ext cx="2489"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904" name="Text Box 51">
              <a:extLst>
                <a:ext uri="{FF2B5EF4-FFF2-40B4-BE49-F238E27FC236}">
                  <a16:creationId xmlns:a16="http://schemas.microsoft.com/office/drawing/2014/main" id="{BE3C3AEE-FE3A-4B91-AB71-3E52ED745745}"/>
                </a:ext>
              </a:extLst>
            </p:cNvPr>
            <p:cNvSpPr txBox="1">
              <a:spLocks noChangeArrowheads="1"/>
            </p:cNvSpPr>
            <p:nvPr/>
          </p:nvSpPr>
          <p:spPr bwMode="auto">
            <a:xfrm>
              <a:off x="2673" y="2529"/>
              <a:ext cx="128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a:t>Tùy chọn (nếu có)</a:t>
              </a:r>
              <a:endParaRPr lang="en-US" altLang="en-US" sz="2400"/>
            </a:p>
          </p:txBody>
        </p:sp>
      </p:grpSp>
      <p:sp>
        <p:nvSpPr>
          <p:cNvPr id="35845" name="Rectangle 2">
            <a:extLst>
              <a:ext uri="{FF2B5EF4-FFF2-40B4-BE49-F238E27FC236}">
                <a16:creationId xmlns:a16="http://schemas.microsoft.com/office/drawing/2014/main" id="{BE5BA762-2E9F-473A-859C-23FA911E36E6}"/>
              </a:ext>
            </a:extLst>
          </p:cNvPr>
          <p:cNvSpPr>
            <a:spLocks noGrp="1" noChangeArrowheads="1"/>
          </p:cNvSpPr>
          <p:nvPr>
            <p:ph type="title"/>
          </p:nvPr>
        </p:nvSpPr>
        <p:spPr>
          <a:xfrm>
            <a:off x="2044700" y="0"/>
            <a:ext cx="7772400" cy="781050"/>
          </a:xfrm>
        </p:spPr>
        <p:txBody>
          <a:bodyPr/>
          <a:lstStyle/>
          <a:p>
            <a:r>
              <a:rPr lang="en-US" altLang="en-US" sz="4000" dirty="0" err="1">
                <a:ea typeface="ＭＳ Ｐゴシック" panose="020B0600070205080204" pitchFamily="34" charset="-128"/>
              </a:rPr>
              <a:t>Định</a:t>
            </a:r>
            <a:r>
              <a:rPr lang="en-US" altLang="en-US" sz="4000" dirty="0">
                <a:ea typeface="ＭＳ Ｐゴシック" panose="020B0600070205080204" pitchFamily="34" charset="-128"/>
              </a:rPr>
              <a:t> </a:t>
            </a:r>
            <a:r>
              <a:rPr lang="en-US" altLang="en-US" sz="4000" dirty="0" err="1">
                <a:ea typeface="ＭＳ Ｐゴシック" panose="020B0600070205080204" pitchFamily="34" charset="-128"/>
              </a:rPr>
              <a:t>dạng</a:t>
            </a:r>
            <a:r>
              <a:rPr lang="en-US" altLang="en-US" sz="4000" dirty="0">
                <a:ea typeface="ＭＳ Ｐゴシック" panose="020B0600070205080204" pitchFamily="34" charset="-128"/>
              </a:rPr>
              <a:t> IP datagram</a:t>
            </a:r>
            <a:endParaRPr lang="en-US" altLang="en-US" dirty="0">
              <a:ea typeface="ＭＳ Ｐゴシック" panose="020B0600070205080204" pitchFamily="34" charset="-128"/>
            </a:endParaRPr>
          </a:p>
        </p:txBody>
      </p:sp>
      <p:grpSp>
        <p:nvGrpSpPr>
          <p:cNvPr id="3" name="Group 56">
            <a:extLst>
              <a:ext uri="{FF2B5EF4-FFF2-40B4-BE49-F238E27FC236}">
                <a16:creationId xmlns:a16="http://schemas.microsoft.com/office/drawing/2014/main" id="{D13DE8A7-656B-4053-945B-CF6FD64931AD}"/>
              </a:ext>
            </a:extLst>
          </p:cNvPr>
          <p:cNvGrpSpPr>
            <a:grpSpLocks/>
          </p:cNvGrpSpPr>
          <p:nvPr/>
        </p:nvGrpSpPr>
        <p:grpSpPr bwMode="auto">
          <a:xfrm>
            <a:off x="2260600" y="858838"/>
            <a:ext cx="2533650" cy="792162"/>
            <a:chOff x="464" y="541"/>
            <a:chExt cx="1596" cy="499"/>
          </a:xfrm>
        </p:grpSpPr>
        <p:sp>
          <p:nvSpPr>
            <p:cNvPr id="35871" name="Text Box 20">
              <a:extLst>
                <a:ext uri="{FF2B5EF4-FFF2-40B4-BE49-F238E27FC236}">
                  <a16:creationId xmlns:a16="http://schemas.microsoft.com/office/drawing/2014/main" id="{5C35F4D9-DA31-438F-BD5E-9A6C2111BFEA}"/>
                </a:ext>
              </a:extLst>
            </p:cNvPr>
            <p:cNvSpPr txBox="1">
              <a:spLocks noChangeArrowheads="1"/>
            </p:cNvSpPr>
            <p:nvPr/>
          </p:nvSpPr>
          <p:spPr bwMode="auto">
            <a:xfrm>
              <a:off x="464" y="541"/>
              <a:ext cx="1328"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a:r>
                <a:rPr lang="en-US" altLang="en-US"/>
                <a:t>Số hiệu phiên bản </a:t>
              </a:r>
            </a:p>
            <a:p>
              <a:pPr algn="r"/>
              <a:r>
                <a:rPr lang="en-US" altLang="en-US"/>
                <a:t>giao thức IP</a:t>
              </a:r>
              <a:endParaRPr lang="en-US" altLang="en-US" sz="1000"/>
            </a:p>
          </p:txBody>
        </p:sp>
        <p:sp>
          <p:nvSpPr>
            <p:cNvPr id="35872" name="Line 23">
              <a:extLst>
                <a:ext uri="{FF2B5EF4-FFF2-40B4-BE49-F238E27FC236}">
                  <a16:creationId xmlns:a16="http://schemas.microsoft.com/office/drawing/2014/main" id="{D4C5E53B-A619-4F90-BB3B-E35109E52062}"/>
                </a:ext>
              </a:extLst>
            </p:cNvPr>
            <p:cNvSpPr>
              <a:spLocks noChangeShapeType="1"/>
            </p:cNvSpPr>
            <p:nvPr/>
          </p:nvSpPr>
          <p:spPr bwMode="auto">
            <a:xfrm>
              <a:off x="1727" y="749"/>
              <a:ext cx="333" cy="291"/>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4" name="Group 57">
            <a:extLst>
              <a:ext uri="{FF2B5EF4-FFF2-40B4-BE49-F238E27FC236}">
                <a16:creationId xmlns:a16="http://schemas.microsoft.com/office/drawing/2014/main" id="{198870BC-26FE-429A-94BE-5FE8D773E475}"/>
              </a:ext>
            </a:extLst>
          </p:cNvPr>
          <p:cNvGrpSpPr>
            <a:grpSpLocks/>
          </p:cNvGrpSpPr>
          <p:nvPr/>
        </p:nvGrpSpPr>
        <p:grpSpPr bwMode="auto">
          <a:xfrm>
            <a:off x="2730501" y="1406526"/>
            <a:ext cx="2468563" cy="646113"/>
            <a:chOff x="760" y="886"/>
            <a:chExt cx="1555" cy="407"/>
          </a:xfrm>
        </p:grpSpPr>
        <p:sp>
          <p:nvSpPr>
            <p:cNvPr id="35869" name="Text Box 21">
              <a:extLst>
                <a:ext uri="{FF2B5EF4-FFF2-40B4-BE49-F238E27FC236}">
                  <a16:creationId xmlns:a16="http://schemas.microsoft.com/office/drawing/2014/main" id="{3642F593-CC9A-4703-8574-64EDCF646770}"/>
                </a:ext>
              </a:extLst>
            </p:cNvPr>
            <p:cNvSpPr txBox="1">
              <a:spLocks noChangeArrowheads="1"/>
            </p:cNvSpPr>
            <p:nvPr/>
          </p:nvSpPr>
          <p:spPr bwMode="auto">
            <a:xfrm>
              <a:off x="760" y="886"/>
              <a:ext cx="1029"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a:r>
                <a:rPr lang="en-US" altLang="en-US"/>
                <a:t>Độ dài header</a:t>
              </a:r>
            </a:p>
            <a:p>
              <a:pPr algn="r"/>
              <a:r>
                <a:rPr lang="en-US" altLang="en-US"/>
                <a:t> (bytes)</a:t>
              </a:r>
              <a:endParaRPr lang="en-US" altLang="en-US" sz="1000"/>
            </a:p>
          </p:txBody>
        </p:sp>
        <p:sp>
          <p:nvSpPr>
            <p:cNvPr id="35870" name="Line 24">
              <a:extLst>
                <a:ext uri="{FF2B5EF4-FFF2-40B4-BE49-F238E27FC236}">
                  <a16:creationId xmlns:a16="http://schemas.microsoft.com/office/drawing/2014/main" id="{B9BFE04E-3FE2-4A2D-B5A1-ADFA4734CE2A}"/>
                </a:ext>
              </a:extLst>
            </p:cNvPr>
            <p:cNvSpPr>
              <a:spLocks noChangeShapeType="1"/>
            </p:cNvSpPr>
            <p:nvPr/>
          </p:nvSpPr>
          <p:spPr bwMode="auto">
            <a:xfrm>
              <a:off x="1745" y="1100"/>
              <a:ext cx="570" cy="93"/>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5" name="Group 60">
            <a:extLst>
              <a:ext uri="{FF2B5EF4-FFF2-40B4-BE49-F238E27FC236}">
                <a16:creationId xmlns:a16="http://schemas.microsoft.com/office/drawing/2014/main" id="{EA28DBD2-8149-4A22-B37D-9C3E1D425E80}"/>
              </a:ext>
            </a:extLst>
          </p:cNvPr>
          <p:cNvGrpSpPr>
            <a:grpSpLocks/>
          </p:cNvGrpSpPr>
          <p:nvPr/>
        </p:nvGrpSpPr>
        <p:grpSpPr bwMode="auto">
          <a:xfrm>
            <a:off x="2243138" y="2732089"/>
            <a:ext cx="3632200" cy="1597025"/>
            <a:chOff x="453" y="1721"/>
            <a:chExt cx="2288" cy="1006"/>
          </a:xfrm>
        </p:grpSpPr>
        <p:sp>
          <p:nvSpPr>
            <p:cNvPr id="35867" name="Text Box 27">
              <a:extLst>
                <a:ext uri="{FF2B5EF4-FFF2-40B4-BE49-F238E27FC236}">
                  <a16:creationId xmlns:a16="http://schemas.microsoft.com/office/drawing/2014/main" id="{C4B9DDF7-21E9-45A7-A3A1-4BE8722B3D96}"/>
                </a:ext>
              </a:extLst>
            </p:cNvPr>
            <p:cNvSpPr txBox="1">
              <a:spLocks noChangeArrowheads="1"/>
            </p:cNvSpPr>
            <p:nvPr/>
          </p:nvSpPr>
          <p:spPr bwMode="auto">
            <a:xfrm>
              <a:off x="453" y="2320"/>
              <a:ext cx="1409"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a:r>
                <a:rPr lang="en-US" altLang="en-US"/>
                <a:t>Giao thức lớp trên</a:t>
              </a:r>
            </a:p>
            <a:p>
              <a:pPr algn="r"/>
              <a:r>
                <a:rPr lang="en-US" altLang="en-US"/>
                <a:t>để đưa payload đến</a:t>
              </a:r>
            </a:p>
          </p:txBody>
        </p:sp>
        <p:sp>
          <p:nvSpPr>
            <p:cNvPr id="35868" name="Line 28">
              <a:extLst>
                <a:ext uri="{FF2B5EF4-FFF2-40B4-BE49-F238E27FC236}">
                  <a16:creationId xmlns:a16="http://schemas.microsoft.com/office/drawing/2014/main" id="{F9E8DB0E-78C0-4098-AE37-D738AAE01D39}"/>
                </a:ext>
              </a:extLst>
            </p:cNvPr>
            <p:cNvSpPr>
              <a:spLocks noChangeShapeType="1"/>
            </p:cNvSpPr>
            <p:nvPr/>
          </p:nvSpPr>
          <p:spPr bwMode="auto">
            <a:xfrm flipV="1">
              <a:off x="1817" y="1721"/>
              <a:ext cx="924" cy="708"/>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6" name="Group 61">
            <a:extLst>
              <a:ext uri="{FF2B5EF4-FFF2-40B4-BE49-F238E27FC236}">
                <a16:creationId xmlns:a16="http://schemas.microsoft.com/office/drawing/2014/main" id="{BCF825BC-CB61-4BCC-AFDD-24CC0C0B2530}"/>
              </a:ext>
            </a:extLst>
          </p:cNvPr>
          <p:cNvGrpSpPr>
            <a:grpSpLocks/>
          </p:cNvGrpSpPr>
          <p:nvPr/>
        </p:nvGrpSpPr>
        <p:grpSpPr bwMode="auto">
          <a:xfrm>
            <a:off x="8370888" y="1054101"/>
            <a:ext cx="2297112" cy="735013"/>
            <a:chOff x="4313" y="664"/>
            <a:chExt cx="1447" cy="463"/>
          </a:xfrm>
        </p:grpSpPr>
        <p:sp>
          <p:nvSpPr>
            <p:cNvPr id="35865" name="Text Box 26">
              <a:extLst>
                <a:ext uri="{FF2B5EF4-FFF2-40B4-BE49-F238E27FC236}">
                  <a16:creationId xmlns:a16="http://schemas.microsoft.com/office/drawing/2014/main" id="{B95CB3BB-FF16-4195-9DCE-4E25A0AE18C6}"/>
                </a:ext>
              </a:extLst>
            </p:cNvPr>
            <p:cNvSpPr txBox="1">
              <a:spLocks noChangeArrowheads="1"/>
            </p:cNvSpPr>
            <p:nvPr/>
          </p:nvSpPr>
          <p:spPr bwMode="auto">
            <a:xfrm>
              <a:off x="4648" y="664"/>
              <a:ext cx="1112"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Tổng độ dài</a:t>
              </a:r>
            </a:p>
            <a:p>
              <a:r>
                <a:rPr lang="en-US" altLang="en-US"/>
                <a:t>datagram(byte)</a:t>
              </a:r>
            </a:p>
          </p:txBody>
        </p:sp>
        <p:sp>
          <p:nvSpPr>
            <p:cNvPr id="35866" name="Line 30">
              <a:extLst>
                <a:ext uri="{FF2B5EF4-FFF2-40B4-BE49-F238E27FC236}">
                  <a16:creationId xmlns:a16="http://schemas.microsoft.com/office/drawing/2014/main" id="{A403EA24-D480-499B-97E5-31B7F8E108CE}"/>
                </a:ext>
              </a:extLst>
            </p:cNvPr>
            <p:cNvSpPr>
              <a:spLocks noChangeShapeType="1"/>
            </p:cNvSpPr>
            <p:nvPr/>
          </p:nvSpPr>
          <p:spPr bwMode="auto">
            <a:xfrm flipH="1">
              <a:off x="4313" y="869"/>
              <a:ext cx="402" cy="258"/>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7" name="Group 58">
            <a:extLst>
              <a:ext uri="{FF2B5EF4-FFF2-40B4-BE49-F238E27FC236}">
                <a16:creationId xmlns:a16="http://schemas.microsoft.com/office/drawing/2014/main" id="{54594FF8-9F53-40C0-9284-28898043383E}"/>
              </a:ext>
            </a:extLst>
          </p:cNvPr>
          <p:cNvGrpSpPr>
            <a:grpSpLocks/>
          </p:cNvGrpSpPr>
          <p:nvPr/>
        </p:nvGrpSpPr>
        <p:grpSpPr bwMode="auto">
          <a:xfrm>
            <a:off x="2803525" y="1760539"/>
            <a:ext cx="3043238" cy="568325"/>
            <a:chOff x="806" y="1109"/>
            <a:chExt cx="1917" cy="358"/>
          </a:xfrm>
        </p:grpSpPr>
        <p:sp>
          <p:nvSpPr>
            <p:cNvPr id="35863" name="Text Box 35">
              <a:extLst>
                <a:ext uri="{FF2B5EF4-FFF2-40B4-BE49-F238E27FC236}">
                  <a16:creationId xmlns:a16="http://schemas.microsoft.com/office/drawing/2014/main" id="{4B398878-D2CA-4B54-91C9-9834607F6EA0}"/>
                </a:ext>
              </a:extLst>
            </p:cNvPr>
            <p:cNvSpPr txBox="1">
              <a:spLocks noChangeArrowheads="1"/>
            </p:cNvSpPr>
            <p:nvPr/>
          </p:nvSpPr>
          <p:spPr bwMode="auto">
            <a:xfrm>
              <a:off x="806" y="1234"/>
              <a:ext cx="101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a:r>
                <a:rPr lang="ja-JP" altLang="en-US"/>
                <a:t>“</a:t>
              </a:r>
              <a:r>
                <a:rPr lang="en-US" altLang="ja-JP"/>
                <a:t>kiểu</a:t>
              </a:r>
              <a:r>
                <a:rPr lang="ja-JP" altLang="en-US"/>
                <a:t>”</a:t>
              </a:r>
              <a:r>
                <a:rPr lang="en-US" altLang="ja-JP"/>
                <a:t> dữ liệu</a:t>
              </a:r>
              <a:endParaRPr lang="en-US" altLang="en-US" sz="1000"/>
            </a:p>
          </p:txBody>
        </p:sp>
        <p:sp>
          <p:nvSpPr>
            <p:cNvPr id="35864" name="Line 36">
              <a:extLst>
                <a:ext uri="{FF2B5EF4-FFF2-40B4-BE49-F238E27FC236}">
                  <a16:creationId xmlns:a16="http://schemas.microsoft.com/office/drawing/2014/main" id="{7F36244F-8349-4EBE-8C28-9540EAF613FB}"/>
                </a:ext>
              </a:extLst>
            </p:cNvPr>
            <p:cNvSpPr>
              <a:spLocks noChangeShapeType="1"/>
            </p:cNvSpPr>
            <p:nvPr/>
          </p:nvSpPr>
          <p:spPr bwMode="auto">
            <a:xfrm flipV="1">
              <a:off x="1757" y="1109"/>
              <a:ext cx="966" cy="261"/>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8" name="Group 62">
            <a:extLst>
              <a:ext uri="{FF2B5EF4-FFF2-40B4-BE49-F238E27FC236}">
                <a16:creationId xmlns:a16="http://schemas.microsoft.com/office/drawing/2014/main" id="{48A50A2D-5B8A-485A-A33C-E7D63FC73177}"/>
              </a:ext>
            </a:extLst>
          </p:cNvPr>
          <p:cNvGrpSpPr>
            <a:grpSpLocks/>
          </p:cNvGrpSpPr>
          <p:nvPr/>
        </p:nvGrpSpPr>
        <p:grpSpPr bwMode="auto">
          <a:xfrm>
            <a:off x="6475413" y="1787526"/>
            <a:ext cx="3860800" cy="923925"/>
            <a:chOff x="3119" y="1126"/>
            <a:chExt cx="2432" cy="582"/>
          </a:xfrm>
        </p:grpSpPr>
        <p:sp>
          <p:nvSpPr>
            <p:cNvPr id="35859" name="Text Box 25">
              <a:extLst>
                <a:ext uri="{FF2B5EF4-FFF2-40B4-BE49-F238E27FC236}">
                  <a16:creationId xmlns:a16="http://schemas.microsoft.com/office/drawing/2014/main" id="{9F44A247-236B-4784-B0D4-D8ED621B5DBC}"/>
                </a:ext>
              </a:extLst>
            </p:cNvPr>
            <p:cNvSpPr txBox="1">
              <a:spLocks noChangeArrowheads="1"/>
            </p:cNvSpPr>
            <p:nvPr/>
          </p:nvSpPr>
          <p:spPr bwMode="auto">
            <a:xfrm>
              <a:off x="4667" y="1126"/>
              <a:ext cx="884" cy="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Dành cho </a:t>
              </a:r>
            </a:p>
            <a:p>
              <a:r>
                <a:rPr lang="en-US" altLang="en-US"/>
                <a:t>phân mảnh/</a:t>
              </a:r>
            </a:p>
            <a:p>
              <a:r>
                <a:rPr lang="en-US" altLang="en-US"/>
                <a:t>tổng hợp</a:t>
              </a:r>
            </a:p>
          </p:txBody>
        </p:sp>
        <p:sp>
          <p:nvSpPr>
            <p:cNvPr id="35860" name="Line 29">
              <a:extLst>
                <a:ext uri="{FF2B5EF4-FFF2-40B4-BE49-F238E27FC236}">
                  <a16:creationId xmlns:a16="http://schemas.microsoft.com/office/drawing/2014/main" id="{5182990E-D77E-4B9C-AB48-87110DC126AC}"/>
                </a:ext>
              </a:extLst>
            </p:cNvPr>
            <p:cNvSpPr>
              <a:spLocks noChangeShapeType="1"/>
            </p:cNvSpPr>
            <p:nvPr/>
          </p:nvSpPr>
          <p:spPr bwMode="auto">
            <a:xfrm flipH="1">
              <a:off x="3443" y="1415"/>
              <a:ext cx="1284" cy="12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861" name="Line 41">
              <a:extLst>
                <a:ext uri="{FF2B5EF4-FFF2-40B4-BE49-F238E27FC236}">
                  <a16:creationId xmlns:a16="http://schemas.microsoft.com/office/drawing/2014/main" id="{8672E2B0-6239-40A2-A795-7F183AAFBC56}"/>
                </a:ext>
              </a:extLst>
            </p:cNvPr>
            <p:cNvSpPr>
              <a:spLocks noChangeShapeType="1"/>
            </p:cNvSpPr>
            <p:nvPr/>
          </p:nvSpPr>
          <p:spPr bwMode="auto">
            <a:xfrm flipH="1" flipV="1">
              <a:off x="4301" y="1349"/>
              <a:ext cx="414" cy="72"/>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862" name="Line 42">
              <a:extLst>
                <a:ext uri="{FF2B5EF4-FFF2-40B4-BE49-F238E27FC236}">
                  <a16:creationId xmlns:a16="http://schemas.microsoft.com/office/drawing/2014/main" id="{98198D7A-ABBD-4175-B1CF-58D649A71C3B}"/>
                </a:ext>
              </a:extLst>
            </p:cNvPr>
            <p:cNvSpPr>
              <a:spLocks noChangeShapeType="1"/>
            </p:cNvSpPr>
            <p:nvPr/>
          </p:nvSpPr>
          <p:spPr bwMode="auto">
            <a:xfrm flipH="1">
              <a:off x="3119" y="1421"/>
              <a:ext cx="1584" cy="36"/>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9" name="Group 59">
            <a:extLst>
              <a:ext uri="{FF2B5EF4-FFF2-40B4-BE49-F238E27FC236}">
                <a16:creationId xmlns:a16="http://schemas.microsoft.com/office/drawing/2014/main" id="{49071817-2EC8-49CE-995A-EF3D560EE869}"/>
              </a:ext>
            </a:extLst>
          </p:cNvPr>
          <p:cNvGrpSpPr>
            <a:grpSpLocks/>
          </p:cNvGrpSpPr>
          <p:nvPr/>
        </p:nvGrpSpPr>
        <p:grpSpPr bwMode="auto">
          <a:xfrm>
            <a:off x="2308226" y="2406651"/>
            <a:ext cx="2633663" cy="923925"/>
            <a:chOff x="494" y="1516"/>
            <a:chExt cx="1659" cy="582"/>
          </a:xfrm>
        </p:grpSpPr>
        <p:sp>
          <p:nvSpPr>
            <p:cNvPr id="35857" name="Text Box 22">
              <a:extLst>
                <a:ext uri="{FF2B5EF4-FFF2-40B4-BE49-F238E27FC236}">
                  <a16:creationId xmlns:a16="http://schemas.microsoft.com/office/drawing/2014/main" id="{75512C84-F3C7-4BF4-A15C-984B6E76E9C7}"/>
                </a:ext>
              </a:extLst>
            </p:cNvPr>
            <p:cNvSpPr txBox="1">
              <a:spLocks noChangeArrowheads="1"/>
            </p:cNvSpPr>
            <p:nvPr/>
          </p:nvSpPr>
          <p:spPr bwMode="auto">
            <a:xfrm>
              <a:off x="494" y="1516"/>
              <a:ext cx="1352" cy="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a:r>
                <a:rPr lang="en-US" altLang="en-US"/>
                <a:t>Số hop còn lại </a:t>
              </a:r>
            </a:p>
            <a:p>
              <a:pPr algn="r"/>
              <a:r>
                <a:rPr lang="en-US" altLang="en-US"/>
                <a:t>tối đa (giảm xuống </a:t>
              </a:r>
            </a:p>
            <a:p>
              <a:pPr algn="r"/>
              <a:r>
                <a:rPr lang="en-US" altLang="en-US"/>
                <a:t>tại mỗi router)</a:t>
              </a:r>
            </a:p>
          </p:txBody>
        </p:sp>
        <p:sp>
          <p:nvSpPr>
            <p:cNvPr id="35858" name="Line 48">
              <a:extLst>
                <a:ext uri="{FF2B5EF4-FFF2-40B4-BE49-F238E27FC236}">
                  <a16:creationId xmlns:a16="http://schemas.microsoft.com/office/drawing/2014/main" id="{23B13630-8791-416C-B632-7BD55BA98950}"/>
                </a:ext>
              </a:extLst>
            </p:cNvPr>
            <p:cNvSpPr>
              <a:spLocks noChangeShapeType="1"/>
            </p:cNvSpPr>
            <p:nvPr/>
          </p:nvSpPr>
          <p:spPr bwMode="auto">
            <a:xfrm>
              <a:off x="1805" y="1700"/>
              <a:ext cx="348" cy="57"/>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0" name="Group 63">
            <a:extLst>
              <a:ext uri="{FF2B5EF4-FFF2-40B4-BE49-F238E27FC236}">
                <a16:creationId xmlns:a16="http://schemas.microsoft.com/office/drawing/2014/main" id="{0B954705-B5AD-4FE8-B590-50C34C042D1D}"/>
              </a:ext>
            </a:extLst>
          </p:cNvPr>
          <p:cNvGrpSpPr>
            <a:grpSpLocks/>
          </p:cNvGrpSpPr>
          <p:nvPr/>
        </p:nvGrpSpPr>
        <p:grpSpPr bwMode="auto">
          <a:xfrm>
            <a:off x="8056563" y="3987800"/>
            <a:ext cx="2716212" cy="1200150"/>
            <a:chOff x="4115" y="2512"/>
            <a:chExt cx="1711" cy="756"/>
          </a:xfrm>
        </p:grpSpPr>
        <p:sp>
          <p:nvSpPr>
            <p:cNvPr id="35855" name="Text Box 52">
              <a:extLst>
                <a:ext uri="{FF2B5EF4-FFF2-40B4-BE49-F238E27FC236}">
                  <a16:creationId xmlns:a16="http://schemas.microsoft.com/office/drawing/2014/main" id="{1C4170F0-A0C8-4924-83C4-8217117BFE2C}"/>
                </a:ext>
              </a:extLst>
            </p:cNvPr>
            <p:cNvSpPr txBox="1">
              <a:spLocks noChangeArrowheads="1"/>
            </p:cNvSpPr>
            <p:nvPr/>
          </p:nvSpPr>
          <p:spPr bwMode="auto">
            <a:xfrm>
              <a:off x="4595" y="2512"/>
              <a:ext cx="1231" cy="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Ví dụ: trường </a:t>
              </a:r>
            </a:p>
            <a:p>
              <a:r>
                <a:rPr lang="en-US" altLang="en-US"/>
                <a:t>timestamp ghi lại</a:t>
              </a:r>
            </a:p>
            <a:p>
              <a:r>
                <a:rPr lang="en-US" altLang="en-US"/>
                <a:t>đường đi, danh </a:t>
              </a:r>
            </a:p>
            <a:p>
              <a:r>
                <a:rPr lang="en-US" altLang="en-US"/>
                <a:t>các router đi đến</a:t>
              </a:r>
            </a:p>
          </p:txBody>
        </p:sp>
        <p:sp>
          <p:nvSpPr>
            <p:cNvPr id="35856" name="Line 53">
              <a:extLst>
                <a:ext uri="{FF2B5EF4-FFF2-40B4-BE49-F238E27FC236}">
                  <a16:creationId xmlns:a16="http://schemas.microsoft.com/office/drawing/2014/main" id="{C9153B01-4A7A-40A2-9B5D-955AF69F0A4B}"/>
                </a:ext>
              </a:extLst>
            </p:cNvPr>
            <p:cNvSpPr>
              <a:spLocks noChangeShapeType="1"/>
            </p:cNvSpPr>
            <p:nvPr/>
          </p:nvSpPr>
          <p:spPr bwMode="auto">
            <a:xfrm flipH="1">
              <a:off x="4115" y="2651"/>
              <a:ext cx="516" cy="6"/>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Tree>
    <p:extLst>
      <p:ext uri="{BB962C8B-B14F-4D97-AF65-F5344CB8AC3E}">
        <p14:creationId xmlns:p14="http://schemas.microsoft.com/office/powerpoint/2010/main" val="26642687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ssolve">
                                      <p:cBhvr>
                                        <p:cTn id="12" dur="500"/>
                                        <p:tgtEl>
                                          <p:spTgt spid="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dissolve">
                                      <p:cBhvr>
                                        <p:cTn id="17" dur="500"/>
                                        <p:tgtEl>
                                          <p:spTgt spid="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dissolve">
                                      <p:cBhvr>
                                        <p:cTn id="22" dur="500"/>
                                        <p:tgtEl>
                                          <p:spTgt spid="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dissolve">
                                      <p:cBhvr>
                                        <p:cTn id="27" dur="500"/>
                                        <p:tgtEl>
                                          <p:spTgt spid="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dissolve">
                                      <p:cBhvr>
                                        <p:cTn id="32" dur="500"/>
                                        <p:tgtEl>
                                          <p:spTgt spid="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dissolve">
                                      <p:cBhvr>
                                        <p:cTn id="37" dur="500"/>
                                        <p:tgtEl>
                                          <p:spTgt spid="8"/>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dissolve">
                                      <p:cBhvr>
                                        <p:cTn id="4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ame 3"/>
          <p:cNvSpPr/>
          <p:nvPr/>
        </p:nvSpPr>
        <p:spPr>
          <a:xfrm>
            <a:off x="75302" y="74294"/>
            <a:ext cx="11984019" cy="2076226"/>
          </a:xfrm>
          <a:prstGeom prst="frame">
            <a:avLst>
              <a:gd name="adj1" fmla="val 3135"/>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err="1">
                <a:solidFill>
                  <a:schemeClr val="tx1"/>
                </a:solidFill>
              </a:rPr>
              <a:t>Địa</a:t>
            </a:r>
            <a:r>
              <a:rPr lang="en-US" sz="2800" b="1" dirty="0">
                <a:solidFill>
                  <a:schemeClr val="tx1"/>
                </a:solidFill>
              </a:rPr>
              <a:t> </a:t>
            </a:r>
            <a:r>
              <a:rPr lang="en-US" sz="2800" b="1" dirty="0" err="1">
                <a:solidFill>
                  <a:schemeClr val="tx1"/>
                </a:solidFill>
              </a:rPr>
              <a:t>chỉ</a:t>
            </a:r>
            <a:r>
              <a:rPr lang="en-US" sz="2800" b="1" dirty="0">
                <a:solidFill>
                  <a:schemeClr val="tx1"/>
                </a:solidFill>
              </a:rPr>
              <a:t> </a:t>
            </a:r>
            <a:r>
              <a:rPr lang="en-US" sz="2800" b="1" dirty="0" err="1">
                <a:solidFill>
                  <a:schemeClr val="tx1"/>
                </a:solidFill>
              </a:rPr>
              <a:t>IpV4</a:t>
            </a:r>
            <a:r>
              <a:rPr lang="en-US" sz="2800" b="1" dirty="0">
                <a:solidFill>
                  <a:schemeClr val="tx1"/>
                </a:solidFill>
              </a:rPr>
              <a:t> </a:t>
            </a:r>
            <a:r>
              <a:rPr lang="en-US" sz="2800" b="1" dirty="0" err="1">
                <a:solidFill>
                  <a:schemeClr val="tx1"/>
                </a:solidFill>
              </a:rPr>
              <a:t>gồm</a:t>
            </a:r>
            <a:r>
              <a:rPr lang="en-US" sz="2800" b="1" dirty="0">
                <a:solidFill>
                  <a:schemeClr val="tx1"/>
                </a:solidFill>
              </a:rPr>
              <a:t> bao </a:t>
            </a:r>
            <a:r>
              <a:rPr lang="en-US" sz="2800" b="1" dirty="0" err="1">
                <a:solidFill>
                  <a:schemeClr val="tx1"/>
                </a:solidFill>
              </a:rPr>
              <a:t>nhiêu</a:t>
            </a:r>
            <a:r>
              <a:rPr lang="en-US" sz="2800" b="1" dirty="0">
                <a:solidFill>
                  <a:schemeClr val="tx1"/>
                </a:solidFill>
              </a:rPr>
              <a:t> bit: </a:t>
            </a:r>
          </a:p>
        </p:txBody>
      </p:sp>
      <p:sp>
        <p:nvSpPr>
          <p:cNvPr id="8" name="Frame 7"/>
          <p:cNvSpPr/>
          <p:nvPr/>
        </p:nvSpPr>
        <p:spPr>
          <a:xfrm>
            <a:off x="75304" y="2506532"/>
            <a:ext cx="11984017" cy="968188"/>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Frame 11"/>
          <p:cNvSpPr/>
          <p:nvPr/>
        </p:nvSpPr>
        <p:spPr>
          <a:xfrm>
            <a:off x="75302" y="3580057"/>
            <a:ext cx="11984017" cy="968188"/>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Frame 12"/>
          <p:cNvSpPr/>
          <p:nvPr/>
        </p:nvSpPr>
        <p:spPr>
          <a:xfrm>
            <a:off x="75302" y="4652402"/>
            <a:ext cx="11984017" cy="968188"/>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Frame 13"/>
          <p:cNvSpPr/>
          <p:nvPr/>
        </p:nvSpPr>
        <p:spPr>
          <a:xfrm>
            <a:off x="75303" y="5749795"/>
            <a:ext cx="11984017" cy="968188"/>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2" name="Oval 21"/>
          <p:cNvSpPr/>
          <p:nvPr/>
        </p:nvSpPr>
        <p:spPr>
          <a:xfrm>
            <a:off x="189602" y="2590928"/>
            <a:ext cx="829575" cy="7993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A</a:t>
            </a:r>
          </a:p>
        </p:txBody>
      </p:sp>
      <p:sp>
        <p:nvSpPr>
          <p:cNvPr id="23" name="Oval 22"/>
          <p:cNvSpPr/>
          <p:nvPr/>
        </p:nvSpPr>
        <p:spPr>
          <a:xfrm>
            <a:off x="189600" y="5834191"/>
            <a:ext cx="829575" cy="7993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D</a:t>
            </a:r>
          </a:p>
        </p:txBody>
      </p:sp>
      <p:sp>
        <p:nvSpPr>
          <p:cNvPr id="24" name="Oval 23"/>
          <p:cNvSpPr/>
          <p:nvPr/>
        </p:nvSpPr>
        <p:spPr>
          <a:xfrm>
            <a:off x="189599" y="4736798"/>
            <a:ext cx="829575" cy="7993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C</a:t>
            </a:r>
          </a:p>
        </p:txBody>
      </p:sp>
      <p:sp>
        <p:nvSpPr>
          <p:cNvPr id="25" name="Oval 24"/>
          <p:cNvSpPr/>
          <p:nvPr/>
        </p:nvSpPr>
        <p:spPr>
          <a:xfrm>
            <a:off x="189599" y="3664453"/>
            <a:ext cx="829575" cy="7993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B</a:t>
            </a:r>
          </a:p>
        </p:txBody>
      </p:sp>
      <p:sp>
        <p:nvSpPr>
          <p:cNvPr id="2" name="TextBox 1"/>
          <p:cNvSpPr txBox="1"/>
          <p:nvPr/>
        </p:nvSpPr>
        <p:spPr>
          <a:xfrm>
            <a:off x="1133471" y="3884631"/>
            <a:ext cx="10572750" cy="369332"/>
          </a:xfrm>
          <a:prstGeom prst="rect">
            <a:avLst/>
          </a:prstGeom>
          <a:noFill/>
        </p:spPr>
        <p:txBody>
          <a:bodyPr wrap="square" rtlCol="0">
            <a:spAutoFit/>
          </a:bodyPr>
          <a:lstStyle/>
          <a:p>
            <a:r>
              <a:rPr lang="en-US" dirty="0"/>
              <a:t>16</a:t>
            </a:r>
          </a:p>
        </p:txBody>
      </p:sp>
      <p:sp>
        <p:nvSpPr>
          <p:cNvPr id="15" name="TextBox 14"/>
          <p:cNvSpPr txBox="1"/>
          <p:nvPr/>
        </p:nvSpPr>
        <p:spPr>
          <a:xfrm>
            <a:off x="1133471" y="2805959"/>
            <a:ext cx="10572750" cy="369332"/>
          </a:xfrm>
          <a:prstGeom prst="rect">
            <a:avLst/>
          </a:prstGeom>
          <a:noFill/>
        </p:spPr>
        <p:txBody>
          <a:bodyPr wrap="square" rtlCol="0">
            <a:spAutoFit/>
          </a:bodyPr>
          <a:lstStyle/>
          <a:p>
            <a:r>
              <a:rPr lang="en-US" dirty="0"/>
              <a:t>6</a:t>
            </a:r>
          </a:p>
        </p:txBody>
      </p:sp>
      <p:sp>
        <p:nvSpPr>
          <p:cNvPr id="16" name="TextBox 15"/>
          <p:cNvSpPr txBox="1"/>
          <p:nvPr/>
        </p:nvSpPr>
        <p:spPr>
          <a:xfrm>
            <a:off x="1133471" y="4951829"/>
            <a:ext cx="10572750" cy="369332"/>
          </a:xfrm>
          <a:prstGeom prst="rect">
            <a:avLst/>
          </a:prstGeom>
          <a:noFill/>
        </p:spPr>
        <p:txBody>
          <a:bodyPr wrap="square" rtlCol="0">
            <a:spAutoFit/>
          </a:bodyPr>
          <a:lstStyle/>
          <a:p>
            <a:r>
              <a:rPr lang="en-US" dirty="0"/>
              <a:t>32</a:t>
            </a:r>
          </a:p>
        </p:txBody>
      </p:sp>
      <p:sp>
        <p:nvSpPr>
          <p:cNvPr id="17" name="TextBox 16"/>
          <p:cNvSpPr txBox="1"/>
          <p:nvPr/>
        </p:nvSpPr>
        <p:spPr>
          <a:xfrm>
            <a:off x="1133471" y="6068101"/>
            <a:ext cx="10572750" cy="369332"/>
          </a:xfrm>
          <a:prstGeom prst="rect">
            <a:avLst/>
          </a:prstGeom>
          <a:noFill/>
        </p:spPr>
        <p:txBody>
          <a:bodyPr wrap="square" rtlCol="0">
            <a:spAutoFit/>
          </a:bodyPr>
          <a:lstStyle/>
          <a:p>
            <a:r>
              <a:rPr lang="en-US" dirty="0"/>
              <a:t>24</a:t>
            </a:r>
          </a:p>
        </p:txBody>
      </p:sp>
      <p:sp>
        <p:nvSpPr>
          <p:cNvPr id="6" name="Tiêu đề 5">
            <a:extLst>
              <a:ext uri="{FF2B5EF4-FFF2-40B4-BE49-F238E27FC236}">
                <a16:creationId xmlns:a16="http://schemas.microsoft.com/office/drawing/2014/main" id="{90291598-8C8B-446C-B3AE-9B12F8209609}"/>
              </a:ext>
            </a:extLst>
          </p:cNvPr>
          <p:cNvSpPr>
            <a:spLocks noGrp="1"/>
          </p:cNvSpPr>
          <p:nvPr>
            <p:ph type="ctrTitle"/>
          </p:nvPr>
        </p:nvSpPr>
        <p:spPr/>
        <p:txBody>
          <a:bodyPr/>
          <a:lstStyle/>
          <a:p>
            <a:endParaRPr lang="en-US"/>
          </a:p>
        </p:txBody>
      </p:sp>
      <p:sp>
        <p:nvSpPr>
          <p:cNvPr id="7" name="Tiêu đề phụ 6">
            <a:extLst>
              <a:ext uri="{FF2B5EF4-FFF2-40B4-BE49-F238E27FC236}">
                <a16:creationId xmlns:a16="http://schemas.microsoft.com/office/drawing/2014/main" id="{7473324D-0BE1-4F55-8F26-FA00A65954AC}"/>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230644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trips(downLeft)">
                                      <p:cBhvr>
                                        <p:cTn id="7" dur="500"/>
                                        <p:tgtEl>
                                          <p:spTgt spid="4"/>
                                        </p:tgtEl>
                                      </p:cBhvr>
                                    </p:animEffect>
                                  </p:childTnLst>
                                </p:cTn>
                              </p:par>
                              <p:par>
                                <p:cTn id="8" presetID="18" presetClass="entr" presetSubtype="12"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strips(downLeft)">
                                      <p:cBhvr>
                                        <p:cTn id="10" dur="500"/>
                                        <p:tgtEl>
                                          <p:spTgt spid="8"/>
                                        </p:tgtEl>
                                      </p:cBhvr>
                                    </p:animEffect>
                                  </p:childTnLst>
                                </p:cTn>
                              </p:par>
                              <p:par>
                                <p:cTn id="11" presetID="18" presetClass="entr" presetSubtype="12"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strips(downLeft)">
                                      <p:cBhvr>
                                        <p:cTn id="13" dur="500"/>
                                        <p:tgtEl>
                                          <p:spTgt spid="12"/>
                                        </p:tgtEl>
                                      </p:cBhvr>
                                    </p:animEffect>
                                  </p:childTnLst>
                                </p:cTn>
                              </p:par>
                              <p:par>
                                <p:cTn id="14" presetID="18" presetClass="entr" presetSubtype="12"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strips(downLeft)">
                                      <p:cBhvr>
                                        <p:cTn id="16" dur="500"/>
                                        <p:tgtEl>
                                          <p:spTgt spid="13"/>
                                        </p:tgtEl>
                                      </p:cBhvr>
                                    </p:animEffect>
                                  </p:childTnLst>
                                </p:cTn>
                              </p:par>
                              <p:par>
                                <p:cTn id="17" presetID="18" presetClass="entr" presetSubtype="12"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strips(downLeft)">
                                      <p:cBhvr>
                                        <p:cTn id="19" dur="500"/>
                                        <p:tgtEl>
                                          <p:spTgt spid="14"/>
                                        </p:tgtEl>
                                      </p:cBhvr>
                                    </p:animEffect>
                                  </p:childTnLst>
                                </p:cTn>
                              </p:par>
                              <p:par>
                                <p:cTn id="20" presetID="18" presetClass="entr" presetSubtype="12" fill="hold" grpId="0" nodeType="with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strips(downLeft)">
                                      <p:cBhvr>
                                        <p:cTn id="22" dur="500"/>
                                        <p:tgtEl>
                                          <p:spTgt spid="23"/>
                                        </p:tgtEl>
                                      </p:cBhvr>
                                    </p:animEffect>
                                  </p:childTnLst>
                                </p:cTn>
                              </p:par>
                              <p:par>
                                <p:cTn id="23" presetID="18" presetClass="entr" presetSubtype="12"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strips(downLeft)">
                                      <p:cBhvr>
                                        <p:cTn id="25" dur="500"/>
                                        <p:tgtEl>
                                          <p:spTgt spid="24"/>
                                        </p:tgtEl>
                                      </p:cBhvr>
                                    </p:animEffect>
                                  </p:childTnLst>
                                </p:cTn>
                              </p:par>
                              <p:par>
                                <p:cTn id="26" presetID="18" presetClass="entr" presetSubtype="12" fill="hold" grpId="0" nodeType="with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strips(downLeft)">
                                      <p:cBhvr>
                                        <p:cTn id="28" dur="500"/>
                                        <p:tgtEl>
                                          <p:spTgt spid="25"/>
                                        </p:tgtEl>
                                      </p:cBhvr>
                                    </p:animEffect>
                                  </p:childTnLst>
                                </p:cTn>
                              </p:par>
                              <p:par>
                                <p:cTn id="29" presetID="18" presetClass="entr" presetSubtype="12" fill="hold" grpId="0" nodeType="with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strips(downLeft)">
                                      <p:cBhvr>
                                        <p:cTn id="31" dur="500"/>
                                        <p:tgtEl>
                                          <p:spTgt spid="22"/>
                                        </p:tgtEl>
                                      </p:cBhvr>
                                    </p:animEffect>
                                  </p:childTnLst>
                                </p:cTn>
                              </p:par>
                              <p:par>
                                <p:cTn id="32" presetID="18" presetClass="entr" presetSubtype="12"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strips(downLeft)">
                                      <p:cBhvr>
                                        <p:cTn id="34" dur="500"/>
                                        <p:tgtEl>
                                          <p:spTgt spid="15"/>
                                        </p:tgtEl>
                                      </p:cBhvr>
                                    </p:animEffect>
                                  </p:childTnLst>
                                </p:cTn>
                              </p:par>
                              <p:par>
                                <p:cTn id="35" presetID="18" presetClass="entr" presetSubtype="12" fill="hold" grpId="0" nodeType="with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strips(downLeft)">
                                      <p:cBhvr>
                                        <p:cTn id="37" dur="500"/>
                                        <p:tgtEl>
                                          <p:spTgt spid="2"/>
                                        </p:tgtEl>
                                      </p:cBhvr>
                                    </p:animEffect>
                                  </p:childTnLst>
                                </p:cTn>
                              </p:par>
                              <p:par>
                                <p:cTn id="38" presetID="18" presetClass="entr" presetSubtype="12" fill="hold" grpId="0" nodeType="withEffect">
                                  <p:stCondLst>
                                    <p:cond delay="0"/>
                                  </p:stCondLst>
                                  <p:iterate type="lt">
                                    <p:tmPct val="0"/>
                                  </p:iterate>
                                  <p:childTnLst>
                                    <p:set>
                                      <p:cBhvr>
                                        <p:cTn id="39" dur="1" fill="hold">
                                          <p:stCondLst>
                                            <p:cond delay="0"/>
                                          </p:stCondLst>
                                        </p:cTn>
                                        <p:tgtEl>
                                          <p:spTgt spid="16"/>
                                        </p:tgtEl>
                                        <p:attrNameLst>
                                          <p:attrName>style.visibility</p:attrName>
                                        </p:attrNameLst>
                                      </p:cBhvr>
                                      <p:to>
                                        <p:strVal val="visible"/>
                                      </p:to>
                                    </p:set>
                                    <p:animEffect transition="in" filter="strips(downLeft)">
                                      <p:cBhvr>
                                        <p:cTn id="40" dur="500"/>
                                        <p:tgtEl>
                                          <p:spTgt spid="16"/>
                                        </p:tgtEl>
                                      </p:cBhvr>
                                    </p:animEffect>
                                  </p:childTnLst>
                                </p:cTn>
                              </p:par>
                              <p:par>
                                <p:cTn id="41" presetID="18" presetClass="entr" presetSubtype="12"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strips(downLeft)">
                                      <p:cBhvr>
                                        <p:cTn id="43" dur="500"/>
                                        <p:tgtEl>
                                          <p:spTgt spid="17"/>
                                        </p:tgtEl>
                                      </p:cBhvr>
                                    </p:animEffect>
                                  </p:childTnLst>
                                </p:cTn>
                              </p:par>
                            </p:childTnLst>
                          </p:cTn>
                        </p:par>
                      </p:childTnLst>
                    </p:cTn>
                  </p:par>
                  <p:par>
                    <p:cTn id="44" fill="hold">
                      <p:stCondLst>
                        <p:cond delay="indefinite"/>
                      </p:stCondLst>
                      <p:childTnLst>
                        <p:par>
                          <p:cTn id="45" fill="hold">
                            <p:stCondLst>
                              <p:cond delay="0"/>
                            </p:stCondLst>
                            <p:childTnLst>
                              <p:par>
                                <p:cTn id="46" presetID="1" presetClass="emph" presetSubtype="2" fill="hold" nodeType="clickEffect">
                                  <p:stCondLst>
                                    <p:cond delay="0"/>
                                  </p:stCondLst>
                                  <p:childTnLst>
                                    <p:animClr clrSpc="rgb" dir="cw">
                                      <p:cBhvr>
                                        <p:cTn id="47" dur="2000" fill="hold"/>
                                        <p:tgtEl>
                                          <p:spTgt spid="13"/>
                                        </p:tgtEl>
                                        <p:attrNameLst>
                                          <p:attrName>fillcolor</p:attrName>
                                        </p:attrNameLst>
                                      </p:cBhvr>
                                      <p:to>
                                        <a:schemeClr val="accent2"/>
                                      </p:to>
                                    </p:animClr>
                                    <p:set>
                                      <p:cBhvr>
                                        <p:cTn id="48" dur="2000" fill="hold"/>
                                        <p:tgtEl>
                                          <p:spTgt spid="13"/>
                                        </p:tgtEl>
                                        <p:attrNameLst>
                                          <p:attrName>fill.type</p:attrName>
                                        </p:attrNameLst>
                                      </p:cBhvr>
                                      <p:to>
                                        <p:strVal val="solid"/>
                                      </p:to>
                                    </p:set>
                                    <p:set>
                                      <p:cBhvr>
                                        <p:cTn id="49" dur="2000" fill="hold"/>
                                        <p:tgtEl>
                                          <p:spTgt spid="13"/>
                                        </p:tgtEl>
                                        <p:attrNameLst>
                                          <p:attrName>fill.on</p:attrName>
                                        </p:attrNameLst>
                                      </p:cBhvr>
                                      <p:to>
                                        <p:strVal val="true"/>
                                      </p:to>
                                    </p:set>
                                  </p:childTnLst>
                                </p:cTn>
                              </p:par>
                              <p:par>
                                <p:cTn id="50" presetID="1" presetClass="emph" presetSubtype="2" fill="hold" nodeType="withEffect">
                                  <p:stCondLst>
                                    <p:cond delay="0"/>
                                  </p:stCondLst>
                                  <p:childTnLst>
                                    <p:animClr clrSpc="rgb" dir="cw">
                                      <p:cBhvr>
                                        <p:cTn id="51" dur="2000" fill="hold"/>
                                        <p:tgtEl>
                                          <p:spTgt spid="24"/>
                                        </p:tgtEl>
                                        <p:attrNameLst>
                                          <p:attrName>fillcolor</p:attrName>
                                        </p:attrNameLst>
                                      </p:cBhvr>
                                      <p:to>
                                        <a:schemeClr val="accent2"/>
                                      </p:to>
                                    </p:animClr>
                                    <p:set>
                                      <p:cBhvr>
                                        <p:cTn id="52" dur="2000" fill="hold"/>
                                        <p:tgtEl>
                                          <p:spTgt spid="24"/>
                                        </p:tgtEl>
                                        <p:attrNameLst>
                                          <p:attrName>fill.type</p:attrName>
                                        </p:attrNameLst>
                                      </p:cBhvr>
                                      <p:to>
                                        <p:strVal val="solid"/>
                                      </p:to>
                                    </p:set>
                                    <p:set>
                                      <p:cBhvr>
                                        <p:cTn id="53" dur="2000" fill="hold"/>
                                        <p:tgtEl>
                                          <p:spTgt spid="24"/>
                                        </p:tgtEl>
                                        <p:attrNameLst>
                                          <p:attrName>fill.on</p:attrName>
                                        </p:attrNameLst>
                                      </p:cBhvr>
                                      <p:to>
                                        <p:strVal val="true"/>
                                      </p:to>
                                    </p:set>
                                  </p:childTnLst>
                                </p:cTn>
                              </p:par>
                              <p:par>
                                <p:cTn id="54" presetID="36" presetClass="emph" presetSubtype="0" fill="hold" grpId="1" nodeType="withEffect">
                                  <p:stCondLst>
                                    <p:cond delay="0"/>
                                  </p:stCondLst>
                                  <p:iterate type="lt">
                                    <p:tmPct val="10000"/>
                                  </p:iterate>
                                  <p:childTnLst>
                                    <p:animScale>
                                      <p:cBhvr>
                                        <p:cTn id="55" dur="250" autoRev="1" fill="hold">
                                          <p:stCondLst>
                                            <p:cond delay="0"/>
                                          </p:stCondLst>
                                        </p:cTn>
                                        <p:tgtEl>
                                          <p:spTgt spid="16"/>
                                        </p:tgtEl>
                                      </p:cBhvr>
                                      <p:to x="80000" y="100000"/>
                                    </p:animScale>
                                    <p:anim by="(#ppt_w*0.10)" calcmode="lin" valueType="num">
                                      <p:cBhvr>
                                        <p:cTn id="56" dur="250" autoRev="1" fill="hold">
                                          <p:stCondLst>
                                            <p:cond delay="0"/>
                                          </p:stCondLst>
                                        </p:cTn>
                                        <p:tgtEl>
                                          <p:spTgt spid="16"/>
                                        </p:tgtEl>
                                        <p:attrNameLst>
                                          <p:attrName>ppt_x</p:attrName>
                                        </p:attrNameLst>
                                      </p:cBhvr>
                                    </p:anim>
                                    <p:anim by="(-#ppt_w*0.10)" calcmode="lin" valueType="num">
                                      <p:cBhvr>
                                        <p:cTn id="57" dur="250" autoRev="1" fill="hold">
                                          <p:stCondLst>
                                            <p:cond delay="0"/>
                                          </p:stCondLst>
                                        </p:cTn>
                                        <p:tgtEl>
                                          <p:spTgt spid="16"/>
                                        </p:tgtEl>
                                        <p:attrNameLst>
                                          <p:attrName>ppt_y</p:attrName>
                                        </p:attrNameLst>
                                      </p:cBhvr>
                                    </p:anim>
                                    <p:animRot by="-480000">
                                      <p:cBhvr>
                                        <p:cTn id="58" dur="250" autoRev="1" fill="hold">
                                          <p:stCondLst>
                                            <p:cond delay="0"/>
                                          </p:stCondLst>
                                        </p:cTn>
                                        <p:tgtEl>
                                          <p:spTgt spid="16"/>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P spid="12" grpId="0" animBg="1"/>
      <p:bldP spid="13" grpId="0" animBg="1"/>
      <p:bldP spid="14" grpId="0" animBg="1"/>
      <p:bldP spid="22" grpId="0" animBg="1"/>
      <p:bldP spid="23" grpId="0" animBg="1"/>
      <p:bldP spid="24" grpId="0" animBg="1"/>
      <p:bldP spid="25" grpId="0" animBg="1"/>
      <p:bldP spid="2" grpId="0"/>
      <p:bldP spid="15" grpId="0"/>
      <p:bldP spid="16" grpId="0"/>
      <p:bldP spid="16" grpId="1"/>
      <p:bldP spid="17"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ame 3"/>
          <p:cNvSpPr/>
          <p:nvPr/>
        </p:nvSpPr>
        <p:spPr>
          <a:xfrm>
            <a:off x="75302" y="74294"/>
            <a:ext cx="11984019" cy="2076226"/>
          </a:xfrm>
          <a:prstGeom prst="frame">
            <a:avLst>
              <a:gd name="adj1" fmla="val 3135"/>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err="1">
                <a:solidFill>
                  <a:schemeClr val="tx1"/>
                </a:solidFill>
              </a:rPr>
              <a:t>Trong</a:t>
            </a:r>
            <a:r>
              <a:rPr lang="en-US" sz="2800" b="1" dirty="0">
                <a:solidFill>
                  <a:schemeClr val="tx1"/>
                </a:solidFill>
              </a:rPr>
              <a:t> HEADER </a:t>
            </a:r>
            <a:r>
              <a:rPr lang="en-US" sz="2800" b="1" dirty="0" err="1">
                <a:solidFill>
                  <a:schemeClr val="tx1"/>
                </a:solidFill>
              </a:rPr>
              <a:t>của</a:t>
            </a:r>
            <a:r>
              <a:rPr lang="en-US" sz="2800" b="1" dirty="0">
                <a:solidFill>
                  <a:schemeClr val="tx1"/>
                </a:solidFill>
              </a:rPr>
              <a:t> IP PACKET </a:t>
            </a:r>
            <a:r>
              <a:rPr lang="en-US" sz="2800" b="1" dirty="0" err="1">
                <a:solidFill>
                  <a:schemeClr val="tx1"/>
                </a:solidFill>
              </a:rPr>
              <a:t>có</a:t>
            </a:r>
            <a:r>
              <a:rPr lang="en-US" sz="2800" b="1" dirty="0">
                <a:solidFill>
                  <a:schemeClr val="tx1"/>
                </a:solidFill>
              </a:rPr>
              <a:t> </a:t>
            </a:r>
            <a:r>
              <a:rPr lang="en-US" sz="2800" b="1" dirty="0" err="1">
                <a:solidFill>
                  <a:schemeClr val="tx1"/>
                </a:solidFill>
              </a:rPr>
              <a:t>chứa</a:t>
            </a:r>
            <a:endParaRPr lang="en-US" sz="2800" b="1" dirty="0">
              <a:solidFill>
                <a:schemeClr val="tx1"/>
              </a:solidFill>
            </a:endParaRPr>
          </a:p>
        </p:txBody>
      </p:sp>
      <p:sp>
        <p:nvSpPr>
          <p:cNvPr id="8" name="Frame 7"/>
          <p:cNvSpPr/>
          <p:nvPr/>
        </p:nvSpPr>
        <p:spPr>
          <a:xfrm>
            <a:off x="75304" y="2506532"/>
            <a:ext cx="11984017" cy="968188"/>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Frame 11"/>
          <p:cNvSpPr/>
          <p:nvPr/>
        </p:nvSpPr>
        <p:spPr>
          <a:xfrm>
            <a:off x="75302" y="3580057"/>
            <a:ext cx="11984017" cy="968188"/>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Frame 12"/>
          <p:cNvSpPr/>
          <p:nvPr/>
        </p:nvSpPr>
        <p:spPr>
          <a:xfrm>
            <a:off x="75302" y="4652402"/>
            <a:ext cx="11984017" cy="968188"/>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Frame 13"/>
          <p:cNvSpPr/>
          <p:nvPr/>
        </p:nvSpPr>
        <p:spPr>
          <a:xfrm>
            <a:off x="75303" y="5749795"/>
            <a:ext cx="11984017" cy="968188"/>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2" name="Oval 21"/>
          <p:cNvSpPr/>
          <p:nvPr/>
        </p:nvSpPr>
        <p:spPr>
          <a:xfrm>
            <a:off x="189602" y="2590928"/>
            <a:ext cx="829575" cy="7993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A</a:t>
            </a:r>
          </a:p>
        </p:txBody>
      </p:sp>
      <p:sp>
        <p:nvSpPr>
          <p:cNvPr id="23" name="Oval 22"/>
          <p:cNvSpPr/>
          <p:nvPr/>
        </p:nvSpPr>
        <p:spPr>
          <a:xfrm>
            <a:off x="189600" y="5834191"/>
            <a:ext cx="829575" cy="7993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D</a:t>
            </a:r>
          </a:p>
        </p:txBody>
      </p:sp>
      <p:sp>
        <p:nvSpPr>
          <p:cNvPr id="24" name="Oval 23"/>
          <p:cNvSpPr/>
          <p:nvPr/>
        </p:nvSpPr>
        <p:spPr>
          <a:xfrm>
            <a:off x="189599" y="4736798"/>
            <a:ext cx="829575" cy="7993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C</a:t>
            </a:r>
          </a:p>
        </p:txBody>
      </p:sp>
      <p:sp>
        <p:nvSpPr>
          <p:cNvPr id="25" name="Oval 24"/>
          <p:cNvSpPr/>
          <p:nvPr/>
        </p:nvSpPr>
        <p:spPr>
          <a:xfrm>
            <a:off x="189599" y="3664453"/>
            <a:ext cx="829575" cy="7993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B</a:t>
            </a:r>
          </a:p>
        </p:txBody>
      </p:sp>
      <p:sp>
        <p:nvSpPr>
          <p:cNvPr id="2" name="TextBox 1"/>
          <p:cNvSpPr txBox="1"/>
          <p:nvPr/>
        </p:nvSpPr>
        <p:spPr>
          <a:xfrm>
            <a:off x="1133471" y="3884631"/>
            <a:ext cx="10572750" cy="369332"/>
          </a:xfrm>
          <a:prstGeom prst="rect">
            <a:avLst/>
          </a:prstGeom>
          <a:noFill/>
        </p:spPr>
        <p:txBody>
          <a:bodyPr wrap="square" rtlCol="0">
            <a:spAutoFit/>
          </a:bodyPr>
          <a:lstStyle/>
          <a:p>
            <a:r>
              <a:rPr lang="en-US" dirty="0"/>
              <a:t>Destination address</a:t>
            </a:r>
          </a:p>
        </p:txBody>
      </p:sp>
      <p:sp>
        <p:nvSpPr>
          <p:cNvPr id="15" name="TextBox 14"/>
          <p:cNvSpPr txBox="1"/>
          <p:nvPr/>
        </p:nvSpPr>
        <p:spPr>
          <a:xfrm>
            <a:off x="1133471" y="2805959"/>
            <a:ext cx="10572750" cy="369332"/>
          </a:xfrm>
          <a:prstGeom prst="rect">
            <a:avLst/>
          </a:prstGeom>
          <a:noFill/>
        </p:spPr>
        <p:txBody>
          <a:bodyPr wrap="square" rtlCol="0">
            <a:spAutoFit/>
          </a:bodyPr>
          <a:lstStyle/>
          <a:p>
            <a:r>
              <a:rPr lang="en-US" dirty="0"/>
              <a:t>Source address</a:t>
            </a:r>
          </a:p>
        </p:txBody>
      </p:sp>
      <p:sp>
        <p:nvSpPr>
          <p:cNvPr id="16" name="TextBox 15"/>
          <p:cNvSpPr txBox="1"/>
          <p:nvPr/>
        </p:nvSpPr>
        <p:spPr>
          <a:xfrm>
            <a:off x="1133471" y="4951829"/>
            <a:ext cx="10572750" cy="369332"/>
          </a:xfrm>
          <a:prstGeom prst="rect">
            <a:avLst/>
          </a:prstGeom>
          <a:noFill/>
        </p:spPr>
        <p:txBody>
          <a:bodyPr wrap="square" rtlCol="0">
            <a:spAutoFit/>
          </a:bodyPr>
          <a:lstStyle/>
          <a:p>
            <a:r>
              <a:rPr lang="en-US" dirty="0"/>
              <a:t>Source and Destination address</a:t>
            </a:r>
          </a:p>
        </p:txBody>
      </p:sp>
      <p:sp>
        <p:nvSpPr>
          <p:cNvPr id="17" name="TextBox 16"/>
          <p:cNvSpPr txBox="1"/>
          <p:nvPr/>
        </p:nvSpPr>
        <p:spPr>
          <a:xfrm>
            <a:off x="1133471" y="6068101"/>
            <a:ext cx="10572750" cy="369332"/>
          </a:xfrm>
          <a:prstGeom prst="rect">
            <a:avLst/>
          </a:prstGeom>
          <a:noFill/>
        </p:spPr>
        <p:txBody>
          <a:bodyPr wrap="square" rtlCol="0">
            <a:spAutoFit/>
          </a:bodyPr>
          <a:lstStyle/>
          <a:p>
            <a:r>
              <a:rPr lang="en-US" dirty="0" err="1"/>
              <a:t>Không</a:t>
            </a:r>
            <a:r>
              <a:rPr lang="en-US" dirty="0"/>
              <a:t> </a:t>
            </a:r>
            <a:r>
              <a:rPr lang="en-US" dirty="0" err="1"/>
              <a:t>chứa</a:t>
            </a:r>
            <a:r>
              <a:rPr lang="en-US" dirty="0"/>
              <a:t> </a:t>
            </a:r>
            <a:r>
              <a:rPr lang="en-US" dirty="0" err="1"/>
              <a:t>địa</a:t>
            </a:r>
            <a:r>
              <a:rPr lang="en-US" dirty="0"/>
              <a:t> </a:t>
            </a:r>
            <a:r>
              <a:rPr lang="en-US" dirty="0" err="1"/>
              <a:t>chỉ</a:t>
            </a:r>
            <a:r>
              <a:rPr lang="en-US" dirty="0"/>
              <a:t> </a:t>
            </a:r>
            <a:r>
              <a:rPr lang="en-US" dirty="0" err="1"/>
              <a:t>nào</a:t>
            </a:r>
            <a:r>
              <a:rPr lang="en-US" dirty="0"/>
              <a:t> </a:t>
            </a:r>
            <a:r>
              <a:rPr lang="en-US" dirty="0" err="1"/>
              <a:t>cả</a:t>
            </a:r>
            <a:endParaRPr lang="en-US" dirty="0"/>
          </a:p>
        </p:txBody>
      </p:sp>
      <p:sp>
        <p:nvSpPr>
          <p:cNvPr id="6" name="Tiêu đề 5">
            <a:extLst>
              <a:ext uri="{FF2B5EF4-FFF2-40B4-BE49-F238E27FC236}">
                <a16:creationId xmlns:a16="http://schemas.microsoft.com/office/drawing/2014/main" id="{26AF4986-E47C-4D63-8D72-14CF9BCBF32D}"/>
              </a:ext>
            </a:extLst>
          </p:cNvPr>
          <p:cNvSpPr>
            <a:spLocks noGrp="1"/>
          </p:cNvSpPr>
          <p:nvPr>
            <p:ph type="ctrTitle"/>
          </p:nvPr>
        </p:nvSpPr>
        <p:spPr/>
        <p:txBody>
          <a:bodyPr/>
          <a:lstStyle/>
          <a:p>
            <a:endParaRPr lang="en-US"/>
          </a:p>
        </p:txBody>
      </p:sp>
      <p:sp>
        <p:nvSpPr>
          <p:cNvPr id="7" name="Tiêu đề phụ 6">
            <a:extLst>
              <a:ext uri="{FF2B5EF4-FFF2-40B4-BE49-F238E27FC236}">
                <a16:creationId xmlns:a16="http://schemas.microsoft.com/office/drawing/2014/main" id="{4D96A7DD-9A0A-4B7D-B942-6845C6FC365A}"/>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980752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trips(downLeft)">
                                      <p:cBhvr>
                                        <p:cTn id="7" dur="500"/>
                                        <p:tgtEl>
                                          <p:spTgt spid="4"/>
                                        </p:tgtEl>
                                      </p:cBhvr>
                                    </p:animEffect>
                                  </p:childTnLst>
                                </p:cTn>
                              </p:par>
                              <p:par>
                                <p:cTn id="8" presetID="18" presetClass="entr" presetSubtype="12"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strips(downLeft)">
                                      <p:cBhvr>
                                        <p:cTn id="10" dur="500"/>
                                        <p:tgtEl>
                                          <p:spTgt spid="8"/>
                                        </p:tgtEl>
                                      </p:cBhvr>
                                    </p:animEffect>
                                  </p:childTnLst>
                                </p:cTn>
                              </p:par>
                              <p:par>
                                <p:cTn id="11" presetID="18" presetClass="entr" presetSubtype="12"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strips(downLeft)">
                                      <p:cBhvr>
                                        <p:cTn id="13" dur="500"/>
                                        <p:tgtEl>
                                          <p:spTgt spid="12"/>
                                        </p:tgtEl>
                                      </p:cBhvr>
                                    </p:animEffect>
                                  </p:childTnLst>
                                </p:cTn>
                              </p:par>
                              <p:par>
                                <p:cTn id="14" presetID="18" presetClass="entr" presetSubtype="12"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strips(downLeft)">
                                      <p:cBhvr>
                                        <p:cTn id="16" dur="500"/>
                                        <p:tgtEl>
                                          <p:spTgt spid="13"/>
                                        </p:tgtEl>
                                      </p:cBhvr>
                                    </p:animEffect>
                                  </p:childTnLst>
                                </p:cTn>
                              </p:par>
                              <p:par>
                                <p:cTn id="17" presetID="18" presetClass="entr" presetSubtype="12"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strips(downLeft)">
                                      <p:cBhvr>
                                        <p:cTn id="19" dur="500"/>
                                        <p:tgtEl>
                                          <p:spTgt spid="14"/>
                                        </p:tgtEl>
                                      </p:cBhvr>
                                    </p:animEffect>
                                  </p:childTnLst>
                                </p:cTn>
                              </p:par>
                              <p:par>
                                <p:cTn id="20" presetID="18" presetClass="entr" presetSubtype="12" fill="hold" grpId="0" nodeType="with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strips(downLeft)">
                                      <p:cBhvr>
                                        <p:cTn id="22" dur="500"/>
                                        <p:tgtEl>
                                          <p:spTgt spid="23"/>
                                        </p:tgtEl>
                                      </p:cBhvr>
                                    </p:animEffect>
                                  </p:childTnLst>
                                </p:cTn>
                              </p:par>
                              <p:par>
                                <p:cTn id="23" presetID="18" presetClass="entr" presetSubtype="12"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strips(downLeft)">
                                      <p:cBhvr>
                                        <p:cTn id="25" dur="500"/>
                                        <p:tgtEl>
                                          <p:spTgt spid="24"/>
                                        </p:tgtEl>
                                      </p:cBhvr>
                                    </p:animEffect>
                                  </p:childTnLst>
                                </p:cTn>
                              </p:par>
                              <p:par>
                                <p:cTn id="26" presetID="18" presetClass="entr" presetSubtype="12" fill="hold" grpId="0" nodeType="with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strips(downLeft)">
                                      <p:cBhvr>
                                        <p:cTn id="28" dur="500"/>
                                        <p:tgtEl>
                                          <p:spTgt spid="25"/>
                                        </p:tgtEl>
                                      </p:cBhvr>
                                    </p:animEffect>
                                  </p:childTnLst>
                                </p:cTn>
                              </p:par>
                              <p:par>
                                <p:cTn id="29" presetID="18" presetClass="entr" presetSubtype="12" fill="hold" grpId="0" nodeType="with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strips(downLeft)">
                                      <p:cBhvr>
                                        <p:cTn id="31" dur="500"/>
                                        <p:tgtEl>
                                          <p:spTgt spid="22"/>
                                        </p:tgtEl>
                                      </p:cBhvr>
                                    </p:animEffect>
                                  </p:childTnLst>
                                </p:cTn>
                              </p:par>
                              <p:par>
                                <p:cTn id="32" presetID="18" presetClass="entr" presetSubtype="12"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strips(downLeft)">
                                      <p:cBhvr>
                                        <p:cTn id="34" dur="500"/>
                                        <p:tgtEl>
                                          <p:spTgt spid="15"/>
                                        </p:tgtEl>
                                      </p:cBhvr>
                                    </p:animEffect>
                                  </p:childTnLst>
                                </p:cTn>
                              </p:par>
                              <p:par>
                                <p:cTn id="35" presetID="18" presetClass="entr" presetSubtype="12" fill="hold" grpId="0" nodeType="with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strips(downLeft)">
                                      <p:cBhvr>
                                        <p:cTn id="37" dur="500"/>
                                        <p:tgtEl>
                                          <p:spTgt spid="2"/>
                                        </p:tgtEl>
                                      </p:cBhvr>
                                    </p:animEffect>
                                  </p:childTnLst>
                                </p:cTn>
                              </p:par>
                              <p:par>
                                <p:cTn id="38" presetID="18" presetClass="entr" presetSubtype="12" fill="hold" grpId="0" nodeType="withEffect">
                                  <p:stCondLst>
                                    <p:cond delay="0"/>
                                  </p:stCondLst>
                                  <p:iterate type="lt">
                                    <p:tmPct val="0"/>
                                  </p:iterate>
                                  <p:childTnLst>
                                    <p:set>
                                      <p:cBhvr>
                                        <p:cTn id="39" dur="1" fill="hold">
                                          <p:stCondLst>
                                            <p:cond delay="0"/>
                                          </p:stCondLst>
                                        </p:cTn>
                                        <p:tgtEl>
                                          <p:spTgt spid="16"/>
                                        </p:tgtEl>
                                        <p:attrNameLst>
                                          <p:attrName>style.visibility</p:attrName>
                                        </p:attrNameLst>
                                      </p:cBhvr>
                                      <p:to>
                                        <p:strVal val="visible"/>
                                      </p:to>
                                    </p:set>
                                    <p:animEffect transition="in" filter="strips(downLeft)">
                                      <p:cBhvr>
                                        <p:cTn id="40" dur="500"/>
                                        <p:tgtEl>
                                          <p:spTgt spid="16"/>
                                        </p:tgtEl>
                                      </p:cBhvr>
                                    </p:animEffect>
                                  </p:childTnLst>
                                </p:cTn>
                              </p:par>
                              <p:par>
                                <p:cTn id="41" presetID="18" presetClass="entr" presetSubtype="12"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strips(downLeft)">
                                      <p:cBhvr>
                                        <p:cTn id="43" dur="500"/>
                                        <p:tgtEl>
                                          <p:spTgt spid="17"/>
                                        </p:tgtEl>
                                      </p:cBhvr>
                                    </p:animEffect>
                                  </p:childTnLst>
                                </p:cTn>
                              </p:par>
                            </p:childTnLst>
                          </p:cTn>
                        </p:par>
                      </p:childTnLst>
                    </p:cTn>
                  </p:par>
                  <p:par>
                    <p:cTn id="44" fill="hold">
                      <p:stCondLst>
                        <p:cond delay="indefinite"/>
                      </p:stCondLst>
                      <p:childTnLst>
                        <p:par>
                          <p:cTn id="45" fill="hold">
                            <p:stCondLst>
                              <p:cond delay="0"/>
                            </p:stCondLst>
                            <p:childTnLst>
                              <p:par>
                                <p:cTn id="46" presetID="1" presetClass="emph" presetSubtype="2" fill="hold" nodeType="clickEffect">
                                  <p:stCondLst>
                                    <p:cond delay="0"/>
                                  </p:stCondLst>
                                  <p:childTnLst>
                                    <p:animClr clrSpc="rgb" dir="cw">
                                      <p:cBhvr>
                                        <p:cTn id="47" dur="2000" fill="hold"/>
                                        <p:tgtEl>
                                          <p:spTgt spid="13"/>
                                        </p:tgtEl>
                                        <p:attrNameLst>
                                          <p:attrName>fillcolor</p:attrName>
                                        </p:attrNameLst>
                                      </p:cBhvr>
                                      <p:to>
                                        <a:schemeClr val="accent2"/>
                                      </p:to>
                                    </p:animClr>
                                    <p:set>
                                      <p:cBhvr>
                                        <p:cTn id="48" dur="2000" fill="hold"/>
                                        <p:tgtEl>
                                          <p:spTgt spid="13"/>
                                        </p:tgtEl>
                                        <p:attrNameLst>
                                          <p:attrName>fill.type</p:attrName>
                                        </p:attrNameLst>
                                      </p:cBhvr>
                                      <p:to>
                                        <p:strVal val="solid"/>
                                      </p:to>
                                    </p:set>
                                    <p:set>
                                      <p:cBhvr>
                                        <p:cTn id="49" dur="2000" fill="hold"/>
                                        <p:tgtEl>
                                          <p:spTgt spid="13"/>
                                        </p:tgtEl>
                                        <p:attrNameLst>
                                          <p:attrName>fill.on</p:attrName>
                                        </p:attrNameLst>
                                      </p:cBhvr>
                                      <p:to>
                                        <p:strVal val="true"/>
                                      </p:to>
                                    </p:set>
                                  </p:childTnLst>
                                </p:cTn>
                              </p:par>
                              <p:par>
                                <p:cTn id="50" presetID="1" presetClass="emph" presetSubtype="2" fill="hold" nodeType="withEffect">
                                  <p:stCondLst>
                                    <p:cond delay="0"/>
                                  </p:stCondLst>
                                  <p:childTnLst>
                                    <p:animClr clrSpc="rgb" dir="cw">
                                      <p:cBhvr>
                                        <p:cTn id="51" dur="2000" fill="hold"/>
                                        <p:tgtEl>
                                          <p:spTgt spid="24"/>
                                        </p:tgtEl>
                                        <p:attrNameLst>
                                          <p:attrName>fillcolor</p:attrName>
                                        </p:attrNameLst>
                                      </p:cBhvr>
                                      <p:to>
                                        <a:schemeClr val="accent2"/>
                                      </p:to>
                                    </p:animClr>
                                    <p:set>
                                      <p:cBhvr>
                                        <p:cTn id="52" dur="2000" fill="hold"/>
                                        <p:tgtEl>
                                          <p:spTgt spid="24"/>
                                        </p:tgtEl>
                                        <p:attrNameLst>
                                          <p:attrName>fill.type</p:attrName>
                                        </p:attrNameLst>
                                      </p:cBhvr>
                                      <p:to>
                                        <p:strVal val="solid"/>
                                      </p:to>
                                    </p:set>
                                    <p:set>
                                      <p:cBhvr>
                                        <p:cTn id="53" dur="2000" fill="hold"/>
                                        <p:tgtEl>
                                          <p:spTgt spid="24"/>
                                        </p:tgtEl>
                                        <p:attrNameLst>
                                          <p:attrName>fill.on</p:attrName>
                                        </p:attrNameLst>
                                      </p:cBhvr>
                                      <p:to>
                                        <p:strVal val="true"/>
                                      </p:to>
                                    </p:set>
                                  </p:childTnLst>
                                </p:cTn>
                              </p:par>
                              <p:par>
                                <p:cTn id="54" presetID="36" presetClass="emph" presetSubtype="0" fill="hold" grpId="1" nodeType="withEffect">
                                  <p:stCondLst>
                                    <p:cond delay="0"/>
                                  </p:stCondLst>
                                  <p:iterate type="lt">
                                    <p:tmPct val="10000"/>
                                  </p:iterate>
                                  <p:childTnLst>
                                    <p:animScale>
                                      <p:cBhvr>
                                        <p:cTn id="55" dur="250" autoRev="1" fill="hold">
                                          <p:stCondLst>
                                            <p:cond delay="0"/>
                                          </p:stCondLst>
                                        </p:cTn>
                                        <p:tgtEl>
                                          <p:spTgt spid="16"/>
                                        </p:tgtEl>
                                      </p:cBhvr>
                                      <p:to x="80000" y="100000"/>
                                    </p:animScale>
                                    <p:anim by="(#ppt_w*0.10)" calcmode="lin" valueType="num">
                                      <p:cBhvr>
                                        <p:cTn id="56" dur="250" autoRev="1" fill="hold">
                                          <p:stCondLst>
                                            <p:cond delay="0"/>
                                          </p:stCondLst>
                                        </p:cTn>
                                        <p:tgtEl>
                                          <p:spTgt spid="16"/>
                                        </p:tgtEl>
                                        <p:attrNameLst>
                                          <p:attrName>ppt_x</p:attrName>
                                        </p:attrNameLst>
                                      </p:cBhvr>
                                    </p:anim>
                                    <p:anim by="(-#ppt_w*0.10)" calcmode="lin" valueType="num">
                                      <p:cBhvr>
                                        <p:cTn id="57" dur="250" autoRev="1" fill="hold">
                                          <p:stCondLst>
                                            <p:cond delay="0"/>
                                          </p:stCondLst>
                                        </p:cTn>
                                        <p:tgtEl>
                                          <p:spTgt spid="16"/>
                                        </p:tgtEl>
                                        <p:attrNameLst>
                                          <p:attrName>ppt_y</p:attrName>
                                        </p:attrNameLst>
                                      </p:cBhvr>
                                    </p:anim>
                                    <p:animRot by="-480000">
                                      <p:cBhvr>
                                        <p:cTn id="58" dur="250" autoRev="1" fill="hold">
                                          <p:stCondLst>
                                            <p:cond delay="0"/>
                                          </p:stCondLst>
                                        </p:cTn>
                                        <p:tgtEl>
                                          <p:spTgt spid="16"/>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P spid="12" grpId="0" animBg="1"/>
      <p:bldP spid="13" grpId="0" animBg="1"/>
      <p:bldP spid="14" grpId="0" animBg="1"/>
      <p:bldP spid="22" grpId="0" animBg="1"/>
      <p:bldP spid="23" grpId="0" animBg="1"/>
      <p:bldP spid="24" grpId="0" animBg="1"/>
      <p:bldP spid="25" grpId="0" animBg="1"/>
      <p:bldP spid="2" grpId="0"/>
      <p:bldP spid="15" grpId="0"/>
      <p:bldP spid="16" grpId="0"/>
      <p:bldP spid="16" grpId="1"/>
      <p:bldP spid="17"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ame 3"/>
          <p:cNvSpPr/>
          <p:nvPr/>
        </p:nvSpPr>
        <p:spPr>
          <a:xfrm>
            <a:off x="75302" y="74294"/>
            <a:ext cx="11984019" cy="2076226"/>
          </a:xfrm>
          <a:prstGeom prst="frame">
            <a:avLst>
              <a:gd name="adj1" fmla="val 3135"/>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err="1">
                <a:solidFill>
                  <a:schemeClr val="tx1"/>
                </a:solidFill>
              </a:rPr>
              <a:t>Tr</a:t>
            </a:r>
            <a:r>
              <a:rPr lang="vi-VN" sz="2800" b="1" dirty="0">
                <a:solidFill>
                  <a:schemeClr val="tx1"/>
                </a:solidFill>
              </a:rPr>
              <a:t>ư</a:t>
            </a:r>
            <a:r>
              <a:rPr lang="en-US" sz="2800" b="1" dirty="0" err="1">
                <a:solidFill>
                  <a:schemeClr val="tx1"/>
                </a:solidFill>
              </a:rPr>
              <a:t>ờng</a:t>
            </a:r>
            <a:r>
              <a:rPr lang="en-US" sz="2800" b="1" dirty="0">
                <a:solidFill>
                  <a:schemeClr val="tx1"/>
                </a:solidFill>
              </a:rPr>
              <a:t> </a:t>
            </a:r>
            <a:r>
              <a:rPr lang="en-US" sz="2800" b="1" dirty="0" err="1">
                <a:solidFill>
                  <a:schemeClr val="tx1"/>
                </a:solidFill>
              </a:rPr>
              <a:t>nào</a:t>
            </a:r>
            <a:r>
              <a:rPr lang="en-US" sz="2800" b="1" dirty="0">
                <a:solidFill>
                  <a:schemeClr val="tx1"/>
                </a:solidFill>
              </a:rPr>
              <a:t> </a:t>
            </a:r>
            <a:r>
              <a:rPr lang="en-US" sz="2800" b="1" dirty="0" err="1">
                <a:solidFill>
                  <a:schemeClr val="tx1"/>
                </a:solidFill>
              </a:rPr>
              <a:t>sau</a:t>
            </a:r>
            <a:r>
              <a:rPr lang="en-US" sz="2800" b="1" dirty="0">
                <a:solidFill>
                  <a:schemeClr val="tx1"/>
                </a:solidFill>
              </a:rPr>
              <a:t> </a:t>
            </a:r>
            <a:r>
              <a:rPr lang="en-US" sz="2800" b="1" dirty="0" err="1">
                <a:solidFill>
                  <a:schemeClr val="tx1"/>
                </a:solidFill>
              </a:rPr>
              <a:t>đây</a:t>
            </a:r>
            <a:r>
              <a:rPr lang="en-US" sz="2800" b="1" dirty="0">
                <a:solidFill>
                  <a:schemeClr val="tx1"/>
                </a:solidFill>
              </a:rPr>
              <a:t> </a:t>
            </a:r>
            <a:r>
              <a:rPr lang="en-US" sz="2800" b="1" dirty="0" err="1">
                <a:solidFill>
                  <a:schemeClr val="tx1"/>
                </a:solidFill>
              </a:rPr>
              <a:t>không</a:t>
            </a:r>
            <a:r>
              <a:rPr lang="en-US" sz="2800" b="1" dirty="0">
                <a:solidFill>
                  <a:schemeClr val="tx1"/>
                </a:solidFill>
              </a:rPr>
              <a:t> </a:t>
            </a:r>
            <a:r>
              <a:rPr lang="en-US" sz="2800" b="1" dirty="0" err="1">
                <a:solidFill>
                  <a:schemeClr val="tx1"/>
                </a:solidFill>
              </a:rPr>
              <a:t>tồn</a:t>
            </a:r>
            <a:r>
              <a:rPr lang="en-US" sz="2800" b="1" dirty="0">
                <a:solidFill>
                  <a:schemeClr val="tx1"/>
                </a:solidFill>
              </a:rPr>
              <a:t> </a:t>
            </a:r>
            <a:r>
              <a:rPr lang="en-US" sz="2800" b="1" dirty="0" err="1">
                <a:solidFill>
                  <a:schemeClr val="tx1"/>
                </a:solidFill>
              </a:rPr>
              <a:t>tại</a:t>
            </a:r>
            <a:r>
              <a:rPr lang="en-US" sz="2800" b="1" dirty="0">
                <a:solidFill>
                  <a:schemeClr val="tx1"/>
                </a:solidFill>
              </a:rPr>
              <a:t> </a:t>
            </a:r>
            <a:r>
              <a:rPr lang="en-US" sz="2800" b="1" dirty="0" err="1">
                <a:solidFill>
                  <a:schemeClr val="tx1"/>
                </a:solidFill>
              </a:rPr>
              <a:t>trong</a:t>
            </a:r>
            <a:r>
              <a:rPr lang="en-US" sz="2800" b="1" dirty="0">
                <a:solidFill>
                  <a:schemeClr val="tx1"/>
                </a:solidFill>
              </a:rPr>
              <a:t> header </a:t>
            </a:r>
            <a:r>
              <a:rPr lang="en-US" sz="2800" b="1" dirty="0" err="1">
                <a:solidFill>
                  <a:schemeClr val="tx1"/>
                </a:solidFill>
              </a:rPr>
              <a:t>của</a:t>
            </a:r>
            <a:r>
              <a:rPr lang="en-US" sz="2800" b="1" dirty="0">
                <a:solidFill>
                  <a:schemeClr val="tx1"/>
                </a:solidFill>
              </a:rPr>
              <a:t> </a:t>
            </a:r>
            <a:r>
              <a:rPr lang="en-US" sz="2800" b="1" dirty="0" err="1">
                <a:solidFill>
                  <a:schemeClr val="tx1"/>
                </a:solidFill>
              </a:rPr>
              <a:t>gói</a:t>
            </a:r>
            <a:r>
              <a:rPr lang="en-US" sz="2800" b="1" dirty="0">
                <a:solidFill>
                  <a:schemeClr val="tx1"/>
                </a:solidFill>
              </a:rPr>
              <a:t> tin </a:t>
            </a:r>
            <a:r>
              <a:rPr lang="en-US" sz="2800" b="1" dirty="0" err="1">
                <a:solidFill>
                  <a:schemeClr val="tx1"/>
                </a:solidFill>
              </a:rPr>
              <a:t>IPv4</a:t>
            </a:r>
            <a:r>
              <a:rPr lang="en-US" sz="2800" b="1" dirty="0">
                <a:solidFill>
                  <a:schemeClr val="tx1"/>
                </a:solidFill>
              </a:rPr>
              <a:t> </a:t>
            </a:r>
            <a:r>
              <a:rPr lang="en-US" sz="2800" b="1" dirty="0" err="1">
                <a:solidFill>
                  <a:schemeClr val="tx1"/>
                </a:solidFill>
              </a:rPr>
              <a:t>tại</a:t>
            </a:r>
            <a:r>
              <a:rPr lang="en-US" sz="2800" b="1" dirty="0">
                <a:solidFill>
                  <a:schemeClr val="tx1"/>
                </a:solidFill>
              </a:rPr>
              <a:t> </a:t>
            </a:r>
            <a:r>
              <a:rPr lang="en-US" sz="2800" b="1" dirty="0" err="1">
                <a:solidFill>
                  <a:schemeClr val="tx1"/>
                </a:solidFill>
              </a:rPr>
              <a:t>tầng</a:t>
            </a:r>
            <a:r>
              <a:rPr lang="en-US" sz="2800" b="1" dirty="0">
                <a:solidFill>
                  <a:schemeClr val="tx1"/>
                </a:solidFill>
              </a:rPr>
              <a:t> </a:t>
            </a:r>
            <a:r>
              <a:rPr lang="en-US" sz="2800" b="1" dirty="0" err="1">
                <a:solidFill>
                  <a:schemeClr val="tx1"/>
                </a:solidFill>
              </a:rPr>
              <a:t>mạng</a:t>
            </a:r>
            <a:r>
              <a:rPr lang="en-US" sz="2800" b="1" dirty="0">
                <a:solidFill>
                  <a:schemeClr val="tx1"/>
                </a:solidFill>
              </a:rPr>
              <a:t>?</a:t>
            </a:r>
          </a:p>
        </p:txBody>
      </p:sp>
      <p:sp>
        <p:nvSpPr>
          <p:cNvPr id="8" name="Frame 7"/>
          <p:cNvSpPr/>
          <p:nvPr/>
        </p:nvSpPr>
        <p:spPr>
          <a:xfrm>
            <a:off x="75304" y="2506532"/>
            <a:ext cx="11984017" cy="968188"/>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Frame 11"/>
          <p:cNvSpPr/>
          <p:nvPr/>
        </p:nvSpPr>
        <p:spPr>
          <a:xfrm>
            <a:off x="75302" y="3580057"/>
            <a:ext cx="11984017" cy="968188"/>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Frame 12"/>
          <p:cNvSpPr/>
          <p:nvPr/>
        </p:nvSpPr>
        <p:spPr>
          <a:xfrm>
            <a:off x="75302" y="4652402"/>
            <a:ext cx="11984017" cy="968188"/>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Frame 13"/>
          <p:cNvSpPr/>
          <p:nvPr/>
        </p:nvSpPr>
        <p:spPr>
          <a:xfrm>
            <a:off x="75303" y="5749795"/>
            <a:ext cx="11984017" cy="968188"/>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2" name="Oval 21"/>
          <p:cNvSpPr/>
          <p:nvPr/>
        </p:nvSpPr>
        <p:spPr>
          <a:xfrm>
            <a:off x="189602" y="2590928"/>
            <a:ext cx="829575" cy="7993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A</a:t>
            </a:r>
          </a:p>
        </p:txBody>
      </p:sp>
      <p:sp>
        <p:nvSpPr>
          <p:cNvPr id="23" name="Oval 22"/>
          <p:cNvSpPr/>
          <p:nvPr/>
        </p:nvSpPr>
        <p:spPr>
          <a:xfrm>
            <a:off x="189600" y="5834191"/>
            <a:ext cx="829575" cy="7993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D</a:t>
            </a:r>
          </a:p>
        </p:txBody>
      </p:sp>
      <p:sp>
        <p:nvSpPr>
          <p:cNvPr id="24" name="Oval 23"/>
          <p:cNvSpPr/>
          <p:nvPr/>
        </p:nvSpPr>
        <p:spPr>
          <a:xfrm>
            <a:off x="189599" y="4736798"/>
            <a:ext cx="829575" cy="7993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C</a:t>
            </a:r>
          </a:p>
        </p:txBody>
      </p:sp>
      <p:sp>
        <p:nvSpPr>
          <p:cNvPr id="25" name="Oval 24"/>
          <p:cNvSpPr/>
          <p:nvPr/>
        </p:nvSpPr>
        <p:spPr>
          <a:xfrm>
            <a:off x="189599" y="3664453"/>
            <a:ext cx="829575" cy="7993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B</a:t>
            </a:r>
          </a:p>
        </p:txBody>
      </p:sp>
      <p:sp>
        <p:nvSpPr>
          <p:cNvPr id="2" name="TextBox 1"/>
          <p:cNvSpPr txBox="1"/>
          <p:nvPr/>
        </p:nvSpPr>
        <p:spPr>
          <a:xfrm>
            <a:off x="1133471" y="3884631"/>
            <a:ext cx="10572750" cy="369332"/>
          </a:xfrm>
          <a:prstGeom prst="rect">
            <a:avLst/>
          </a:prstGeom>
          <a:noFill/>
        </p:spPr>
        <p:txBody>
          <a:bodyPr wrap="square" rtlCol="0">
            <a:spAutoFit/>
          </a:bodyPr>
          <a:lstStyle/>
          <a:p>
            <a:r>
              <a:rPr lang="en-US" dirty="0"/>
              <a:t>Checksum</a:t>
            </a:r>
          </a:p>
        </p:txBody>
      </p:sp>
      <p:sp>
        <p:nvSpPr>
          <p:cNvPr id="15" name="TextBox 14"/>
          <p:cNvSpPr txBox="1"/>
          <p:nvPr/>
        </p:nvSpPr>
        <p:spPr>
          <a:xfrm>
            <a:off x="1133471" y="2805959"/>
            <a:ext cx="10572750" cy="369332"/>
          </a:xfrm>
          <a:prstGeom prst="rect">
            <a:avLst/>
          </a:prstGeom>
          <a:noFill/>
        </p:spPr>
        <p:txBody>
          <a:bodyPr wrap="square" rtlCol="0">
            <a:spAutoFit/>
          </a:bodyPr>
          <a:lstStyle/>
          <a:p>
            <a:r>
              <a:rPr lang="en-US" dirty="0" err="1"/>
              <a:t>Địa</a:t>
            </a:r>
            <a:r>
              <a:rPr lang="en-US" dirty="0"/>
              <a:t> </a:t>
            </a:r>
            <a:r>
              <a:rPr lang="en-US" dirty="0" err="1"/>
              <a:t>chỉ</a:t>
            </a:r>
            <a:r>
              <a:rPr lang="en-US" dirty="0"/>
              <a:t> 32 bit </a:t>
            </a:r>
            <a:r>
              <a:rPr lang="en-US" dirty="0" err="1"/>
              <a:t>của</a:t>
            </a:r>
            <a:r>
              <a:rPr lang="en-US" dirty="0"/>
              <a:t> </a:t>
            </a:r>
            <a:r>
              <a:rPr lang="en-US" dirty="0" err="1"/>
              <a:t>máy</a:t>
            </a:r>
            <a:r>
              <a:rPr lang="en-US" dirty="0"/>
              <a:t> </a:t>
            </a:r>
            <a:r>
              <a:rPr lang="en-US" dirty="0" err="1"/>
              <a:t>nguồn</a:t>
            </a:r>
            <a:r>
              <a:rPr lang="en-US" dirty="0"/>
              <a:t> (source IP address)</a:t>
            </a:r>
          </a:p>
        </p:txBody>
      </p:sp>
      <p:sp>
        <p:nvSpPr>
          <p:cNvPr id="16" name="TextBox 15"/>
          <p:cNvSpPr txBox="1"/>
          <p:nvPr/>
        </p:nvSpPr>
        <p:spPr>
          <a:xfrm>
            <a:off x="1133471" y="4951829"/>
            <a:ext cx="10572750" cy="369332"/>
          </a:xfrm>
          <a:prstGeom prst="rect">
            <a:avLst/>
          </a:prstGeom>
          <a:noFill/>
        </p:spPr>
        <p:txBody>
          <a:bodyPr wrap="square" rtlCol="0">
            <a:spAutoFit/>
          </a:bodyPr>
          <a:lstStyle/>
          <a:p>
            <a:r>
              <a:rPr lang="en-US" dirty="0" err="1"/>
              <a:t>Cổng</a:t>
            </a:r>
            <a:r>
              <a:rPr lang="en-US" dirty="0"/>
              <a:t> 16 bit </a:t>
            </a:r>
            <a:r>
              <a:rPr lang="en-US" dirty="0" err="1"/>
              <a:t>của</a:t>
            </a:r>
            <a:r>
              <a:rPr lang="en-US" dirty="0"/>
              <a:t> </a:t>
            </a:r>
            <a:r>
              <a:rPr lang="en-US" dirty="0" err="1"/>
              <a:t>máy</a:t>
            </a:r>
            <a:r>
              <a:rPr lang="en-US" dirty="0"/>
              <a:t> </a:t>
            </a:r>
            <a:r>
              <a:rPr lang="en-US" dirty="0" err="1"/>
              <a:t>nguồn</a:t>
            </a:r>
            <a:r>
              <a:rPr lang="en-US" dirty="0"/>
              <a:t> (source port number)</a:t>
            </a:r>
          </a:p>
        </p:txBody>
      </p:sp>
      <p:sp>
        <p:nvSpPr>
          <p:cNvPr id="17" name="TextBox 16"/>
          <p:cNvSpPr txBox="1"/>
          <p:nvPr/>
        </p:nvSpPr>
        <p:spPr>
          <a:xfrm>
            <a:off x="1133471" y="6068101"/>
            <a:ext cx="10572750" cy="369332"/>
          </a:xfrm>
          <a:prstGeom prst="rect">
            <a:avLst/>
          </a:prstGeom>
          <a:noFill/>
        </p:spPr>
        <p:txBody>
          <a:bodyPr wrap="square" rtlCol="0">
            <a:spAutoFit/>
          </a:bodyPr>
          <a:lstStyle/>
          <a:p>
            <a:r>
              <a:rPr lang="en-US" dirty="0"/>
              <a:t>Time to live (</a:t>
            </a:r>
            <a:r>
              <a:rPr lang="en-US" dirty="0" err="1"/>
              <a:t>TTL</a:t>
            </a:r>
            <a:r>
              <a:rPr lang="en-US" dirty="0"/>
              <a:t>)</a:t>
            </a:r>
          </a:p>
        </p:txBody>
      </p:sp>
      <p:sp>
        <p:nvSpPr>
          <p:cNvPr id="6" name="Tiêu đề 5">
            <a:extLst>
              <a:ext uri="{FF2B5EF4-FFF2-40B4-BE49-F238E27FC236}">
                <a16:creationId xmlns:a16="http://schemas.microsoft.com/office/drawing/2014/main" id="{EA5CE480-A702-4D90-A871-25503CC4D7F1}"/>
              </a:ext>
            </a:extLst>
          </p:cNvPr>
          <p:cNvSpPr>
            <a:spLocks noGrp="1"/>
          </p:cNvSpPr>
          <p:nvPr>
            <p:ph type="ctrTitle"/>
          </p:nvPr>
        </p:nvSpPr>
        <p:spPr/>
        <p:txBody>
          <a:bodyPr/>
          <a:lstStyle/>
          <a:p>
            <a:endParaRPr lang="en-US"/>
          </a:p>
        </p:txBody>
      </p:sp>
      <p:sp>
        <p:nvSpPr>
          <p:cNvPr id="7" name="Tiêu đề phụ 6">
            <a:extLst>
              <a:ext uri="{FF2B5EF4-FFF2-40B4-BE49-F238E27FC236}">
                <a16:creationId xmlns:a16="http://schemas.microsoft.com/office/drawing/2014/main" id="{46759ACE-FBB7-42D7-A839-54DB10A8BB38}"/>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154859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trips(downLeft)">
                                      <p:cBhvr>
                                        <p:cTn id="7" dur="500"/>
                                        <p:tgtEl>
                                          <p:spTgt spid="4"/>
                                        </p:tgtEl>
                                      </p:cBhvr>
                                    </p:animEffect>
                                  </p:childTnLst>
                                </p:cTn>
                              </p:par>
                              <p:par>
                                <p:cTn id="8" presetID="18" presetClass="entr" presetSubtype="12"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strips(downLeft)">
                                      <p:cBhvr>
                                        <p:cTn id="10" dur="500"/>
                                        <p:tgtEl>
                                          <p:spTgt spid="8"/>
                                        </p:tgtEl>
                                      </p:cBhvr>
                                    </p:animEffect>
                                  </p:childTnLst>
                                </p:cTn>
                              </p:par>
                              <p:par>
                                <p:cTn id="11" presetID="18" presetClass="entr" presetSubtype="12"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strips(downLeft)">
                                      <p:cBhvr>
                                        <p:cTn id="13" dur="500"/>
                                        <p:tgtEl>
                                          <p:spTgt spid="12"/>
                                        </p:tgtEl>
                                      </p:cBhvr>
                                    </p:animEffect>
                                  </p:childTnLst>
                                </p:cTn>
                              </p:par>
                              <p:par>
                                <p:cTn id="14" presetID="18" presetClass="entr" presetSubtype="12"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strips(downLeft)">
                                      <p:cBhvr>
                                        <p:cTn id="16" dur="500"/>
                                        <p:tgtEl>
                                          <p:spTgt spid="13"/>
                                        </p:tgtEl>
                                      </p:cBhvr>
                                    </p:animEffect>
                                  </p:childTnLst>
                                </p:cTn>
                              </p:par>
                              <p:par>
                                <p:cTn id="17" presetID="18" presetClass="entr" presetSubtype="12"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strips(downLeft)">
                                      <p:cBhvr>
                                        <p:cTn id="19" dur="500"/>
                                        <p:tgtEl>
                                          <p:spTgt spid="14"/>
                                        </p:tgtEl>
                                      </p:cBhvr>
                                    </p:animEffect>
                                  </p:childTnLst>
                                </p:cTn>
                              </p:par>
                              <p:par>
                                <p:cTn id="20" presetID="18" presetClass="entr" presetSubtype="12" fill="hold" grpId="0" nodeType="with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strips(downLeft)">
                                      <p:cBhvr>
                                        <p:cTn id="22" dur="500"/>
                                        <p:tgtEl>
                                          <p:spTgt spid="23"/>
                                        </p:tgtEl>
                                      </p:cBhvr>
                                    </p:animEffect>
                                  </p:childTnLst>
                                </p:cTn>
                              </p:par>
                              <p:par>
                                <p:cTn id="23" presetID="18" presetClass="entr" presetSubtype="12"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strips(downLeft)">
                                      <p:cBhvr>
                                        <p:cTn id="25" dur="500"/>
                                        <p:tgtEl>
                                          <p:spTgt spid="24"/>
                                        </p:tgtEl>
                                      </p:cBhvr>
                                    </p:animEffect>
                                  </p:childTnLst>
                                </p:cTn>
                              </p:par>
                              <p:par>
                                <p:cTn id="26" presetID="18" presetClass="entr" presetSubtype="12" fill="hold" grpId="0" nodeType="with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strips(downLeft)">
                                      <p:cBhvr>
                                        <p:cTn id="28" dur="500"/>
                                        <p:tgtEl>
                                          <p:spTgt spid="25"/>
                                        </p:tgtEl>
                                      </p:cBhvr>
                                    </p:animEffect>
                                  </p:childTnLst>
                                </p:cTn>
                              </p:par>
                              <p:par>
                                <p:cTn id="29" presetID="18" presetClass="entr" presetSubtype="12" fill="hold" grpId="0" nodeType="with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strips(downLeft)">
                                      <p:cBhvr>
                                        <p:cTn id="31" dur="500"/>
                                        <p:tgtEl>
                                          <p:spTgt spid="22"/>
                                        </p:tgtEl>
                                      </p:cBhvr>
                                    </p:animEffect>
                                  </p:childTnLst>
                                </p:cTn>
                              </p:par>
                              <p:par>
                                <p:cTn id="32" presetID="18" presetClass="entr" presetSubtype="12"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strips(downLeft)">
                                      <p:cBhvr>
                                        <p:cTn id="34" dur="500"/>
                                        <p:tgtEl>
                                          <p:spTgt spid="15"/>
                                        </p:tgtEl>
                                      </p:cBhvr>
                                    </p:animEffect>
                                  </p:childTnLst>
                                </p:cTn>
                              </p:par>
                              <p:par>
                                <p:cTn id="35" presetID="18" presetClass="entr" presetSubtype="12" fill="hold" grpId="0" nodeType="with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strips(downLeft)">
                                      <p:cBhvr>
                                        <p:cTn id="37" dur="500"/>
                                        <p:tgtEl>
                                          <p:spTgt spid="2"/>
                                        </p:tgtEl>
                                      </p:cBhvr>
                                    </p:animEffect>
                                  </p:childTnLst>
                                </p:cTn>
                              </p:par>
                              <p:par>
                                <p:cTn id="38" presetID="18" presetClass="entr" presetSubtype="12" fill="hold" grpId="0" nodeType="withEffect">
                                  <p:stCondLst>
                                    <p:cond delay="0"/>
                                  </p:stCondLst>
                                  <p:iterate type="lt">
                                    <p:tmPct val="0"/>
                                  </p:iterate>
                                  <p:childTnLst>
                                    <p:set>
                                      <p:cBhvr>
                                        <p:cTn id="39" dur="1" fill="hold">
                                          <p:stCondLst>
                                            <p:cond delay="0"/>
                                          </p:stCondLst>
                                        </p:cTn>
                                        <p:tgtEl>
                                          <p:spTgt spid="16"/>
                                        </p:tgtEl>
                                        <p:attrNameLst>
                                          <p:attrName>style.visibility</p:attrName>
                                        </p:attrNameLst>
                                      </p:cBhvr>
                                      <p:to>
                                        <p:strVal val="visible"/>
                                      </p:to>
                                    </p:set>
                                    <p:animEffect transition="in" filter="strips(downLeft)">
                                      <p:cBhvr>
                                        <p:cTn id="40" dur="500"/>
                                        <p:tgtEl>
                                          <p:spTgt spid="16"/>
                                        </p:tgtEl>
                                      </p:cBhvr>
                                    </p:animEffect>
                                  </p:childTnLst>
                                </p:cTn>
                              </p:par>
                              <p:par>
                                <p:cTn id="41" presetID="18" presetClass="entr" presetSubtype="12"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strips(downLeft)">
                                      <p:cBhvr>
                                        <p:cTn id="43" dur="500"/>
                                        <p:tgtEl>
                                          <p:spTgt spid="17"/>
                                        </p:tgtEl>
                                      </p:cBhvr>
                                    </p:animEffect>
                                  </p:childTnLst>
                                </p:cTn>
                              </p:par>
                            </p:childTnLst>
                          </p:cTn>
                        </p:par>
                      </p:childTnLst>
                    </p:cTn>
                  </p:par>
                  <p:par>
                    <p:cTn id="44" fill="hold">
                      <p:stCondLst>
                        <p:cond delay="indefinite"/>
                      </p:stCondLst>
                      <p:childTnLst>
                        <p:par>
                          <p:cTn id="45" fill="hold">
                            <p:stCondLst>
                              <p:cond delay="0"/>
                            </p:stCondLst>
                            <p:childTnLst>
                              <p:par>
                                <p:cTn id="46" presetID="1" presetClass="emph" presetSubtype="2" fill="hold" nodeType="clickEffect">
                                  <p:stCondLst>
                                    <p:cond delay="0"/>
                                  </p:stCondLst>
                                  <p:childTnLst>
                                    <p:animClr clrSpc="rgb" dir="cw">
                                      <p:cBhvr>
                                        <p:cTn id="47" dur="2000" fill="hold"/>
                                        <p:tgtEl>
                                          <p:spTgt spid="13"/>
                                        </p:tgtEl>
                                        <p:attrNameLst>
                                          <p:attrName>fillcolor</p:attrName>
                                        </p:attrNameLst>
                                      </p:cBhvr>
                                      <p:to>
                                        <a:schemeClr val="accent2"/>
                                      </p:to>
                                    </p:animClr>
                                    <p:set>
                                      <p:cBhvr>
                                        <p:cTn id="48" dur="2000" fill="hold"/>
                                        <p:tgtEl>
                                          <p:spTgt spid="13"/>
                                        </p:tgtEl>
                                        <p:attrNameLst>
                                          <p:attrName>fill.type</p:attrName>
                                        </p:attrNameLst>
                                      </p:cBhvr>
                                      <p:to>
                                        <p:strVal val="solid"/>
                                      </p:to>
                                    </p:set>
                                    <p:set>
                                      <p:cBhvr>
                                        <p:cTn id="49" dur="2000" fill="hold"/>
                                        <p:tgtEl>
                                          <p:spTgt spid="13"/>
                                        </p:tgtEl>
                                        <p:attrNameLst>
                                          <p:attrName>fill.on</p:attrName>
                                        </p:attrNameLst>
                                      </p:cBhvr>
                                      <p:to>
                                        <p:strVal val="true"/>
                                      </p:to>
                                    </p:set>
                                  </p:childTnLst>
                                </p:cTn>
                              </p:par>
                              <p:par>
                                <p:cTn id="50" presetID="1" presetClass="emph" presetSubtype="2" fill="hold" nodeType="withEffect">
                                  <p:stCondLst>
                                    <p:cond delay="0"/>
                                  </p:stCondLst>
                                  <p:childTnLst>
                                    <p:animClr clrSpc="rgb" dir="cw">
                                      <p:cBhvr>
                                        <p:cTn id="51" dur="2000" fill="hold"/>
                                        <p:tgtEl>
                                          <p:spTgt spid="24"/>
                                        </p:tgtEl>
                                        <p:attrNameLst>
                                          <p:attrName>fillcolor</p:attrName>
                                        </p:attrNameLst>
                                      </p:cBhvr>
                                      <p:to>
                                        <a:schemeClr val="accent2"/>
                                      </p:to>
                                    </p:animClr>
                                    <p:set>
                                      <p:cBhvr>
                                        <p:cTn id="52" dur="2000" fill="hold"/>
                                        <p:tgtEl>
                                          <p:spTgt spid="24"/>
                                        </p:tgtEl>
                                        <p:attrNameLst>
                                          <p:attrName>fill.type</p:attrName>
                                        </p:attrNameLst>
                                      </p:cBhvr>
                                      <p:to>
                                        <p:strVal val="solid"/>
                                      </p:to>
                                    </p:set>
                                    <p:set>
                                      <p:cBhvr>
                                        <p:cTn id="53" dur="2000" fill="hold"/>
                                        <p:tgtEl>
                                          <p:spTgt spid="24"/>
                                        </p:tgtEl>
                                        <p:attrNameLst>
                                          <p:attrName>fill.on</p:attrName>
                                        </p:attrNameLst>
                                      </p:cBhvr>
                                      <p:to>
                                        <p:strVal val="true"/>
                                      </p:to>
                                    </p:set>
                                  </p:childTnLst>
                                </p:cTn>
                              </p:par>
                              <p:par>
                                <p:cTn id="54" presetID="36" presetClass="emph" presetSubtype="0" fill="hold" grpId="1" nodeType="withEffect">
                                  <p:stCondLst>
                                    <p:cond delay="0"/>
                                  </p:stCondLst>
                                  <p:iterate type="lt">
                                    <p:tmPct val="10000"/>
                                  </p:iterate>
                                  <p:childTnLst>
                                    <p:animScale>
                                      <p:cBhvr>
                                        <p:cTn id="55" dur="250" autoRev="1" fill="hold">
                                          <p:stCondLst>
                                            <p:cond delay="0"/>
                                          </p:stCondLst>
                                        </p:cTn>
                                        <p:tgtEl>
                                          <p:spTgt spid="16"/>
                                        </p:tgtEl>
                                      </p:cBhvr>
                                      <p:to x="80000" y="100000"/>
                                    </p:animScale>
                                    <p:anim by="(#ppt_w*0.10)" calcmode="lin" valueType="num">
                                      <p:cBhvr>
                                        <p:cTn id="56" dur="250" autoRev="1" fill="hold">
                                          <p:stCondLst>
                                            <p:cond delay="0"/>
                                          </p:stCondLst>
                                        </p:cTn>
                                        <p:tgtEl>
                                          <p:spTgt spid="16"/>
                                        </p:tgtEl>
                                        <p:attrNameLst>
                                          <p:attrName>ppt_x</p:attrName>
                                        </p:attrNameLst>
                                      </p:cBhvr>
                                    </p:anim>
                                    <p:anim by="(-#ppt_w*0.10)" calcmode="lin" valueType="num">
                                      <p:cBhvr>
                                        <p:cTn id="57" dur="250" autoRev="1" fill="hold">
                                          <p:stCondLst>
                                            <p:cond delay="0"/>
                                          </p:stCondLst>
                                        </p:cTn>
                                        <p:tgtEl>
                                          <p:spTgt spid="16"/>
                                        </p:tgtEl>
                                        <p:attrNameLst>
                                          <p:attrName>ppt_y</p:attrName>
                                        </p:attrNameLst>
                                      </p:cBhvr>
                                    </p:anim>
                                    <p:animRot by="-480000">
                                      <p:cBhvr>
                                        <p:cTn id="58" dur="250" autoRev="1" fill="hold">
                                          <p:stCondLst>
                                            <p:cond delay="0"/>
                                          </p:stCondLst>
                                        </p:cTn>
                                        <p:tgtEl>
                                          <p:spTgt spid="16"/>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P spid="12" grpId="0" animBg="1"/>
      <p:bldP spid="13" grpId="0" animBg="1"/>
      <p:bldP spid="14" grpId="0" animBg="1"/>
      <p:bldP spid="22" grpId="0" animBg="1"/>
      <p:bldP spid="23" grpId="0" animBg="1"/>
      <p:bldP spid="24" grpId="0" animBg="1"/>
      <p:bldP spid="25" grpId="0" animBg="1"/>
      <p:bldP spid="2" grpId="0"/>
      <p:bldP spid="15" grpId="0"/>
      <p:bldP spid="16" grpId="0"/>
      <p:bldP spid="16" grpId="1"/>
      <p:bldP spid="17"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ame 3"/>
          <p:cNvSpPr/>
          <p:nvPr/>
        </p:nvSpPr>
        <p:spPr>
          <a:xfrm>
            <a:off x="75302" y="74294"/>
            <a:ext cx="11984019" cy="2076226"/>
          </a:xfrm>
          <a:prstGeom prst="frame">
            <a:avLst>
              <a:gd name="adj1" fmla="val 3135"/>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err="1">
                <a:solidFill>
                  <a:schemeClr val="tx1"/>
                </a:solidFill>
              </a:rPr>
              <a:t>Địa</a:t>
            </a:r>
            <a:r>
              <a:rPr lang="en-US" sz="2800" b="1" dirty="0">
                <a:solidFill>
                  <a:schemeClr val="tx1"/>
                </a:solidFill>
              </a:rPr>
              <a:t> </a:t>
            </a:r>
            <a:r>
              <a:rPr lang="en-US" sz="2800" b="1" dirty="0" err="1">
                <a:solidFill>
                  <a:schemeClr val="tx1"/>
                </a:solidFill>
              </a:rPr>
              <a:t>chỉ</a:t>
            </a:r>
            <a:r>
              <a:rPr lang="en-US" sz="2800" b="1" dirty="0">
                <a:solidFill>
                  <a:schemeClr val="tx1"/>
                </a:solidFill>
              </a:rPr>
              <a:t> </a:t>
            </a:r>
            <a:r>
              <a:rPr lang="en-US" sz="2800" b="1" dirty="0" err="1">
                <a:solidFill>
                  <a:schemeClr val="tx1"/>
                </a:solidFill>
              </a:rPr>
              <a:t>nào</a:t>
            </a:r>
            <a:r>
              <a:rPr lang="en-US" sz="2800" b="1" dirty="0">
                <a:solidFill>
                  <a:schemeClr val="tx1"/>
                </a:solidFill>
              </a:rPr>
              <a:t> </a:t>
            </a:r>
            <a:r>
              <a:rPr lang="en-US" sz="2800" b="1" dirty="0" err="1">
                <a:solidFill>
                  <a:schemeClr val="tx1"/>
                </a:solidFill>
              </a:rPr>
              <a:t>là</a:t>
            </a:r>
            <a:r>
              <a:rPr lang="en-US" sz="2800" b="1" dirty="0">
                <a:solidFill>
                  <a:schemeClr val="tx1"/>
                </a:solidFill>
              </a:rPr>
              <a:t> </a:t>
            </a:r>
            <a:r>
              <a:rPr lang="en-US" sz="2800" b="1" dirty="0" err="1">
                <a:solidFill>
                  <a:schemeClr val="tx1"/>
                </a:solidFill>
              </a:rPr>
              <a:t>địa</a:t>
            </a:r>
            <a:r>
              <a:rPr lang="en-US" sz="2800" b="1" dirty="0">
                <a:solidFill>
                  <a:schemeClr val="tx1"/>
                </a:solidFill>
              </a:rPr>
              <a:t> </a:t>
            </a:r>
            <a:r>
              <a:rPr lang="en-US" sz="2800" b="1" dirty="0" err="1">
                <a:solidFill>
                  <a:schemeClr val="tx1"/>
                </a:solidFill>
              </a:rPr>
              <a:t>chỉ</a:t>
            </a:r>
            <a:r>
              <a:rPr lang="en-US" sz="2800" b="1" dirty="0">
                <a:solidFill>
                  <a:schemeClr val="tx1"/>
                </a:solidFill>
              </a:rPr>
              <a:t> broadcast </a:t>
            </a:r>
            <a:r>
              <a:rPr lang="en-US" sz="2800" b="1" dirty="0" err="1">
                <a:solidFill>
                  <a:schemeClr val="tx1"/>
                </a:solidFill>
              </a:rPr>
              <a:t>của</a:t>
            </a:r>
            <a:r>
              <a:rPr lang="en-US" sz="2800" b="1" dirty="0">
                <a:solidFill>
                  <a:schemeClr val="tx1"/>
                </a:solidFill>
              </a:rPr>
              <a:t> </a:t>
            </a:r>
            <a:r>
              <a:rPr lang="en-US" sz="2800" b="1" dirty="0" err="1">
                <a:solidFill>
                  <a:schemeClr val="tx1"/>
                </a:solidFill>
              </a:rPr>
              <a:t>lớp</a:t>
            </a:r>
            <a:r>
              <a:rPr lang="en-US" sz="2800" b="1" dirty="0">
                <a:solidFill>
                  <a:schemeClr val="tx1"/>
                </a:solidFill>
              </a:rPr>
              <a:t> 2?</a:t>
            </a:r>
          </a:p>
        </p:txBody>
      </p:sp>
      <p:sp>
        <p:nvSpPr>
          <p:cNvPr id="8" name="Frame 7"/>
          <p:cNvSpPr/>
          <p:nvPr/>
        </p:nvSpPr>
        <p:spPr>
          <a:xfrm>
            <a:off x="75304" y="2506532"/>
            <a:ext cx="11984017" cy="968188"/>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Frame 11"/>
          <p:cNvSpPr/>
          <p:nvPr/>
        </p:nvSpPr>
        <p:spPr>
          <a:xfrm>
            <a:off x="75302" y="3580057"/>
            <a:ext cx="11984017" cy="968188"/>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Frame 12"/>
          <p:cNvSpPr/>
          <p:nvPr/>
        </p:nvSpPr>
        <p:spPr>
          <a:xfrm>
            <a:off x="75302" y="4652402"/>
            <a:ext cx="11984017" cy="968188"/>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Frame 13"/>
          <p:cNvSpPr/>
          <p:nvPr/>
        </p:nvSpPr>
        <p:spPr>
          <a:xfrm>
            <a:off x="75303" y="5749795"/>
            <a:ext cx="11984017" cy="968188"/>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2" name="Oval 21"/>
          <p:cNvSpPr/>
          <p:nvPr/>
        </p:nvSpPr>
        <p:spPr>
          <a:xfrm>
            <a:off x="189602" y="2590928"/>
            <a:ext cx="829575" cy="7993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A</a:t>
            </a:r>
          </a:p>
        </p:txBody>
      </p:sp>
      <p:sp>
        <p:nvSpPr>
          <p:cNvPr id="23" name="Oval 22"/>
          <p:cNvSpPr/>
          <p:nvPr/>
        </p:nvSpPr>
        <p:spPr>
          <a:xfrm>
            <a:off x="189600" y="5834191"/>
            <a:ext cx="829575" cy="7993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D</a:t>
            </a:r>
          </a:p>
        </p:txBody>
      </p:sp>
      <p:sp>
        <p:nvSpPr>
          <p:cNvPr id="24" name="Oval 23"/>
          <p:cNvSpPr/>
          <p:nvPr/>
        </p:nvSpPr>
        <p:spPr>
          <a:xfrm>
            <a:off x="189599" y="4736798"/>
            <a:ext cx="829575" cy="7993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C</a:t>
            </a:r>
          </a:p>
        </p:txBody>
      </p:sp>
      <p:sp>
        <p:nvSpPr>
          <p:cNvPr id="25" name="Oval 24"/>
          <p:cNvSpPr/>
          <p:nvPr/>
        </p:nvSpPr>
        <p:spPr>
          <a:xfrm>
            <a:off x="189599" y="3664453"/>
            <a:ext cx="829575" cy="7993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B</a:t>
            </a:r>
          </a:p>
        </p:txBody>
      </p:sp>
      <p:sp>
        <p:nvSpPr>
          <p:cNvPr id="2" name="TextBox 1"/>
          <p:cNvSpPr txBox="1"/>
          <p:nvPr/>
        </p:nvSpPr>
        <p:spPr>
          <a:xfrm>
            <a:off x="1133471" y="3884631"/>
            <a:ext cx="10572750" cy="369332"/>
          </a:xfrm>
          <a:prstGeom prst="rect">
            <a:avLst/>
          </a:prstGeom>
          <a:noFill/>
        </p:spPr>
        <p:txBody>
          <a:bodyPr wrap="square" rtlCol="0">
            <a:spAutoFit/>
          </a:bodyPr>
          <a:lstStyle/>
          <a:p>
            <a:r>
              <a:rPr lang="en-US" dirty="0" err="1"/>
              <a:t>AAAA.AAAA.AAAA</a:t>
            </a:r>
            <a:endParaRPr lang="en-US" dirty="0"/>
          </a:p>
        </p:txBody>
      </p:sp>
      <p:sp>
        <p:nvSpPr>
          <p:cNvPr id="15" name="TextBox 14"/>
          <p:cNvSpPr txBox="1"/>
          <p:nvPr/>
        </p:nvSpPr>
        <p:spPr>
          <a:xfrm>
            <a:off x="1133471" y="2805959"/>
            <a:ext cx="10572750" cy="369332"/>
          </a:xfrm>
          <a:prstGeom prst="rect">
            <a:avLst/>
          </a:prstGeom>
          <a:noFill/>
        </p:spPr>
        <p:txBody>
          <a:bodyPr wrap="square" rtlCol="0">
            <a:spAutoFit/>
          </a:bodyPr>
          <a:lstStyle/>
          <a:p>
            <a:r>
              <a:rPr lang="en-US" dirty="0"/>
              <a:t>111.111.111.111</a:t>
            </a:r>
          </a:p>
        </p:txBody>
      </p:sp>
      <p:sp>
        <p:nvSpPr>
          <p:cNvPr id="16" name="TextBox 15"/>
          <p:cNvSpPr txBox="1"/>
          <p:nvPr/>
        </p:nvSpPr>
        <p:spPr>
          <a:xfrm>
            <a:off x="1133471" y="4951829"/>
            <a:ext cx="10572750" cy="369332"/>
          </a:xfrm>
          <a:prstGeom prst="rect">
            <a:avLst/>
          </a:prstGeom>
          <a:noFill/>
        </p:spPr>
        <p:txBody>
          <a:bodyPr wrap="square" rtlCol="0">
            <a:spAutoFit/>
          </a:bodyPr>
          <a:lstStyle/>
          <a:p>
            <a:r>
              <a:rPr lang="en-US" dirty="0"/>
              <a:t>255.255.255.255</a:t>
            </a:r>
          </a:p>
        </p:txBody>
      </p:sp>
      <p:sp>
        <p:nvSpPr>
          <p:cNvPr id="17" name="TextBox 16"/>
          <p:cNvSpPr txBox="1"/>
          <p:nvPr/>
        </p:nvSpPr>
        <p:spPr>
          <a:xfrm>
            <a:off x="1133471" y="6068101"/>
            <a:ext cx="10572750" cy="369332"/>
          </a:xfrm>
          <a:prstGeom prst="rect">
            <a:avLst/>
          </a:prstGeom>
          <a:noFill/>
        </p:spPr>
        <p:txBody>
          <a:bodyPr wrap="square" rtlCol="0">
            <a:spAutoFit/>
          </a:bodyPr>
          <a:lstStyle/>
          <a:p>
            <a:r>
              <a:rPr lang="en-US" dirty="0" err="1"/>
              <a:t>FFFF.FFFF.FFFF</a:t>
            </a:r>
            <a:endParaRPr lang="en-US" dirty="0"/>
          </a:p>
        </p:txBody>
      </p:sp>
      <p:sp>
        <p:nvSpPr>
          <p:cNvPr id="6" name="Tiêu đề 5">
            <a:extLst>
              <a:ext uri="{FF2B5EF4-FFF2-40B4-BE49-F238E27FC236}">
                <a16:creationId xmlns:a16="http://schemas.microsoft.com/office/drawing/2014/main" id="{973ACF84-CAF6-4E41-8FBA-5C40AF6556A1}"/>
              </a:ext>
            </a:extLst>
          </p:cNvPr>
          <p:cNvSpPr>
            <a:spLocks noGrp="1"/>
          </p:cNvSpPr>
          <p:nvPr>
            <p:ph type="ctrTitle"/>
          </p:nvPr>
        </p:nvSpPr>
        <p:spPr/>
        <p:txBody>
          <a:bodyPr/>
          <a:lstStyle/>
          <a:p>
            <a:endParaRPr lang="en-US"/>
          </a:p>
        </p:txBody>
      </p:sp>
      <p:sp>
        <p:nvSpPr>
          <p:cNvPr id="7" name="Tiêu đề phụ 6">
            <a:extLst>
              <a:ext uri="{FF2B5EF4-FFF2-40B4-BE49-F238E27FC236}">
                <a16:creationId xmlns:a16="http://schemas.microsoft.com/office/drawing/2014/main" id="{7D7E5702-8294-4EDE-98F9-E894B2877517}"/>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3138045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trips(downLeft)">
                                      <p:cBhvr>
                                        <p:cTn id="7" dur="500"/>
                                        <p:tgtEl>
                                          <p:spTgt spid="4"/>
                                        </p:tgtEl>
                                      </p:cBhvr>
                                    </p:animEffect>
                                  </p:childTnLst>
                                </p:cTn>
                              </p:par>
                              <p:par>
                                <p:cTn id="8" presetID="18" presetClass="entr" presetSubtype="12"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strips(downLeft)">
                                      <p:cBhvr>
                                        <p:cTn id="10" dur="500"/>
                                        <p:tgtEl>
                                          <p:spTgt spid="8"/>
                                        </p:tgtEl>
                                      </p:cBhvr>
                                    </p:animEffect>
                                  </p:childTnLst>
                                </p:cTn>
                              </p:par>
                              <p:par>
                                <p:cTn id="11" presetID="18" presetClass="entr" presetSubtype="12"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strips(downLeft)">
                                      <p:cBhvr>
                                        <p:cTn id="13" dur="500"/>
                                        <p:tgtEl>
                                          <p:spTgt spid="12"/>
                                        </p:tgtEl>
                                      </p:cBhvr>
                                    </p:animEffect>
                                  </p:childTnLst>
                                </p:cTn>
                              </p:par>
                              <p:par>
                                <p:cTn id="14" presetID="18" presetClass="entr" presetSubtype="12"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strips(downLeft)">
                                      <p:cBhvr>
                                        <p:cTn id="16" dur="500"/>
                                        <p:tgtEl>
                                          <p:spTgt spid="13"/>
                                        </p:tgtEl>
                                      </p:cBhvr>
                                    </p:animEffect>
                                  </p:childTnLst>
                                </p:cTn>
                              </p:par>
                              <p:par>
                                <p:cTn id="17" presetID="18" presetClass="entr" presetSubtype="12"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strips(downLeft)">
                                      <p:cBhvr>
                                        <p:cTn id="19" dur="500"/>
                                        <p:tgtEl>
                                          <p:spTgt spid="14"/>
                                        </p:tgtEl>
                                      </p:cBhvr>
                                    </p:animEffect>
                                  </p:childTnLst>
                                </p:cTn>
                              </p:par>
                              <p:par>
                                <p:cTn id="20" presetID="18" presetClass="entr" presetSubtype="12" fill="hold" grpId="0" nodeType="with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strips(downLeft)">
                                      <p:cBhvr>
                                        <p:cTn id="22" dur="500"/>
                                        <p:tgtEl>
                                          <p:spTgt spid="23"/>
                                        </p:tgtEl>
                                      </p:cBhvr>
                                    </p:animEffect>
                                  </p:childTnLst>
                                </p:cTn>
                              </p:par>
                              <p:par>
                                <p:cTn id="23" presetID="18" presetClass="entr" presetSubtype="12"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strips(downLeft)">
                                      <p:cBhvr>
                                        <p:cTn id="25" dur="500"/>
                                        <p:tgtEl>
                                          <p:spTgt spid="24"/>
                                        </p:tgtEl>
                                      </p:cBhvr>
                                    </p:animEffect>
                                  </p:childTnLst>
                                </p:cTn>
                              </p:par>
                              <p:par>
                                <p:cTn id="26" presetID="18" presetClass="entr" presetSubtype="12" fill="hold" grpId="0" nodeType="with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strips(downLeft)">
                                      <p:cBhvr>
                                        <p:cTn id="28" dur="500"/>
                                        <p:tgtEl>
                                          <p:spTgt spid="25"/>
                                        </p:tgtEl>
                                      </p:cBhvr>
                                    </p:animEffect>
                                  </p:childTnLst>
                                </p:cTn>
                              </p:par>
                              <p:par>
                                <p:cTn id="29" presetID="18" presetClass="entr" presetSubtype="12" fill="hold" grpId="0" nodeType="with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strips(downLeft)">
                                      <p:cBhvr>
                                        <p:cTn id="31" dur="500"/>
                                        <p:tgtEl>
                                          <p:spTgt spid="22"/>
                                        </p:tgtEl>
                                      </p:cBhvr>
                                    </p:animEffect>
                                  </p:childTnLst>
                                </p:cTn>
                              </p:par>
                              <p:par>
                                <p:cTn id="32" presetID="18" presetClass="entr" presetSubtype="12"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strips(downLeft)">
                                      <p:cBhvr>
                                        <p:cTn id="34" dur="500"/>
                                        <p:tgtEl>
                                          <p:spTgt spid="15"/>
                                        </p:tgtEl>
                                      </p:cBhvr>
                                    </p:animEffect>
                                  </p:childTnLst>
                                </p:cTn>
                              </p:par>
                              <p:par>
                                <p:cTn id="35" presetID="18" presetClass="entr" presetSubtype="12" fill="hold" grpId="0" nodeType="with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strips(downLeft)">
                                      <p:cBhvr>
                                        <p:cTn id="37" dur="500"/>
                                        <p:tgtEl>
                                          <p:spTgt spid="2"/>
                                        </p:tgtEl>
                                      </p:cBhvr>
                                    </p:animEffect>
                                  </p:childTnLst>
                                </p:cTn>
                              </p:par>
                              <p:par>
                                <p:cTn id="38" presetID="18" presetClass="entr" presetSubtype="12" fill="hold" grpId="0" nodeType="withEffect">
                                  <p:stCondLst>
                                    <p:cond delay="0"/>
                                  </p:stCondLst>
                                  <p:iterate type="lt">
                                    <p:tmPct val="0"/>
                                  </p:iterate>
                                  <p:childTnLst>
                                    <p:set>
                                      <p:cBhvr>
                                        <p:cTn id="39" dur="1" fill="hold">
                                          <p:stCondLst>
                                            <p:cond delay="0"/>
                                          </p:stCondLst>
                                        </p:cTn>
                                        <p:tgtEl>
                                          <p:spTgt spid="16"/>
                                        </p:tgtEl>
                                        <p:attrNameLst>
                                          <p:attrName>style.visibility</p:attrName>
                                        </p:attrNameLst>
                                      </p:cBhvr>
                                      <p:to>
                                        <p:strVal val="visible"/>
                                      </p:to>
                                    </p:set>
                                    <p:animEffect transition="in" filter="strips(downLeft)">
                                      <p:cBhvr>
                                        <p:cTn id="40" dur="500"/>
                                        <p:tgtEl>
                                          <p:spTgt spid="16"/>
                                        </p:tgtEl>
                                      </p:cBhvr>
                                    </p:animEffect>
                                  </p:childTnLst>
                                </p:cTn>
                              </p:par>
                              <p:par>
                                <p:cTn id="41" presetID="18" presetClass="entr" presetSubtype="12"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strips(downLeft)">
                                      <p:cBhvr>
                                        <p:cTn id="43" dur="500"/>
                                        <p:tgtEl>
                                          <p:spTgt spid="17"/>
                                        </p:tgtEl>
                                      </p:cBhvr>
                                    </p:animEffect>
                                  </p:childTnLst>
                                </p:cTn>
                              </p:par>
                            </p:childTnLst>
                          </p:cTn>
                        </p:par>
                      </p:childTnLst>
                    </p:cTn>
                  </p:par>
                  <p:par>
                    <p:cTn id="44" fill="hold">
                      <p:stCondLst>
                        <p:cond delay="indefinite"/>
                      </p:stCondLst>
                      <p:childTnLst>
                        <p:par>
                          <p:cTn id="45" fill="hold">
                            <p:stCondLst>
                              <p:cond delay="0"/>
                            </p:stCondLst>
                            <p:childTnLst>
                              <p:par>
                                <p:cTn id="46" presetID="1" presetClass="emph" presetSubtype="2" fill="hold" nodeType="clickEffect">
                                  <p:stCondLst>
                                    <p:cond delay="0"/>
                                  </p:stCondLst>
                                  <p:childTnLst>
                                    <p:animClr clrSpc="rgb" dir="cw">
                                      <p:cBhvr>
                                        <p:cTn id="47" dur="2000" fill="hold"/>
                                        <p:tgtEl>
                                          <p:spTgt spid="13"/>
                                        </p:tgtEl>
                                        <p:attrNameLst>
                                          <p:attrName>fillcolor</p:attrName>
                                        </p:attrNameLst>
                                      </p:cBhvr>
                                      <p:to>
                                        <a:schemeClr val="accent2"/>
                                      </p:to>
                                    </p:animClr>
                                    <p:set>
                                      <p:cBhvr>
                                        <p:cTn id="48" dur="2000" fill="hold"/>
                                        <p:tgtEl>
                                          <p:spTgt spid="13"/>
                                        </p:tgtEl>
                                        <p:attrNameLst>
                                          <p:attrName>fill.type</p:attrName>
                                        </p:attrNameLst>
                                      </p:cBhvr>
                                      <p:to>
                                        <p:strVal val="solid"/>
                                      </p:to>
                                    </p:set>
                                    <p:set>
                                      <p:cBhvr>
                                        <p:cTn id="49" dur="2000" fill="hold"/>
                                        <p:tgtEl>
                                          <p:spTgt spid="13"/>
                                        </p:tgtEl>
                                        <p:attrNameLst>
                                          <p:attrName>fill.on</p:attrName>
                                        </p:attrNameLst>
                                      </p:cBhvr>
                                      <p:to>
                                        <p:strVal val="true"/>
                                      </p:to>
                                    </p:set>
                                  </p:childTnLst>
                                </p:cTn>
                              </p:par>
                              <p:par>
                                <p:cTn id="50" presetID="1" presetClass="emph" presetSubtype="2" fill="hold" nodeType="withEffect">
                                  <p:stCondLst>
                                    <p:cond delay="0"/>
                                  </p:stCondLst>
                                  <p:childTnLst>
                                    <p:animClr clrSpc="rgb" dir="cw">
                                      <p:cBhvr>
                                        <p:cTn id="51" dur="2000" fill="hold"/>
                                        <p:tgtEl>
                                          <p:spTgt spid="24"/>
                                        </p:tgtEl>
                                        <p:attrNameLst>
                                          <p:attrName>fillcolor</p:attrName>
                                        </p:attrNameLst>
                                      </p:cBhvr>
                                      <p:to>
                                        <a:schemeClr val="accent2"/>
                                      </p:to>
                                    </p:animClr>
                                    <p:set>
                                      <p:cBhvr>
                                        <p:cTn id="52" dur="2000" fill="hold"/>
                                        <p:tgtEl>
                                          <p:spTgt spid="24"/>
                                        </p:tgtEl>
                                        <p:attrNameLst>
                                          <p:attrName>fill.type</p:attrName>
                                        </p:attrNameLst>
                                      </p:cBhvr>
                                      <p:to>
                                        <p:strVal val="solid"/>
                                      </p:to>
                                    </p:set>
                                    <p:set>
                                      <p:cBhvr>
                                        <p:cTn id="53" dur="2000" fill="hold"/>
                                        <p:tgtEl>
                                          <p:spTgt spid="24"/>
                                        </p:tgtEl>
                                        <p:attrNameLst>
                                          <p:attrName>fill.on</p:attrName>
                                        </p:attrNameLst>
                                      </p:cBhvr>
                                      <p:to>
                                        <p:strVal val="true"/>
                                      </p:to>
                                    </p:set>
                                  </p:childTnLst>
                                </p:cTn>
                              </p:par>
                              <p:par>
                                <p:cTn id="54" presetID="36" presetClass="emph" presetSubtype="0" fill="hold" grpId="1" nodeType="withEffect">
                                  <p:stCondLst>
                                    <p:cond delay="0"/>
                                  </p:stCondLst>
                                  <p:iterate type="lt">
                                    <p:tmPct val="10000"/>
                                  </p:iterate>
                                  <p:childTnLst>
                                    <p:animScale>
                                      <p:cBhvr>
                                        <p:cTn id="55" dur="250" autoRev="1" fill="hold">
                                          <p:stCondLst>
                                            <p:cond delay="0"/>
                                          </p:stCondLst>
                                        </p:cTn>
                                        <p:tgtEl>
                                          <p:spTgt spid="16"/>
                                        </p:tgtEl>
                                      </p:cBhvr>
                                      <p:to x="80000" y="100000"/>
                                    </p:animScale>
                                    <p:anim by="(#ppt_w*0.10)" calcmode="lin" valueType="num">
                                      <p:cBhvr>
                                        <p:cTn id="56" dur="250" autoRev="1" fill="hold">
                                          <p:stCondLst>
                                            <p:cond delay="0"/>
                                          </p:stCondLst>
                                        </p:cTn>
                                        <p:tgtEl>
                                          <p:spTgt spid="16"/>
                                        </p:tgtEl>
                                        <p:attrNameLst>
                                          <p:attrName>ppt_x</p:attrName>
                                        </p:attrNameLst>
                                      </p:cBhvr>
                                    </p:anim>
                                    <p:anim by="(-#ppt_w*0.10)" calcmode="lin" valueType="num">
                                      <p:cBhvr>
                                        <p:cTn id="57" dur="250" autoRev="1" fill="hold">
                                          <p:stCondLst>
                                            <p:cond delay="0"/>
                                          </p:stCondLst>
                                        </p:cTn>
                                        <p:tgtEl>
                                          <p:spTgt spid="16"/>
                                        </p:tgtEl>
                                        <p:attrNameLst>
                                          <p:attrName>ppt_y</p:attrName>
                                        </p:attrNameLst>
                                      </p:cBhvr>
                                    </p:anim>
                                    <p:animRot by="-480000">
                                      <p:cBhvr>
                                        <p:cTn id="58" dur="250" autoRev="1" fill="hold">
                                          <p:stCondLst>
                                            <p:cond delay="0"/>
                                          </p:stCondLst>
                                        </p:cTn>
                                        <p:tgtEl>
                                          <p:spTgt spid="16"/>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P spid="12" grpId="0" animBg="1"/>
      <p:bldP spid="13" grpId="0" animBg="1"/>
      <p:bldP spid="14" grpId="0" animBg="1"/>
      <p:bldP spid="22" grpId="0" animBg="1"/>
      <p:bldP spid="23" grpId="0" animBg="1"/>
      <p:bldP spid="24" grpId="0" animBg="1"/>
      <p:bldP spid="25" grpId="0" animBg="1"/>
      <p:bldP spid="2" grpId="0"/>
      <p:bldP spid="15" grpId="0"/>
      <p:bldP spid="16" grpId="0"/>
      <p:bldP spid="16" grpId="1"/>
      <p:bldP spid="17"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ame 3"/>
          <p:cNvSpPr/>
          <p:nvPr/>
        </p:nvSpPr>
        <p:spPr>
          <a:xfrm>
            <a:off x="75302" y="74294"/>
            <a:ext cx="11984019" cy="2076226"/>
          </a:xfrm>
          <a:prstGeom prst="frame">
            <a:avLst>
              <a:gd name="adj1" fmla="val 3135"/>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err="1">
                <a:solidFill>
                  <a:schemeClr val="tx1"/>
                </a:solidFill>
              </a:rPr>
              <a:t>Trong</a:t>
            </a:r>
            <a:r>
              <a:rPr lang="en-US" sz="2800" b="1" dirty="0">
                <a:solidFill>
                  <a:schemeClr val="tx1"/>
                </a:solidFill>
              </a:rPr>
              <a:t> </a:t>
            </a:r>
            <a:r>
              <a:rPr lang="en-US" sz="2800" b="1" dirty="0" err="1">
                <a:solidFill>
                  <a:schemeClr val="tx1"/>
                </a:solidFill>
              </a:rPr>
              <a:t>địa</a:t>
            </a:r>
            <a:r>
              <a:rPr lang="en-US" sz="2800" b="1" dirty="0">
                <a:solidFill>
                  <a:schemeClr val="tx1"/>
                </a:solidFill>
              </a:rPr>
              <a:t> </a:t>
            </a:r>
            <a:r>
              <a:rPr lang="en-US" sz="2800" b="1" dirty="0" err="1">
                <a:solidFill>
                  <a:schemeClr val="tx1"/>
                </a:solidFill>
              </a:rPr>
              <a:t>chỉ</a:t>
            </a:r>
            <a:r>
              <a:rPr lang="en-US" sz="2800" b="1" dirty="0">
                <a:solidFill>
                  <a:schemeClr val="tx1"/>
                </a:solidFill>
              </a:rPr>
              <a:t> IP, </a:t>
            </a:r>
            <a:r>
              <a:rPr lang="en-US" sz="2800" b="1" dirty="0" err="1">
                <a:solidFill>
                  <a:schemeClr val="tx1"/>
                </a:solidFill>
              </a:rPr>
              <a:t>có</a:t>
            </a:r>
            <a:r>
              <a:rPr lang="en-US" sz="2800" b="1" dirty="0">
                <a:solidFill>
                  <a:schemeClr val="tx1"/>
                </a:solidFill>
              </a:rPr>
              <a:t> 5 </a:t>
            </a:r>
            <a:r>
              <a:rPr lang="en-US" sz="2800" b="1" dirty="0" err="1">
                <a:solidFill>
                  <a:schemeClr val="tx1"/>
                </a:solidFill>
              </a:rPr>
              <a:t>lớp</a:t>
            </a:r>
            <a:r>
              <a:rPr lang="en-US" sz="2800" b="1" dirty="0">
                <a:solidFill>
                  <a:schemeClr val="tx1"/>
                </a:solidFill>
              </a:rPr>
              <a:t> A, B, C ,D ,E. </a:t>
            </a:r>
            <a:r>
              <a:rPr lang="en-US" sz="2800" b="1" dirty="0" err="1">
                <a:solidFill>
                  <a:schemeClr val="tx1"/>
                </a:solidFill>
              </a:rPr>
              <a:t>Lớp</a:t>
            </a:r>
            <a:r>
              <a:rPr lang="en-US" sz="2800" b="1" dirty="0">
                <a:solidFill>
                  <a:schemeClr val="tx1"/>
                </a:solidFill>
              </a:rPr>
              <a:t> B </a:t>
            </a:r>
            <a:r>
              <a:rPr lang="en-US" sz="2800" b="1" dirty="0" err="1">
                <a:solidFill>
                  <a:schemeClr val="tx1"/>
                </a:solidFill>
              </a:rPr>
              <a:t>là</a:t>
            </a:r>
            <a:r>
              <a:rPr lang="en-US" sz="2800" b="1" dirty="0">
                <a:solidFill>
                  <a:schemeClr val="tx1"/>
                </a:solidFill>
              </a:rPr>
              <a:t> </a:t>
            </a:r>
            <a:r>
              <a:rPr lang="en-US" sz="2800" b="1" dirty="0" err="1">
                <a:solidFill>
                  <a:schemeClr val="tx1"/>
                </a:solidFill>
              </a:rPr>
              <a:t>lớp</a:t>
            </a:r>
            <a:r>
              <a:rPr lang="en-US" sz="2800" b="1" dirty="0">
                <a:solidFill>
                  <a:schemeClr val="tx1"/>
                </a:solidFill>
              </a:rPr>
              <a:t> </a:t>
            </a:r>
            <a:r>
              <a:rPr lang="en-US" sz="2800" b="1" dirty="0" err="1">
                <a:solidFill>
                  <a:schemeClr val="tx1"/>
                </a:solidFill>
              </a:rPr>
              <a:t>có</a:t>
            </a:r>
            <a:r>
              <a:rPr lang="en-US" sz="2800" b="1" dirty="0">
                <a:solidFill>
                  <a:schemeClr val="tx1"/>
                </a:solidFill>
              </a:rPr>
              <a:t> </a:t>
            </a:r>
            <a:r>
              <a:rPr lang="en-US" sz="2800" b="1" dirty="0" err="1">
                <a:solidFill>
                  <a:schemeClr val="tx1"/>
                </a:solidFill>
              </a:rPr>
              <a:t>dãy</a:t>
            </a:r>
            <a:r>
              <a:rPr lang="en-US" sz="2800" b="1" dirty="0">
                <a:solidFill>
                  <a:schemeClr val="tx1"/>
                </a:solidFill>
              </a:rPr>
              <a:t> </a:t>
            </a:r>
            <a:r>
              <a:rPr lang="en-US" sz="2800" b="1" dirty="0" err="1">
                <a:solidFill>
                  <a:schemeClr val="tx1"/>
                </a:solidFill>
              </a:rPr>
              <a:t>địa</a:t>
            </a:r>
            <a:r>
              <a:rPr lang="en-US" sz="2800" b="1" dirty="0">
                <a:solidFill>
                  <a:schemeClr val="tx1"/>
                </a:solidFill>
              </a:rPr>
              <a:t> </a:t>
            </a:r>
            <a:r>
              <a:rPr lang="en-US" sz="2800" b="1" dirty="0" err="1">
                <a:solidFill>
                  <a:schemeClr val="tx1"/>
                </a:solidFill>
              </a:rPr>
              <a:t>chỉ</a:t>
            </a:r>
            <a:r>
              <a:rPr lang="en-US" sz="2800" b="1" dirty="0">
                <a:solidFill>
                  <a:schemeClr val="tx1"/>
                </a:solidFill>
              </a:rPr>
              <a:t>: </a:t>
            </a:r>
          </a:p>
        </p:txBody>
      </p:sp>
      <p:sp>
        <p:nvSpPr>
          <p:cNvPr id="8" name="Frame 7"/>
          <p:cNvSpPr/>
          <p:nvPr/>
        </p:nvSpPr>
        <p:spPr>
          <a:xfrm>
            <a:off x="75304" y="2506532"/>
            <a:ext cx="11984017" cy="968188"/>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Frame 11"/>
          <p:cNvSpPr/>
          <p:nvPr/>
        </p:nvSpPr>
        <p:spPr>
          <a:xfrm>
            <a:off x="75302" y="3580057"/>
            <a:ext cx="11984017" cy="968188"/>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Frame 12"/>
          <p:cNvSpPr/>
          <p:nvPr/>
        </p:nvSpPr>
        <p:spPr>
          <a:xfrm>
            <a:off x="75302" y="4652402"/>
            <a:ext cx="11984017" cy="968188"/>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Frame 13"/>
          <p:cNvSpPr/>
          <p:nvPr/>
        </p:nvSpPr>
        <p:spPr>
          <a:xfrm>
            <a:off x="75303" y="5749795"/>
            <a:ext cx="11984017" cy="968188"/>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2" name="Oval 21"/>
          <p:cNvSpPr/>
          <p:nvPr/>
        </p:nvSpPr>
        <p:spPr>
          <a:xfrm>
            <a:off x="189602" y="2590928"/>
            <a:ext cx="829575" cy="7993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A</a:t>
            </a:r>
          </a:p>
        </p:txBody>
      </p:sp>
      <p:sp>
        <p:nvSpPr>
          <p:cNvPr id="23" name="Oval 22"/>
          <p:cNvSpPr/>
          <p:nvPr/>
        </p:nvSpPr>
        <p:spPr>
          <a:xfrm>
            <a:off x="189600" y="5834191"/>
            <a:ext cx="829575" cy="7993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D</a:t>
            </a:r>
          </a:p>
        </p:txBody>
      </p:sp>
      <p:sp>
        <p:nvSpPr>
          <p:cNvPr id="24" name="Oval 23"/>
          <p:cNvSpPr/>
          <p:nvPr/>
        </p:nvSpPr>
        <p:spPr>
          <a:xfrm>
            <a:off x="189599" y="4736798"/>
            <a:ext cx="829575" cy="7993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C</a:t>
            </a:r>
          </a:p>
        </p:txBody>
      </p:sp>
      <p:sp>
        <p:nvSpPr>
          <p:cNvPr id="25" name="Oval 24"/>
          <p:cNvSpPr/>
          <p:nvPr/>
        </p:nvSpPr>
        <p:spPr>
          <a:xfrm>
            <a:off x="189599" y="3664453"/>
            <a:ext cx="829575" cy="7993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B</a:t>
            </a:r>
          </a:p>
        </p:txBody>
      </p:sp>
      <p:sp>
        <p:nvSpPr>
          <p:cNvPr id="2" name="TextBox 1"/>
          <p:cNvSpPr txBox="1"/>
          <p:nvPr/>
        </p:nvSpPr>
        <p:spPr>
          <a:xfrm>
            <a:off x="1133471" y="3884631"/>
            <a:ext cx="10572750" cy="369332"/>
          </a:xfrm>
          <a:prstGeom prst="rect">
            <a:avLst/>
          </a:prstGeom>
          <a:noFill/>
        </p:spPr>
        <p:txBody>
          <a:bodyPr wrap="square" rtlCol="0">
            <a:spAutoFit/>
          </a:bodyPr>
          <a:lstStyle/>
          <a:p>
            <a:r>
              <a:rPr lang="en-US" dirty="0"/>
              <a:t>240.0.0.0 </a:t>
            </a:r>
            <a:r>
              <a:rPr lang="en-US" dirty="0" err="1"/>
              <a:t>tới</a:t>
            </a:r>
            <a:r>
              <a:rPr lang="en-US" dirty="0"/>
              <a:t> 255.255.255.255</a:t>
            </a:r>
          </a:p>
        </p:txBody>
      </p:sp>
      <p:sp>
        <p:nvSpPr>
          <p:cNvPr id="15" name="TextBox 14"/>
          <p:cNvSpPr txBox="1"/>
          <p:nvPr/>
        </p:nvSpPr>
        <p:spPr>
          <a:xfrm>
            <a:off x="1133471" y="2805959"/>
            <a:ext cx="10572750" cy="369332"/>
          </a:xfrm>
          <a:prstGeom prst="rect">
            <a:avLst/>
          </a:prstGeom>
          <a:noFill/>
        </p:spPr>
        <p:txBody>
          <a:bodyPr wrap="square" rtlCol="0">
            <a:spAutoFit/>
          </a:bodyPr>
          <a:lstStyle/>
          <a:p>
            <a:r>
              <a:rPr lang="en-US" dirty="0"/>
              <a:t>192.0.0.0 </a:t>
            </a:r>
            <a:r>
              <a:rPr lang="en-US" dirty="0" err="1"/>
              <a:t>tới</a:t>
            </a:r>
            <a:r>
              <a:rPr lang="en-US" dirty="0"/>
              <a:t> 223.255.255.255</a:t>
            </a:r>
          </a:p>
        </p:txBody>
      </p:sp>
      <p:sp>
        <p:nvSpPr>
          <p:cNvPr id="16" name="TextBox 15"/>
          <p:cNvSpPr txBox="1"/>
          <p:nvPr/>
        </p:nvSpPr>
        <p:spPr>
          <a:xfrm>
            <a:off x="1133471" y="4951829"/>
            <a:ext cx="10572750" cy="369332"/>
          </a:xfrm>
          <a:prstGeom prst="rect">
            <a:avLst/>
          </a:prstGeom>
          <a:noFill/>
        </p:spPr>
        <p:txBody>
          <a:bodyPr wrap="square" rtlCol="0">
            <a:spAutoFit/>
          </a:bodyPr>
          <a:lstStyle/>
          <a:p>
            <a:r>
              <a:rPr lang="en-US" dirty="0"/>
              <a:t>224.0.0.0 </a:t>
            </a:r>
            <a:r>
              <a:rPr lang="en-US" dirty="0" err="1"/>
              <a:t>tới</a:t>
            </a:r>
            <a:r>
              <a:rPr lang="en-US" dirty="0"/>
              <a:t> 239.255.255.255</a:t>
            </a:r>
          </a:p>
        </p:txBody>
      </p:sp>
      <p:sp>
        <p:nvSpPr>
          <p:cNvPr id="17" name="TextBox 16"/>
          <p:cNvSpPr txBox="1"/>
          <p:nvPr/>
        </p:nvSpPr>
        <p:spPr>
          <a:xfrm>
            <a:off x="1133471" y="6068101"/>
            <a:ext cx="10572750" cy="369332"/>
          </a:xfrm>
          <a:prstGeom prst="rect">
            <a:avLst/>
          </a:prstGeom>
          <a:noFill/>
        </p:spPr>
        <p:txBody>
          <a:bodyPr wrap="square" rtlCol="0">
            <a:spAutoFit/>
          </a:bodyPr>
          <a:lstStyle/>
          <a:p>
            <a:r>
              <a:rPr lang="en-US" dirty="0"/>
              <a:t>128.0.0.0 </a:t>
            </a:r>
            <a:r>
              <a:rPr lang="en-US" dirty="0" err="1"/>
              <a:t>tới</a:t>
            </a:r>
            <a:r>
              <a:rPr lang="en-US" dirty="0"/>
              <a:t> 191.255.255.255</a:t>
            </a:r>
          </a:p>
        </p:txBody>
      </p:sp>
      <p:sp>
        <p:nvSpPr>
          <p:cNvPr id="3" name="Tiêu đề 2">
            <a:extLst>
              <a:ext uri="{FF2B5EF4-FFF2-40B4-BE49-F238E27FC236}">
                <a16:creationId xmlns:a16="http://schemas.microsoft.com/office/drawing/2014/main" id="{3146D827-BC26-408A-AF2B-37A689F4BDD5}"/>
              </a:ext>
            </a:extLst>
          </p:cNvPr>
          <p:cNvSpPr>
            <a:spLocks noGrp="1"/>
          </p:cNvSpPr>
          <p:nvPr>
            <p:ph type="ctrTitle"/>
          </p:nvPr>
        </p:nvSpPr>
        <p:spPr/>
        <p:txBody>
          <a:bodyPr/>
          <a:lstStyle/>
          <a:p>
            <a:endParaRPr lang="en-US"/>
          </a:p>
        </p:txBody>
      </p:sp>
      <p:sp>
        <p:nvSpPr>
          <p:cNvPr id="5" name="Tiêu đề phụ 4">
            <a:extLst>
              <a:ext uri="{FF2B5EF4-FFF2-40B4-BE49-F238E27FC236}">
                <a16:creationId xmlns:a16="http://schemas.microsoft.com/office/drawing/2014/main" id="{0F3687BC-63C7-4140-A41D-E6E142991A75}"/>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0527484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trips(downLeft)">
                                      <p:cBhvr>
                                        <p:cTn id="7" dur="500"/>
                                        <p:tgtEl>
                                          <p:spTgt spid="4"/>
                                        </p:tgtEl>
                                      </p:cBhvr>
                                    </p:animEffect>
                                  </p:childTnLst>
                                </p:cTn>
                              </p:par>
                              <p:par>
                                <p:cTn id="8" presetID="18" presetClass="entr" presetSubtype="12"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strips(downLeft)">
                                      <p:cBhvr>
                                        <p:cTn id="10" dur="500"/>
                                        <p:tgtEl>
                                          <p:spTgt spid="8"/>
                                        </p:tgtEl>
                                      </p:cBhvr>
                                    </p:animEffect>
                                  </p:childTnLst>
                                </p:cTn>
                              </p:par>
                              <p:par>
                                <p:cTn id="11" presetID="18" presetClass="entr" presetSubtype="12"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strips(downLeft)">
                                      <p:cBhvr>
                                        <p:cTn id="13" dur="500"/>
                                        <p:tgtEl>
                                          <p:spTgt spid="12"/>
                                        </p:tgtEl>
                                      </p:cBhvr>
                                    </p:animEffect>
                                  </p:childTnLst>
                                </p:cTn>
                              </p:par>
                              <p:par>
                                <p:cTn id="14" presetID="18" presetClass="entr" presetSubtype="12"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strips(downLeft)">
                                      <p:cBhvr>
                                        <p:cTn id="16" dur="500"/>
                                        <p:tgtEl>
                                          <p:spTgt spid="13"/>
                                        </p:tgtEl>
                                      </p:cBhvr>
                                    </p:animEffect>
                                  </p:childTnLst>
                                </p:cTn>
                              </p:par>
                              <p:par>
                                <p:cTn id="17" presetID="18" presetClass="entr" presetSubtype="12"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strips(downLeft)">
                                      <p:cBhvr>
                                        <p:cTn id="19" dur="500"/>
                                        <p:tgtEl>
                                          <p:spTgt spid="14"/>
                                        </p:tgtEl>
                                      </p:cBhvr>
                                    </p:animEffect>
                                  </p:childTnLst>
                                </p:cTn>
                              </p:par>
                              <p:par>
                                <p:cTn id="20" presetID="18" presetClass="entr" presetSubtype="12" fill="hold" grpId="0" nodeType="with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strips(downLeft)">
                                      <p:cBhvr>
                                        <p:cTn id="22" dur="500"/>
                                        <p:tgtEl>
                                          <p:spTgt spid="23"/>
                                        </p:tgtEl>
                                      </p:cBhvr>
                                    </p:animEffect>
                                  </p:childTnLst>
                                </p:cTn>
                              </p:par>
                              <p:par>
                                <p:cTn id="23" presetID="18" presetClass="entr" presetSubtype="12"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strips(downLeft)">
                                      <p:cBhvr>
                                        <p:cTn id="25" dur="500"/>
                                        <p:tgtEl>
                                          <p:spTgt spid="24"/>
                                        </p:tgtEl>
                                      </p:cBhvr>
                                    </p:animEffect>
                                  </p:childTnLst>
                                </p:cTn>
                              </p:par>
                              <p:par>
                                <p:cTn id="26" presetID="18" presetClass="entr" presetSubtype="12" fill="hold" grpId="0" nodeType="with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strips(downLeft)">
                                      <p:cBhvr>
                                        <p:cTn id="28" dur="500"/>
                                        <p:tgtEl>
                                          <p:spTgt spid="25"/>
                                        </p:tgtEl>
                                      </p:cBhvr>
                                    </p:animEffect>
                                  </p:childTnLst>
                                </p:cTn>
                              </p:par>
                              <p:par>
                                <p:cTn id="29" presetID="18" presetClass="entr" presetSubtype="12" fill="hold" grpId="0" nodeType="with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strips(downLeft)">
                                      <p:cBhvr>
                                        <p:cTn id="31" dur="500"/>
                                        <p:tgtEl>
                                          <p:spTgt spid="22"/>
                                        </p:tgtEl>
                                      </p:cBhvr>
                                    </p:animEffect>
                                  </p:childTnLst>
                                </p:cTn>
                              </p:par>
                              <p:par>
                                <p:cTn id="32" presetID="18" presetClass="entr" presetSubtype="12"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strips(downLeft)">
                                      <p:cBhvr>
                                        <p:cTn id="34" dur="500"/>
                                        <p:tgtEl>
                                          <p:spTgt spid="15"/>
                                        </p:tgtEl>
                                      </p:cBhvr>
                                    </p:animEffect>
                                  </p:childTnLst>
                                </p:cTn>
                              </p:par>
                              <p:par>
                                <p:cTn id="35" presetID="18" presetClass="entr" presetSubtype="12" fill="hold" grpId="0" nodeType="with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strips(downLeft)">
                                      <p:cBhvr>
                                        <p:cTn id="37" dur="500"/>
                                        <p:tgtEl>
                                          <p:spTgt spid="2"/>
                                        </p:tgtEl>
                                      </p:cBhvr>
                                    </p:animEffect>
                                  </p:childTnLst>
                                </p:cTn>
                              </p:par>
                              <p:par>
                                <p:cTn id="38" presetID="18" presetClass="entr" presetSubtype="12" fill="hold" grpId="0" nodeType="with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strips(downLeft)">
                                      <p:cBhvr>
                                        <p:cTn id="40" dur="500"/>
                                        <p:tgtEl>
                                          <p:spTgt spid="16"/>
                                        </p:tgtEl>
                                      </p:cBhvr>
                                    </p:animEffect>
                                  </p:childTnLst>
                                </p:cTn>
                              </p:par>
                              <p:par>
                                <p:cTn id="41" presetID="18" presetClass="entr" presetSubtype="12" fill="hold" grpId="0" nodeType="withEffect">
                                  <p:stCondLst>
                                    <p:cond delay="0"/>
                                  </p:stCondLst>
                                  <p:iterate type="lt">
                                    <p:tmPct val="0"/>
                                  </p:iterate>
                                  <p:childTnLst>
                                    <p:set>
                                      <p:cBhvr>
                                        <p:cTn id="42" dur="1" fill="hold">
                                          <p:stCondLst>
                                            <p:cond delay="0"/>
                                          </p:stCondLst>
                                        </p:cTn>
                                        <p:tgtEl>
                                          <p:spTgt spid="17"/>
                                        </p:tgtEl>
                                        <p:attrNameLst>
                                          <p:attrName>style.visibility</p:attrName>
                                        </p:attrNameLst>
                                      </p:cBhvr>
                                      <p:to>
                                        <p:strVal val="visible"/>
                                      </p:to>
                                    </p:set>
                                    <p:animEffect transition="in" filter="strips(downLeft)">
                                      <p:cBhvr>
                                        <p:cTn id="43" dur="500"/>
                                        <p:tgtEl>
                                          <p:spTgt spid="17"/>
                                        </p:tgtEl>
                                      </p:cBhvr>
                                    </p:animEffect>
                                  </p:childTnLst>
                                </p:cTn>
                              </p:par>
                            </p:childTnLst>
                          </p:cTn>
                        </p:par>
                      </p:childTnLst>
                    </p:cTn>
                  </p:par>
                  <p:par>
                    <p:cTn id="44" fill="hold">
                      <p:stCondLst>
                        <p:cond delay="indefinite"/>
                      </p:stCondLst>
                      <p:childTnLst>
                        <p:par>
                          <p:cTn id="45" fill="hold">
                            <p:stCondLst>
                              <p:cond delay="0"/>
                            </p:stCondLst>
                            <p:childTnLst>
                              <p:par>
                                <p:cTn id="46" presetID="1" presetClass="emph" presetSubtype="2" fill="hold" nodeType="clickEffect">
                                  <p:stCondLst>
                                    <p:cond delay="0"/>
                                  </p:stCondLst>
                                  <p:childTnLst>
                                    <p:animClr clrSpc="rgb" dir="cw">
                                      <p:cBhvr>
                                        <p:cTn id="47" dur="2000" fill="hold"/>
                                        <p:tgtEl>
                                          <p:spTgt spid="14"/>
                                        </p:tgtEl>
                                        <p:attrNameLst>
                                          <p:attrName>fillcolor</p:attrName>
                                        </p:attrNameLst>
                                      </p:cBhvr>
                                      <p:to>
                                        <a:schemeClr val="accent2"/>
                                      </p:to>
                                    </p:animClr>
                                    <p:set>
                                      <p:cBhvr>
                                        <p:cTn id="48" dur="2000" fill="hold"/>
                                        <p:tgtEl>
                                          <p:spTgt spid="14"/>
                                        </p:tgtEl>
                                        <p:attrNameLst>
                                          <p:attrName>fill.type</p:attrName>
                                        </p:attrNameLst>
                                      </p:cBhvr>
                                      <p:to>
                                        <p:strVal val="solid"/>
                                      </p:to>
                                    </p:set>
                                    <p:set>
                                      <p:cBhvr>
                                        <p:cTn id="49" dur="2000" fill="hold"/>
                                        <p:tgtEl>
                                          <p:spTgt spid="14"/>
                                        </p:tgtEl>
                                        <p:attrNameLst>
                                          <p:attrName>fill.on</p:attrName>
                                        </p:attrNameLst>
                                      </p:cBhvr>
                                      <p:to>
                                        <p:strVal val="true"/>
                                      </p:to>
                                    </p:set>
                                  </p:childTnLst>
                                </p:cTn>
                              </p:par>
                              <p:par>
                                <p:cTn id="50" presetID="1" presetClass="emph" presetSubtype="2" fill="hold" nodeType="withEffect">
                                  <p:stCondLst>
                                    <p:cond delay="0"/>
                                  </p:stCondLst>
                                  <p:childTnLst>
                                    <p:animClr clrSpc="rgb" dir="cw">
                                      <p:cBhvr>
                                        <p:cTn id="51" dur="2000" fill="hold"/>
                                        <p:tgtEl>
                                          <p:spTgt spid="23"/>
                                        </p:tgtEl>
                                        <p:attrNameLst>
                                          <p:attrName>fillcolor</p:attrName>
                                        </p:attrNameLst>
                                      </p:cBhvr>
                                      <p:to>
                                        <a:schemeClr val="accent2"/>
                                      </p:to>
                                    </p:animClr>
                                    <p:set>
                                      <p:cBhvr>
                                        <p:cTn id="52" dur="2000" fill="hold"/>
                                        <p:tgtEl>
                                          <p:spTgt spid="23"/>
                                        </p:tgtEl>
                                        <p:attrNameLst>
                                          <p:attrName>fill.type</p:attrName>
                                        </p:attrNameLst>
                                      </p:cBhvr>
                                      <p:to>
                                        <p:strVal val="solid"/>
                                      </p:to>
                                    </p:set>
                                    <p:set>
                                      <p:cBhvr>
                                        <p:cTn id="53" dur="2000" fill="hold"/>
                                        <p:tgtEl>
                                          <p:spTgt spid="23"/>
                                        </p:tgtEl>
                                        <p:attrNameLst>
                                          <p:attrName>fill.on</p:attrName>
                                        </p:attrNameLst>
                                      </p:cBhvr>
                                      <p:to>
                                        <p:strVal val="true"/>
                                      </p:to>
                                    </p:set>
                                  </p:childTnLst>
                                </p:cTn>
                              </p:par>
                              <p:par>
                                <p:cTn id="54" presetID="36" presetClass="emph" presetSubtype="0" fill="hold" grpId="1" nodeType="withEffect">
                                  <p:stCondLst>
                                    <p:cond delay="0"/>
                                  </p:stCondLst>
                                  <p:iterate type="lt">
                                    <p:tmPct val="10000"/>
                                  </p:iterate>
                                  <p:childTnLst>
                                    <p:animScale>
                                      <p:cBhvr>
                                        <p:cTn id="55" dur="250" autoRev="1" fill="hold">
                                          <p:stCondLst>
                                            <p:cond delay="0"/>
                                          </p:stCondLst>
                                        </p:cTn>
                                        <p:tgtEl>
                                          <p:spTgt spid="17"/>
                                        </p:tgtEl>
                                      </p:cBhvr>
                                      <p:to x="80000" y="100000"/>
                                    </p:animScale>
                                    <p:anim by="(#ppt_w*0.10)" calcmode="lin" valueType="num">
                                      <p:cBhvr>
                                        <p:cTn id="56" dur="250" autoRev="1" fill="hold">
                                          <p:stCondLst>
                                            <p:cond delay="0"/>
                                          </p:stCondLst>
                                        </p:cTn>
                                        <p:tgtEl>
                                          <p:spTgt spid="17"/>
                                        </p:tgtEl>
                                        <p:attrNameLst>
                                          <p:attrName>ppt_x</p:attrName>
                                        </p:attrNameLst>
                                      </p:cBhvr>
                                    </p:anim>
                                    <p:anim by="(-#ppt_w*0.10)" calcmode="lin" valueType="num">
                                      <p:cBhvr>
                                        <p:cTn id="57" dur="250" autoRev="1" fill="hold">
                                          <p:stCondLst>
                                            <p:cond delay="0"/>
                                          </p:stCondLst>
                                        </p:cTn>
                                        <p:tgtEl>
                                          <p:spTgt spid="17"/>
                                        </p:tgtEl>
                                        <p:attrNameLst>
                                          <p:attrName>ppt_y</p:attrName>
                                        </p:attrNameLst>
                                      </p:cBhvr>
                                    </p:anim>
                                    <p:animRot by="-480000">
                                      <p:cBhvr>
                                        <p:cTn id="58" dur="250" autoRev="1" fill="hold">
                                          <p:stCondLst>
                                            <p:cond delay="0"/>
                                          </p:stCondLst>
                                        </p:cTn>
                                        <p:tgtEl>
                                          <p:spTgt spid="17"/>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P spid="12" grpId="0" animBg="1"/>
      <p:bldP spid="13" grpId="0" animBg="1"/>
      <p:bldP spid="14" grpId="0" animBg="1"/>
      <p:bldP spid="22" grpId="0" animBg="1"/>
      <p:bldP spid="23" grpId="0" animBg="1"/>
      <p:bldP spid="24" grpId="0" animBg="1"/>
      <p:bldP spid="25" grpId="0" animBg="1"/>
      <p:bldP spid="2" grpId="0"/>
      <p:bldP spid="15" grpId="0"/>
      <p:bldP spid="16" grpId="0"/>
      <p:bldP spid="17" grpId="0"/>
      <p:bldP spid="17" grpId="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ame 3"/>
          <p:cNvSpPr/>
          <p:nvPr/>
        </p:nvSpPr>
        <p:spPr>
          <a:xfrm>
            <a:off x="75302" y="74294"/>
            <a:ext cx="11984019" cy="2076226"/>
          </a:xfrm>
          <a:prstGeom prst="frame">
            <a:avLst>
              <a:gd name="adj1" fmla="val 3135"/>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solidFill>
                  <a:schemeClr val="tx1"/>
                </a:solidFill>
              </a:rPr>
              <a:t>Byte </a:t>
            </a:r>
            <a:r>
              <a:rPr lang="en-US" sz="2800" b="1" dirty="0" err="1">
                <a:solidFill>
                  <a:schemeClr val="tx1"/>
                </a:solidFill>
              </a:rPr>
              <a:t>đầu</a:t>
            </a:r>
            <a:r>
              <a:rPr lang="en-US" sz="2800" b="1" dirty="0">
                <a:solidFill>
                  <a:schemeClr val="tx1"/>
                </a:solidFill>
              </a:rPr>
              <a:t> </a:t>
            </a:r>
            <a:r>
              <a:rPr lang="en-US" sz="2800" b="1" dirty="0" err="1">
                <a:solidFill>
                  <a:schemeClr val="tx1"/>
                </a:solidFill>
              </a:rPr>
              <a:t>tiên</a:t>
            </a:r>
            <a:r>
              <a:rPr lang="en-US" sz="2800" b="1" dirty="0">
                <a:solidFill>
                  <a:schemeClr val="tx1"/>
                </a:solidFill>
              </a:rPr>
              <a:t> </a:t>
            </a:r>
            <a:r>
              <a:rPr lang="en-US" sz="2800" b="1" dirty="0" err="1">
                <a:solidFill>
                  <a:schemeClr val="tx1"/>
                </a:solidFill>
              </a:rPr>
              <a:t>của</a:t>
            </a:r>
            <a:r>
              <a:rPr lang="en-US" sz="2800" b="1" dirty="0">
                <a:solidFill>
                  <a:schemeClr val="tx1"/>
                </a:solidFill>
              </a:rPr>
              <a:t> </a:t>
            </a:r>
            <a:r>
              <a:rPr lang="en-US" sz="2800" b="1" dirty="0" err="1">
                <a:solidFill>
                  <a:schemeClr val="tx1"/>
                </a:solidFill>
              </a:rPr>
              <a:t>một</a:t>
            </a:r>
            <a:r>
              <a:rPr lang="en-US" sz="2800" b="1" dirty="0">
                <a:solidFill>
                  <a:schemeClr val="tx1"/>
                </a:solidFill>
              </a:rPr>
              <a:t> </a:t>
            </a:r>
            <a:r>
              <a:rPr lang="en-US" sz="2800" b="1" dirty="0" err="1">
                <a:solidFill>
                  <a:schemeClr val="tx1"/>
                </a:solidFill>
              </a:rPr>
              <a:t>địa</a:t>
            </a:r>
            <a:r>
              <a:rPr lang="en-US" sz="2800" b="1" dirty="0">
                <a:solidFill>
                  <a:schemeClr val="tx1"/>
                </a:solidFill>
              </a:rPr>
              <a:t> </a:t>
            </a:r>
            <a:r>
              <a:rPr lang="en-US" sz="2800" b="1" dirty="0" err="1">
                <a:solidFill>
                  <a:schemeClr val="tx1"/>
                </a:solidFill>
              </a:rPr>
              <a:t>chỉ</a:t>
            </a:r>
            <a:r>
              <a:rPr lang="en-US" sz="2800" b="1" dirty="0">
                <a:solidFill>
                  <a:schemeClr val="tx1"/>
                </a:solidFill>
              </a:rPr>
              <a:t> IP </a:t>
            </a:r>
            <a:r>
              <a:rPr lang="en-US" sz="2800" b="1" dirty="0" err="1">
                <a:solidFill>
                  <a:schemeClr val="tx1"/>
                </a:solidFill>
              </a:rPr>
              <a:t>có</a:t>
            </a:r>
            <a:r>
              <a:rPr lang="en-US" sz="2800" b="1" dirty="0">
                <a:solidFill>
                  <a:schemeClr val="tx1"/>
                </a:solidFill>
              </a:rPr>
              <a:t> </a:t>
            </a:r>
            <a:r>
              <a:rPr lang="en-US" sz="2800" b="1" dirty="0" err="1">
                <a:solidFill>
                  <a:schemeClr val="tx1"/>
                </a:solidFill>
              </a:rPr>
              <a:t>dạng</a:t>
            </a:r>
            <a:r>
              <a:rPr lang="en-US" sz="2800" b="1" dirty="0">
                <a:solidFill>
                  <a:schemeClr val="tx1"/>
                </a:solidFill>
              </a:rPr>
              <a:t>: </a:t>
            </a:r>
            <a:r>
              <a:rPr lang="en-US" sz="2800" b="1" dirty="0" err="1">
                <a:solidFill>
                  <a:schemeClr val="tx1"/>
                </a:solidFill>
              </a:rPr>
              <a:t>11011011.Vậy</a:t>
            </a:r>
            <a:r>
              <a:rPr lang="en-US" sz="2800" b="1" dirty="0">
                <a:solidFill>
                  <a:schemeClr val="tx1"/>
                </a:solidFill>
              </a:rPr>
              <a:t> </a:t>
            </a:r>
            <a:r>
              <a:rPr lang="en-US" sz="2800" b="1" dirty="0" err="1">
                <a:solidFill>
                  <a:schemeClr val="tx1"/>
                </a:solidFill>
              </a:rPr>
              <a:t>nó</a:t>
            </a:r>
            <a:r>
              <a:rPr lang="en-US" sz="2800" b="1" dirty="0">
                <a:solidFill>
                  <a:schemeClr val="tx1"/>
                </a:solidFill>
              </a:rPr>
              <a:t> </a:t>
            </a:r>
            <a:r>
              <a:rPr lang="en-US" sz="2800" b="1" dirty="0" err="1">
                <a:solidFill>
                  <a:schemeClr val="tx1"/>
                </a:solidFill>
              </a:rPr>
              <a:t>thuộc</a:t>
            </a:r>
            <a:r>
              <a:rPr lang="en-US" sz="2800" b="1" dirty="0">
                <a:solidFill>
                  <a:schemeClr val="tx1"/>
                </a:solidFill>
              </a:rPr>
              <a:t> </a:t>
            </a:r>
            <a:r>
              <a:rPr lang="en-US" sz="2800" b="1" dirty="0" err="1">
                <a:solidFill>
                  <a:schemeClr val="tx1"/>
                </a:solidFill>
              </a:rPr>
              <a:t>lớp</a:t>
            </a:r>
            <a:r>
              <a:rPr lang="en-US" sz="2800" b="1" dirty="0">
                <a:solidFill>
                  <a:schemeClr val="tx1"/>
                </a:solidFill>
              </a:rPr>
              <a:t> </a:t>
            </a:r>
            <a:r>
              <a:rPr lang="en-US" sz="2800" b="1" dirty="0" err="1">
                <a:solidFill>
                  <a:schemeClr val="tx1"/>
                </a:solidFill>
              </a:rPr>
              <a:t>nào</a:t>
            </a:r>
            <a:r>
              <a:rPr lang="en-US" sz="2800" b="1" dirty="0">
                <a:solidFill>
                  <a:schemeClr val="tx1"/>
                </a:solidFill>
              </a:rPr>
              <a:t>? </a:t>
            </a:r>
          </a:p>
        </p:txBody>
      </p:sp>
      <p:sp>
        <p:nvSpPr>
          <p:cNvPr id="8" name="Frame 7"/>
          <p:cNvSpPr/>
          <p:nvPr/>
        </p:nvSpPr>
        <p:spPr>
          <a:xfrm>
            <a:off x="75304" y="2506532"/>
            <a:ext cx="11984017" cy="968188"/>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Frame 11"/>
          <p:cNvSpPr/>
          <p:nvPr/>
        </p:nvSpPr>
        <p:spPr>
          <a:xfrm>
            <a:off x="75302" y="3580057"/>
            <a:ext cx="11984017" cy="968188"/>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Frame 12"/>
          <p:cNvSpPr/>
          <p:nvPr/>
        </p:nvSpPr>
        <p:spPr>
          <a:xfrm>
            <a:off x="75302" y="4652402"/>
            <a:ext cx="11984017" cy="968188"/>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Frame 13"/>
          <p:cNvSpPr/>
          <p:nvPr/>
        </p:nvSpPr>
        <p:spPr>
          <a:xfrm>
            <a:off x="75303" y="5749795"/>
            <a:ext cx="11984017" cy="968188"/>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2" name="Oval 21"/>
          <p:cNvSpPr/>
          <p:nvPr/>
        </p:nvSpPr>
        <p:spPr>
          <a:xfrm>
            <a:off x="189602" y="2590928"/>
            <a:ext cx="829575" cy="7993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A</a:t>
            </a:r>
          </a:p>
        </p:txBody>
      </p:sp>
      <p:sp>
        <p:nvSpPr>
          <p:cNvPr id="23" name="Oval 22"/>
          <p:cNvSpPr/>
          <p:nvPr/>
        </p:nvSpPr>
        <p:spPr>
          <a:xfrm>
            <a:off x="189600" y="5834191"/>
            <a:ext cx="829575" cy="7993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D</a:t>
            </a:r>
          </a:p>
        </p:txBody>
      </p:sp>
      <p:sp>
        <p:nvSpPr>
          <p:cNvPr id="24" name="Oval 23"/>
          <p:cNvSpPr/>
          <p:nvPr/>
        </p:nvSpPr>
        <p:spPr>
          <a:xfrm>
            <a:off x="189599" y="4736798"/>
            <a:ext cx="829575" cy="7993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C</a:t>
            </a:r>
          </a:p>
        </p:txBody>
      </p:sp>
      <p:sp>
        <p:nvSpPr>
          <p:cNvPr id="25" name="Oval 24"/>
          <p:cNvSpPr/>
          <p:nvPr/>
        </p:nvSpPr>
        <p:spPr>
          <a:xfrm>
            <a:off x="189599" y="3664453"/>
            <a:ext cx="829575" cy="7993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B</a:t>
            </a:r>
          </a:p>
        </p:txBody>
      </p:sp>
      <p:sp>
        <p:nvSpPr>
          <p:cNvPr id="2" name="TextBox 1"/>
          <p:cNvSpPr txBox="1"/>
          <p:nvPr/>
        </p:nvSpPr>
        <p:spPr>
          <a:xfrm>
            <a:off x="1133471" y="3884631"/>
            <a:ext cx="10572750" cy="369332"/>
          </a:xfrm>
          <a:prstGeom prst="rect">
            <a:avLst/>
          </a:prstGeom>
          <a:noFill/>
        </p:spPr>
        <p:txBody>
          <a:bodyPr wrap="square" rtlCol="0">
            <a:spAutoFit/>
          </a:bodyPr>
          <a:lstStyle/>
          <a:p>
            <a:r>
              <a:rPr lang="en-US" dirty="0" err="1"/>
              <a:t>Lớp</a:t>
            </a:r>
            <a:r>
              <a:rPr lang="en-US" dirty="0"/>
              <a:t> B</a:t>
            </a:r>
          </a:p>
        </p:txBody>
      </p:sp>
      <p:sp>
        <p:nvSpPr>
          <p:cNvPr id="15" name="TextBox 14"/>
          <p:cNvSpPr txBox="1"/>
          <p:nvPr/>
        </p:nvSpPr>
        <p:spPr>
          <a:xfrm>
            <a:off x="1133471" y="2805959"/>
            <a:ext cx="10572750" cy="369332"/>
          </a:xfrm>
          <a:prstGeom prst="rect">
            <a:avLst/>
          </a:prstGeom>
          <a:noFill/>
        </p:spPr>
        <p:txBody>
          <a:bodyPr wrap="square" rtlCol="0">
            <a:spAutoFit/>
          </a:bodyPr>
          <a:lstStyle/>
          <a:p>
            <a:r>
              <a:rPr lang="en-US" dirty="0" err="1"/>
              <a:t>Lớp</a:t>
            </a:r>
            <a:r>
              <a:rPr lang="en-US" dirty="0"/>
              <a:t> A</a:t>
            </a:r>
          </a:p>
        </p:txBody>
      </p:sp>
      <p:sp>
        <p:nvSpPr>
          <p:cNvPr id="16" name="TextBox 15"/>
          <p:cNvSpPr txBox="1"/>
          <p:nvPr/>
        </p:nvSpPr>
        <p:spPr>
          <a:xfrm>
            <a:off x="1133471" y="4951829"/>
            <a:ext cx="10572750" cy="369332"/>
          </a:xfrm>
          <a:prstGeom prst="rect">
            <a:avLst/>
          </a:prstGeom>
          <a:noFill/>
        </p:spPr>
        <p:txBody>
          <a:bodyPr wrap="square" rtlCol="0">
            <a:spAutoFit/>
          </a:bodyPr>
          <a:lstStyle/>
          <a:p>
            <a:r>
              <a:rPr lang="en-US" dirty="0" err="1"/>
              <a:t>Lớp</a:t>
            </a:r>
            <a:r>
              <a:rPr lang="en-US" dirty="0"/>
              <a:t> C</a:t>
            </a:r>
          </a:p>
        </p:txBody>
      </p:sp>
      <p:sp>
        <p:nvSpPr>
          <p:cNvPr id="17" name="TextBox 16"/>
          <p:cNvSpPr txBox="1"/>
          <p:nvPr/>
        </p:nvSpPr>
        <p:spPr>
          <a:xfrm>
            <a:off x="1133471" y="6068101"/>
            <a:ext cx="10572750" cy="369332"/>
          </a:xfrm>
          <a:prstGeom prst="rect">
            <a:avLst/>
          </a:prstGeom>
          <a:noFill/>
        </p:spPr>
        <p:txBody>
          <a:bodyPr wrap="square" rtlCol="0">
            <a:spAutoFit/>
          </a:bodyPr>
          <a:lstStyle/>
          <a:p>
            <a:r>
              <a:rPr lang="en-US" dirty="0" err="1"/>
              <a:t>Lớp</a:t>
            </a:r>
            <a:r>
              <a:rPr lang="en-US" dirty="0"/>
              <a:t> D</a:t>
            </a:r>
          </a:p>
        </p:txBody>
      </p:sp>
      <p:sp>
        <p:nvSpPr>
          <p:cNvPr id="3" name="Tiêu đề 2">
            <a:extLst>
              <a:ext uri="{FF2B5EF4-FFF2-40B4-BE49-F238E27FC236}">
                <a16:creationId xmlns:a16="http://schemas.microsoft.com/office/drawing/2014/main" id="{87734C09-F1A9-4657-BF3F-404EC4AF246D}"/>
              </a:ext>
            </a:extLst>
          </p:cNvPr>
          <p:cNvSpPr>
            <a:spLocks noGrp="1"/>
          </p:cNvSpPr>
          <p:nvPr>
            <p:ph type="ctrTitle"/>
          </p:nvPr>
        </p:nvSpPr>
        <p:spPr/>
        <p:txBody>
          <a:bodyPr/>
          <a:lstStyle/>
          <a:p>
            <a:endParaRPr lang="en-US"/>
          </a:p>
        </p:txBody>
      </p:sp>
      <p:sp>
        <p:nvSpPr>
          <p:cNvPr id="5" name="Tiêu đề phụ 4">
            <a:extLst>
              <a:ext uri="{FF2B5EF4-FFF2-40B4-BE49-F238E27FC236}">
                <a16:creationId xmlns:a16="http://schemas.microsoft.com/office/drawing/2014/main" id="{44E96FC6-FF97-4B65-93F8-459F18370F72}"/>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41845236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trips(downLeft)">
                                      <p:cBhvr>
                                        <p:cTn id="7" dur="500"/>
                                        <p:tgtEl>
                                          <p:spTgt spid="4"/>
                                        </p:tgtEl>
                                      </p:cBhvr>
                                    </p:animEffect>
                                  </p:childTnLst>
                                </p:cTn>
                              </p:par>
                              <p:par>
                                <p:cTn id="8" presetID="18" presetClass="entr" presetSubtype="12"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strips(downLeft)">
                                      <p:cBhvr>
                                        <p:cTn id="10" dur="500"/>
                                        <p:tgtEl>
                                          <p:spTgt spid="8"/>
                                        </p:tgtEl>
                                      </p:cBhvr>
                                    </p:animEffect>
                                  </p:childTnLst>
                                </p:cTn>
                              </p:par>
                              <p:par>
                                <p:cTn id="11" presetID="18" presetClass="entr" presetSubtype="12"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strips(downLeft)">
                                      <p:cBhvr>
                                        <p:cTn id="13" dur="500"/>
                                        <p:tgtEl>
                                          <p:spTgt spid="12"/>
                                        </p:tgtEl>
                                      </p:cBhvr>
                                    </p:animEffect>
                                  </p:childTnLst>
                                </p:cTn>
                              </p:par>
                              <p:par>
                                <p:cTn id="14" presetID="18" presetClass="entr" presetSubtype="12"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strips(downLeft)">
                                      <p:cBhvr>
                                        <p:cTn id="16" dur="500"/>
                                        <p:tgtEl>
                                          <p:spTgt spid="13"/>
                                        </p:tgtEl>
                                      </p:cBhvr>
                                    </p:animEffect>
                                  </p:childTnLst>
                                </p:cTn>
                              </p:par>
                              <p:par>
                                <p:cTn id="17" presetID="18" presetClass="entr" presetSubtype="12"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strips(downLeft)">
                                      <p:cBhvr>
                                        <p:cTn id="19" dur="500"/>
                                        <p:tgtEl>
                                          <p:spTgt spid="14"/>
                                        </p:tgtEl>
                                      </p:cBhvr>
                                    </p:animEffect>
                                  </p:childTnLst>
                                </p:cTn>
                              </p:par>
                              <p:par>
                                <p:cTn id="20" presetID="18" presetClass="entr" presetSubtype="12" fill="hold" grpId="0" nodeType="with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strips(downLeft)">
                                      <p:cBhvr>
                                        <p:cTn id="22" dur="500"/>
                                        <p:tgtEl>
                                          <p:spTgt spid="23"/>
                                        </p:tgtEl>
                                      </p:cBhvr>
                                    </p:animEffect>
                                  </p:childTnLst>
                                </p:cTn>
                              </p:par>
                              <p:par>
                                <p:cTn id="23" presetID="18" presetClass="entr" presetSubtype="12"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strips(downLeft)">
                                      <p:cBhvr>
                                        <p:cTn id="25" dur="500"/>
                                        <p:tgtEl>
                                          <p:spTgt spid="24"/>
                                        </p:tgtEl>
                                      </p:cBhvr>
                                    </p:animEffect>
                                  </p:childTnLst>
                                </p:cTn>
                              </p:par>
                              <p:par>
                                <p:cTn id="26" presetID="18" presetClass="entr" presetSubtype="12" fill="hold" grpId="0" nodeType="with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strips(downLeft)">
                                      <p:cBhvr>
                                        <p:cTn id="28" dur="500"/>
                                        <p:tgtEl>
                                          <p:spTgt spid="25"/>
                                        </p:tgtEl>
                                      </p:cBhvr>
                                    </p:animEffect>
                                  </p:childTnLst>
                                </p:cTn>
                              </p:par>
                              <p:par>
                                <p:cTn id="29" presetID="18" presetClass="entr" presetSubtype="12" fill="hold" grpId="0" nodeType="with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strips(downLeft)">
                                      <p:cBhvr>
                                        <p:cTn id="31" dur="500"/>
                                        <p:tgtEl>
                                          <p:spTgt spid="22"/>
                                        </p:tgtEl>
                                      </p:cBhvr>
                                    </p:animEffect>
                                  </p:childTnLst>
                                </p:cTn>
                              </p:par>
                              <p:par>
                                <p:cTn id="32" presetID="18" presetClass="entr" presetSubtype="12"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strips(downLeft)">
                                      <p:cBhvr>
                                        <p:cTn id="34" dur="500"/>
                                        <p:tgtEl>
                                          <p:spTgt spid="15"/>
                                        </p:tgtEl>
                                      </p:cBhvr>
                                    </p:animEffect>
                                  </p:childTnLst>
                                </p:cTn>
                              </p:par>
                              <p:par>
                                <p:cTn id="35" presetID="18" presetClass="entr" presetSubtype="12" fill="hold" grpId="0" nodeType="with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strips(downLeft)">
                                      <p:cBhvr>
                                        <p:cTn id="37" dur="500"/>
                                        <p:tgtEl>
                                          <p:spTgt spid="2"/>
                                        </p:tgtEl>
                                      </p:cBhvr>
                                    </p:animEffect>
                                  </p:childTnLst>
                                </p:cTn>
                              </p:par>
                              <p:par>
                                <p:cTn id="38" presetID="18" presetClass="entr" presetSubtype="12" fill="hold" grpId="0" nodeType="withEffect">
                                  <p:stCondLst>
                                    <p:cond delay="0"/>
                                  </p:stCondLst>
                                  <p:iterate type="lt">
                                    <p:tmPct val="0"/>
                                  </p:iterate>
                                  <p:childTnLst>
                                    <p:set>
                                      <p:cBhvr>
                                        <p:cTn id="39" dur="1" fill="hold">
                                          <p:stCondLst>
                                            <p:cond delay="0"/>
                                          </p:stCondLst>
                                        </p:cTn>
                                        <p:tgtEl>
                                          <p:spTgt spid="16"/>
                                        </p:tgtEl>
                                        <p:attrNameLst>
                                          <p:attrName>style.visibility</p:attrName>
                                        </p:attrNameLst>
                                      </p:cBhvr>
                                      <p:to>
                                        <p:strVal val="visible"/>
                                      </p:to>
                                    </p:set>
                                    <p:animEffect transition="in" filter="strips(downLeft)">
                                      <p:cBhvr>
                                        <p:cTn id="40" dur="500"/>
                                        <p:tgtEl>
                                          <p:spTgt spid="16"/>
                                        </p:tgtEl>
                                      </p:cBhvr>
                                    </p:animEffect>
                                  </p:childTnLst>
                                </p:cTn>
                              </p:par>
                              <p:par>
                                <p:cTn id="41" presetID="18" presetClass="entr" presetSubtype="12"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strips(downLeft)">
                                      <p:cBhvr>
                                        <p:cTn id="43" dur="500"/>
                                        <p:tgtEl>
                                          <p:spTgt spid="17"/>
                                        </p:tgtEl>
                                      </p:cBhvr>
                                    </p:animEffect>
                                  </p:childTnLst>
                                </p:cTn>
                              </p:par>
                            </p:childTnLst>
                          </p:cTn>
                        </p:par>
                      </p:childTnLst>
                    </p:cTn>
                  </p:par>
                  <p:par>
                    <p:cTn id="44" fill="hold">
                      <p:stCondLst>
                        <p:cond delay="indefinite"/>
                      </p:stCondLst>
                      <p:childTnLst>
                        <p:par>
                          <p:cTn id="45" fill="hold">
                            <p:stCondLst>
                              <p:cond delay="0"/>
                            </p:stCondLst>
                            <p:childTnLst>
                              <p:par>
                                <p:cTn id="46" presetID="1" presetClass="emph" presetSubtype="2" fill="hold" nodeType="clickEffect">
                                  <p:stCondLst>
                                    <p:cond delay="0"/>
                                  </p:stCondLst>
                                  <p:childTnLst>
                                    <p:animClr clrSpc="rgb" dir="cw">
                                      <p:cBhvr>
                                        <p:cTn id="47" dur="2000" fill="hold"/>
                                        <p:tgtEl>
                                          <p:spTgt spid="13"/>
                                        </p:tgtEl>
                                        <p:attrNameLst>
                                          <p:attrName>fillcolor</p:attrName>
                                        </p:attrNameLst>
                                      </p:cBhvr>
                                      <p:to>
                                        <a:schemeClr val="accent2"/>
                                      </p:to>
                                    </p:animClr>
                                    <p:set>
                                      <p:cBhvr>
                                        <p:cTn id="48" dur="2000" fill="hold"/>
                                        <p:tgtEl>
                                          <p:spTgt spid="13"/>
                                        </p:tgtEl>
                                        <p:attrNameLst>
                                          <p:attrName>fill.type</p:attrName>
                                        </p:attrNameLst>
                                      </p:cBhvr>
                                      <p:to>
                                        <p:strVal val="solid"/>
                                      </p:to>
                                    </p:set>
                                    <p:set>
                                      <p:cBhvr>
                                        <p:cTn id="49" dur="2000" fill="hold"/>
                                        <p:tgtEl>
                                          <p:spTgt spid="13"/>
                                        </p:tgtEl>
                                        <p:attrNameLst>
                                          <p:attrName>fill.on</p:attrName>
                                        </p:attrNameLst>
                                      </p:cBhvr>
                                      <p:to>
                                        <p:strVal val="true"/>
                                      </p:to>
                                    </p:set>
                                  </p:childTnLst>
                                </p:cTn>
                              </p:par>
                              <p:par>
                                <p:cTn id="50" presetID="1" presetClass="emph" presetSubtype="2" fill="hold" nodeType="withEffect">
                                  <p:stCondLst>
                                    <p:cond delay="0"/>
                                  </p:stCondLst>
                                  <p:childTnLst>
                                    <p:animClr clrSpc="rgb" dir="cw">
                                      <p:cBhvr>
                                        <p:cTn id="51" dur="2000" fill="hold"/>
                                        <p:tgtEl>
                                          <p:spTgt spid="24"/>
                                        </p:tgtEl>
                                        <p:attrNameLst>
                                          <p:attrName>fillcolor</p:attrName>
                                        </p:attrNameLst>
                                      </p:cBhvr>
                                      <p:to>
                                        <a:schemeClr val="accent2"/>
                                      </p:to>
                                    </p:animClr>
                                    <p:set>
                                      <p:cBhvr>
                                        <p:cTn id="52" dur="2000" fill="hold"/>
                                        <p:tgtEl>
                                          <p:spTgt spid="24"/>
                                        </p:tgtEl>
                                        <p:attrNameLst>
                                          <p:attrName>fill.type</p:attrName>
                                        </p:attrNameLst>
                                      </p:cBhvr>
                                      <p:to>
                                        <p:strVal val="solid"/>
                                      </p:to>
                                    </p:set>
                                    <p:set>
                                      <p:cBhvr>
                                        <p:cTn id="53" dur="2000" fill="hold"/>
                                        <p:tgtEl>
                                          <p:spTgt spid="24"/>
                                        </p:tgtEl>
                                        <p:attrNameLst>
                                          <p:attrName>fill.on</p:attrName>
                                        </p:attrNameLst>
                                      </p:cBhvr>
                                      <p:to>
                                        <p:strVal val="true"/>
                                      </p:to>
                                    </p:set>
                                  </p:childTnLst>
                                </p:cTn>
                              </p:par>
                              <p:par>
                                <p:cTn id="54" presetID="36" presetClass="emph" presetSubtype="0" fill="hold" grpId="1" nodeType="withEffect">
                                  <p:stCondLst>
                                    <p:cond delay="0"/>
                                  </p:stCondLst>
                                  <p:iterate type="lt">
                                    <p:tmPct val="10000"/>
                                  </p:iterate>
                                  <p:childTnLst>
                                    <p:animScale>
                                      <p:cBhvr>
                                        <p:cTn id="55" dur="250" autoRev="1" fill="hold">
                                          <p:stCondLst>
                                            <p:cond delay="0"/>
                                          </p:stCondLst>
                                        </p:cTn>
                                        <p:tgtEl>
                                          <p:spTgt spid="16"/>
                                        </p:tgtEl>
                                      </p:cBhvr>
                                      <p:to x="80000" y="100000"/>
                                    </p:animScale>
                                    <p:anim by="(#ppt_w*0.10)" calcmode="lin" valueType="num">
                                      <p:cBhvr>
                                        <p:cTn id="56" dur="250" autoRev="1" fill="hold">
                                          <p:stCondLst>
                                            <p:cond delay="0"/>
                                          </p:stCondLst>
                                        </p:cTn>
                                        <p:tgtEl>
                                          <p:spTgt spid="16"/>
                                        </p:tgtEl>
                                        <p:attrNameLst>
                                          <p:attrName>ppt_x</p:attrName>
                                        </p:attrNameLst>
                                      </p:cBhvr>
                                    </p:anim>
                                    <p:anim by="(-#ppt_w*0.10)" calcmode="lin" valueType="num">
                                      <p:cBhvr>
                                        <p:cTn id="57" dur="250" autoRev="1" fill="hold">
                                          <p:stCondLst>
                                            <p:cond delay="0"/>
                                          </p:stCondLst>
                                        </p:cTn>
                                        <p:tgtEl>
                                          <p:spTgt spid="16"/>
                                        </p:tgtEl>
                                        <p:attrNameLst>
                                          <p:attrName>ppt_y</p:attrName>
                                        </p:attrNameLst>
                                      </p:cBhvr>
                                    </p:anim>
                                    <p:animRot by="-480000">
                                      <p:cBhvr>
                                        <p:cTn id="58" dur="250" autoRev="1" fill="hold">
                                          <p:stCondLst>
                                            <p:cond delay="0"/>
                                          </p:stCondLst>
                                        </p:cTn>
                                        <p:tgtEl>
                                          <p:spTgt spid="16"/>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P spid="12" grpId="0" animBg="1"/>
      <p:bldP spid="13" grpId="0" animBg="1"/>
      <p:bldP spid="14" grpId="0" animBg="1"/>
      <p:bldP spid="22" grpId="0" animBg="1"/>
      <p:bldP spid="23" grpId="0" animBg="1"/>
      <p:bldP spid="24" grpId="0" animBg="1"/>
      <p:bldP spid="25" grpId="0" animBg="1"/>
      <p:bldP spid="2" grpId="0"/>
      <p:bldP spid="15" grpId="0"/>
      <p:bldP spid="16" grpId="0"/>
      <p:bldP spid="16" grpId="1"/>
      <p:bldP spid="17"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Footer Placeholder 5">
            <a:extLst>
              <a:ext uri="{FF2B5EF4-FFF2-40B4-BE49-F238E27FC236}">
                <a16:creationId xmlns:a16="http://schemas.microsoft.com/office/drawing/2014/main" id="{BC957D56-C467-4DCA-B9C5-CCB0B28B90F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Tầng Network</a:t>
            </a:r>
          </a:p>
        </p:txBody>
      </p:sp>
      <p:sp>
        <p:nvSpPr>
          <p:cNvPr id="36867" name="Slide Number Placeholder 6">
            <a:extLst>
              <a:ext uri="{FF2B5EF4-FFF2-40B4-BE49-F238E27FC236}">
                <a16:creationId xmlns:a16="http://schemas.microsoft.com/office/drawing/2014/main" id="{448E3D87-63F0-43D8-AF8E-D4D52F5FBA3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4-</a:t>
            </a:r>
            <a:fld id="{0286E4DA-C5F8-4CFA-9464-505FC0FEE97F}" type="slidenum">
              <a:rPr lang="en-US" altLang="en-US">
                <a:latin typeface="Tahoma" panose="020B0604030504040204" pitchFamily="34" charset="0"/>
              </a:rPr>
              <a:pPr/>
              <a:t>34</a:t>
            </a:fld>
            <a:endParaRPr lang="en-US" altLang="en-US">
              <a:latin typeface="Tahoma" panose="020B0604030504040204" pitchFamily="34" charset="0"/>
            </a:endParaRPr>
          </a:p>
        </p:txBody>
      </p:sp>
      <p:sp>
        <p:nvSpPr>
          <p:cNvPr id="36868" name="Rectangle 2">
            <a:extLst>
              <a:ext uri="{FF2B5EF4-FFF2-40B4-BE49-F238E27FC236}">
                <a16:creationId xmlns:a16="http://schemas.microsoft.com/office/drawing/2014/main" id="{22168002-3A3C-49E5-A129-57FC52DC2BA9}"/>
              </a:ext>
            </a:extLst>
          </p:cNvPr>
          <p:cNvSpPr>
            <a:spLocks noGrp="1" noChangeArrowheads="1"/>
          </p:cNvSpPr>
          <p:nvPr>
            <p:ph type="title"/>
          </p:nvPr>
        </p:nvSpPr>
        <p:spPr>
          <a:xfrm>
            <a:off x="2057400" y="185739"/>
            <a:ext cx="7772400" cy="930275"/>
          </a:xfrm>
        </p:spPr>
        <p:txBody>
          <a:bodyPr/>
          <a:lstStyle/>
          <a:p>
            <a:r>
              <a:rPr lang="en-US" altLang="en-US" dirty="0" err="1">
                <a:ea typeface="ＭＳ Ｐゴシック" panose="020B0600070205080204" pitchFamily="34" charset="-128"/>
              </a:rPr>
              <a:t>Phân</a:t>
            </a:r>
            <a:r>
              <a:rPr lang="en-US" altLang="en-US" dirty="0">
                <a:ea typeface="ＭＳ Ｐゴシック" panose="020B0600070205080204" pitchFamily="34" charset="-128"/>
              </a:rPr>
              <a:t> </a:t>
            </a:r>
            <a:r>
              <a:rPr lang="en-US" altLang="en-US" dirty="0" err="1">
                <a:ea typeface="ＭＳ Ｐゴシック" panose="020B0600070205080204" pitchFamily="34" charset="-128"/>
              </a:rPr>
              <a:t>mảnh</a:t>
            </a:r>
            <a:r>
              <a:rPr lang="en-US" altLang="en-US" dirty="0">
                <a:ea typeface="ＭＳ Ｐゴシック" panose="020B0600070205080204" pitchFamily="34" charset="-128"/>
              </a:rPr>
              <a:t> </a:t>
            </a:r>
            <a:r>
              <a:rPr lang="en-US" altLang="en-US" dirty="0" err="1">
                <a:ea typeface="ＭＳ Ｐゴシック" panose="020B0600070205080204" pitchFamily="34" charset="-128"/>
              </a:rPr>
              <a:t>và</a:t>
            </a:r>
            <a:r>
              <a:rPr lang="en-US" altLang="en-US" dirty="0">
                <a:ea typeface="ＭＳ Ｐゴシック" panose="020B0600070205080204" pitchFamily="34" charset="-128"/>
              </a:rPr>
              <a:t> </a:t>
            </a:r>
            <a:r>
              <a:rPr lang="en-US" altLang="en-US" dirty="0" err="1">
                <a:ea typeface="ＭＳ Ｐゴシック" panose="020B0600070205080204" pitchFamily="34" charset="-128"/>
              </a:rPr>
              <a:t>tổng</a:t>
            </a:r>
            <a:r>
              <a:rPr lang="en-US" altLang="en-US" dirty="0">
                <a:ea typeface="ＭＳ Ｐゴシック" panose="020B0600070205080204" pitchFamily="34" charset="-128"/>
              </a:rPr>
              <a:t> </a:t>
            </a:r>
            <a:r>
              <a:rPr lang="en-US" altLang="en-US" dirty="0" err="1">
                <a:ea typeface="ＭＳ Ｐゴシック" panose="020B0600070205080204" pitchFamily="34" charset="-128"/>
              </a:rPr>
              <a:t>hợp</a:t>
            </a:r>
            <a:r>
              <a:rPr lang="en-US" altLang="en-US" dirty="0">
                <a:ea typeface="ＭＳ Ｐゴシック" panose="020B0600070205080204" pitchFamily="34" charset="-128"/>
              </a:rPr>
              <a:t> IP</a:t>
            </a:r>
            <a:endParaRPr lang="en-US" altLang="en-US" sz="4800" dirty="0">
              <a:ea typeface="ＭＳ Ｐゴシック" panose="020B0600070205080204" pitchFamily="34" charset="-128"/>
            </a:endParaRPr>
          </a:p>
        </p:txBody>
      </p:sp>
      <p:sp>
        <p:nvSpPr>
          <p:cNvPr id="36869" name="Rectangle 3">
            <a:extLst>
              <a:ext uri="{FF2B5EF4-FFF2-40B4-BE49-F238E27FC236}">
                <a16:creationId xmlns:a16="http://schemas.microsoft.com/office/drawing/2014/main" id="{E75274F7-8294-43EA-A2E1-1F339A096A7E}"/>
              </a:ext>
            </a:extLst>
          </p:cNvPr>
          <p:cNvSpPr>
            <a:spLocks noGrp="1" noChangeArrowheads="1"/>
          </p:cNvSpPr>
          <p:nvPr>
            <p:ph type="body" sz="half" idx="1"/>
          </p:nvPr>
        </p:nvSpPr>
        <p:spPr>
          <a:xfrm>
            <a:off x="1484312" y="1179514"/>
            <a:ext cx="4441826" cy="5094287"/>
          </a:xfrm>
        </p:spPr>
        <p:txBody>
          <a:bodyPr>
            <a:normAutofit fontScale="92500" lnSpcReduction="10000"/>
          </a:bodyPr>
          <a:lstStyle/>
          <a:p>
            <a:r>
              <a:rPr lang="en-US" altLang="en-US" sz="2300">
                <a:latin typeface="Comic Sans MS" panose="030F0702030302020204" pitchFamily="66" charset="0"/>
                <a:ea typeface="ＭＳ Ｐゴシック" panose="020B0600070205080204" pitchFamily="34" charset="-128"/>
              </a:rPr>
              <a:t>Các đường link mạng có MTU (max.transfer size) – frame lớn nhất có thể ở mức kết nối</a:t>
            </a:r>
          </a:p>
          <a:p>
            <a:pPr lvl="1"/>
            <a:r>
              <a:rPr lang="en-US" altLang="en-US" sz="2300">
                <a:latin typeface="Comic Sans MS" panose="030F0702030302020204" pitchFamily="66" charset="0"/>
                <a:ea typeface="ＭＳ Ｐゴシック" panose="020B0600070205080204" pitchFamily="34" charset="-128"/>
              </a:rPr>
              <a:t>Các kiểu đường link khác nhau, các MTU khác nhau</a:t>
            </a:r>
          </a:p>
          <a:p>
            <a:r>
              <a:rPr lang="en-US" altLang="en-US" sz="2300">
                <a:latin typeface="Comic Sans MS" panose="030F0702030302020204" pitchFamily="66" charset="0"/>
                <a:ea typeface="ＭＳ Ｐゴシック" panose="020B0600070205080204" pitchFamily="34" charset="-128"/>
              </a:rPr>
              <a:t>IP datagram lớn được chia (</a:t>
            </a:r>
            <a:r>
              <a:rPr lang="ja-JP" altLang="en-US" sz="2300">
                <a:latin typeface="Comic Sans MS" panose="030F0702030302020204" pitchFamily="66" charset="0"/>
                <a:ea typeface="ＭＳ Ｐゴシック" panose="020B0600070205080204" pitchFamily="34" charset="-128"/>
              </a:rPr>
              <a:t>“</a:t>
            </a:r>
            <a:r>
              <a:rPr lang="en-US" altLang="ja-JP" sz="2300">
                <a:latin typeface="Comic Sans MS" panose="030F0702030302020204" pitchFamily="66" charset="0"/>
                <a:ea typeface="ＭＳ Ｐゴシック" panose="020B0600070205080204" pitchFamily="34" charset="-128"/>
              </a:rPr>
              <a:t>fragmented</a:t>
            </a:r>
            <a:r>
              <a:rPr lang="ja-JP" altLang="en-US" sz="2300">
                <a:latin typeface="Comic Sans MS" panose="030F0702030302020204" pitchFamily="66" charset="0"/>
                <a:ea typeface="ＭＳ Ｐゴシック" panose="020B0600070205080204" pitchFamily="34" charset="-128"/>
              </a:rPr>
              <a:t>”</a:t>
            </a:r>
            <a:r>
              <a:rPr lang="en-US" altLang="ja-JP" sz="2300">
                <a:latin typeface="Comic Sans MS" panose="030F0702030302020204" pitchFamily="66" charset="0"/>
                <a:ea typeface="ＭＳ Ｐゴシック" panose="020B0600070205080204" pitchFamily="34" charset="-128"/>
              </a:rPr>
              <a:t>) bên trong mạng</a:t>
            </a:r>
          </a:p>
          <a:p>
            <a:pPr lvl="1"/>
            <a:r>
              <a:rPr lang="en-US" altLang="en-US" sz="2300">
                <a:latin typeface="Comic Sans MS" panose="030F0702030302020204" pitchFamily="66" charset="0"/>
                <a:ea typeface="ＭＳ Ｐゴシック" panose="020B0600070205080204" pitchFamily="34" charset="-128"/>
              </a:rPr>
              <a:t>1 datagram thành 1 vài datagram</a:t>
            </a:r>
          </a:p>
          <a:p>
            <a:pPr lvl="1"/>
            <a:r>
              <a:rPr lang="ja-JP" altLang="en-US" sz="2300">
                <a:latin typeface="Comic Sans MS" panose="030F0702030302020204" pitchFamily="66" charset="0"/>
                <a:ea typeface="ＭＳ Ｐゴシック" panose="020B0600070205080204" pitchFamily="34" charset="-128"/>
              </a:rPr>
              <a:t>“</a:t>
            </a:r>
            <a:r>
              <a:rPr lang="en-US" altLang="ja-JP" sz="2300">
                <a:latin typeface="Comic Sans MS" panose="030F0702030302020204" pitchFamily="66" charset="0"/>
                <a:ea typeface="ＭＳ Ｐゴシック" panose="020B0600070205080204" pitchFamily="34" charset="-128"/>
              </a:rPr>
              <a:t>tổng hợp</a:t>
            </a:r>
            <a:r>
              <a:rPr lang="ja-JP" altLang="en-US" sz="2300">
                <a:latin typeface="Comic Sans MS" panose="030F0702030302020204" pitchFamily="66" charset="0"/>
                <a:ea typeface="ＭＳ Ｐゴシック" panose="020B0600070205080204" pitchFamily="34" charset="-128"/>
              </a:rPr>
              <a:t>”</a:t>
            </a:r>
            <a:r>
              <a:rPr lang="en-US" altLang="ja-JP" sz="2300">
                <a:latin typeface="Comic Sans MS" panose="030F0702030302020204" pitchFamily="66" charset="0"/>
                <a:ea typeface="ＭＳ Ｐゴシック" panose="020B0600070205080204" pitchFamily="34" charset="-128"/>
              </a:rPr>
              <a:t> chỉ được thực hiện ở đích cuối cùng</a:t>
            </a:r>
          </a:p>
          <a:p>
            <a:pPr lvl="1"/>
            <a:r>
              <a:rPr lang="en-US" altLang="en-US" sz="2300">
                <a:latin typeface="Comic Sans MS" panose="030F0702030302020204" pitchFamily="66" charset="0"/>
                <a:ea typeface="ＭＳ Ｐゴシック" panose="020B0600070205080204" pitchFamily="34" charset="-128"/>
              </a:rPr>
              <a:t>Các bit của IP header  được sử dụng để xác định, sắp đặt các fragment liên quan</a:t>
            </a:r>
          </a:p>
        </p:txBody>
      </p:sp>
      <p:sp>
        <p:nvSpPr>
          <p:cNvPr id="36870" name="Freeform 4">
            <a:extLst>
              <a:ext uri="{FF2B5EF4-FFF2-40B4-BE49-F238E27FC236}">
                <a16:creationId xmlns:a16="http://schemas.microsoft.com/office/drawing/2014/main" id="{50A485EC-39AE-4DAA-808A-19FB27CE7631}"/>
              </a:ext>
            </a:extLst>
          </p:cNvPr>
          <p:cNvSpPr>
            <a:spLocks/>
          </p:cNvSpPr>
          <p:nvPr/>
        </p:nvSpPr>
        <p:spPr bwMode="auto">
          <a:xfrm>
            <a:off x="6251576" y="1628775"/>
            <a:ext cx="2436813" cy="2255838"/>
          </a:xfrm>
          <a:custGeom>
            <a:avLst/>
            <a:gdLst>
              <a:gd name="T0" fmla="*/ 2147483647 w 1292"/>
              <a:gd name="T1" fmla="*/ 2147483647 h 1255"/>
              <a:gd name="T2" fmla="*/ 2147483647 w 1292"/>
              <a:gd name="T3" fmla="*/ 2147483647 h 1255"/>
              <a:gd name="T4" fmla="*/ 2147483647 w 1292"/>
              <a:gd name="T5" fmla="*/ 2147483647 h 1255"/>
              <a:gd name="T6" fmla="*/ 2147483647 w 1292"/>
              <a:gd name="T7" fmla="*/ 2147483647 h 1255"/>
              <a:gd name="T8" fmla="*/ 2147483647 w 1292"/>
              <a:gd name="T9" fmla="*/ 2147483647 h 1255"/>
              <a:gd name="T10" fmla="*/ 2147483647 w 1292"/>
              <a:gd name="T11" fmla="*/ 2147483647 h 1255"/>
              <a:gd name="T12" fmla="*/ 2147483647 w 1292"/>
              <a:gd name="T13" fmla="*/ 2147483647 h 1255"/>
              <a:gd name="T14" fmla="*/ 2147483647 w 1292"/>
              <a:gd name="T15" fmla="*/ 2147483647 h 1255"/>
              <a:gd name="T16" fmla="*/ 2147483647 w 1292"/>
              <a:gd name="T17" fmla="*/ 2147483647 h 1255"/>
              <a:gd name="T18" fmla="*/ 2147483647 w 1292"/>
              <a:gd name="T19" fmla="*/ 2147483647 h 1255"/>
              <a:gd name="T20" fmla="*/ 2147483647 w 1292"/>
              <a:gd name="T21" fmla="*/ 2147483647 h 1255"/>
              <a:gd name="T22" fmla="*/ 2147483647 w 1292"/>
              <a:gd name="T23" fmla="*/ 2147483647 h 125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92"/>
              <a:gd name="T37" fmla="*/ 0 h 1255"/>
              <a:gd name="T38" fmla="*/ 1292 w 1292"/>
              <a:gd name="T39" fmla="*/ 1255 h 125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92" h="1255">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36871" name="Freeform 5">
            <a:extLst>
              <a:ext uri="{FF2B5EF4-FFF2-40B4-BE49-F238E27FC236}">
                <a16:creationId xmlns:a16="http://schemas.microsoft.com/office/drawing/2014/main" id="{E73A8400-D81A-4EF3-9110-3029B17D3DFC}"/>
              </a:ext>
            </a:extLst>
          </p:cNvPr>
          <p:cNvSpPr>
            <a:spLocks/>
          </p:cNvSpPr>
          <p:nvPr/>
        </p:nvSpPr>
        <p:spPr bwMode="auto">
          <a:xfrm>
            <a:off x="6251575" y="4030663"/>
            <a:ext cx="1976438" cy="1987550"/>
          </a:xfrm>
          <a:custGeom>
            <a:avLst/>
            <a:gdLst>
              <a:gd name="T0" fmla="*/ 2147483647 w 873"/>
              <a:gd name="T1" fmla="*/ 2147483647 h 940"/>
              <a:gd name="T2" fmla="*/ 2147483647 w 873"/>
              <a:gd name="T3" fmla="*/ 2147483647 h 940"/>
              <a:gd name="T4" fmla="*/ 2147483647 w 873"/>
              <a:gd name="T5" fmla="*/ 2147483647 h 940"/>
              <a:gd name="T6" fmla="*/ 2147483647 w 873"/>
              <a:gd name="T7" fmla="*/ 2147483647 h 940"/>
              <a:gd name="T8" fmla="*/ 2147483647 w 873"/>
              <a:gd name="T9" fmla="*/ 2147483647 h 940"/>
              <a:gd name="T10" fmla="*/ 2147483647 w 873"/>
              <a:gd name="T11" fmla="*/ 2147483647 h 940"/>
              <a:gd name="T12" fmla="*/ 2147483647 w 873"/>
              <a:gd name="T13" fmla="*/ 2147483647 h 940"/>
              <a:gd name="T14" fmla="*/ 2147483647 w 873"/>
              <a:gd name="T15" fmla="*/ 2147483647 h 940"/>
              <a:gd name="T16" fmla="*/ 2147483647 w 873"/>
              <a:gd name="T17" fmla="*/ 2147483647 h 940"/>
              <a:gd name="T18" fmla="*/ 2147483647 w 873"/>
              <a:gd name="T19" fmla="*/ 2147483647 h 940"/>
              <a:gd name="T20" fmla="*/ 2147483647 w 873"/>
              <a:gd name="T21" fmla="*/ 2147483647 h 94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873"/>
              <a:gd name="T34" fmla="*/ 0 h 940"/>
              <a:gd name="T35" fmla="*/ 873 w 873"/>
              <a:gd name="T36" fmla="*/ 940 h 94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873" h="940">
                <a:moveTo>
                  <a:pt x="2" y="405"/>
                </a:moveTo>
                <a:cubicBezTo>
                  <a:pt x="17" y="290"/>
                  <a:pt x="138" y="129"/>
                  <a:pt x="230" y="65"/>
                </a:cubicBezTo>
                <a:cubicBezTo>
                  <a:pt x="322" y="1"/>
                  <a:pt x="460" y="0"/>
                  <a:pt x="555" y="22"/>
                </a:cubicBezTo>
                <a:cubicBezTo>
                  <a:pt x="650" y="44"/>
                  <a:pt x="748" y="143"/>
                  <a:pt x="800" y="197"/>
                </a:cubicBezTo>
                <a:cubicBezTo>
                  <a:pt x="852" y="251"/>
                  <a:pt x="859" y="292"/>
                  <a:pt x="866" y="347"/>
                </a:cubicBezTo>
                <a:cubicBezTo>
                  <a:pt x="873" y="402"/>
                  <a:pt x="855" y="457"/>
                  <a:pt x="842" y="527"/>
                </a:cubicBezTo>
                <a:cubicBezTo>
                  <a:pt x="829" y="597"/>
                  <a:pt x="827" y="714"/>
                  <a:pt x="788" y="767"/>
                </a:cubicBezTo>
                <a:cubicBezTo>
                  <a:pt x="749" y="820"/>
                  <a:pt x="670" y="819"/>
                  <a:pt x="608" y="845"/>
                </a:cubicBezTo>
                <a:cubicBezTo>
                  <a:pt x="546" y="871"/>
                  <a:pt x="496" y="940"/>
                  <a:pt x="418" y="925"/>
                </a:cubicBezTo>
                <a:cubicBezTo>
                  <a:pt x="340" y="910"/>
                  <a:pt x="208" y="840"/>
                  <a:pt x="139" y="754"/>
                </a:cubicBezTo>
                <a:cubicBezTo>
                  <a:pt x="69" y="667"/>
                  <a:pt x="0" y="546"/>
                  <a:pt x="2" y="405"/>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36872" name="Line 16">
            <a:extLst>
              <a:ext uri="{FF2B5EF4-FFF2-40B4-BE49-F238E27FC236}">
                <a16:creationId xmlns:a16="http://schemas.microsoft.com/office/drawing/2014/main" id="{46085D19-880B-432C-A67B-0EC610791352}"/>
              </a:ext>
            </a:extLst>
          </p:cNvPr>
          <p:cNvSpPr>
            <a:spLocks noChangeShapeType="1"/>
          </p:cNvSpPr>
          <p:nvPr/>
        </p:nvSpPr>
        <p:spPr bwMode="auto">
          <a:xfrm flipV="1">
            <a:off x="6324600" y="2584451"/>
            <a:ext cx="127000" cy="31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6873" name="Line 17">
            <a:extLst>
              <a:ext uri="{FF2B5EF4-FFF2-40B4-BE49-F238E27FC236}">
                <a16:creationId xmlns:a16="http://schemas.microsoft.com/office/drawing/2014/main" id="{4F9C4708-FE26-4E3E-A475-F66A4BD9C15C}"/>
              </a:ext>
            </a:extLst>
          </p:cNvPr>
          <p:cNvSpPr>
            <a:spLocks noChangeShapeType="1"/>
          </p:cNvSpPr>
          <p:nvPr/>
        </p:nvSpPr>
        <p:spPr bwMode="auto">
          <a:xfrm>
            <a:off x="6900863" y="1909763"/>
            <a:ext cx="658812" cy="2794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6874" name="Line 18">
            <a:extLst>
              <a:ext uri="{FF2B5EF4-FFF2-40B4-BE49-F238E27FC236}">
                <a16:creationId xmlns:a16="http://schemas.microsoft.com/office/drawing/2014/main" id="{C1100084-F7BF-49F4-A37E-25D824BAB87E}"/>
              </a:ext>
            </a:extLst>
          </p:cNvPr>
          <p:cNvSpPr>
            <a:spLocks noChangeShapeType="1"/>
          </p:cNvSpPr>
          <p:nvPr/>
        </p:nvSpPr>
        <p:spPr bwMode="auto">
          <a:xfrm>
            <a:off x="7747000" y="2246314"/>
            <a:ext cx="196850" cy="6699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6875" name="Line 19">
            <a:extLst>
              <a:ext uri="{FF2B5EF4-FFF2-40B4-BE49-F238E27FC236}">
                <a16:creationId xmlns:a16="http://schemas.microsoft.com/office/drawing/2014/main" id="{7C907AE2-75B1-4351-B314-F11C108600D5}"/>
              </a:ext>
            </a:extLst>
          </p:cNvPr>
          <p:cNvSpPr>
            <a:spLocks noChangeShapeType="1"/>
          </p:cNvSpPr>
          <p:nvPr/>
        </p:nvSpPr>
        <p:spPr bwMode="auto">
          <a:xfrm>
            <a:off x="6650039" y="2022476"/>
            <a:ext cx="1587" cy="58261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6876" name="Line 20">
            <a:extLst>
              <a:ext uri="{FF2B5EF4-FFF2-40B4-BE49-F238E27FC236}">
                <a16:creationId xmlns:a16="http://schemas.microsoft.com/office/drawing/2014/main" id="{DE7112D4-2557-4129-BDF5-4662DE3A02E3}"/>
              </a:ext>
            </a:extLst>
          </p:cNvPr>
          <p:cNvSpPr>
            <a:spLocks noChangeShapeType="1"/>
          </p:cNvSpPr>
          <p:nvPr/>
        </p:nvSpPr>
        <p:spPr bwMode="auto">
          <a:xfrm>
            <a:off x="6884988" y="2676525"/>
            <a:ext cx="971550" cy="40163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6877" name="Line 21">
            <a:extLst>
              <a:ext uri="{FF2B5EF4-FFF2-40B4-BE49-F238E27FC236}">
                <a16:creationId xmlns:a16="http://schemas.microsoft.com/office/drawing/2014/main" id="{F7ED1BC0-29FE-4F03-B71F-7FD73E70DC4D}"/>
              </a:ext>
            </a:extLst>
          </p:cNvPr>
          <p:cNvSpPr>
            <a:spLocks noChangeShapeType="1"/>
          </p:cNvSpPr>
          <p:nvPr/>
        </p:nvSpPr>
        <p:spPr bwMode="auto">
          <a:xfrm flipH="1" flipV="1">
            <a:off x="8158163" y="3206750"/>
            <a:ext cx="476250" cy="6873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6878" name="Line 22">
            <a:extLst>
              <a:ext uri="{FF2B5EF4-FFF2-40B4-BE49-F238E27FC236}">
                <a16:creationId xmlns:a16="http://schemas.microsoft.com/office/drawing/2014/main" id="{26D96C83-2438-4F60-8CAD-5AAC6CA17968}"/>
              </a:ext>
            </a:extLst>
          </p:cNvPr>
          <p:cNvSpPr>
            <a:spLocks noChangeShapeType="1"/>
          </p:cNvSpPr>
          <p:nvPr/>
        </p:nvSpPr>
        <p:spPr bwMode="auto">
          <a:xfrm flipH="1">
            <a:off x="6908801" y="2214564"/>
            <a:ext cx="758825" cy="5175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6879" name="Line 23">
            <a:extLst>
              <a:ext uri="{FF2B5EF4-FFF2-40B4-BE49-F238E27FC236}">
                <a16:creationId xmlns:a16="http://schemas.microsoft.com/office/drawing/2014/main" id="{8F4B0FC8-60A5-42CA-AE3F-18EF0059032A}"/>
              </a:ext>
            </a:extLst>
          </p:cNvPr>
          <p:cNvSpPr>
            <a:spLocks noChangeShapeType="1"/>
          </p:cNvSpPr>
          <p:nvPr/>
        </p:nvSpPr>
        <p:spPr bwMode="auto">
          <a:xfrm flipH="1">
            <a:off x="6918325" y="1654175"/>
            <a:ext cx="476250" cy="3429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6880" name="Line 24">
            <a:extLst>
              <a:ext uri="{FF2B5EF4-FFF2-40B4-BE49-F238E27FC236}">
                <a16:creationId xmlns:a16="http://schemas.microsoft.com/office/drawing/2014/main" id="{6E0A5334-B2F3-40E2-882E-BD7A5C27DFF8}"/>
              </a:ext>
            </a:extLst>
          </p:cNvPr>
          <p:cNvSpPr>
            <a:spLocks noChangeShapeType="1"/>
          </p:cNvSpPr>
          <p:nvPr/>
        </p:nvSpPr>
        <p:spPr bwMode="auto">
          <a:xfrm flipH="1">
            <a:off x="7635875" y="1830389"/>
            <a:ext cx="273050" cy="2365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6881" name="Line 119">
            <a:extLst>
              <a:ext uri="{FF2B5EF4-FFF2-40B4-BE49-F238E27FC236}">
                <a16:creationId xmlns:a16="http://schemas.microsoft.com/office/drawing/2014/main" id="{431AA4DA-ADE7-4037-B98D-A16BCD4EF774}"/>
              </a:ext>
            </a:extLst>
          </p:cNvPr>
          <p:cNvSpPr>
            <a:spLocks noChangeShapeType="1"/>
          </p:cNvSpPr>
          <p:nvPr/>
        </p:nvSpPr>
        <p:spPr bwMode="auto">
          <a:xfrm flipH="1">
            <a:off x="8115300" y="4206875"/>
            <a:ext cx="636588" cy="8778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2" name="Group 199">
            <a:extLst>
              <a:ext uri="{FF2B5EF4-FFF2-40B4-BE49-F238E27FC236}">
                <a16:creationId xmlns:a16="http://schemas.microsoft.com/office/drawing/2014/main" id="{0AD46066-2104-4609-88B4-70B4905B3444}"/>
              </a:ext>
            </a:extLst>
          </p:cNvPr>
          <p:cNvGrpSpPr>
            <a:grpSpLocks/>
          </p:cNvGrpSpPr>
          <p:nvPr/>
        </p:nvGrpSpPr>
        <p:grpSpPr bwMode="auto">
          <a:xfrm>
            <a:off x="6657976" y="2955926"/>
            <a:ext cx="1222375" cy="403225"/>
            <a:chOff x="3152" y="1862"/>
            <a:chExt cx="770" cy="254"/>
          </a:xfrm>
        </p:grpSpPr>
        <p:grpSp>
          <p:nvGrpSpPr>
            <p:cNvPr id="36995" name="Group 120">
              <a:extLst>
                <a:ext uri="{FF2B5EF4-FFF2-40B4-BE49-F238E27FC236}">
                  <a16:creationId xmlns:a16="http://schemas.microsoft.com/office/drawing/2014/main" id="{1646D11F-C4E3-4B9D-BB75-72400CEB1CFE}"/>
                </a:ext>
              </a:extLst>
            </p:cNvPr>
            <p:cNvGrpSpPr>
              <a:grpSpLocks/>
            </p:cNvGrpSpPr>
            <p:nvPr/>
          </p:nvGrpSpPr>
          <p:grpSpPr bwMode="auto">
            <a:xfrm rot="1433392">
              <a:off x="3152" y="1862"/>
              <a:ext cx="648" cy="108"/>
              <a:chOff x="4712" y="1742"/>
              <a:chExt cx="648" cy="108"/>
            </a:xfrm>
          </p:grpSpPr>
          <p:sp>
            <p:nvSpPr>
              <p:cNvPr id="36997" name="Rectangle 121">
                <a:extLst>
                  <a:ext uri="{FF2B5EF4-FFF2-40B4-BE49-F238E27FC236}">
                    <a16:creationId xmlns:a16="http://schemas.microsoft.com/office/drawing/2014/main" id="{1C76F507-97D7-4AB7-BB4F-E2897C73F4A8}"/>
                  </a:ext>
                </a:extLst>
              </p:cNvPr>
              <p:cNvSpPr>
                <a:spLocks noChangeArrowheads="1"/>
              </p:cNvSpPr>
              <p:nvPr/>
            </p:nvSpPr>
            <p:spPr bwMode="auto">
              <a:xfrm>
                <a:off x="4712" y="1742"/>
                <a:ext cx="648" cy="108"/>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36998" name="Rectangle 122">
                <a:extLst>
                  <a:ext uri="{FF2B5EF4-FFF2-40B4-BE49-F238E27FC236}">
                    <a16:creationId xmlns:a16="http://schemas.microsoft.com/office/drawing/2014/main" id="{855C7C9D-2F2C-4982-B008-D9A4466C6AF5}"/>
                  </a:ext>
                </a:extLst>
              </p:cNvPr>
              <p:cNvSpPr>
                <a:spLocks noChangeArrowheads="1"/>
              </p:cNvSpPr>
              <p:nvPr/>
            </p:nvSpPr>
            <p:spPr bwMode="auto">
              <a:xfrm>
                <a:off x="4710" y="1742"/>
                <a:ext cx="534" cy="10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sp>
          <p:nvSpPr>
            <p:cNvPr id="36996" name="Line 132">
              <a:extLst>
                <a:ext uri="{FF2B5EF4-FFF2-40B4-BE49-F238E27FC236}">
                  <a16:creationId xmlns:a16="http://schemas.microsoft.com/office/drawing/2014/main" id="{13CB260F-77E7-4828-8478-033BA975C914}"/>
                </a:ext>
              </a:extLst>
            </p:cNvPr>
            <p:cNvSpPr>
              <a:spLocks noChangeShapeType="1"/>
            </p:cNvSpPr>
            <p:nvPr/>
          </p:nvSpPr>
          <p:spPr bwMode="auto">
            <a:xfrm>
              <a:off x="3784" y="2060"/>
              <a:ext cx="138" cy="5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sp>
        <p:nvSpPr>
          <p:cNvPr id="576648" name="Text Box 136">
            <a:extLst>
              <a:ext uri="{FF2B5EF4-FFF2-40B4-BE49-F238E27FC236}">
                <a16:creationId xmlns:a16="http://schemas.microsoft.com/office/drawing/2014/main" id="{0CBEEC2F-5370-47C3-B64D-1DA682EC2EE5}"/>
              </a:ext>
            </a:extLst>
          </p:cNvPr>
          <p:cNvSpPr txBox="1">
            <a:spLocks noChangeArrowheads="1"/>
          </p:cNvSpPr>
          <p:nvPr/>
        </p:nvSpPr>
        <p:spPr bwMode="auto">
          <a:xfrm>
            <a:off x="8269289" y="2241551"/>
            <a:ext cx="2363787"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600" i="1">
                <a:solidFill>
                  <a:srgbClr val="CC0000"/>
                </a:solidFill>
              </a:rPr>
              <a:t>Phân mảnh:</a:t>
            </a:r>
            <a:r>
              <a:rPr lang="en-US" altLang="en-US" sz="1600"/>
              <a:t> </a:t>
            </a:r>
          </a:p>
          <a:p>
            <a:r>
              <a:rPr lang="en-US" altLang="en-US" sz="1600" b="1" i="1">
                <a:solidFill>
                  <a:srgbClr val="000099"/>
                </a:solidFill>
              </a:rPr>
              <a:t>vào:</a:t>
            </a:r>
            <a:r>
              <a:rPr lang="en-US" altLang="en-US" sz="1600"/>
              <a:t> 1 datagram lớn</a:t>
            </a:r>
          </a:p>
          <a:p>
            <a:r>
              <a:rPr lang="en-US" altLang="en-US" sz="1600" b="1" i="1">
                <a:solidFill>
                  <a:srgbClr val="000099"/>
                </a:solidFill>
              </a:rPr>
              <a:t>ra:</a:t>
            </a:r>
            <a:r>
              <a:rPr lang="en-US" altLang="en-US" sz="1600"/>
              <a:t> 3 datagram nhỏ hơn</a:t>
            </a:r>
            <a:endParaRPr lang="en-US" altLang="en-US"/>
          </a:p>
        </p:txBody>
      </p:sp>
      <p:sp>
        <p:nvSpPr>
          <p:cNvPr id="36884" name="Line 118">
            <a:extLst>
              <a:ext uri="{FF2B5EF4-FFF2-40B4-BE49-F238E27FC236}">
                <a16:creationId xmlns:a16="http://schemas.microsoft.com/office/drawing/2014/main" id="{98B7E992-16D9-4EB5-B12A-4A5ACC3065E0}"/>
              </a:ext>
            </a:extLst>
          </p:cNvPr>
          <p:cNvSpPr>
            <a:spLocks noChangeShapeType="1"/>
          </p:cNvSpPr>
          <p:nvPr/>
        </p:nvSpPr>
        <p:spPr bwMode="auto">
          <a:xfrm>
            <a:off x="7138989" y="5178426"/>
            <a:ext cx="287337" cy="31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4" name="Group 220">
            <a:extLst>
              <a:ext uri="{FF2B5EF4-FFF2-40B4-BE49-F238E27FC236}">
                <a16:creationId xmlns:a16="http://schemas.microsoft.com/office/drawing/2014/main" id="{1B6601E1-84F9-4160-9E82-CD00B9A79162}"/>
              </a:ext>
            </a:extLst>
          </p:cNvPr>
          <p:cNvGrpSpPr>
            <a:grpSpLocks/>
          </p:cNvGrpSpPr>
          <p:nvPr/>
        </p:nvGrpSpPr>
        <p:grpSpPr bwMode="auto">
          <a:xfrm>
            <a:off x="7061201" y="4352925"/>
            <a:ext cx="708025" cy="558800"/>
            <a:chOff x="3406" y="2742"/>
            <a:chExt cx="446" cy="352"/>
          </a:xfrm>
        </p:grpSpPr>
        <p:grpSp>
          <p:nvGrpSpPr>
            <p:cNvPr id="36983" name="Group 137">
              <a:extLst>
                <a:ext uri="{FF2B5EF4-FFF2-40B4-BE49-F238E27FC236}">
                  <a16:creationId xmlns:a16="http://schemas.microsoft.com/office/drawing/2014/main" id="{7004B21B-8115-4CF8-9813-45658E0535AB}"/>
                </a:ext>
              </a:extLst>
            </p:cNvPr>
            <p:cNvGrpSpPr>
              <a:grpSpLocks/>
            </p:cNvGrpSpPr>
            <p:nvPr/>
          </p:nvGrpSpPr>
          <p:grpSpPr bwMode="auto">
            <a:xfrm rot="-10773343">
              <a:off x="3566" y="2742"/>
              <a:ext cx="282" cy="108"/>
              <a:chOff x="5078" y="1860"/>
              <a:chExt cx="282" cy="108"/>
            </a:xfrm>
          </p:grpSpPr>
          <p:sp>
            <p:nvSpPr>
              <p:cNvPr id="36993" name="Rectangle 138">
                <a:extLst>
                  <a:ext uri="{FF2B5EF4-FFF2-40B4-BE49-F238E27FC236}">
                    <a16:creationId xmlns:a16="http://schemas.microsoft.com/office/drawing/2014/main" id="{2FC97D05-BCA9-426E-814B-D6B7B9A1088B}"/>
                  </a:ext>
                </a:extLst>
              </p:cNvPr>
              <p:cNvSpPr>
                <a:spLocks noChangeArrowheads="1"/>
              </p:cNvSpPr>
              <p:nvPr/>
            </p:nvSpPr>
            <p:spPr bwMode="auto">
              <a:xfrm>
                <a:off x="5216" y="1860"/>
                <a:ext cx="144" cy="108"/>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36994" name="Rectangle 139">
                <a:extLst>
                  <a:ext uri="{FF2B5EF4-FFF2-40B4-BE49-F238E27FC236}">
                    <a16:creationId xmlns:a16="http://schemas.microsoft.com/office/drawing/2014/main" id="{701FEFA1-FE1E-4993-B6FA-4C80CE7671F1}"/>
                  </a:ext>
                </a:extLst>
              </p:cNvPr>
              <p:cNvSpPr>
                <a:spLocks noChangeArrowheads="1"/>
              </p:cNvSpPr>
              <p:nvPr/>
            </p:nvSpPr>
            <p:spPr bwMode="auto">
              <a:xfrm>
                <a:off x="5080" y="1860"/>
                <a:ext cx="166" cy="10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grpSp>
          <p:nvGrpSpPr>
            <p:cNvPr id="36984" name="Group 140">
              <a:extLst>
                <a:ext uri="{FF2B5EF4-FFF2-40B4-BE49-F238E27FC236}">
                  <a16:creationId xmlns:a16="http://schemas.microsoft.com/office/drawing/2014/main" id="{7DFC1C53-22BF-4B5C-8111-E2397845C3E6}"/>
                </a:ext>
              </a:extLst>
            </p:cNvPr>
            <p:cNvGrpSpPr>
              <a:grpSpLocks/>
            </p:cNvGrpSpPr>
            <p:nvPr/>
          </p:nvGrpSpPr>
          <p:grpSpPr bwMode="auto">
            <a:xfrm rot="-10773343">
              <a:off x="3568" y="2864"/>
              <a:ext cx="282" cy="108"/>
              <a:chOff x="5078" y="1860"/>
              <a:chExt cx="282" cy="108"/>
            </a:xfrm>
          </p:grpSpPr>
          <p:sp>
            <p:nvSpPr>
              <p:cNvPr id="36991" name="Rectangle 141">
                <a:extLst>
                  <a:ext uri="{FF2B5EF4-FFF2-40B4-BE49-F238E27FC236}">
                    <a16:creationId xmlns:a16="http://schemas.microsoft.com/office/drawing/2014/main" id="{92381FFC-C46B-47E7-9D98-8135AEAF19ED}"/>
                  </a:ext>
                </a:extLst>
              </p:cNvPr>
              <p:cNvSpPr>
                <a:spLocks noChangeArrowheads="1"/>
              </p:cNvSpPr>
              <p:nvPr/>
            </p:nvSpPr>
            <p:spPr bwMode="auto">
              <a:xfrm>
                <a:off x="5216" y="1860"/>
                <a:ext cx="144" cy="108"/>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36992" name="Rectangle 142">
                <a:extLst>
                  <a:ext uri="{FF2B5EF4-FFF2-40B4-BE49-F238E27FC236}">
                    <a16:creationId xmlns:a16="http://schemas.microsoft.com/office/drawing/2014/main" id="{9DFAC15A-B06C-4BAB-8D5A-DFC9F1CB83A5}"/>
                  </a:ext>
                </a:extLst>
              </p:cNvPr>
              <p:cNvSpPr>
                <a:spLocks noChangeArrowheads="1"/>
              </p:cNvSpPr>
              <p:nvPr/>
            </p:nvSpPr>
            <p:spPr bwMode="auto">
              <a:xfrm>
                <a:off x="5080" y="1860"/>
                <a:ext cx="166" cy="10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grpSp>
          <p:nvGrpSpPr>
            <p:cNvPr id="36985" name="Group 143">
              <a:extLst>
                <a:ext uri="{FF2B5EF4-FFF2-40B4-BE49-F238E27FC236}">
                  <a16:creationId xmlns:a16="http://schemas.microsoft.com/office/drawing/2014/main" id="{57D6B254-B427-4FED-B8A7-75CFD9A073FC}"/>
                </a:ext>
              </a:extLst>
            </p:cNvPr>
            <p:cNvGrpSpPr>
              <a:grpSpLocks/>
            </p:cNvGrpSpPr>
            <p:nvPr/>
          </p:nvGrpSpPr>
          <p:grpSpPr bwMode="auto">
            <a:xfrm rot="-10773343">
              <a:off x="3570" y="2986"/>
              <a:ext cx="282" cy="108"/>
              <a:chOff x="5078" y="1860"/>
              <a:chExt cx="282" cy="108"/>
            </a:xfrm>
          </p:grpSpPr>
          <p:sp>
            <p:nvSpPr>
              <p:cNvPr id="36989" name="Rectangle 144">
                <a:extLst>
                  <a:ext uri="{FF2B5EF4-FFF2-40B4-BE49-F238E27FC236}">
                    <a16:creationId xmlns:a16="http://schemas.microsoft.com/office/drawing/2014/main" id="{C2113423-BA6D-4B57-876A-F2961557F9A1}"/>
                  </a:ext>
                </a:extLst>
              </p:cNvPr>
              <p:cNvSpPr>
                <a:spLocks noChangeArrowheads="1"/>
              </p:cNvSpPr>
              <p:nvPr/>
            </p:nvSpPr>
            <p:spPr bwMode="auto">
              <a:xfrm>
                <a:off x="5216" y="1860"/>
                <a:ext cx="144" cy="108"/>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36990" name="Rectangle 145">
                <a:extLst>
                  <a:ext uri="{FF2B5EF4-FFF2-40B4-BE49-F238E27FC236}">
                    <a16:creationId xmlns:a16="http://schemas.microsoft.com/office/drawing/2014/main" id="{A76D2266-970D-4491-A322-15C1C1F87C2B}"/>
                  </a:ext>
                </a:extLst>
              </p:cNvPr>
              <p:cNvSpPr>
                <a:spLocks noChangeArrowheads="1"/>
              </p:cNvSpPr>
              <p:nvPr/>
            </p:nvSpPr>
            <p:spPr bwMode="auto">
              <a:xfrm>
                <a:off x="5080" y="1860"/>
                <a:ext cx="166" cy="10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sp>
          <p:nvSpPr>
            <p:cNvPr id="36986" name="Line 146">
              <a:extLst>
                <a:ext uri="{FF2B5EF4-FFF2-40B4-BE49-F238E27FC236}">
                  <a16:creationId xmlns:a16="http://schemas.microsoft.com/office/drawing/2014/main" id="{7DD09C0C-37E9-48F0-B1FC-F279AB1475B8}"/>
                </a:ext>
              </a:extLst>
            </p:cNvPr>
            <p:cNvSpPr>
              <a:spLocks noChangeShapeType="1"/>
            </p:cNvSpPr>
            <p:nvPr/>
          </p:nvSpPr>
          <p:spPr bwMode="auto">
            <a:xfrm rot="9691848">
              <a:off x="3412" y="2778"/>
              <a:ext cx="138" cy="4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6987" name="Line 147">
              <a:extLst>
                <a:ext uri="{FF2B5EF4-FFF2-40B4-BE49-F238E27FC236}">
                  <a16:creationId xmlns:a16="http://schemas.microsoft.com/office/drawing/2014/main" id="{862E816A-4592-4AB8-820E-855D7A2B2817}"/>
                </a:ext>
              </a:extLst>
            </p:cNvPr>
            <p:cNvSpPr>
              <a:spLocks noChangeShapeType="1"/>
            </p:cNvSpPr>
            <p:nvPr/>
          </p:nvSpPr>
          <p:spPr bwMode="auto">
            <a:xfrm rot="9691848">
              <a:off x="3406" y="2888"/>
              <a:ext cx="138" cy="4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6988" name="Line 148">
              <a:extLst>
                <a:ext uri="{FF2B5EF4-FFF2-40B4-BE49-F238E27FC236}">
                  <a16:creationId xmlns:a16="http://schemas.microsoft.com/office/drawing/2014/main" id="{5317DCF6-62F5-44E8-9FE0-B8E088349446}"/>
                </a:ext>
              </a:extLst>
            </p:cNvPr>
            <p:cNvSpPr>
              <a:spLocks noChangeShapeType="1"/>
            </p:cNvSpPr>
            <p:nvPr/>
          </p:nvSpPr>
          <p:spPr bwMode="auto">
            <a:xfrm rot="9691848">
              <a:off x="3408" y="3018"/>
              <a:ext cx="138" cy="4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8" name="Group 233">
            <a:extLst>
              <a:ext uri="{FF2B5EF4-FFF2-40B4-BE49-F238E27FC236}">
                <a16:creationId xmlns:a16="http://schemas.microsoft.com/office/drawing/2014/main" id="{0248CF79-1B24-450C-A63A-87A269FFBCF4}"/>
              </a:ext>
            </a:extLst>
          </p:cNvPr>
          <p:cNvGrpSpPr>
            <a:grpSpLocks/>
          </p:cNvGrpSpPr>
          <p:nvPr/>
        </p:nvGrpSpPr>
        <p:grpSpPr bwMode="auto">
          <a:xfrm>
            <a:off x="5942013" y="3871914"/>
            <a:ext cx="1395412" cy="490537"/>
            <a:chOff x="2701" y="2439"/>
            <a:chExt cx="879" cy="309"/>
          </a:xfrm>
        </p:grpSpPr>
        <p:grpSp>
          <p:nvGrpSpPr>
            <p:cNvPr id="36977" name="Group 232">
              <a:extLst>
                <a:ext uri="{FF2B5EF4-FFF2-40B4-BE49-F238E27FC236}">
                  <a16:creationId xmlns:a16="http://schemas.microsoft.com/office/drawing/2014/main" id="{BDD15EDF-B10A-45A5-A3D5-12349D8AAAD0}"/>
                </a:ext>
              </a:extLst>
            </p:cNvPr>
            <p:cNvGrpSpPr>
              <a:grpSpLocks/>
            </p:cNvGrpSpPr>
            <p:nvPr/>
          </p:nvGrpSpPr>
          <p:grpSpPr bwMode="auto">
            <a:xfrm>
              <a:off x="2701" y="2639"/>
              <a:ext cx="806" cy="109"/>
              <a:chOff x="2540" y="2639"/>
              <a:chExt cx="806" cy="109"/>
            </a:xfrm>
          </p:grpSpPr>
          <p:grpSp>
            <p:nvGrpSpPr>
              <p:cNvPr id="36979" name="Group 149">
                <a:extLst>
                  <a:ext uri="{FF2B5EF4-FFF2-40B4-BE49-F238E27FC236}">
                    <a16:creationId xmlns:a16="http://schemas.microsoft.com/office/drawing/2014/main" id="{D02FA815-B170-4B2C-802A-F409DA5C1BAC}"/>
                  </a:ext>
                </a:extLst>
              </p:cNvPr>
              <p:cNvGrpSpPr>
                <a:grpSpLocks/>
              </p:cNvGrpSpPr>
              <p:nvPr/>
            </p:nvGrpSpPr>
            <p:grpSpPr bwMode="auto">
              <a:xfrm rot="10793026">
                <a:off x="2697" y="2639"/>
                <a:ext cx="649" cy="109"/>
                <a:chOff x="4712" y="1742"/>
                <a:chExt cx="648" cy="108"/>
              </a:xfrm>
            </p:grpSpPr>
            <p:sp>
              <p:nvSpPr>
                <p:cNvPr id="36981" name="Rectangle 150">
                  <a:extLst>
                    <a:ext uri="{FF2B5EF4-FFF2-40B4-BE49-F238E27FC236}">
                      <a16:creationId xmlns:a16="http://schemas.microsoft.com/office/drawing/2014/main" id="{78B2448A-029C-4D62-87F0-4268E79D04FF}"/>
                    </a:ext>
                  </a:extLst>
                </p:cNvPr>
                <p:cNvSpPr>
                  <a:spLocks noChangeArrowheads="1"/>
                </p:cNvSpPr>
                <p:nvPr/>
              </p:nvSpPr>
              <p:spPr bwMode="auto">
                <a:xfrm>
                  <a:off x="4712" y="1742"/>
                  <a:ext cx="648" cy="108"/>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36982" name="Rectangle 151">
                  <a:extLst>
                    <a:ext uri="{FF2B5EF4-FFF2-40B4-BE49-F238E27FC236}">
                      <a16:creationId xmlns:a16="http://schemas.microsoft.com/office/drawing/2014/main" id="{F6ECE413-01EB-4F5B-AAF3-1FB95EFFA341}"/>
                    </a:ext>
                  </a:extLst>
                </p:cNvPr>
                <p:cNvSpPr>
                  <a:spLocks noChangeArrowheads="1"/>
                </p:cNvSpPr>
                <p:nvPr/>
              </p:nvSpPr>
              <p:spPr bwMode="auto">
                <a:xfrm>
                  <a:off x="4714" y="1744"/>
                  <a:ext cx="534" cy="10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sp>
            <p:nvSpPr>
              <p:cNvPr id="36980" name="Line 152">
                <a:extLst>
                  <a:ext uri="{FF2B5EF4-FFF2-40B4-BE49-F238E27FC236}">
                    <a16:creationId xmlns:a16="http://schemas.microsoft.com/office/drawing/2014/main" id="{C5D7B5C3-107B-4D7D-915E-7CE42ABA588E}"/>
                  </a:ext>
                </a:extLst>
              </p:cNvPr>
              <p:cNvSpPr>
                <a:spLocks noChangeShapeType="1"/>
              </p:cNvSpPr>
              <p:nvPr/>
            </p:nvSpPr>
            <p:spPr bwMode="auto">
              <a:xfrm rot="9691848">
                <a:off x="2540" y="2666"/>
                <a:ext cx="138" cy="4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sp>
          <p:nvSpPr>
            <p:cNvPr id="36978" name="Text Box 153">
              <a:extLst>
                <a:ext uri="{FF2B5EF4-FFF2-40B4-BE49-F238E27FC236}">
                  <a16:creationId xmlns:a16="http://schemas.microsoft.com/office/drawing/2014/main" id="{E8E3A547-E7B1-4E0A-93DB-F507E8E0AE98}"/>
                </a:ext>
              </a:extLst>
            </p:cNvPr>
            <p:cNvSpPr txBox="1">
              <a:spLocks noChangeArrowheads="1"/>
            </p:cNvSpPr>
            <p:nvPr/>
          </p:nvSpPr>
          <p:spPr bwMode="auto">
            <a:xfrm>
              <a:off x="2810" y="2439"/>
              <a:ext cx="77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600" i="1">
                  <a:solidFill>
                    <a:srgbClr val="CC0000"/>
                  </a:solidFill>
                </a:rPr>
                <a:t>reassembly</a:t>
              </a:r>
              <a:endParaRPr lang="en-US" altLang="en-US" i="1">
                <a:solidFill>
                  <a:srgbClr val="CC0000"/>
                </a:solidFill>
              </a:endParaRPr>
            </a:p>
          </p:txBody>
        </p:sp>
      </p:grpSp>
      <p:pic>
        <p:nvPicPr>
          <p:cNvPr id="36887" name="Picture 154" descr="underline_base">
            <a:extLst>
              <a:ext uri="{FF2B5EF4-FFF2-40B4-BE49-F238E27FC236}">
                <a16:creationId xmlns:a16="http://schemas.microsoft.com/office/drawing/2014/main" id="{95CFA8BE-BC5D-4C67-949C-38B2D2E1E871}"/>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05026" y="881064"/>
            <a:ext cx="6856413"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6888" name="Group 162">
            <a:extLst>
              <a:ext uri="{FF2B5EF4-FFF2-40B4-BE49-F238E27FC236}">
                <a16:creationId xmlns:a16="http://schemas.microsoft.com/office/drawing/2014/main" id="{39058E8E-EF30-4DDD-8846-87027278B40E}"/>
              </a:ext>
            </a:extLst>
          </p:cNvPr>
          <p:cNvGrpSpPr>
            <a:grpSpLocks/>
          </p:cNvGrpSpPr>
          <p:nvPr/>
        </p:nvGrpSpPr>
        <p:grpSpPr bwMode="auto">
          <a:xfrm>
            <a:off x="5503863" y="1708150"/>
            <a:ext cx="838200" cy="1720850"/>
            <a:chOff x="2345" y="1140"/>
            <a:chExt cx="528" cy="1084"/>
          </a:xfrm>
        </p:grpSpPr>
        <p:sp>
          <p:nvSpPr>
            <p:cNvPr id="36967" name="Line 8">
              <a:extLst>
                <a:ext uri="{FF2B5EF4-FFF2-40B4-BE49-F238E27FC236}">
                  <a16:creationId xmlns:a16="http://schemas.microsoft.com/office/drawing/2014/main" id="{DDE09B31-0566-4D32-9A6F-7C718FC35036}"/>
                </a:ext>
              </a:extLst>
            </p:cNvPr>
            <p:cNvSpPr>
              <a:spLocks noChangeShapeType="1"/>
            </p:cNvSpPr>
            <p:nvPr/>
          </p:nvSpPr>
          <p:spPr bwMode="auto">
            <a:xfrm flipV="1">
              <a:off x="2811" y="1459"/>
              <a:ext cx="62" cy="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6968" name="Line 10">
              <a:extLst>
                <a:ext uri="{FF2B5EF4-FFF2-40B4-BE49-F238E27FC236}">
                  <a16:creationId xmlns:a16="http://schemas.microsoft.com/office/drawing/2014/main" id="{2A53ACBD-3216-4749-9B1D-05D4EEC7E812}"/>
                </a:ext>
              </a:extLst>
            </p:cNvPr>
            <p:cNvSpPr>
              <a:spLocks noChangeShapeType="1"/>
            </p:cNvSpPr>
            <p:nvPr/>
          </p:nvSpPr>
          <p:spPr bwMode="auto">
            <a:xfrm flipV="1">
              <a:off x="2811" y="1967"/>
              <a:ext cx="62" cy="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6969" name="Line 15">
              <a:extLst>
                <a:ext uri="{FF2B5EF4-FFF2-40B4-BE49-F238E27FC236}">
                  <a16:creationId xmlns:a16="http://schemas.microsoft.com/office/drawing/2014/main" id="{63B94034-4E2F-4F51-9A7C-A303B4007297}"/>
                </a:ext>
              </a:extLst>
            </p:cNvPr>
            <p:cNvSpPr>
              <a:spLocks noChangeShapeType="1"/>
            </p:cNvSpPr>
            <p:nvPr/>
          </p:nvSpPr>
          <p:spPr bwMode="auto">
            <a:xfrm>
              <a:off x="2868" y="1456"/>
              <a:ext cx="0" cy="51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36970" name="Group 155">
              <a:extLst>
                <a:ext uri="{FF2B5EF4-FFF2-40B4-BE49-F238E27FC236}">
                  <a16:creationId xmlns:a16="http://schemas.microsoft.com/office/drawing/2014/main" id="{20A2F637-CE00-4040-96B2-96EE6272D440}"/>
                </a:ext>
              </a:extLst>
            </p:cNvPr>
            <p:cNvGrpSpPr>
              <a:grpSpLocks/>
            </p:cNvGrpSpPr>
            <p:nvPr/>
          </p:nvGrpSpPr>
          <p:grpSpPr bwMode="auto">
            <a:xfrm>
              <a:off x="2345" y="1140"/>
              <a:ext cx="503" cy="444"/>
              <a:chOff x="-44" y="1473"/>
              <a:chExt cx="981" cy="1105"/>
            </a:xfrm>
          </p:grpSpPr>
          <p:pic>
            <p:nvPicPr>
              <p:cNvPr id="36975" name="Picture 156" descr="desktop_computer_stylized_medium">
                <a:extLst>
                  <a:ext uri="{FF2B5EF4-FFF2-40B4-BE49-F238E27FC236}">
                    <a16:creationId xmlns:a16="http://schemas.microsoft.com/office/drawing/2014/main" id="{48430839-685E-48EC-83B9-BB285E546C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976" name="Freeform 157">
                <a:extLst>
                  <a:ext uri="{FF2B5EF4-FFF2-40B4-BE49-F238E27FC236}">
                    <a16:creationId xmlns:a16="http://schemas.microsoft.com/office/drawing/2014/main" id="{8E6C4A3C-FED6-42CD-A0D2-F6A8E4F66BB5}"/>
                  </a:ext>
                </a:extLst>
              </p:cNvPr>
              <p:cNvSpPr>
                <a:spLocks/>
              </p:cNvSpPr>
              <p:nvPr/>
            </p:nvSpPr>
            <p:spPr bwMode="auto">
              <a:xfrm flipH="1">
                <a:off x="374" y="1579"/>
                <a:ext cx="477" cy="506"/>
              </a:xfrm>
              <a:custGeom>
                <a:avLst/>
                <a:gdLst>
                  <a:gd name="T0" fmla="*/ 0 w 356"/>
                  <a:gd name="T1" fmla="*/ 0 h 368"/>
                  <a:gd name="T2" fmla="*/ 187350 w 356"/>
                  <a:gd name="T3" fmla="*/ 15587 h 368"/>
                  <a:gd name="T4" fmla="*/ 222251 w 356"/>
                  <a:gd name="T5" fmla="*/ 324849 h 368"/>
                  <a:gd name="T6" fmla="*/ 48981 w 356"/>
                  <a:gd name="T7" fmla="*/ 406259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sp>
          <p:nvSpPr>
            <p:cNvPr id="36971" name="Text Box 158">
              <a:extLst>
                <a:ext uri="{FF2B5EF4-FFF2-40B4-BE49-F238E27FC236}">
                  <a16:creationId xmlns:a16="http://schemas.microsoft.com/office/drawing/2014/main" id="{DA4BC5D7-121F-4A84-AF37-D3A412C48015}"/>
                </a:ext>
              </a:extLst>
            </p:cNvPr>
            <p:cNvSpPr txBox="1">
              <a:spLocks noChangeArrowheads="1"/>
            </p:cNvSpPr>
            <p:nvPr/>
          </p:nvSpPr>
          <p:spPr bwMode="auto">
            <a:xfrm rot="5400000">
              <a:off x="2526" y="1509"/>
              <a:ext cx="34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2800"/>
                <a:t>…</a:t>
              </a:r>
            </a:p>
          </p:txBody>
        </p:sp>
        <p:grpSp>
          <p:nvGrpSpPr>
            <p:cNvPr id="36972" name="Group 159">
              <a:extLst>
                <a:ext uri="{FF2B5EF4-FFF2-40B4-BE49-F238E27FC236}">
                  <a16:creationId xmlns:a16="http://schemas.microsoft.com/office/drawing/2014/main" id="{8F7000B5-7669-419E-BA89-33CFB185C15D}"/>
                </a:ext>
              </a:extLst>
            </p:cNvPr>
            <p:cNvGrpSpPr>
              <a:grpSpLocks/>
            </p:cNvGrpSpPr>
            <p:nvPr/>
          </p:nvGrpSpPr>
          <p:grpSpPr bwMode="auto">
            <a:xfrm>
              <a:off x="2357" y="1780"/>
              <a:ext cx="503" cy="444"/>
              <a:chOff x="-44" y="1473"/>
              <a:chExt cx="981" cy="1105"/>
            </a:xfrm>
          </p:grpSpPr>
          <p:pic>
            <p:nvPicPr>
              <p:cNvPr id="36973" name="Picture 160" descr="desktop_computer_stylized_medium">
                <a:extLst>
                  <a:ext uri="{FF2B5EF4-FFF2-40B4-BE49-F238E27FC236}">
                    <a16:creationId xmlns:a16="http://schemas.microsoft.com/office/drawing/2014/main" id="{72234135-6CCA-413C-BF59-F7C1D0D255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974" name="Freeform 161">
                <a:extLst>
                  <a:ext uri="{FF2B5EF4-FFF2-40B4-BE49-F238E27FC236}">
                    <a16:creationId xmlns:a16="http://schemas.microsoft.com/office/drawing/2014/main" id="{0F5560B6-A987-4B32-BC8D-ECB909D8D580}"/>
                  </a:ext>
                </a:extLst>
              </p:cNvPr>
              <p:cNvSpPr>
                <a:spLocks/>
              </p:cNvSpPr>
              <p:nvPr/>
            </p:nvSpPr>
            <p:spPr bwMode="auto">
              <a:xfrm flipH="1">
                <a:off x="374" y="1579"/>
                <a:ext cx="477" cy="506"/>
              </a:xfrm>
              <a:custGeom>
                <a:avLst/>
                <a:gdLst>
                  <a:gd name="T0" fmla="*/ 0 w 356"/>
                  <a:gd name="T1" fmla="*/ 0 h 368"/>
                  <a:gd name="T2" fmla="*/ 187350 w 356"/>
                  <a:gd name="T3" fmla="*/ 15587 h 368"/>
                  <a:gd name="T4" fmla="*/ 222251 w 356"/>
                  <a:gd name="T5" fmla="*/ 324849 h 368"/>
                  <a:gd name="T6" fmla="*/ 48981 w 356"/>
                  <a:gd name="T7" fmla="*/ 406259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grpSp>
      <p:grpSp>
        <p:nvGrpSpPr>
          <p:cNvPr id="36889" name="Group 163">
            <a:extLst>
              <a:ext uri="{FF2B5EF4-FFF2-40B4-BE49-F238E27FC236}">
                <a16:creationId xmlns:a16="http://schemas.microsoft.com/office/drawing/2014/main" id="{C520843A-06AE-4653-B0C1-D51A3DEADC3E}"/>
              </a:ext>
            </a:extLst>
          </p:cNvPr>
          <p:cNvGrpSpPr>
            <a:grpSpLocks/>
          </p:cNvGrpSpPr>
          <p:nvPr/>
        </p:nvGrpSpPr>
        <p:grpSpPr bwMode="auto">
          <a:xfrm>
            <a:off x="7624763" y="2895600"/>
            <a:ext cx="698500" cy="355600"/>
            <a:chOff x="4396" y="1245"/>
            <a:chExt cx="672" cy="248"/>
          </a:xfrm>
        </p:grpSpPr>
        <p:sp>
          <p:nvSpPr>
            <p:cNvPr id="36959" name="Oval 407">
              <a:extLst>
                <a:ext uri="{FF2B5EF4-FFF2-40B4-BE49-F238E27FC236}">
                  <a16:creationId xmlns:a16="http://schemas.microsoft.com/office/drawing/2014/main" id="{3DEB353A-46AF-4721-99C0-36403D89F6A6}"/>
                </a:ext>
              </a:extLst>
            </p:cNvPr>
            <p:cNvSpPr>
              <a:spLocks noChangeArrowheads="1"/>
            </p:cNvSpPr>
            <p:nvPr/>
          </p:nvSpPr>
          <p:spPr bwMode="auto">
            <a:xfrm>
              <a:off x="4399" y="1355"/>
              <a:ext cx="666" cy="138"/>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sp>
          <p:nvSpPr>
            <p:cNvPr id="36960" name="Rectangle 410">
              <a:extLst>
                <a:ext uri="{FF2B5EF4-FFF2-40B4-BE49-F238E27FC236}">
                  <a16:creationId xmlns:a16="http://schemas.microsoft.com/office/drawing/2014/main" id="{627D634E-FF22-4127-85D3-12BFBE1E92D3}"/>
                </a:ext>
              </a:extLst>
            </p:cNvPr>
            <p:cNvSpPr>
              <a:spLocks noChangeArrowheads="1"/>
            </p:cNvSpPr>
            <p:nvPr/>
          </p:nvSpPr>
          <p:spPr bwMode="auto">
            <a:xfrm>
              <a:off x="4399" y="1339"/>
              <a:ext cx="669" cy="86"/>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latin typeface="Times New Roman" panose="02020603050405020304" pitchFamily="18" charset="0"/>
                <a:cs typeface="Arial" panose="020B0604020202020204" pitchFamily="34" charset="0"/>
              </a:endParaRPr>
            </a:p>
          </p:txBody>
        </p:sp>
        <p:sp>
          <p:nvSpPr>
            <p:cNvPr id="36961" name="Oval 411">
              <a:extLst>
                <a:ext uri="{FF2B5EF4-FFF2-40B4-BE49-F238E27FC236}">
                  <a16:creationId xmlns:a16="http://schemas.microsoft.com/office/drawing/2014/main" id="{E57574EC-143F-4897-BC81-F2F1C25CC4F4}"/>
                </a:ext>
              </a:extLst>
            </p:cNvPr>
            <p:cNvSpPr>
              <a:spLocks noChangeArrowheads="1"/>
            </p:cNvSpPr>
            <p:nvPr/>
          </p:nvSpPr>
          <p:spPr bwMode="auto">
            <a:xfrm>
              <a:off x="4396" y="1245"/>
              <a:ext cx="667" cy="162"/>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grpSp>
          <p:nvGrpSpPr>
            <p:cNvPr id="36962" name="Group 167">
              <a:extLst>
                <a:ext uri="{FF2B5EF4-FFF2-40B4-BE49-F238E27FC236}">
                  <a16:creationId xmlns:a16="http://schemas.microsoft.com/office/drawing/2014/main" id="{DDED2B4D-B79F-4449-82E9-FE00C7772FBE}"/>
                </a:ext>
              </a:extLst>
            </p:cNvPr>
            <p:cNvGrpSpPr>
              <a:grpSpLocks/>
            </p:cNvGrpSpPr>
            <p:nvPr/>
          </p:nvGrpSpPr>
          <p:grpSpPr bwMode="auto">
            <a:xfrm>
              <a:off x="4530" y="1287"/>
              <a:ext cx="377" cy="75"/>
              <a:chOff x="2468" y="1332"/>
              <a:chExt cx="310" cy="60"/>
            </a:xfrm>
          </p:grpSpPr>
          <p:sp>
            <p:nvSpPr>
              <p:cNvPr id="36965" name="Freeform 168">
                <a:extLst>
                  <a:ext uri="{FF2B5EF4-FFF2-40B4-BE49-F238E27FC236}">
                    <a16:creationId xmlns:a16="http://schemas.microsoft.com/office/drawing/2014/main" id="{A3C68169-218C-4960-8A8D-FBBF94982E66}"/>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36966" name="Freeform 169">
                <a:extLst>
                  <a:ext uri="{FF2B5EF4-FFF2-40B4-BE49-F238E27FC236}">
                    <a16:creationId xmlns:a16="http://schemas.microsoft.com/office/drawing/2014/main" id="{6E824466-16BF-4DFF-B2CA-A6763C62F261}"/>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sp>
          <p:nvSpPr>
            <p:cNvPr id="36963" name="Line 170">
              <a:extLst>
                <a:ext uri="{FF2B5EF4-FFF2-40B4-BE49-F238E27FC236}">
                  <a16:creationId xmlns:a16="http://schemas.microsoft.com/office/drawing/2014/main" id="{D090C7BE-E06C-4FCF-9BBE-D09D91F87252}"/>
                </a:ext>
              </a:extLst>
            </p:cNvPr>
            <p:cNvSpPr>
              <a:spLocks noChangeShapeType="1"/>
            </p:cNvSpPr>
            <p:nvPr/>
          </p:nvSpPr>
          <p:spPr bwMode="auto">
            <a:xfrm>
              <a:off x="4399" y="1321"/>
              <a:ext cx="0" cy="109"/>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64" name="Line 171">
              <a:extLst>
                <a:ext uri="{FF2B5EF4-FFF2-40B4-BE49-F238E27FC236}">
                  <a16:creationId xmlns:a16="http://schemas.microsoft.com/office/drawing/2014/main" id="{8442F8B2-F84C-423D-912A-2C5022325CB5}"/>
                </a:ext>
              </a:extLst>
            </p:cNvPr>
            <p:cNvSpPr>
              <a:spLocks noChangeShapeType="1"/>
            </p:cNvSpPr>
            <p:nvPr/>
          </p:nvSpPr>
          <p:spPr bwMode="auto">
            <a:xfrm>
              <a:off x="5063" y="1326"/>
              <a:ext cx="0" cy="10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6890" name="Group 172">
            <a:extLst>
              <a:ext uri="{FF2B5EF4-FFF2-40B4-BE49-F238E27FC236}">
                <a16:creationId xmlns:a16="http://schemas.microsoft.com/office/drawing/2014/main" id="{A4AFE94F-44D6-4239-A63F-3F3AEC93D2A3}"/>
              </a:ext>
            </a:extLst>
          </p:cNvPr>
          <p:cNvGrpSpPr>
            <a:grpSpLocks/>
          </p:cNvGrpSpPr>
          <p:nvPr/>
        </p:nvGrpSpPr>
        <p:grpSpPr bwMode="auto">
          <a:xfrm>
            <a:off x="6411913" y="1790700"/>
            <a:ext cx="698500" cy="355600"/>
            <a:chOff x="4396" y="1245"/>
            <a:chExt cx="672" cy="248"/>
          </a:xfrm>
        </p:grpSpPr>
        <p:sp>
          <p:nvSpPr>
            <p:cNvPr id="36951" name="Oval 407">
              <a:extLst>
                <a:ext uri="{FF2B5EF4-FFF2-40B4-BE49-F238E27FC236}">
                  <a16:creationId xmlns:a16="http://schemas.microsoft.com/office/drawing/2014/main" id="{45DBD9A5-46D1-48FA-9C9A-48DFCD9BCA0A}"/>
                </a:ext>
              </a:extLst>
            </p:cNvPr>
            <p:cNvSpPr>
              <a:spLocks noChangeArrowheads="1"/>
            </p:cNvSpPr>
            <p:nvPr/>
          </p:nvSpPr>
          <p:spPr bwMode="auto">
            <a:xfrm>
              <a:off x="4399" y="1355"/>
              <a:ext cx="666" cy="138"/>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sp>
          <p:nvSpPr>
            <p:cNvPr id="36952" name="Rectangle 410">
              <a:extLst>
                <a:ext uri="{FF2B5EF4-FFF2-40B4-BE49-F238E27FC236}">
                  <a16:creationId xmlns:a16="http://schemas.microsoft.com/office/drawing/2014/main" id="{BAF9414F-C708-4282-A396-405C214239E6}"/>
                </a:ext>
              </a:extLst>
            </p:cNvPr>
            <p:cNvSpPr>
              <a:spLocks noChangeArrowheads="1"/>
            </p:cNvSpPr>
            <p:nvPr/>
          </p:nvSpPr>
          <p:spPr bwMode="auto">
            <a:xfrm>
              <a:off x="4399" y="1339"/>
              <a:ext cx="669" cy="86"/>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latin typeface="Times New Roman" panose="02020603050405020304" pitchFamily="18" charset="0"/>
                <a:cs typeface="Arial" panose="020B0604020202020204" pitchFamily="34" charset="0"/>
              </a:endParaRPr>
            </a:p>
          </p:txBody>
        </p:sp>
        <p:sp>
          <p:nvSpPr>
            <p:cNvPr id="36953" name="Oval 411">
              <a:extLst>
                <a:ext uri="{FF2B5EF4-FFF2-40B4-BE49-F238E27FC236}">
                  <a16:creationId xmlns:a16="http://schemas.microsoft.com/office/drawing/2014/main" id="{7674BDD0-83F5-404B-871D-CC5C2B0C8385}"/>
                </a:ext>
              </a:extLst>
            </p:cNvPr>
            <p:cNvSpPr>
              <a:spLocks noChangeArrowheads="1"/>
            </p:cNvSpPr>
            <p:nvPr/>
          </p:nvSpPr>
          <p:spPr bwMode="auto">
            <a:xfrm>
              <a:off x="4396" y="1245"/>
              <a:ext cx="667" cy="162"/>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grpSp>
          <p:nvGrpSpPr>
            <p:cNvPr id="36954" name="Group 176">
              <a:extLst>
                <a:ext uri="{FF2B5EF4-FFF2-40B4-BE49-F238E27FC236}">
                  <a16:creationId xmlns:a16="http://schemas.microsoft.com/office/drawing/2014/main" id="{A724DA5A-3364-4AC4-ADA5-4DF685C3746C}"/>
                </a:ext>
              </a:extLst>
            </p:cNvPr>
            <p:cNvGrpSpPr>
              <a:grpSpLocks/>
            </p:cNvGrpSpPr>
            <p:nvPr/>
          </p:nvGrpSpPr>
          <p:grpSpPr bwMode="auto">
            <a:xfrm>
              <a:off x="4530" y="1287"/>
              <a:ext cx="377" cy="75"/>
              <a:chOff x="2468" y="1332"/>
              <a:chExt cx="310" cy="60"/>
            </a:xfrm>
          </p:grpSpPr>
          <p:sp>
            <p:nvSpPr>
              <p:cNvPr id="36957" name="Freeform 177">
                <a:extLst>
                  <a:ext uri="{FF2B5EF4-FFF2-40B4-BE49-F238E27FC236}">
                    <a16:creationId xmlns:a16="http://schemas.microsoft.com/office/drawing/2014/main" id="{CE1F5D46-4244-4E32-93ED-DDF1348813EC}"/>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36958" name="Freeform 178">
                <a:extLst>
                  <a:ext uri="{FF2B5EF4-FFF2-40B4-BE49-F238E27FC236}">
                    <a16:creationId xmlns:a16="http://schemas.microsoft.com/office/drawing/2014/main" id="{F4B4A8E7-63FC-414A-82AC-6DE8214C5D4E}"/>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sp>
          <p:nvSpPr>
            <p:cNvPr id="36955" name="Line 179">
              <a:extLst>
                <a:ext uri="{FF2B5EF4-FFF2-40B4-BE49-F238E27FC236}">
                  <a16:creationId xmlns:a16="http://schemas.microsoft.com/office/drawing/2014/main" id="{5C7BC318-08BB-4B45-8E1E-384BE1F20872}"/>
                </a:ext>
              </a:extLst>
            </p:cNvPr>
            <p:cNvSpPr>
              <a:spLocks noChangeShapeType="1"/>
            </p:cNvSpPr>
            <p:nvPr/>
          </p:nvSpPr>
          <p:spPr bwMode="auto">
            <a:xfrm>
              <a:off x="4399" y="1321"/>
              <a:ext cx="0" cy="109"/>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56" name="Line 180">
              <a:extLst>
                <a:ext uri="{FF2B5EF4-FFF2-40B4-BE49-F238E27FC236}">
                  <a16:creationId xmlns:a16="http://schemas.microsoft.com/office/drawing/2014/main" id="{7DC802A8-E16B-448D-B53A-0C111E62D247}"/>
                </a:ext>
              </a:extLst>
            </p:cNvPr>
            <p:cNvSpPr>
              <a:spLocks noChangeShapeType="1"/>
            </p:cNvSpPr>
            <p:nvPr/>
          </p:nvSpPr>
          <p:spPr bwMode="auto">
            <a:xfrm>
              <a:off x="5063" y="1326"/>
              <a:ext cx="0" cy="10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6891" name="Group 181">
            <a:extLst>
              <a:ext uri="{FF2B5EF4-FFF2-40B4-BE49-F238E27FC236}">
                <a16:creationId xmlns:a16="http://schemas.microsoft.com/office/drawing/2014/main" id="{0DD9A5C2-764D-4F6A-B36A-D2BA12E156E7}"/>
              </a:ext>
            </a:extLst>
          </p:cNvPr>
          <p:cNvGrpSpPr>
            <a:grpSpLocks/>
          </p:cNvGrpSpPr>
          <p:nvPr/>
        </p:nvGrpSpPr>
        <p:grpSpPr bwMode="auto">
          <a:xfrm>
            <a:off x="6418263" y="2425700"/>
            <a:ext cx="698500" cy="355600"/>
            <a:chOff x="4396" y="1245"/>
            <a:chExt cx="672" cy="248"/>
          </a:xfrm>
        </p:grpSpPr>
        <p:sp>
          <p:nvSpPr>
            <p:cNvPr id="36943" name="Oval 407">
              <a:extLst>
                <a:ext uri="{FF2B5EF4-FFF2-40B4-BE49-F238E27FC236}">
                  <a16:creationId xmlns:a16="http://schemas.microsoft.com/office/drawing/2014/main" id="{EE818AF2-3CC9-40BC-AB80-643CDDC59C39}"/>
                </a:ext>
              </a:extLst>
            </p:cNvPr>
            <p:cNvSpPr>
              <a:spLocks noChangeArrowheads="1"/>
            </p:cNvSpPr>
            <p:nvPr/>
          </p:nvSpPr>
          <p:spPr bwMode="auto">
            <a:xfrm>
              <a:off x="4399" y="1355"/>
              <a:ext cx="666" cy="138"/>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sp>
          <p:nvSpPr>
            <p:cNvPr id="36944" name="Rectangle 410">
              <a:extLst>
                <a:ext uri="{FF2B5EF4-FFF2-40B4-BE49-F238E27FC236}">
                  <a16:creationId xmlns:a16="http://schemas.microsoft.com/office/drawing/2014/main" id="{6E760DFA-FFAE-42ED-B4BE-720F940F2225}"/>
                </a:ext>
              </a:extLst>
            </p:cNvPr>
            <p:cNvSpPr>
              <a:spLocks noChangeArrowheads="1"/>
            </p:cNvSpPr>
            <p:nvPr/>
          </p:nvSpPr>
          <p:spPr bwMode="auto">
            <a:xfrm>
              <a:off x="4399" y="1339"/>
              <a:ext cx="669" cy="86"/>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latin typeface="Times New Roman" panose="02020603050405020304" pitchFamily="18" charset="0"/>
                <a:cs typeface="Arial" panose="020B0604020202020204" pitchFamily="34" charset="0"/>
              </a:endParaRPr>
            </a:p>
          </p:txBody>
        </p:sp>
        <p:sp>
          <p:nvSpPr>
            <p:cNvPr id="36945" name="Oval 411">
              <a:extLst>
                <a:ext uri="{FF2B5EF4-FFF2-40B4-BE49-F238E27FC236}">
                  <a16:creationId xmlns:a16="http://schemas.microsoft.com/office/drawing/2014/main" id="{E8276F09-9850-4E8A-9F52-7DEB0B345B56}"/>
                </a:ext>
              </a:extLst>
            </p:cNvPr>
            <p:cNvSpPr>
              <a:spLocks noChangeArrowheads="1"/>
            </p:cNvSpPr>
            <p:nvPr/>
          </p:nvSpPr>
          <p:spPr bwMode="auto">
            <a:xfrm>
              <a:off x="4396" y="1245"/>
              <a:ext cx="667" cy="162"/>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grpSp>
          <p:nvGrpSpPr>
            <p:cNvPr id="36946" name="Group 185">
              <a:extLst>
                <a:ext uri="{FF2B5EF4-FFF2-40B4-BE49-F238E27FC236}">
                  <a16:creationId xmlns:a16="http://schemas.microsoft.com/office/drawing/2014/main" id="{881AA65E-36AE-45D0-853B-1A55D93F1CB5}"/>
                </a:ext>
              </a:extLst>
            </p:cNvPr>
            <p:cNvGrpSpPr>
              <a:grpSpLocks/>
            </p:cNvGrpSpPr>
            <p:nvPr/>
          </p:nvGrpSpPr>
          <p:grpSpPr bwMode="auto">
            <a:xfrm>
              <a:off x="4530" y="1287"/>
              <a:ext cx="377" cy="75"/>
              <a:chOff x="2468" y="1332"/>
              <a:chExt cx="310" cy="60"/>
            </a:xfrm>
          </p:grpSpPr>
          <p:sp>
            <p:nvSpPr>
              <p:cNvPr id="36949" name="Freeform 186">
                <a:extLst>
                  <a:ext uri="{FF2B5EF4-FFF2-40B4-BE49-F238E27FC236}">
                    <a16:creationId xmlns:a16="http://schemas.microsoft.com/office/drawing/2014/main" id="{B70E4FD8-739A-4FD7-A412-86EE622D4F4C}"/>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36950" name="Freeform 187">
                <a:extLst>
                  <a:ext uri="{FF2B5EF4-FFF2-40B4-BE49-F238E27FC236}">
                    <a16:creationId xmlns:a16="http://schemas.microsoft.com/office/drawing/2014/main" id="{FA06BD6C-18F0-4391-8E7E-CD6DBB4BDD7F}"/>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sp>
          <p:nvSpPr>
            <p:cNvPr id="36947" name="Line 188">
              <a:extLst>
                <a:ext uri="{FF2B5EF4-FFF2-40B4-BE49-F238E27FC236}">
                  <a16:creationId xmlns:a16="http://schemas.microsoft.com/office/drawing/2014/main" id="{B8C66F70-8D9F-4248-8919-0D30A63ACF0F}"/>
                </a:ext>
              </a:extLst>
            </p:cNvPr>
            <p:cNvSpPr>
              <a:spLocks noChangeShapeType="1"/>
            </p:cNvSpPr>
            <p:nvPr/>
          </p:nvSpPr>
          <p:spPr bwMode="auto">
            <a:xfrm>
              <a:off x="4399" y="1321"/>
              <a:ext cx="0" cy="109"/>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48" name="Line 189">
              <a:extLst>
                <a:ext uri="{FF2B5EF4-FFF2-40B4-BE49-F238E27FC236}">
                  <a16:creationId xmlns:a16="http://schemas.microsoft.com/office/drawing/2014/main" id="{A423D4A8-B94A-45B7-BBC8-3C6B852A7DE6}"/>
                </a:ext>
              </a:extLst>
            </p:cNvPr>
            <p:cNvSpPr>
              <a:spLocks noChangeShapeType="1"/>
            </p:cNvSpPr>
            <p:nvPr/>
          </p:nvSpPr>
          <p:spPr bwMode="auto">
            <a:xfrm>
              <a:off x="5063" y="1326"/>
              <a:ext cx="0" cy="10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6892" name="Group 190">
            <a:extLst>
              <a:ext uri="{FF2B5EF4-FFF2-40B4-BE49-F238E27FC236}">
                <a16:creationId xmlns:a16="http://schemas.microsoft.com/office/drawing/2014/main" id="{3F4F3234-080D-43F7-AB8D-678FB210A986}"/>
              </a:ext>
            </a:extLst>
          </p:cNvPr>
          <p:cNvGrpSpPr>
            <a:grpSpLocks/>
          </p:cNvGrpSpPr>
          <p:nvPr/>
        </p:nvGrpSpPr>
        <p:grpSpPr bwMode="auto">
          <a:xfrm>
            <a:off x="7250113" y="2000250"/>
            <a:ext cx="698500" cy="355600"/>
            <a:chOff x="4396" y="1245"/>
            <a:chExt cx="672" cy="248"/>
          </a:xfrm>
        </p:grpSpPr>
        <p:sp>
          <p:nvSpPr>
            <p:cNvPr id="36935" name="Oval 407">
              <a:extLst>
                <a:ext uri="{FF2B5EF4-FFF2-40B4-BE49-F238E27FC236}">
                  <a16:creationId xmlns:a16="http://schemas.microsoft.com/office/drawing/2014/main" id="{64F62C1F-C1AA-4FA1-8D14-3966DDA551C7}"/>
                </a:ext>
              </a:extLst>
            </p:cNvPr>
            <p:cNvSpPr>
              <a:spLocks noChangeArrowheads="1"/>
            </p:cNvSpPr>
            <p:nvPr/>
          </p:nvSpPr>
          <p:spPr bwMode="auto">
            <a:xfrm>
              <a:off x="4399" y="1355"/>
              <a:ext cx="666" cy="138"/>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sp>
          <p:nvSpPr>
            <p:cNvPr id="36936" name="Rectangle 410">
              <a:extLst>
                <a:ext uri="{FF2B5EF4-FFF2-40B4-BE49-F238E27FC236}">
                  <a16:creationId xmlns:a16="http://schemas.microsoft.com/office/drawing/2014/main" id="{CDD8DF72-98F7-4CEE-B3DB-232CA2A0A272}"/>
                </a:ext>
              </a:extLst>
            </p:cNvPr>
            <p:cNvSpPr>
              <a:spLocks noChangeArrowheads="1"/>
            </p:cNvSpPr>
            <p:nvPr/>
          </p:nvSpPr>
          <p:spPr bwMode="auto">
            <a:xfrm>
              <a:off x="4399" y="1339"/>
              <a:ext cx="669" cy="86"/>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latin typeface="Times New Roman" panose="02020603050405020304" pitchFamily="18" charset="0"/>
                <a:cs typeface="Arial" panose="020B0604020202020204" pitchFamily="34" charset="0"/>
              </a:endParaRPr>
            </a:p>
          </p:txBody>
        </p:sp>
        <p:sp>
          <p:nvSpPr>
            <p:cNvPr id="36937" name="Oval 411">
              <a:extLst>
                <a:ext uri="{FF2B5EF4-FFF2-40B4-BE49-F238E27FC236}">
                  <a16:creationId xmlns:a16="http://schemas.microsoft.com/office/drawing/2014/main" id="{3D2F0D15-90C1-487B-BE65-EFA787C6F421}"/>
                </a:ext>
              </a:extLst>
            </p:cNvPr>
            <p:cNvSpPr>
              <a:spLocks noChangeArrowheads="1"/>
            </p:cNvSpPr>
            <p:nvPr/>
          </p:nvSpPr>
          <p:spPr bwMode="auto">
            <a:xfrm>
              <a:off x="4396" y="1245"/>
              <a:ext cx="667" cy="162"/>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grpSp>
          <p:nvGrpSpPr>
            <p:cNvPr id="36938" name="Group 194">
              <a:extLst>
                <a:ext uri="{FF2B5EF4-FFF2-40B4-BE49-F238E27FC236}">
                  <a16:creationId xmlns:a16="http://schemas.microsoft.com/office/drawing/2014/main" id="{097D4D28-F6AA-4B1F-9744-E34DA142455D}"/>
                </a:ext>
              </a:extLst>
            </p:cNvPr>
            <p:cNvGrpSpPr>
              <a:grpSpLocks/>
            </p:cNvGrpSpPr>
            <p:nvPr/>
          </p:nvGrpSpPr>
          <p:grpSpPr bwMode="auto">
            <a:xfrm>
              <a:off x="4530" y="1287"/>
              <a:ext cx="377" cy="75"/>
              <a:chOff x="2468" y="1332"/>
              <a:chExt cx="310" cy="60"/>
            </a:xfrm>
          </p:grpSpPr>
          <p:sp>
            <p:nvSpPr>
              <p:cNvPr id="36941" name="Freeform 195">
                <a:extLst>
                  <a:ext uri="{FF2B5EF4-FFF2-40B4-BE49-F238E27FC236}">
                    <a16:creationId xmlns:a16="http://schemas.microsoft.com/office/drawing/2014/main" id="{6162584A-5378-478B-8594-B35C9EC7A0FB}"/>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36942" name="Freeform 196">
                <a:extLst>
                  <a:ext uri="{FF2B5EF4-FFF2-40B4-BE49-F238E27FC236}">
                    <a16:creationId xmlns:a16="http://schemas.microsoft.com/office/drawing/2014/main" id="{4E2C4C89-975C-441B-8609-D37B73E753D4}"/>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sp>
          <p:nvSpPr>
            <p:cNvPr id="36939" name="Line 197">
              <a:extLst>
                <a:ext uri="{FF2B5EF4-FFF2-40B4-BE49-F238E27FC236}">
                  <a16:creationId xmlns:a16="http://schemas.microsoft.com/office/drawing/2014/main" id="{1DD2489A-87B8-4F6C-ACBB-A777710A659A}"/>
                </a:ext>
              </a:extLst>
            </p:cNvPr>
            <p:cNvSpPr>
              <a:spLocks noChangeShapeType="1"/>
            </p:cNvSpPr>
            <p:nvPr/>
          </p:nvSpPr>
          <p:spPr bwMode="auto">
            <a:xfrm>
              <a:off x="4399" y="1321"/>
              <a:ext cx="0" cy="109"/>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40" name="Line 198">
              <a:extLst>
                <a:ext uri="{FF2B5EF4-FFF2-40B4-BE49-F238E27FC236}">
                  <a16:creationId xmlns:a16="http://schemas.microsoft.com/office/drawing/2014/main" id="{2568817B-D3A3-4AC7-823C-CF377AB2F14D}"/>
                </a:ext>
              </a:extLst>
            </p:cNvPr>
            <p:cNvSpPr>
              <a:spLocks noChangeShapeType="1"/>
            </p:cNvSpPr>
            <p:nvPr/>
          </p:nvSpPr>
          <p:spPr bwMode="auto">
            <a:xfrm>
              <a:off x="5063" y="1326"/>
              <a:ext cx="0" cy="10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22" name="Group 200">
            <a:extLst>
              <a:ext uri="{FF2B5EF4-FFF2-40B4-BE49-F238E27FC236}">
                <a16:creationId xmlns:a16="http://schemas.microsoft.com/office/drawing/2014/main" id="{1BE6CD74-0A95-4829-B71D-D37686BC51AA}"/>
              </a:ext>
            </a:extLst>
          </p:cNvPr>
          <p:cNvGrpSpPr>
            <a:grpSpLocks/>
          </p:cNvGrpSpPr>
          <p:nvPr/>
        </p:nvGrpSpPr>
        <p:grpSpPr bwMode="auto">
          <a:xfrm>
            <a:off x="8075613" y="3103564"/>
            <a:ext cx="1033462" cy="801687"/>
            <a:chOff x="4045" y="1955"/>
            <a:chExt cx="651" cy="505"/>
          </a:xfrm>
        </p:grpSpPr>
        <p:grpSp>
          <p:nvGrpSpPr>
            <p:cNvPr id="36923" name="Group 123">
              <a:extLst>
                <a:ext uri="{FF2B5EF4-FFF2-40B4-BE49-F238E27FC236}">
                  <a16:creationId xmlns:a16="http://schemas.microsoft.com/office/drawing/2014/main" id="{FE922870-C60E-475D-AB12-8D5C62135EA5}"/>
                </a:ext>
              </a:extLst>
            </p:cNvPr>
            <p:cNvGrpSpPr>
              <a:grpSpLocks/>
            </p:cNvGrpSpPr>
            <p:nvPr/>
          </p:nvGrpSpPr>
          <p:grpSpPr bwMode="auto">
            <a:xfrm rot="3346875">
              <a:off x="3958" y="2042"/>
              <a:ext cx="282" cy="108"/>
              <a:chOff x="5078" y="1860"/>
              <a:chExt cx="282" cy="108"/>
            </a:xfrm>
          </p:grpSpPr>
          <p:sp>
            <p:nvSpPr>
              <p:cNvPr id="36933" name="Rectangle 124">
                <a:extLst>
                  <a:ext uri="{FF2B5EF4-FFF2-40B4-BE49-F238E27FC236}">
                    <a16:creationId xmlns:a16="http://schemas.microsoft.com/office/drawing/2014/main" id="{B0379B9C-A70F-4B26-86A0-3308411E947E}"/>
                  </a:ext>
                </a:extLst>
              </p:cNvPr>
              <p:cNvSpPr>
                <a:spLocks noChangeArrowheads="1"/>
              </p:cNvSpPr>
              <p:nvPr/>
            </p:nvSpPr>
            <p:spPr bwMode="auto">
              <a:xfrm>
                <a:off x="5215" y="1861"/>
                <a:ext cx="144" cy="108"/>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36934" name="Rectangle 125">
                <a:extLst>
                  <a:ext uri="{FF2B5EF4-FFF2-40B4-BE49-F238E27FC236}">
                    <a16:creationId xmlns:a16="http://schemas.microsoft.com/office/drawing/2014/main" id="{479AB619-AC67-4784-8C49-5635681287BE}"/>
                  </a:ext>
                </a:extLst>
              </p:cNvPr>
              <p:cNvSpPr>
                <a:spLocks noChangeArrowheads="1"/>
              </p:cNvSpPr>
              <p:nvPr/>
            </p:nvSpPr>
            <p:spPr bwMode="auto">
              <a:xfrm>
                <a:off x="5078" y="1860"/>
                <a:ext cx="166" cy="10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grpSp>
          <p:nvGrpSpPr>
            <p:cNvPr id="36924" name="Group 126">
              <a:extLst>
                <a:ext uri="{FF2B5EF4-FFF2-40B4-BE49-F238E27FC236}">
                  <a16:creationId xmlns:a16="http://schemas.microsoft.com/office/drawing/2014/main" id="{57888C78-CEA0-4BF3-BCB2-FD9D2F3522F0}"/>
                </a:ext>
              </a:extLst>
            </p:cNvPr>
            <p:cNvGrpSpPr>
              <a:grpSpLocks/>
            </p:cNvGrpSpPr>
            <p:nvPr/>
          </p:nvGrpSpPr>
          <p:grpSpPr bwMode="auto">
            <a:xfrm rot="3215306">
              <a:off x="4158" y="2108"/>
              <a:ext cx="282" cy="108"/>
              <a:chOff x="5078" y="1860"/>
              <a:chExt cx="282" cy="108"/>
            </a:xfrm>
          </p:grpSpPr>
          <p:sp>
            <p:nvSpPr>
              <p:cNvPr id="36931" name="Rectangle 127">
                <a:extLst>
                  <a:ext uri="{FF2B5EF4-FFF2-40B4-BE49-F238E27FC236}">
                    <a16:creationId xmlns:a16="http://schemas.microsoft.com/office/drawing/2014/main" id="{81D115EB-361E-462D-8398-234743AB60B2}"/>
                  </a:ext>
                </a:extLst>
              </p:cNvPr>
              <p:cNvSpPr>
                <a:spLocks noChangeArrowheads="1"/>
              </p:cNvSpPr>
              <p:nvPr/>
            </p:nvSpPr>
            <p:spPr bwMode="auto">
              <a:xfrm>
                <a:off x="5214" y="1860"/>
                <a:ext cx="144" cy="108"/>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36932" name="Rectangle 128">
                <a:extLst>
                  <a:ext uri="{FF2B5EF4-FFF2-40B4-BE49-F238E27FC236}">
                    <a16:creationId xmlns:a16="http://schemas.microsoft.com/office/drawing/2014/main" id="{5F988072-2C54-4942-8C09-66A5B835E10F}"/>
                  </a:ext>
                </a:extLst>
              </p:cNvPr>
              <p:cNvSpPr>
                <a:spLocks noChangeArrowheads="1"/>
              </p:cNvSpPr>
              <p:nvPr/>
            </p:nvSpPr>
            <p:spPr bwMode="auto">
              <a:xfrm>
                <a:off x="5076" y="1860"/>
                <a:ext cx="166" cy="10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grpSp>
          <p:nvGrpSpPr>
            <p:cNvPr id="36925" name="Group 129">
              <a:extLst>
                <a:ext uri="{FF2B5EF4-FFF2-40B4-BE49-F238E27FC236}">
                  <a16:creationId xmlns:a16="http://schemas.microsoft.com/office/drawing/2014/main" id="{41BF6BC7-B647-4852-9CEA-86E23D5262C3}"/>
                </a:ext>
              </a:extLst>
            </p:cNvPr>
            <p:cNvGrpSpPr>
              <a:grpSpLocks/>
            </p:cNvGrpSpPr>
            <p:nvPr/>
          </p:nvGrpSpPr>
          <p:grpSpPr bwMode="auto">
            <a:xfrm rot="3051000">
              <a:off x="4380" y="2184"/>
              <a:ext cx="282" cy="108"/>
              <a:chOff x="5078" y="1860"/>
              <a:chExt cx="282" cy="108"/>
            </a:xfrm>
          </p:grpSpPr>
          <p:sp>
            <p:nvSpPr>
              <p:cNvPr id="36929" name="Rectangle 130">
                <a:extLst>
                  <a:ext uri="{FF2B5EF4-FFF2-40B4-BE49-F238E27FC236}">
                    <a16:creationId xmlns:a16="http://schemas.microsoft.com/office/drawing/2014/main" id="{B48C5D4A-9941-4084-8F72-C6ED9C125601}"/>
                  </a:ext>
                </a:extLst>
              </p:cNvPr>
              <p:cNvSpPr>
                <a:spLocks noChangeArrowheads="1"/>
              </p:cNvSpPr>
              <p:nvPr/>
            </p:nvSpPr>
            <p:spPr bwMode="auto">
              <a:xfrm>
                <a:off x="5214" y="1860"/>
                <a:ext cx="144" cy="108"/>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36930" name="Rectangle 131">
                <a:extLst>
                  <a:ext uri="{FF2B5EF4-FFF2-40B4-BE49-F238E27FC236}">
                    <a16:creationId xmlns:a16="http://schemas.microsoft.com/office/drawing/2014/main" id="{08A9439C-0AB5-49D5-A2D0-8720FE60F61B}"/>
                  </a:ext>
                </a:extLst>
              </p:cNvPr>
              <p:cNvSpPr>
                <a:spLocks noChangeArrowheads="1"/>
              </p:cNvSpPr>
              <p:nvPr/>
            </p:nvSpPr>
            <p:spPr bwMode="auto">
              <a:xfrm>
                <a:off x="5078" y="1860"/>
                <a:ext cx="166" cy="10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sp>
          <p:nvSpPr>
            <p:cNvPr id="36926" name="Line 133">
              <a:extLst>
                <a:ext uri="{FF2B5EF4-FFF2-40B4-BE49-F238E27FC236}">
                  <a16:creationId xmlns:a16="http://schemas.microsoft.com/office/drawing/2014/main" id="{A69EC8A4-CB2C-4BFC-BFFF-08E74E3DEF9E}"/>
                </a:ext>
              </a:extLst>
            </p:cNvPr>
            <p:cNvSpPr>
              <a:spLocks noChangeShapeType="1"/>
            </p:cNvSpPr>
            <p:nvPr/>
          </p:nvSpPr>
          <p:spPr bwMode="auto">
            <a:xfrm>
              <a:off x="4184" y="2216"/>
              <a:ext cx="84" cy="1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6927" name="Line 134">
              <a:extLst>
                <a:ext uri="{FF2B5EF4-FFF2-40B4-BE49-F238E27FC236}">
                  <a16:creationId xmlns:a16="http://schemas.microsoft.com/office/drawing/2014/main" id="{32F5AE87-A377-4FD9-ABA6-82F69610C086}"/>
                </a:ext>
              </a:extLst>
            </p:cNvPr>
            <p:cNvSpPr>
              <a:spLocks noChangeShapeType="1"/>
            </p:cNvSpPr>
            <p:nvPr/>
          </p:nvSpPr>
          <p:spPr bwMode="auto">
            <a:xfrm>
              <a:off x="4388" y="2278"/>
              <a:ext cx="82" cy="1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6928" name="Line 135">
              <a:extLst>
                <a:ext uri="{FF2B5EF4-FFF2-40B4-BE49-F238E27FC236}">
                  <a16:creationId xmlns:a16="http://schemas.microsoft.com/office/drawing/2014/main" id="{540758CD-2998-45AB-88A4-D0EB6210BAB5}"/>
                </a:ext>
              </a:extLst>
            </p:cNvPr>
            <p:cNvSpPr>
              <a:spLocks noChangeShapeType="1"/>
            </p:cNvSpPr>
            <p:nvPr/>
          </p:nvSpPr>
          <p:spPr bwMode="auto">
            <a:xfrm>
              <a:off x="4620" y="2350"/>
              <a:ext cx="76" cy="11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36894" name="Group 201">
            <a:extLst>
              <a:ext uri="{FF2B5EF4-FFF2-40B4-BE49-F238E27FC236}">
                <a16:creationId xmlns:a16="http://schemas.microsoft.com/office/drawing/2014/main" id="{57278E9D-EE8B-4B80-8234-66EC32DB619A}"/>
              </a:ext>
            </a:extLst>
          </p:cNvPr>
          <p:cNvGrpSpPr>
            <a:grpSpLocks/>
          </p:cNvGrpSpPr>
          <p:nvPr/>
        </p:nvGrpSpPr>
        <p:grpSpPr bwMode="auto">
          <a:xfrm>
            <a:off x="8348663" y="3886200"/>
            <a:ext cx="698500" cy="355600"/>
            <a:chOff x="4396" y="1245"/>
            <a:chExt cx="672" cy="248"/>
          </a:xfrm>
        </p:grpSpPr>
        <p:sp>
          <p:nvSpPr>
            <p:cNvPr id="36915" name="Oval 407">
              <a:extLst>
                <a:ext uri="{FF2B5EF4-FFF2-40B4-BE49-F238E27FC236}">
                  <a16:creationId xmlns:a16="http://schemas.microsoft.com/office/drawing/2014/main" id="{14ADC3F9-9A1D-4CD0-BD30-CD73D1CC0324}"/>
                </a:ext>
              </a:extLst>
            </p:cNvPr>
            <p:cNvSpPr>
              <a:spLocks noChangeArrowheads="1"/>
            </p:cNvSpPr>
            <p:nvPr/>
          </p:nvSpPr>
          <p:spPr bwMode="auto">
            <a:xfrm>
              <a:off x="4399" y="1355"/>
              <a:ext cx="666" cy="138"/>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sp>
          <p:nvSpPr>
            <p:cNvPr id="36916" name="Rectangle 410">
              <a:extLst>
                <a:ext uri="{FF2B5EF4-FFF2-40B4-BE49-F238E27FC236}">
                  <a16:creationId xmlns:a16="http://schemas.microsoft.com/office/drawing/2014/main" id="{3E9A859D-1338-4E84-9542-EBF920893ABD}"/>
                </a:ext>
              </a:extLst>
            </p:cNvPr>
            <p:cNvSpPr>
              <a:spLocks noChangeArrowheads="1"/>
            </p:cNvSpPr>
            <p:nvPr/>
          </p:nvSpPr>
          <p:spPr bwMode="auto">
            <a:xfrm>
              <a:off x="4399" y="1339"/>
              <a:ext cx="669" cy="86"/>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latin typeface="Times New Roman" panose="02020603050405020304" pitchFamily="18" charset="0"/>
                <a:cs typeface="Arial" panose="020B0604020202020204" pitchFamily="34" charset="0"/>
              </a:endParaRPr>
            </a:p>
          </p:txBody>
        </p:sp>
        <p:sp>
          <p:nvSpPr>
            <p:cNvPr id="36917" name="Oval 411">
              <a:extLst>
                <a:ext uri="{FF2B5EF4-FFF2-40B4-BE49-F238E27FC236}">
                  <a16:creationId xmlns:a16="http://schemas.microsoft.com/office/drawing/2014/main" id="{3128A3F5-73FB-4F6A-A46F-BF29261A0761}"/>
                </a:ext>
              </a:extLst>
            </p:cNvPr>
            <p:cNvSpPr>
              <a:spLocks noChangeArrowheads="1"/>
            </p:cNvSpPr>
            <p:nvPr/>
          </p:nvSpPr>
          <p:spPr bwMode="auto">
            <a:xfrm>
              <a:off x="4396" y="1245"/>
              <a:ext cx="667" cy="162"/>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grpSp>
          <p:nvGrpSpPr>
            <p:cNvPr id="36918" name="Group 205">
              <a:extLst>
                <a:ext uri="{FF2B5EF4-FFF2-40B4-BE49-F238E27FC236}">
                  <a16:creationId xmlns:a16="http://schemas.microsoft.com/office/drawing/2014/main" id="{30CFE3F7-E0B8-43E7-9E44-5AFE7B3DB6B9}"/>
                </a:ext>
              </a:extLst>
            </p:cNvPr>
            <p:cNvGrpSpPr>
              <a:grpSpLocks/>
            </p:cNvGrpSpPr>
            <p:nvPr/>
          </p:nvGrpSpPr>
          <p:grpSpPr bwMode="auto">
            <a:xfrm>
              <a:off x="4530" y="1287"/>
              <a:ext cx="377" cy="75"/>
              <a:chOff x="2468" y="1332"/>
              <a:chExt cx="310" cy="60"/>
            </a:xfrm>
          </p:grpSpPr>
          <p:sp>
            <p:nvSpPr>
              <p:cNvPr id="36921" name="Freeform 206">
                <a:extLst>
                  <a:ext uri="{FF2B5EF4-FFF2-40B4-BE49-F238E27FC236}">
                    <a16:creationId xmlns:a16="http://schemas.microsoft.com/office/drawing/2014/main" id="{47A72573-34D3-4E00-8149-DD9F5F051D61}"/>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36922" name="Freeform 207">
                <a:extLst>
                  <a:ext uri="{FF2B5EF4-FFF2-40B4-BE49-F238E27FC236}">
                    <a16:creationId xmlns:a16="http://schemas.microsoft.com/office/drawing/2014/main" id="{EAA3F1F3-7BF1-4C54-8CAE-E9BBFFB1DC72}"/>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sp>
          <p:nvSpPr>
            <p:cNvPr id="36919" name="Line 208">
              <a:extLst>
                <a:ext uri="{FF2B5EF4-FFF2-40B4-BE49-F238E27FC236}">
                  <a16:creationId xmlns:a16="http://schemas.microsoft.com/office/drawing/2014/main" id="{B92F2F1C-BD49-42EE-B7FE-68C243B50D45}"/>
                </a:ext>
              </a:extLst>
            </p:cNvPr>
            <p:cNvSpPr>
              <a:spLocks noChangeShapeType="1"/>
            </p:cNvSpPr>
            <p:nvPr/>
          </p:nvSpPr>
          <p:spPr bwMode="auto">
            <a:xfrm>
              <a:off x="4399" y="1321"/>
              <a:ext cx="0" cy="109"/>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20" name="Line 209">
              <a:extLst>
                <a:ext uri="{FF2B5EF4-FFF2-40B4-BE49-F238E27FC236}">
                  <a16:creationId xmlns:a16="http://schemas.microsoft.com/office/drawing/2014/main" id="{3271BA58-F8B4-40F0-88A7-C3284401A315}"/>
                </a:ext>
              </a:extLst>
            </p:cNvPr>
            <p:cNvSpPr>
              <a:spLocks noChangeShapeType="1"/>
            </p:cNvSpPr>
            <p:nvPr/>
          </p:nvSpPr>
          <p:spPr bwMode="auto">
            <a:xfrm>
              <a:off x="5063" y="1326"/>
              <a:ext cx="0" cy="10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6895" name="Group 210">
            <a:extLst>
              <a:ext uri="{FF2B5EF4-FFF2-40B4-BE49-F238E27FC236}">
                <a16:creationId xmlns:a16="http://schemas.microsoft.com/office/drawing/2014/main" id="{34C79635-1A5C-403D-A987-F714201A2D03}"/>
              </a:ext>
            </a:extLst>
          </p:cNvPr>
          <p:cNvGrpSpPr>
            <a:grpSpLocks/>
          </p:cNvGrpSpPr>
          <p:nvPr/>
        </p:nvGrpSpPr>
        <p:grpSpPr bwMode="auto">
          <a:xfrm>
            <a:off x="7445375" y="4954588"/>
            <a:ext cx="698500" cy="355600"/>
            <a:chOff x="4396" y="1245"/>
            <a:chExt cx="672" cy="248"/>
          </a:xfrm>
        </p:grpSpPr>
        <p:sp>
          <p:nvSpPr>
            <p:cNvPr id="36907" name="Oval 407">
              <a:extLst>
                <a:ext uri="{FF2B5EF4-FFF2-40B4-BE49-F238E27FC236}">
                  <a16:creationId xmlns:a16="http://schemas.microsoft.com/office/drawing/2014/main" id="{CE18FBCE-3D3B-4376-9C1E-6BBEFDB99D2A}"/>
                </a:ext>
              </a:extLst>
            </p:cNvPr>
            <p:cNvSpPr>
              <a:spLocks noChangeArrowheads="1"/>
            </p:cNvSpPr>
            <p:nvPr/>
          </p:nvSpPr>
          <p:spPr bwMode="auto">
            <a:xfrm>
              <a:off x="4399" y="1355"/>
              <a:ext cx="666" cy="138"/>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sp>
          <p:nvSpPr>
            <p:cNvPr id="36908" name="Rectangle 410">
              <a:extLst>
                <a:ext uri="{FF2B5EF4-FFF2-40B4-BE49-F238E27FC236}">
                  <a16:creationId xmlns:a16="http://schemas.microsoft.com/office/drawing/2014/main" id="{0D8C7094-18CB-4826-BC45-1B03203977F0}"/>
                </a:ext>
              </a:extLst>
            </p:cNvPr>
            <p:cNvSpPr>
              <a:spLocks noChangeArrowheads="1"/>
            </p:cNvSpPr>
            <p:nvPr/>
          </p:nvSpPr>
          <p:spPr bwMode="auto">
            <a:xfrm>
              <a:off x="4399" y="1339"/>
              <a:ext cx="669" cy="86"/>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latin typeface="Times New Roman" panose="02020603050405020304" pitchFamily="18" charset="0"/>
                <a:cs typeface="Arial" panose="020B0604020202020204" pitchFamily="34" charset="0"/>
              </a:endParaRPr>
            </a:p>
          </p:txBody>
        </p:sp>
        <p:sp>
          <p:nvSpPr>
            <p:cNvPr id="36909" name="Oval 411">
              <a:extLst>
                <a:ext uri="{FF2B5EF4-FFF2-40B4-BE49-F238E27FC236}">
                  <a16:creationId xmlns:a16="http://schemas.microsoft.com/office/drawing/2014/main" id="{79E7FE42-A1CC-4114-973E-AF28562EFB52}"/>
                </a:ext>
              </a:extLst>
            </p:cNvPr>
            <p:cNvSpPr>
              <a:spLocks noChangeArrowheads="1"/>
            </p:cNvSpPr>
            <p:nvPr/>
          </p:nvSpPr>
          <p:spPr bwMode="auto">
            <a:xfrm>
              <a:off x="4396" y="1245"/>
              <a:ext cx="667" cy="162"/>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grpSp>
          <p:nvGrpSpPr>
            <p:cNvPr id="36910" name="Group 214">
              <a:extLst>
                <a:ext uri="{FF2B5EF4-FFF2-40B4-BE49-F238E27FC236}">
                  <a16:creationId xmlns:a16="http://schemas.microsoft.com/office/drawing/2014/main" id="{19D0ED94-A2C8-4CB2-9ECC-547B4FF9FA46}"/>
                </a:ext>
              </a:extLst>
            </p:cNvPr>
            <p:cNvGrpSpPr>
              <a:grpSpLocks/>
            </p:cNvGrpSpPr>
            <p:nvPr/>
          </p:nvGrpSpPr>
          <p:grpSpPr bwMode="auto">
            <a:xfrm>
              <a:off x="4530" y="1287"/>
              <a:ext cx="377" cy="75"/>
              <a:chOff x="2468" y="1332"/>
              <a:chExt cx="310" cy="60"/>
            </a:xfrm>
          </p:grpSpPr>
          <p:sp>
            <p:nvSpPr>
              <p:cNvPr id="36913" name="Freeform 215">
                <a:extLst>
                  <a:ext uri="{FF2B5EF4-FFF2-40B4-BE49-F238E27FC236}">
                    <a16:creationId xmlns:a16="http://schemas.microsoft.com/office/drawing/2014/main" id="{32F65534-7C43-45E6-B731-1FACE1A0BB86}"/>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36914" name="Freeform 216">
                <a:extLst>
                  <a:ext uri="{FF2B5EF4-FFF2-40B4-BE49-F238E27FC236}">
                    <a16:creationId xmlns:a16="http://schemas.microsoft.com/office/drawing/2014/main" id="{1482B3D3-C28A-476B-BAD4-FBB4667BAF6B}"/>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sp>
          <p:nvSpPr>
            <p:cNvPr id="36911" name="Line 217">
              <a:extLst>
                <a:ext uri="{FF2B5EF4-FFF2-40B4-BE49-F238E27FC236}">
                  <a16:creationId xmlns:a16="http://schemas.microsoft.com/office/drawing/2014/main" id="{2EF48901-0A86-41A6-83B8-6152AEAED0E0}"/>
                </a:ext>
              </a:extLst>
            </p:cNvPr>
            <p:cNvSpPr>
              <a:spLocks noChangeShapeType="1"/>
            </p:cNvSpPr>
            <p:nvPr/>
          </p:nvSpPr>
          <p:spPr bwMode="auto">
            <a:xfrm>
              <a:off x="4399" y="1321"/>
              <a:ext cx="0" cy="109"/>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12" name="Line 218">
              <a:extLst>
                <a:ext uri="{FF2B5EF4-FFF2-40B4-BE49-F238E27FC236}">
                  <a16:creationId xmlns:a16="http://schemas.microsoft.com/office/drawing/2014/main" id="{53D45890-14E7-494B-A981-061C827F9449}"/>
                </a:ext>
              </a:extLst>
            </p:cNvPr>
            <p:cNvSpPr>
              <a:spLocks noChangeShapeType="1"/>
            </p:cNvSpPr>
            <p:nvPr/>
          </p:nvSpPr>
          <p:spPr bwMode="auto">
            <a:xfrm>
              <a:off x="5063" y="1326"/>
              <a:ext cx="0" cy="10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6896" name="Group 221">
            <a:extLst>
              <a:ext uri="{FF2B5EF4-FFF2-40B4-BE49-F238E27FC236}">
                <a16:creationId xmlns:a16="http://schemas.microsoft.com/office/drawing/2014/main" id="{08E45418-37D4-4305-95AA-58ECDB8F331C}"/>
              </a:ext>
            </a:extLst>
          </p:cNvPr>
          <p:cNvGrpSpPr>
            <a:grpSpLocks/>
          </p:cNvGrpSpPr>
          <p:nvPr/>
        </p:nvGrpSpPr>
        <p:grpSpPr bwMode="auto">
          <a:xfrm>
            <a:off x="6407150" y="4400550"/>
            <a:ext cx="738188" cy="1385888"/>
            <a:chOff x="2345" y="1140"/>
            <a:chExt cx="528" cy="1084"/>
          </a:xfrm>
        </p:grpSpPr>
        <p:sp>
          <p:nvSpPr>
            <p:cNvPr id="36897" name="Line 222">
              <a:extLst>
                <a:ext uri="{FF2B5EF4-FFF2-40B4-BE49-F238E27FC236}">
                  <a16:creationId xmlns:a16="http://schemas.microsoft.com/office/drawing/2014/main" id="{3AADEB27-2617-4511-AB28-BAF5569A38AA}"/>
                </a:ext>
              </a:extLst>
            </p:cNvPr>
            <p:cNvSpPr>
              <a:spLocks noChangeShapeType="1"/>
            </p:cNvSpPr>
            <p:nvPr/>
          </p:nvSpPr>
          <p:spPr bwMode="auto">
            <a:xfrm flipV="1">
              <a:off x="2811" y="1459"/>
              <a:ext cx="62" cy="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6898" name="Line 223">
              <a:extLst>
                <a:ext uri="{FF2B5EF4-FFF2-40B4-BE49-F238E27FC236}">
                  <a16:creationId xmlns:a16="http://schemas.microsoft.com/office/drawing/2014/main" id="{78365551-3E4B-431D-A9E0-70954492F4B0}"/>
                </a:ext>
              </a:extLst>
            </p:cNvPr>
            <p:cNvSpPr>
              <a:spLocks noChangeShapeType="1"/>
            </p:cNvSpPr>
            <p:nvPr/>
          </p:nvSpPr>
          <p:spPr bwMode="auto">
            <a:xfrm flipV="1">
              <a:off x="2811" y="1967"/>
              <a:ext cx="62" cy="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6899" name="Line 224">
              <a:extLst>
                <a:ext uri="{FF2B5EF4-FFF2-40B4-BE49-F238E27FC236}">
                  <a16:creationId xmlns:a16="http://schemas.microsoft.com/office/drawing/2014/main" id="{E5B515B2-14C7-4C7D-A957-507695FC5CCB}"/>
                </a:ext>
              </a:extLst>
            </p:cNvPr>
            <p:cNvSpPr>
              <a:spLocks noChangeShapeType="1"/>
            </p:cNvSpPr>
            <p:nvPr/>
          </p:nvSpPr>
          <p:spPr bwMode="auto">
            <a:xfrm>
              <a:off x="2868" y="1455"/>
              <a:ext cx="0" cy="50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36900" name="Group 225">
              <a:extLst>
                <a:ext uri="{FF2B5EF4-FFF2-40B4-BE49-F238E27FC236}">
                  <a16:creationId xmlns:a16="http://schemas.microsoft.com/office/drawing/2014/main" id="{293155E6-A20A-4F8B-81BF-BBD114F23C33}"/>
                </a:ext>
              </a:extLst>
            </p:cNvPr>
            <p:cNvGrpSpPr>
              <a:grpSpLocks/>
            </p:cNvGrpSpPr>
            <p:nvPr/>
          </p:nvGrpSpPr>
          <p:grpSpPr bwMode="auto">
            <a:xfrm>
              <a:off x="2345" y="1140"/>
              <a:ext cx="503" cy="444"/>
              <a:chOff x="-44" y="1473"/>
              <a:chExt cx="981" cy="1105"/>
            </a:xfrm>
          </p:grpSpPr>
          <p:pic>
            <p:nvPicPr>
              <p:cNvPr id="36905" name="Picture 226" descr="desktop_computer_stylized_medium">
                <a:extLst>
                  <a:ext uri="{FF2B5EF4-FFF2-40B4-BE49-F238E27FC236}">
                    <a16:creationId xmlns:a16="http://schemas.microsoft.com/office/drawing/2014/main" id="{88379D7B-0B15-4CCD-8235-3A340C36EF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906" name="Freeform 227">
                <a:extLst>
                  <a:ext uri="{FF2B5EF4-FFF2-40B4-BE49-F238E27FC236}">
                    <a16:creationId xmlns:a16="http://schemas.microsoft.com/office/drawing/2014/main" id="{EA2E4265-9334-4FA4-971B-35DCA523888D}"/>
                  </a:ext>
                </a:extLst>
              </p:cNvPr>
              <p:cNvSpPr>
                <a:spLocks/>
              </p:cNvSpPr>
              <p:nvPr/>
            </p:nvSpPr>
            <p:spPr bwMode="auto">
              <a:xfrm flipH="1">
                <a:off x="374" y="1579"/>
                <a:ext cx="477" cy="506"/>
              </a:xfrm>
              <a:custGeom>
                <a:avLst/>
                <a:gdLst>
                  <a:gd name="T0" fmla="*/ 0 w 356"/>
                  <a:gd name="T1" fmla="*/ 0 h 368"/>
                  <a:gd name="T2" fmla="*/ 187350 w 356"/>
                  <a:gd name="T3" fmla="*/ 15587 h 368"/>
                  <a:gd name="T4" fmla="*/ 222251 w 356"/>
                  <a:gd name="T5" fmla="*/ 324849 h 368"/>
                  <a:gd name="T6" fmla="*/ 48981 w 356"/>
                  <a:gd name="T7" fmla="*/ 406259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sp>
          <p:nvSpPr>
            <p:cNvPr id="36901" name="Text Box 228">
              <a:extLst>
                <a:ext uri="{FF2B5EF4-FFF2-40B4-BE49-F238E27FC236}">
                  <a16:creationId xmlns:a16="http://schemas.microsoft.com/office/drawing/2014/main" id="{9FDF4AAB-9444-4092-BBF0-8049EF90262A}"/>
                </a:ext>
              </a:extLst>
            </p:cNvPr>
            <p:cNvSpPr txBox="1">
              <a:spLocks noChangeArrowheads="1"/>
            </p:cNvSpPr>
            <p:nvPr/>
          </p:nvSpPr>
          <p:spPr bwMode="auto">
            <a:xfrm rot="5400000">
              <a:off x="2463" y="1529"/>
              <a:ext cx="422" cy="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2800"/>
                <a:t>…</a:t>
              </a:r>
            </a:p>
          </p:txBody>
        </p:sp>
        <p:grpSp>
          <p:nvGrpSpPr>
            <p:cNvPr id="36902" name="Group 229">
              <a:extLst>
                <a:ext uri="{FF2B5EF4-FFF2-40B4-BE49-F238E27FC236}">
                  <a16:creationId xmlns:a16="http://schemas.microsoft.com/office/drawing/2014/main" id="{805C9601-B689-48FC-947C-47413A8CF179}"/>
                </a:ext>
              </a:extLst>
            </p:cNvPr>
            <p:cNvGrpSpPr>
              <a:grpSpLocks/>
            </p:cNvGrpSpPr>
            <p:nvPr/>
          </p:nvGrpSpPr>
          <p:grpSpPr bwMode="auto">
            <a:xfrm>
              <a:off x="2357" y="1780"/>
              <a:ext cx="503" cy="444"/>
              <a:chOff x="-44" y="1473"/>
              <a:chExt cx="981" cy="1105"/>
            </a:xfrm>
          </p:grpSpPr>
          <p:pic>
            <p:nvPicPr>
              <p:cNvPr id="36903" name="Picture 230" descr="desktop_computer_stylized_medium">
                <a:extLst>
                  <a:ext uri="{FF2B5EF4-FFF2-40B4-BE49-F238E27FC236}">
                    <a16:creationId xmlns:a16="http://schemas.microsoft.com/office/drawing/2014/main" id="{63B874C1-BBA8-4B99-BFEE-81C673C761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904" name="Freeform 231">
                <a:extLst>
                  <a:ext uri="{FF2B5EF4-FFF2-40B4-BE49-F238E27FC236}">
                    <a16:creationId xmlns:a16="http://schemas.microsoft.com/office/drawing/2014/main" id="{D47380B9-43F1-4B27-BA71-5CA7F2B5251D}"/>
                  </a:ext>
                </a:extLst>
              </p:cNvPr>
              <p:cNvSpPr>
                <a:spLocks/>
              </p:cNvSpPr>
              <p:nvPr/>
            </p:nvSpPr>
            <p:spPr bwMode="auto">
              <a:xfrm flipH="1">
                <a:off x="374" y="1579"/>
                <a:ext cx="477" cy="506"/>
              </a:xfrm>
              <a:custGeom>
                <a:avLst/>
                <a:gdLst>
                  <a:gd name="T0" fmla="*/ 0 w 356"/>
                  <a:gd name="T1" fmla="*/ 0 h 368"/>
                  <a:gd name="T2" fmla="*/ 187350 w 356"/>
                  <a:gd name="T3" fmla="*/ 15587 h 368"/>
                  <a:gd name="T4" fmla="*/ 222251 w 356"/>
                  <a:gd name="T5" fmla="*/ 324849 h 368"/>
                  <a:gd name="T6" fmla="*/ 48981 w 356"/>
                  <a:gd name="T7" fmla="*/ 406259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grpSp>
    </p:spTree>
    <p:extLst>
      <p:ext uri="{BB962C8B-B14F-4D97-AF65-F5344CB8AC3E}">
        <p14:creationId xmlns:p14="http://schemas.microsoft.com/office/powerpoint/2010/main" val="36183235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10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wipe(up)">
                                      <p:cBhvr>
                                        <p:cTn id="12" dur="1000"/>
                                        <p:tgtEl>
                                          <p:spTgt spid="22"/>
                                        </p:tgtEl>
                                      </p:cBhvr>
                                    </p:animEffect>
                                  </p:childTnLst>
                                </p:cTn>
                              </p:par>
                              <p:par>
                                <p:cTn id="13" presetID="9" presetClass="entr" presetSubtype="0" fill="hold" nodeType="withEffect">
                                  <p:stCondLst>
                                    <p:cond delay="0"/>
                                  </p:stCondLst>
                                  <p:childTnLst>
                                    <p:set>
                                      <p:cBhvr>
                                        <p:cTn id="14" dur="1" fill="hold">
                                          <p:stCondLst>
                                            <p:cond delay="0"/>
                                          </p:stCondLst>
                                        </p:cTn>
                                        <p:tgtEl>
                                          <p:spTgt spid="576648">
                                            <p:txEl>
                                              <p:pRg st="0" end="0"/>
                                            </p:txEl>
                                          </p:spTgt>
                                        </p:tgtEl>
                                        <p:attrNameLst>
                                          <p:attrName>style.visibility</p:attrName>
                                        </p:attrNameLst>
                                      </p:cBhvr>
                                      <p:to>
                                        <p:strVal val="visible"/>
                                      </p:to>
                                    </p:set>
                                    <p:animEffect transition="in" filter="dissolve">
                                      <p:cBhvr>
                                        <p:cTn id="15" dur="500"/>
                                        <p:tgtEl>
                                          <p:spTgt spid="576648">
                                            <p:txEl>
                                              <p:pRg st="0" end="0"/>
                                            </p:txEl>
                                          </p:spTgt>
                                        </p:tgtEl>
                                      </p:cBhvr>
                                    </p:animEffect>
                                  </p:childTnLst>
                                </p:cTn>
                              </p:par>
                              <p:par>
                                <p:cTn id="16" presetID="9" presetClass="entr" presetSubtype="0" fill="hold" nodeType="withEffect">
                                  <p:stCondLst>
                                    <p:cond delay="0"/>
                                  </p:stCondLst>
                                  <p:childTnLst>
                                    <p:set>
                                      <p:cBhvr>
                                        <p:cTn id="17" dur="1" fill="hold">
                                          <p:stCondLst>
                                            <p:cond delay="0"/>
                                          </p:stCondLst>
                                        </p:cTn>
                                        <p:tgtEl>
                                          <p:spTgt spid="576648">
                                            <p:txEl>
                                              <p:pRg st="1" end="1"/>
                                            </p:txEl>
                                          </p:spTgt>
                                        </p:tgtEl>
                                        <p:attrNameLst>
                                          <p:attrName>style.visibility</p:attrName>
                                        </p:attrNameLst>
                                      </p:cBhvr>
                                      <p:to>
                                        <p:strVal val="visible"/>
                                      </p:to>
                                    </p:set>
                                    <p:animEffect transition="in" filter="dissolve">
                                      <p:cBhvr>
                                        <p:cTn id="18" dur="500"/>
                                        <p:tgtEl>
                                          <p:spTgt spid="576648">
                                            <p:txEl>
                                              <p:pRg st="1" end="1"/>
                                            </p:txEl>
                                          </p:spTgt>
                                        </p:tgtEl>
                                      </p:cBhvr>
                                    </p:animEffect>
                                  </p:childTnLst>
                                </p:cTn>
                              </p:par>
                              <p:par>
                                <p:cTn id="19" presetID="9" presetClass="entr" presetSubtype="0" fill="hold" nodeType="withEffect">
                                  <p:stCondLst>
                                    <p:cond delay="0"/>
                                  </p:stCondLst>
                                  <p:childTnLst>
                                    <p:set>
                                      <p:cBhvr>
                                        <p:cTn id="20" dur="1" fill="hold">
                                          <p:stCondLst>
                                            <p:cond delay="0"/>
                                          </p:stCondLst>
                                        </p:cTn>
                                        <p:tgtEl>
                                          <p:spTgt spid="576648">
                                            <p:txEl>
                                              <p:pRg st="2" end="2"/>
                                            </p:txEl>
                                          </p:spTgt>
                                        </p:tgtEl>
                                        <p:attrNameLst>
                                          <p:attrName>style.visibility</p:attrName>
                                        </p:attrNameLst>
                                      </p:cBhvr>
                                      <p:to>
                                        <p:strVal val="visible"/>
                                      </p:to>
                                    </p:set>
                                    <p:animEffect transition="in" filter="dissolve">
                                      <p:cBhvr>
                                        <p:cTn id="21" dur="500"/>
                                        <p:tgtEl>
                                          <p:spTgt spid="576648">
                                            <p:txEl>
                                              <p:pRg st="2" end="2"/>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2" fill="hold" nodeType="click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wipe(right)">
                                      <p:cBhvr>
                                        <p:cTn id="26" dur="1000"/>
                                        <p:tgtEl>
                                          <p:spTgt spid="4"/>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2"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wipe(right)">
                                      <p:cBhvr>
                                        <p:cTn id="3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Footer Placeholder 5">
            <a:extLst>
              <a:ext uri="{FF2B5EF4-FFF2-40B4-BE49-F238E27FC236}">
                <a16:creationId xmlns:a16="http://schemas.microsoft.com/office/drawing/2014/main" id="{1D5E8492-9B6D-4995-8D57-2DE386D8CB3B}"/>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Tầng Network</a:t>
            </a:r>
          </a:p>
        </p:txBody>
      </p:sp>
      <p:sp>
        <p:nvSpPr>
          <p:cNvPr id="37891" name="Slide Number Placeholder 6">
            <a:extLst>
              <a:ext uri="{FF2B5EF4-FFF2-40B4-BE49-F238E27FC236}">
                <a16:creationId xmlns:a16="http://schemas.microsoft.com/office/drawing/2014/main" id="{05C3BEA6-670C-494F-94B5-05C70DB2199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4-</a:t>
            </a:r>
            <a:fld id="{E32BAF18-9A7A-4C60-8E97-AE4200D6C04B}" type="slidenum">
              <a:rPr lang="en-US" altLang="en-US">
                <a:latin typeface="Tahoma" panose="020B0604030504040204" pitchFamily="34" charset="0"/>
              </a:rPr>
              <a:pPr/>
              <a:t>35</a:t>
            </a:fld>
            <a:endParaRPr lang="en-US" altLang="en-US">
              <a:latin typeface="Tahoma" panose="020B0604030504040204" pitchFamily="34" charset="0"/>
            </a:endParaRPr>
          </a:p>
        </p:txBody>
      </p:sp>
      <p:grpSp>
        <p:nvGrpSpPr>
          <p:cNvPr id="37892" name="Group 4">
            <a:extLst>
              <a:ext uri="{FF2B5EF4-FFF2-40B4-BE49-F238E27FC236}">
                <a16:creationId xmlns:a16="http://schemas.microsoft.com/office/drawing/2014/main" id="{5996C07F-12FB-47AF-A3C5-3FD6DCD45698}"/>
              </a:ext>
            </a:extLst>
          </p:cNvPr>
          <p:cNvGrpSpPr>
            <a:grpSpLocks/>
          </p:cNvGrpSpPr>
          <p:nvPr/>
        </p:nvGrpSpPr>
        <p:grpSpPr bwMode="auto">
          <a:xfrm>
            <a:off x="5119688" y="1527175"/>
            <a:ext cx="4248150" cy="660400"/>
            <a:chOff x="3006" y="1205"/>
            <a:chExt cx="2676" cy="416"/>
          </a:xfrm>
        </p:grpSpPr>
        <p:sp>
          <p:nvSpPr>
            <p:cNvPr id="37944" name="Rectangle 5">
              <a:extLst>
                <a:ext uri="{FF2B5EF4-FFF2-40B4-BE49-F238E27FC236}">
                  <a16:creationId xmlns:a16="http://schemas.microsoft.com/office/drawing/2014/main" id="{C1E9543B-B70F-41AA-B35E-B2CE3D5BB839}"/>
                </a:ext>
              </a:extLst>
            </p:cNvPr>
            <p:cNvSpPr>
              <a:spLocks noChangeArrowheads="1"/>
            </p:cNvSpPr>
            <p:nvPr/>
          </p:nvSpPr>
          <p:spPr bwMode="auto">
            <a:xfrm>
              <a:off x="3048" y="1212"/>
              <a:ext cx="2634" cy="34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a:p>
          </p:txBody>
        </p:sp>
        <p:sp>
          <p:nvSpPr>
            <p:cNvPr id="37945" name="Rectangle 6">
              <a:extLst>
                <a:ext uri="{FF2B5EF4-FFF2-40B4-BE49-F238E27FC236}">
                  <a16:creationId xmlns:a16="http://schemas.microsoft.com/office/drawing/2014/main" id="{B57A9218-8556-46B2-8476-54FD3B74DC83}"/>
                </a:ext>
              </a:extLst>
            </p:cNvPr>
            <p:cNvSpPr>
              <a:spLocks noChangeArrowheads="1"/>
            </p:cNvSpPr>
            <p:nvPr/>
          </p:nvSpPr>
          <p:spPr bwMode="auto">
            <a:xfrm>
              <a:off x="3006" y="1242"/>
              <a:ext cx="2634" cy="342"/>
            </a:xfrm>
            <a:prstGeom prst="rect">
              <a:avLst/>
            </a:prstGeom>
            <a:solidFill>
              <a:schemeClr val="bg1"/>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37946" name="Text Box 7">
              <a:extLst>
                <a:ext uri="{FF2B5EF4-FFF2-40B4-BE49-F238E27FC236}">
                  <a16:creationId xmlns:a16="http://schemas.microsoft.com/office/drawing/2014/main" id="{9C10741B-D266-4B0C-B784-9D344CD5BA07}"/>
                </a:ext>
              </a:extLst>
            </p:cNvPr>
            <p:cNvSpPr txBox="1">
              <a:spLocks noChangeArrowheads="1"/>
            </p:cNvSpPr>
            <p:nvPr/>
          </p:nvSpPr>
          <p:spPr bwMode="auto">
            <a:xfrm>
              <a:off x="3734" y="1205"/>
              <a:ext cx="272"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ID</a:t>
              </a:r>
            </a:p>
            <a:p>
              <a:r>
                <a:rPr lang="en-US" altLang="en-US"/>
                <a:t>=x</a:t>
              </a:r>
            </a:p>
          </p:txBody>
        </p:sp>
        <p:sp>
          <p:nvSpPr>
            <p:cNvPr id="37947" name="Text Box 8">
              <a:extLst>
                <a:ext uri="{FF2B5EF4-FFF2-40B4-BE49-F238E27FC236}">
                  <a16:creationId xmlns:a16="http://schemas.microsoft.com/office/drawing/2014/main" id="{3D4797CC-175D-4769-BC07-362E996C378C}"/>
                </a:ext>
              </a:extLst>
            </p:cNvPr>
            <p:cNvSpPr txBox="1">
              <a:spLocks noChangeArrowheads="1"/>
            </p:cNvSpPr>
            <p:nvPr/>
          </p:nvSpPr>
          <p:spPr bwMode="auto">
            <a:xfrm>
              <a:off x="4648" y="1217"/>
              <a:ext cx="468"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a:t>offset</a:t>
              </a:r>
            </a:p>
            <a:p>
              <a:pPr algn="ctr"/>
              <a:r>
                <a:rPr lang="en-US" altLang="en-US"/>
                <a:t>=0</a:t>
              </a:r>
            </a:p>
          </p:txBody>
        </p:sp>
        <p:sp>
          <p:nvSpPr>
            <p:cNvPr id="37948" name="Text Box 9">
              <a:extLst>
                <a:ext uri="{FF2B5EF4-FFF2-40B4-BE49-F238E27FC236}">
                  <a16:creationId xmlns:a16="http://schemas.microsoft.com/office/drawing/2014/main" id="{C80FAF90-9AF8-4889-A8E0-1341F82B483F}"/>
                </a:ext>
              </a:extLst>
            </p:cNvPr>
            <p:cNvSpPr txBox="1">
              <a:spLocks noChangeArrowheads="1"/>
            </p:cNvSpPr>
            <p:nvPr/>
          </p:nvSpPr>
          <p:spPr bwMode="auto">
            <a:xfrm>
              <a:off x="4017" y="1217"/>
              <a:ext cx="596"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a:t>fragflag</a:t>
              </a:r>
            </a:p>
            <a:p>
              <a:pPr algn="ctr"/>
              <a:r>
                <a:rPr lang="en-US" altLang="en-US"/>
                <a:t>=0</a:t>
              </a:r>
            </a:p>
          </p:txBody>
        </p:sp>
        <p:sp>
          <p:nvSpPr>
            <p:cNvPr id="37949" name="Text Box 10">
              <a:extLst>
                <a:ext uri="{FF2B5EF4-FFF2-40B4-BE49-F238E27FC236}">
                  <a16:creationId xmlns:a16="http://schemas.microsoft.com/office/drawing/2014/main" id="{80274B93-ED5E-46F1-AE37-147D430B9769}"/>
                </a:ext>
              </a:extLst>
            </p:cNvPr>
            <p:cNvSpPr txBox="1">
              <a:spLocks noChangeArrowheads="1"/>
            </p:cNvSpPr>
            <p:nvPr/>
          </p:nvSpPr>
          <p:spPr bwMode="auto">
            <a:xfrm>
              <a:off x="3230" y="1205"/>
              <a:ext cx="520"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length</a:t>
              </a:r>
            </a:p>
            <a:p>
              <a:r>
                <a:rPr lang="en-US" altLang="en-US"/>
                <a:t>=4000</a:t>
              </a:r>
            </a:p>
          </p:txBody>
        </p:sp>
        <p:sp>
          <p:nvSpPr>
            <p:cNvPr id="37950" name="Line 11">
              <a:extLst>
                <a:ext uri="{FF2B5EF4-FFF2-40B4-BE49-F238E27FC236}">
                  <a16:creationId xmlns:a16="http://schemas.microsoft.com/office/drawing/2014/main" id="{BE4DAAF8-A99F-4A84-AF6E-143BC4FD1CE9}"/>
                </a:ext>
              </a:extLst>
            </p:cNvPr>
            <p:cNvSpPr>
              <a:spLocks noChangeShapeType="1"/>
            </p:cNvSpPr>
            <p:nvPr/>
          </p:nvSpPr>
          <p:spPr bwMode="auto">
            <a:xfrm>
              <a:off x="3246" y="1242"/>
              <a:ext cx="0" cy="34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951" name="Line 12">
              <a:extLst>
                <a:ext uri="{FF2B5EF4-FFF2-40B4-BE49-F238E27FC236}">
                  <a16:creationId xmlns:a16="http://schemas.microsoft.com/office/drawing/2014/main" id="{A5C19BF7-DACF-4152-9636-B82EEFB7C532}"/>
                </a:ext>
              </a:extLst>
            </p:cNvPr>
            <p:cNvSpPr>
              <a:spLocks noChangeShapeType="1"/>
            </p:cNvSpPr>
            <p:nvPr/>
          </p:nvSpPr>
          <p:spPr bwMode="auto">
            <a:xfrm>
              <a:off x="3750" y="1242"/>
              <a:ext cx="0" cy="34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952" name="Line 13">
              <a:extLst>
                <a:ext uri="{FF2B5EF4-FFF2-40B4-BE49-F238E27FC236}">
                  <a16:creationId xmlns:a16="http://schemas.microsoft.com/office/drawing/2014/main" id="{63109680-C60B-4FB4-885E-42F71D1D2936}"/>
                </a:ext>
              </a:extLst>
            </p:cNvPr>
            <p:cNvSpPr>
              <a:spLocks noChangeShapeType="1"/>
            </p:cNvSpPr>
            <p:nvPr/>
          </p:nvSpPr>
          <p:spPr bwMode="auto">
            <a:xfrm>
              <a:off x="4020" y="1254"/>
              <a:ext cx="0" cy="34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953" name="Line 14">
              <a:extLst>
                <a:ext uri="{FF2B5EF4-FFF2-40B4-BE49-F238E27FC236}">
                  <a16:creationId xmlns:a16="http://schemas.microsoft.com/office/drawing/2014/main" id="{E0CE73F0-E632-403E-9980-4E47EFB80331}"/>
                </a:ext>
              </a:extLst>
            </p:cNvPr>
            <p:cNvSpPr>
              <a:spLocks noChangeShapeType="1"/>
            </p:cNvSpPr>
            <p:nvPr/>
          </p:nvSpPr>
          <p:spPr bwMode="auto">
            <a:xfrm>
              <a:off x="4638" y="1242"/>
              <a:ext cx="0" cy="34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954" name="Line 15">
              <a:extLst>
                <a:ext uri="{FF2B5EF4-FFF2-40B4-BE49-F238E27FC236}">
                  <a16:creationId xmlns:a16="http://schemas.microsoft.com/office/drawing/2014/main" id="{2777AD8B-CE98-4E2D-91CA-2F1F90F49B2B}"/>
                </a:ext>
              </a:extLst>
            </p:cNvPr>
            <p:cNvSpPr>
              <a:spLocks noChangeShapeType="1"/>
            </p:cNvSpPr>
            <p:nvPr/>
          </p:nvSpPr>
          <p:spPr bwMode="auto">
            <a:xfrm>
              <a:off x="5112" y="1242"/>
              <a:ext cx="0" cy="34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955" name="Rectangle 16">
              <a:extLst>
                <a:ext uri="{FF2B5EF4-FFF2-40B4-BE49-F238E27FC236}">
                  <a16:creationId xmlns:a16="http://schemas.microsoft.com/office/drawing/2014/main" id="{FEC464F3-3120-4AF0-A655-BA7914B060B4}"/>
                </a:ext>
              </a:extLst>
            </p:cNvPr>
            <p:cNvSpPr>
              <a:spLocks noChangeArrowheads="1"/>
            </p:cNvSpPr>
            <p:nvPr/>
          </p:nvSpPr>
          <p:spPr bwMode="auto">
            <a:xfrm>
              <a:off x="5232" y="1212"/>
              <a:ext cx="138" cy="37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grpSp>
        <p:nvGrpSpPr>
          <p:cNvPr id="3" name="Group 70">
            <a:extLst>
              <a:ext uri="{FF2B5EF4-FFF2-40B4-BE49-F238E27FC236}">
                <a16:creationId xmlns:a16="http://schemas.microsoft.com/office/drawing/2014/main" id="{0B92CF22-AD69-4987-904D-6E67A3C56170}"/>
              </a:ext>
            </a:extLst>
          </p:cNvPr>
          <p:cNvGrpSpPr>
            <a:grpSpLocks/>
          </p:cNvGrpSpPr>
          <p:nvPr/>
        </p:nvGrpSpPr>
        <p:grpSpPr bwMode="auto">
          <a:xfrm>
            <a:off x="5208588" y="2290764"/>
            <a:ext cx="4711700" cy="3278187"/>
            <a:chOff x="2321" y="1443"/>
            <a:chExt cx="2968" cy="2065"/>
          </a:xfrm>
        </p:grpSpPr>
        <p:grpSp>
          <p:nvGrpSpPr>
            <p:cNvPr id="37901" name="Group 17">
              <a:extLst>
                <a:ext uri="{FF2B5EF4-FFF2-40B4-BE49-F238E27FC236}">
                  <a16:creationId xmlns:a16="http://schemas.microsoft.com/office/drawing/2014/main" id="{16D7D150-33A5-4B5E-B483-F77E8584F04D}"/>
                </a:ext>
              </a:extLst>
            </p:cNvPr>
            <p:cNvGrpSpPr>
              <a:grpSpLocks/>
            </p:cNvGrpSpPr>
            <p:nvPr/>
          </p:nvGrpSpPr>
          <p:grpSpPr bwMode="auto">
            <a:xfrm>
              <a:off x="2613" y="2066"/>
              <a:ext cx="2676" cy="416"/>
              <a:chOff x="3006" y="1205"/>
              <a:chExt cx="2676" cy="416"/>
            </a:xfrm>
          </p:grpSpPr>
          <p:sp>
            <p:nvSpPr>
              <p:cNvPr id="37932" name="Rectangle 18">
                <a:extLst>
                  <a:ext uri="{FF2B5EF4-FFF2-40B4-BE49-F238E27FC236}">
                    <a16:creationId xmlns:a16="http://schemas.microsoft.com/office/drawing/2014/main" id="{311A342D-5D89-4CC8-83EF-7178E279331A}"/>
                  </a:ext>
                </a:extLst>
              </p:cNvPr>
              <p:cNvSpPr>
                <a:spLocks noChangeArrowheads="1"/>
              </p:cNvSpPr>
              <p:nvPr/>
            </p:nvSpPr>
            <p:spPr bwMode="auto">
              <a:xfrm>
                <a:off x="3048" y="1212"/>
                <a:ext cx="2634" cy="342"/>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a:p>
            </p:txBody>
          </p:sp>
          <p:sp>
            <p:nvSpPr>
              <p:cNvPr id="37933" name="Rectangle 19">
                <a:extLst>
                  <a:ext uri="{FF2B5EF4-FFF2-40B4-BE49-F238E27FC236}">
                    <a16:creationId xmlns:a16="http://schemas.microsoft.com/office/drawing/2014/main" id="{D8B235FB-08F6-4CCE-80CA-3A01BA8B5510}"/>
                  </a:ext>
                </a:extLst>
              </p:cNvPr>
              <p:cNvSpPr>
                <a:spLocks noChangeArrowheads="1"/>
              </p:cNvSpPr>
              <p:nvPr/>
            </p:nvSpPr>
            <p:spPr bwMode="auto">
              <a:xfrm>
                <a:off x="3006" y="1242"/>
                <a:ext cx="2634" cy="342"/>
              </a:xfrm>
              <a:prstGeom prst="rect">
                <a:avLst/>
              </a:prstGeom>
              <a:solidFill>
                <a:schemeClr val="bg1"/>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37934" name="Text Box 20">
                <a:extLst>
                  <a:ext uri="{FF2B5EF4-FFF2-40B4-BE49-F238E27FC236}">
                    <a16:creationId xmlns:a16="http://schemas.microsoft.com/office/drawing/2014/main" id="{A3883C5F-B882-40D8-9677-B07E598ADDCE}"/>
                  </a:ext>
                </a:extLst>
              </p:cNvPr>
              <p:cNvSpPr txBox="1">
                <a:spLocks noChangeArrowheads="1"/>
              </p:cNvSpPr>
              <p:nvPr/>
            </p:nvSpPr>
            <p:spPr bwMode="auto">
              <a:xfrm>
                <a:off x="3734" y="1205"/>
                <a:ext cx="272"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ID</a:t>
                </a:r>
              </a:p>
              <a:p>
                <a:r>
                  <a:rPr lang="en-US" altLang="en-US"/>
                  <a:t>=x</a:t>
                </a:r>
              </a:p>
            </p:txBody>
          </p:sp>
          <p:sp>
            <p:nvSpPr>
              <p:cNvPr id="37935" name="Text Box 21">
                <a:extLst>
                  <a:ext uri="{FF2B5EF4-FFF2-40B4-BE49-F238E27FC236}">
                    <a16:creationId xmlns:a16="http://schemas.microsoft.com/office/drawing/2014/main" id="{287D2714-4234-4563-979A-0DCC9DF8BC65}"/>
                  </a:ext>
                </a:extLst>
              </p:cNvPr>
              <p:cNvSpPr txBox="1">
                <a:spLocks noChangeArrowheads="1"/>
              </p:cNvSpPr>
              <p:nvPr/>
            </p:nvSpPr>
            <p:spPr bwMode="auto">
              <a:xfrm>
                <a:off x="4648" y="1217"/>
                <a:ext cx="468"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a:t>offset</a:t>
                </a:r>
              </a:p>
              <a:p>
                <a:pPr algn="ctr"/>
                <a:r>
                  <a:rPr lang="en-US" altLang="en-US"/>
                  <a:t>=0</a:t>
                </a:r>
              </a:p>
            </p:txBody>
          </p:sp>
          <p:sp>
            <p:nvSpPr>
              <p:cNvPr id="37936" name="Text Box 22">
                <a:extLst>
                  <a:ext uri="{FF2B5EF4-FFF2-40B4-BE49-F238E27FC236}">
                    <a16:creationId xmlns:a16="http://schemas.microsoft.com/office/drawing/2014/main" id="{63EA1D13-40C3-4992-95BD-BD27CFD64FBA}"/>
                  </a:ext>
                </a:extLst>
              </p:cNvPr>
              <p:cNvSpPr txBox="1">
                <a:spLocks noChangeArrowheads="1"/>
              </p:cNvSpPr>
              <p:nvPr/>
            </p:nvSpPr>
            <p:spPr bwMode="auto">
              <a:xfrm>
                <a:off x="4017" y="1217"/>
                <a:ext cx="596"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a:t>fragflag</a:t>
                </a:r>
              </a:p>
              <a:p>
                <a:pPr algn="ctr"/>
                <a:r>
                  <a:rPr lang="en-US" altLang="en-US"/>
                  <a:t>=1</a:t>
                </a:r>
              </a:p>
            </p:txBody>
          </p:sp>
          <p:sp>
            <p:nvSpPr>
              <p:cNvPr id="37937" name="Text Box 23">
                <a:extLst>
                  <a:ext uri="{FF2B5EF4-FFF2-40B4-BE49-F238E27FC236}">
                    <a16:creationId xmlns:a16="http://schemas.microsoft.com/office/drawing/2014/main" id="{1DDA0386-5FDB-45B8-9232-F75514C97BC9}"/>
                  </a:ext>
                </a:extLst>
              </p:cNvPr>
              <p:cNvSpPr txBox="1">
                <a:spLocks noChangeArrowheads="1"/>
              </p:cNvSpPr>
              <p:nvPr/>
            </p:nvSpPr>
            <p:spPr bwMode="auto">
              <a:xfrm>
                <a:off x="3230" y="1205"/>
                <a:ext cx="520"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length</a:t>
                </a:r>
              </a:p>
              <a:p>
                <a:r>
                  <a:rPr lang="en-US" altLang="en-US"/>
                  <a:t>=1500</a:t>
                </a:r>
              </a:p>
            </p:txBody>
          </p:sp>
          <p:sp>
            <p:nvSpPr>
              <p:cNvPr id="37938" name="Line 24">
                <a:extLst>
                  <a:ext uri="{FF2B5EF4-FFF2-40B4-BE49-F238E27FC236}">
                    <a16:creationId xmlns:a16="http://schemas.microsoft.com/office/drawing/2014/main" id="{381BD4C9-C064-4040-BBD7-C6520A04697C}"/>
                  </a:ext>
                </a:extLst>
              </p:cNvPr>
              <p:cNvSpPr>
                <a:spLocks noChangeShapeType="1"/>
              </p:cNvSpPr>
              <p:nvPr/>
            </p:nvSpPr>
            <p:spPr bwMode="auto">
              <a:xfrm>
                <a:off x="3246" y="1242"/>
                <a:ext cx="0" cy="34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939" name="Line 25">
                <a:extLst>
                  <a:ext uri="{FF2B5EF4-FFF2-40B4-BE49-F238E27FC236}">
                    <a16:creationId xmlns:a16="http://schemas.microsoft.com/office/drawing/2014/main" id="{3789C92B-868D-45A2-BC2C-2364DCC2BD13}"/>
                  </a:ext>
                </a:extLst>
              </p:cNvPr>
              <p:cNvSpPr>
                <a:spLocks noChangeShapeType="1"/>
              </p:cNvSpPr>
              <p:nvPr/>
            </p:nvSpPr>
            <p:spPr bwMode="auto">
              <a:xfrm>
                <a:off x="3750" y="1242"/>
                <a:ext cx="0" cy="34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940" name="Line 26">
                <a:extLst>
                  <a:ext uri="{FF2B5EF4-FFF2-40B4-BE49-F238E27FC236}">
                    <a16:creationId xmlns:a16="http://schemas.microsoft.com/office/drawing/2014/main" id="{3343FEB4-CA09-42D1-A05D-F3A29A43DCED}"/>
                  </a:ext>
                </a:extLst>
              </p:cNvPr>
              <p:cNvSpPr>
                <a:spLocks noChangeShapeType="1"/>
              </p:cNvSpPr>
              <p:nvPr/>
            </p:nvSpPr>
            <p:spPr bwMode="auto">
              <a:xfrm>
                <a:off x="4020" y="1254"/>
                <a:ext cx="0" cy="34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941" name="Line 27">
                <a:extLst>
                  <a:ext uri="{FF2B5EF4-FFF2-40B4-BE49-F238E27FC236}">
                    <a16:creationId xmlns:a16="http://schemas.microsoft.com/office/drawing/2014/main" id="{8BE433B2-2984-4BC7-BF84-4B415EB056BC}"/>
                  </a:ext>
                </a:extLst>
              </p:cNvPr>
              <p:cNvSpPr>
                <a:spLocks noChangeShapeType="1"/>
              </p:cNvSpPr>
              <p:nvPr/>
            </p:nvSpPr>
            <p:spPr bwMode="auto">
              <a:xfrm>
                <a:off x="4638" y="1242"/>
                <a:ext cx="0" cy="34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942" name="Line 28">
                <a:extLst>
                  <a:ext uri="{FF2B5EF4-FFF2-40B4-BE49-F238E27FC236}">
                    <a16:creationId xmlns:a16="http://schemas.microsoft.com/office/drawing/2014/main" id="{B4DC95DE-8859-449C-A57C-8CDC9786A214}"/>
                  </a:ext>
                </a:extLst>
              </p:cNvPr>
              <p:cNvSpPr>
                <a:spLocks noChangeShapeType="1"/>
              </p:cNvSpPr>
              <p:nvPr/>
            </p:nvSpPr>
            <p:spPr bwMode="auto">
              <a:xfrm>
                <a:off x="5112" y="1242"/>
                <a:ext cx="0" cy="34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943" name="Rectangle 29">
                <a:extLst>
                  <a:ext uri="{FF2B5EF4-FFF2-40B4-BE49-F238E27FC236}">
                    <a16:creationId xmlns:a16="http://schemas.microsoft.com/office/drawing/2014/main" id="{387906CD-11C4-4EC8-B62C-D831493CE58B}"/>
                  </a:ext>
                </a:extLst>
              </p:cNvPr>
              <p:cNvSpPr>
                <a:spLocks noChangeArrowheads="1"/>
              </p:cNvSpPr>
              <p:nvPr/>
            </p:nvSpPr>
            <p:spPr bwMode="auto">
              <a:xfrm>
                <a:off x="5232" y="1212"/>
                <a:ext cx="138" cy="37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grpSp>
          <p:nvGrpSpPr>
            <p:cNvPr id="37902" name="Group 30">
              <a:extLst>
                <a:ext uri="{FF2B5EF4-FFF2-40B4-BE49-F238E27FC236}">
                  <a16:creationId xmlns:a16="http://schemas.microsoft.com/office/drawing/2014/main" id="{932EA53F-862F-4D8A-A4F5-C368BA251704}"/>
                </a:ext>
              </a:extLst>
            </p:cNvPr>
            <p:cNvGrpSpPr>
              <a:grpSpLocks/>
            </p:cNvGrpSpPr>
            <p:nvPr/>
          </p:nvGrpSpPr>
          <p:grpSpPr bwMode="auto">
            <a:xfrm>
              <a:off x="2613" y="2570"/>
              <a:ext cx="2676" cy="416"/>
              <a:chOff x="3006" y="1205"/>
              <a:chExt cx="2676" cy="416"/>
            </a:xfrm>
          </p:grpSpPr>
          <p:sp>
            <p:nvSpPr>
              <p:cNvPr id="37920" name="Rectangle 31">
                <a:extLst>
                  <a:ext uri="{FF2B5EF4-FFF2-40B4-BE49-F238E27FC236}">
                    <a16:creationId xmlns:a16="http://schemas.microsoft.com/office/drawing/2014/main" id="{F7841448-B7EC-4795-9AF7-B94A47723129}"/>
                  </a:ext>
                </a:extLst>
              </p:cNvPr>
              <p:cNvSpPr>
                <a:spLocks noChangeArrowheads="1"/>
              </p:cNvSpPr>
              <p:nvPr/>
            </p:nvSpPr>
            <p:spPr bwMode="auto">
              <a:xfrm>
                <a:off x="3048" y="1212"/>
                <a:ext cx="2634" cy="342"/>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a:p>
            </p:txBody>
          </p:sp>
          <p:sp>
            <p:nvSpPr>
              <p:cNvPr id="37921" name="Rectangle 32">
                <a:extLst>
                  <a:ext uri="{FF2B5EF4-FFF2-40B4-BE49-F238E27FC236}">
                    <a16:creationId xmlns:a16="http://schemas.microsoft.com/office/drawing/2014/main" id="{C637B2D8-39E6-47B9-B97A-6F766B00AE4F}"/>
                  </a:ext>
                </a:extLst>
              </p:cNvPr>
              <p:cNvSpPr>
                <a:spLocks noChangeArrowheads="1"/>
              </p:cNvSpPr>
              <p:nvPr/>
            </p:nvSpPr>
            <p:spPr bwMode="auto">
              <a:xfrm>
                <a:off x="3006" y="1242"/>
                <a:ext cx="2634" cy="342"/>
              </a:xfrm>
              <a:prstGeom prst="rect">
                <a:avLst/>
              </a:prstGeom>
              <a:solidFill>
                <a:schemeClr val="bg1"/>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37922" name="Text Box 33">
                <a:extLst>
                  <a:ext uri="{FF2B5EF4-FFF2-40B4-BE49-F238E27FC236}">
                    <a16:creationId xmlns:a16="http://schemas.microsoft.com/office/drawing/2014/main" id="{E55DC6B8-D835-4941-A692-33461E104A58}"/>
                  </a:ext>
                </a:extLst>
              </p:cNvPr>
              <p:cNvSpPr txBox="1">
                <a:spLocks noChangeArrowheads="1"/>
              </p:cNvSpPr>
              <p:nvPr/>
            </p:nvSpPr>
            <p:spPr bwMode="auto">
              <a:xfrm>
                <a:off x="3734" y="1205"/>
                <a:ext cx="272"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ID</a:t>
                </a:r>
              </a:p>
              <a:p>
                <a:r>
                  <a:rPr lang="en-US" altLang="en-US"/>
                  <a:t>=x</a:t>
                </a:r>
              </a:p>
            </p:txBody>
          </p:sp>
          <p:sp>
            <p:nvSpPr>
              <p:cNvPr id="37923" name="Text Box 34">
                <a:extLst>
                  <a:ext uri="{FF2B5EF4-FFF2-40B4-BE49-F238E27FC236}">
                    <a16:creationId xmlns:a16="http://schemas.microsoft.com/office/drawing/2014/main" id="{6DAD7170-1229-44B6-B4AF-E83ADBE23505}"/>
                  </a:ext>
                </a:extLst>
              </p:cNvPr>
              <p:cNvSpPr txBox="1">
                <a:spLocks noChangeArrowheads="1"/>
              </p:cNvSpPr>
              <p:nvPr/>
            </p:nvSpPr>
            <p:spPr bwMode="auto">
              <a:xfrm>
                <a:off x="4648" y="1217"/>
                <a:ext cx="468"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a:t>offset</a:t>
                </a:r>
              </a:p>
              <a:p>
                <a:pPr algn="ctr"/>
                <a:r>
                  <a:rPr lang="en-US" altLang="en-US"/>
                  <a:t>=185</a:t>
                </a:r>
              </a:p>
            </p:txBody>
          </p:sp>
          <p:sp>
            <p:nvSpPr>
              <p:cNvPr id="37924" name="Text Box 35">
                <a:extLst>
                  <a:ext uri="{FF2B5EF4-FFF2-40B4-BE49-F238E27FC236}">
                    <a16:creationId xmlns:a16="http://schemas.microsoft.com/office/drawing/2014/main" id="{66EA5EEC-B35C-4DF3-AB94-EC76146C7F4D}"/>
                  </a:ext>
                </a:extLst>
              </p:cNvPr>
              <p:cNvSpPr txBox="1">
                <a:spLocks noChangeArrowheads="1"/>
              </p:cNvSpPr>
              <p:nvPr/>
            </p:nvSpPr>
            <p:spPr bwMode="auto">
              <a:xfrm>
                <a:off x="4017" y="1217"/>
                <a:ext cx="596"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a:t>fragflag</a:t>
                </a:r>
              </a:p>
              <a:p>
                <a:pPr algn="ctr"/>
                <a:r>
                  <a:rPr lang="en-US" altLang="en-US"/>
                  <a:t>=1</a:t>
                </a:r>
              </a:p>
            </p:txBody>
          </p:sp>
          <p:sp>
            <p:nvSpPr>
              <p:cNvPr id="37925" name="Text Box 36">
                <a:extLst>
                  <a:ext uri="{FF2B5EF4-FFF2-40B4-BE49-F238E27FC236}">
                    <a16:creationId xmlns:a16="http://schemas.microsoft.com/office/drawing/2014/main" id="{8196819E-BE5F-4944-A99B-5483BBC36E60}"/>
                  </a:ext>
                </a:extLst>
              </p:cNvPr>
              <p:cNvSpPr txBox="1">
                <a:spLocks noChangeArrowheads="1"/>
              </p:cNvSpPr>
              <p:nvPr/>
            </p:nvSpPr>
            <p:spPr bwMode="auto">
              <a:xfrm>
                <a:off x="3230" y="1205"/>
                <a:ext cx="520"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length</a:t>
                </a:r>
              </a:p>
              <a:p>
                <a:r>
                  <a:rPr lang="en-US" altLang="en-US"/>
                  <a:t>=1500</a:t>
                </a:r>
              </a:p>
            </p:txBody>
          </p:sp>
          <p:sp>
            <p:nvSpPr>
              <p:cNvPr id="37926" name="Line 37">
                <a:extLst>
                  <a:ext uri="{FF2B5EF4-FFF2-40B4-BE49-F238E27FC236}">
                    <a16:creationId xmlns:a16="http://schemas.microsoft.com/office/drawing/2014/main" id="{6B977AFF-23BC-43E5-9C53-AFA42BB568E6}"/>
                  </a:ext>
                </a:extLst>
              </p:cNvPr>
              <p:cNvSpPr>
                <a:spLocks noChangeShapeType="1"/>
              </p:cNvSpPr>
              <p:nvPr/>
            </p:nvSpPr>
            <p:spPr bwMode="auto">
              <a:xfrm>
                <a:off x="3246" y="1242"/>
                <a:ext cx="0" cy="34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927" name="Line 38">
                <a:extLst>
                  <a:ext uri="{FF2B5EF4-FFF2-40B4-BE49-F238E27FC236}">
                    <a16:creationId xmlns:a16="http://schemas.microsoft.com/office/drawing/2014/main" id="{618F7849-E9A7-4A03-91A2-060C36E60685}"/>
                  </a:ext>
                </a:extLst>
              </p:cNvPr>
              <p:cNvSpPr>
                <a:spLocks noChangeShapeType="1"/>
              </p:cNvSpPr>
              <p:nvPr/>
            </p:nvSpPr>
            <p:spPr bwMode="auto">
              <a:xfrm>
                <a:off x="3750" y="1242"/>
                <a:ext cx="0" cy="34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928" name="Line 39">
                <a:extLst>
                  <a:ext uri="{FF2B5EF4-FFF2-40B4-BE49-F238E27FC236}">
                    <a16:creationId xmlns:a16="http://schemas.microsoft.com/office/drawing/2014/main" id="{03275587-2602-4A4D-958B-C7229A851B73}"/>
                  </a:ext>
                </a:extLst>
              </p:cNvPr>
              <p:cNvSpPr>
                <a:spLocks noChangeShapeType="1"/>
              </p:cNvSpPr>
              <p:nvPr/>
            </p:nvSpPr>
            <p:spPr bwMode="auto">
              <a:xfrm>
                <a:off x="4020" y="1254"/>
                <a:ext cx="0" cy="34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929" name="Line 40">
                <a:extLst>
                  <a:ext uri="{FF2B5EF4-FFF2-40B4-BE49-F238E27FC236}">
                    <a16:creationId xmlns:a16="http://schemas.microsoft.com/office/drawing/2014/main" id="{2FD78970-7783-4AB5-BDDE-AAA59C5937C2}"/>
                  </a:ext>
                </a:extLst>
              </p:cNvPr>
              <p:cNvSpPr>
                <a:spLocks noChangeShapeType="1"/>
              </p:cNvSpPr>
              <p:nvPr/>
            </p:nvSpPr>
            <p:spPr bwMode="auto">
              <a:xfrm>
                <a:off x="4638" y="1242"/>
                <a:ext cx="0" cy="34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930" name="Line 41">
                <a:extLst>
                  <a:ext uri="{FF2B5EF4-FFF2-40B4-BE49-F238E27FC236}">
                    <a16:creationId xmlns:a16="http://schemas.microsoft.com/office/drawing/2014/main" id="{CBEED130-CF7B-4590-94DB-6C6ECB1A6E46}"/>
                  </a:ext>
                </a:extLst>
              </p:cNvPr>
              <p:cNvSpPr>
                <a:spLocks noChangeShapeType="1"/>
              </p:cNvSpPr>
              <p:nvPr/>
            </p:nvSpPr>
            <p:spPr bwMode="auto">
              <a:xfrm>
                <a:off x="5112" y="1242"/>
                <a:ext cx="0" cy="34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931" name="Rectangle 42">
                <a:extLst>
                  <a:ext uri="{FF2B5EF4-FFF2-40B4-BE49-F238E27FC236}">
                    <a16:creationId xmlns:a16="http://schemas.microsoft.com/office/drawing/2014/main" id="{D87908AA-BF46-4CE1-BF51-BA54A7732A90}"/>
                  </a:ext>
                </a:extLst>
              </p:cNvPr>
              <p:cNvSpPr>
                <a:spLocks noChangeArrowheads="1"/>
              </p:cNvSpPr>
              <p:nvPr/>
            </p:nvSpPr>
            <p:spPr bwMode="auto">
              <a:xfrm>
                <a:off x="5232" y="1212"/>
                <a:ext cx="138" cy="37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grpSp>
          <p:nvGrpSpPr>
            <p:cNvPr id="37903" name="Group 43">
              <a:extLst>
                <a:ext uri="{FF2B5EF4-FFF2-40B4-BE49-F238E27FC236}">
                  <a16:creationId xmlns:a16="http://schemas.microsoft.com/office/drawing/2014/main" id="{B99CBF41-6688-47B9-9CC0-2A963F0C11E9}"/>
                </a:ext>
              </a:extLst>
            </p:cNvPr>
            <p:cNvGrpSpPr>
              <a:grpSpLocks/>
            </p:cNvGrpSpPr>
            <p:nvPr/>
          </p:nvGrpSpPr>
          <p:grpSpPr bwMode="auto">
            <a:xfrm>
              <a:off x="2607" y="3092"/>
              <a:ext cx="2676" cy="416"/>
              <a:chOff x="3006" y="1205"/>
              <a:chExt cx="2676" cy="416"/>
            </a:xfrm>
          </p:grpSpPr>
          <p:sp>
            <p:nvSpPr>
              <p:cNvPr id="37908" name="Rectangle 44">
                <a:extLst>
                  <a:ext uri="{FF2B5EF4-FFF2-40B4-BE49-F238E27FC236}">
                    <a16:creationId xmlns:a16="http://schemas.microsoft.com/office/drawing/2014/main" id="{D92068E8-7DA0-4E63-94F8-003B063C5EE1}"/>
                  </a:ext>
                </a:extLst>
              </p:cNvPr>
              <p:cNvSpPr>
                <a:spLocks noChangeArrowheads="1"/>
              </p:cNvSpPr>
              <p:nvPr/>
            </p:nvSpPr>
            <p:spPr bwMode="auto">
              <a:xfrm>
                <a:off x="3048" y="1212"/>
                <a:ext cx="2634" cy="342"/>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a:p>
            </p:txBody>
          </p:sp>
          <p:sp>
            <p:nvSpPr>
              <p:cNvPr id="37909" name="Rectangle 45">
                <a:extLst>
                  <a:ext uri="{FF2B5EF4-FFF2-40B4-BE49-F238E27FC236}">
                    <a16:creationId xmlns:a16="http://schemas.microsoft.com/office/drawing/2014/main" id="{FE48F1FA-3BDB-4D02-B913-0B76F24BCEC5}"/>
                  </a:ext>
                </a:extLst>
              </p:cNvPr>
              <p:cNvSpPr>
                <a:spLocks noChangeArrowheads="1"/>
              </p:cNvSpPr>
              <p:nvPr/>
            </p:nvSpPr>
            <p:spPr bwMode="auto">
              <a:xfrm>
                <a:off x="3006" y="1242"/>
                <a:ext cx="2634" cy="342"/>
              </a:xfrm>
              <a:prstGeom prst="rect">
                <a:avLst/>
              </a:prstGeom>
              <a:solidFill>
                <a:schemeClr val="bg1"/>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37910" name="Text Box 46">
                <a:extLst>
                  <a:ext uri="{FF2B5EF4-FFF2-40B4-BE49-F238E27FC236}">
                    <a16:creationId xmlns:a16="http://schemas.microsoft.com/office/drawing/2014/main" id="{6F08FB20-1549-417A-B070-B37B6355B79C}"/>
                  </a:ext>
                </a:extLst>
              </p:cNvPr>
              <p:cNvSpPr txBox="1">
                <a:spLocks noChangeArrowheads="1"/>
              </p:cNvSpPr>
              <p:nvPr/>
            </p:nvSpPr>
            <p:spPr bwMode="auto">
              <a:xfrm>
                <a:off x="3734" y="1205"/>
                <a:ext cx="272"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ID</a:t>
                </a:r>
              </a:p>
              <a:p>
                <a:r>
                  <a:rPr lang="en-US" altLang="en-US"/>
                  <a:t>=x</a:t>
                </a:r>
              </a:p>
            </p:txBody>
          </p:sp>
          <p:sp>
            <p:nvSpPr>
              <p:cNvPr id="37911" name="Text Box 47">
                <a:extLst>
                  <a:ext uri="{FF2B5EF4-FFF2-40B4-BE49-F238E27FC236}">
                    <a16:creationId xmlns:a16="http://schemas.microsoft.com/office/drawing/2014/main" id="{AA570DAF-2A65-47A7-87F5-8B514A320FDA}"/>
                  </a:ext>
                </a:extLst>
              </p:cNvPr>
              <p:cNvSpPr txBox="1">
                <a:spLocks noChangeArrowheads="1"/>
              </p:cNvSpPr>
              <p:nvPr/>
            </p:nvSpPr>
            <p:spPr bwMode="auto">
              <a:xfrm>
                <a:off x="4648" y="1217"/>
                <a:ext cx="468"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a:t>offset</a:t>
                </a:r>
              </a:p>
              <a:p>
                <a:pPr algn="ctr"/>
                <a:r>
                  <a:rPr lang="en-US" altLang="en-US"/>
                  <a:t>=370</a:t>
                </a:r>
              </a:p>
            </p:txBody>
          </p:sp>
          <p:sp>
            <p:nvSpPr>
              <p:cNvPr id="37912" name="Text Box 48">
                <a:extLst>
                  <a:ext uri="{FF2B5EF4-FFF2-40B4-BE49-F238E27FC236}">
                    <a16:creationId xmlns:a16="http://schemas.microsoft.com/office/drawing/2014/main" id="{B4205A08-714C-45BE-ABB7-41ABB02CA4E9}"/>
                  </a:ext>
                </a:extLst>
              </p:cNvPr>
              <p:cNvSpPr txBox="1">
                <a:spLocks noChangeArrowheads="1"/>
              </p:cNvSpPr>
              <p:nvPr/>
            </p:nvSpPr>
            <p:spPr bwMode="auto">
              <a:xfrm>
                <a:off x="4017" y="1217"/>
                <a:ext cx="596"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a:t>fragflag</a:t>
                </a:r>
              </a:p>
              <a:p>
                <a:pPr algn="ctr"/>
                <a:r>
                  <a:rPr lang="en-US" altLang="en-US"/>
                  <a:t>=0</a:t>
                </a:r>
              </a:p>
            </p:txBody>
          </p:sp>
          <p:sp>
            <p:nvSpPr>
              <p:cNvPr id="37913" name="Text Box 49">
                <a:extLst>
                  <a:ext uri="{FF2B5EF4-FFF2-40B4-BE49-F238E27FC236}">
                    <a16:creationId xmlns:a16="http://schemas.microsoft.com/office/drawing/2014/main" id="{D14F19ED-0D19-4B9F-A074-AE9571C570BA}"/>
                  </a:ext>
                </a:extLst>
              </p:cNvPr>
              <p:cNvSpPr txBox="1">
                <a:spLocks noChangeArrowheads="1"/>
              </p:cNvSpPr>
              <p:nvPr/>
            </p:nvSpPr>
            <p:spPr bwMode="auto">
              <a:xfrm>
                <a:off x="3230" y="1205"/>
                <a:ext cx="520"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length</a:t>
                </a:r>
              </a:p>
              <a:p>
                <a:r>
                  <a:rPr lang="en-US" altLang="en-US"/>
                  <a:t>=1040</a:t>
                </a:r>
              </a:p>
            </p:txBody>
          </p:sp>
          <p:sp>
            <p:nvSpPr>
              <p:cNvPr id="37914" name="Line 50">
                <a:extLst>
                  <a:ext uri="{FF2B5EF4-FFF2-40B4-BE49-F238E27FC236}">
                    <a16:creationId xmlns:a16="http://schemas.microsoft.com/office/drawing/2014/main" id="{B478E83A-DC2C-47BD-AF05-E05C2675F3EF}"/>
                  </a:ext>
                </a:extLst>
              </p:cNvPr>
              <p:cNvSpPr>
                <a:spLocks noChangeShapeType="1"/>
              </p:cNvSpPr>
              <p:nvPr/>
            </p:nvSpPr>
            <p:spPr bwMode="auto">
              <a:xfrm>
                <a:off x="3246" y="1242"/>
                <a:ext cx="0" cy="34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915" name="Line 51">
                <a:extLst>
                  <a:ext uri="{FF2B5EF4-FFF2-40B4-BE49-F238E27FC236}">
                    <a16:creationId xmlns:a16="http://schemas.microsoft.com/office/drawing/2014/main" id="{8D6B6C07-13D4-4473-A4A8-534B6F0771C1}"/>
                  </a:ext>
                </a:extLst>
              </p:cNvPr>
              <p:cNvSpPr>
                <a:spLocks noChangeShapeType="1"/>
              </p:cNvSpPr>
              <p:nvPr/>
            </p:nvSpPr>
            <p:spPr bwMode="auto">
              <a:xfrm>
                <a:off x="3750" y="1242"/>
                <a:ext cx="0" cy="34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916" name="Line 52">
                <a:extLst>
                  <a:ext uri="{FF2B5EF4-FFF2-40B4-BE49-F238E27FC236}">
                    <a16:creationId xmlns:a16="http://schemas.microsoft.com/office/drawing/2014/main" id="{879E450F-0294-46FD-A2D2-058EBF6B0F2A}"/>
                  </a:ext>
                </a:extLst>
              </p:cNvPr>
              <p:cNvSpPr>
                <a:spLocks noChangeShapeType="1"/>
              </p:cNvSpPr>
              <p:nvPr/>
            </p:nvSpPr>
            <p:spPr bwMode="auto">
              <a:xfrm>
                <a:off x="4020" y="1254"/>
                <a:ext cx="0" cy="34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917" name="Line 53">
                <a:extLst>
                  <a:ext uri="{FF2B5EF4-FFF2-40B4-BE49-F238E27FC236}">
                    <a16:creationId xmlns:a16="http://schemas.microsoft.com/office/drawing/2014/main" id="{387F5411-B3EE-48B6-95FD-81D86D06AE14}"/>
                  </a:ext>
                </a:extLst>
              </p:cNvPr>
              <p:cNvSpPr>
                <a:spLocks noChangeShapeType="1"/>
              </p:cNvSpPr>
              <p:nvPr/>
            </p:nvSpPr>
            <p:spPr bwMode="auto">
              <a:xfrm>
                <a:off x="4638" y="1242"/>
                <a:ext cx="0" cy="34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918" name="Line 54">
                <a:extLst>
                  <a:ext uri="{FF2B5EF4-FFF2-40B4-BE49-F238E27FC236}">
                    <a16:creationId xmlns:a16="http://schemas.microsoft.com/office/drawing/2014/main" id="{51425F36-D461-4DEA-8851-C9C421F0D818}"/>
                  </a:ext>
                </a:extLst>
              </p:cNvPr>
              <p:cNvSpPr>
                <a:spLocks noChangeShapeType="1"/>
              </p:cNvSpPr>
              <p:nvPr/>
            </p:nvSpPr>
            <p:spPr bwMode="auto">
              <a:xfrm>
                <a:off x="5112" y="1242"/>
                <a:ext cx="0" cy="34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919" name="Rectangle 55">
                <a:extLst>
                  <a:ext uri="{FF2B5EF4-FFF2-40B4-BE49-F238E27FC236}">
                    <a16:creationId xmlns:a16="http://schemas.microsoft.com/office/drawing/2014/main" id="{F37DC267-54CF-45EB-8EF1-CCD64352017E}"/>
                  </a:ext>
                </a:extLst>
              </p:cNvPr>
              <p:cNvSpPr>
                <a:spLocks noChangeArrowheads="1"/>
              </p:cNvSpPr>
              <p:nvPr/>
            </p:nvSpPr>
            <p:spPr bwMode="auto">
              <a:xfrm>
                <a:off x="5232" y="1212"/>
                <a:ext cx="138" cy="37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sp>
          <p:nvSpPr>
            <p:cNvPr id="37904" name="Freeform 56">
              <a:extLst>
                <a:ext uri="{FF2B5EF4-FFF2-40B4-BE49-F238E27FC236}">
                  <a16:creationId xmlns:a16="http://schemas.microsoft.com/office/drawing/2014/main" id="{7E5B6F80-AD16-4D0C-BFB3-C646EDDD7610}"/>
                </a:ext>
              </a:extLst>
            </p:cNvPr>
            <p:cNvSpPr>
              <a:spLocks/>
            </p:cNvSpPr>
            <p:nvPr/>
          </p:nvSpPr>
          <p:spPr bwMode="auto">
            <a:xfrm>
              <a:off x="2337" y="1443"/>
              <a:ext cx="210" cy="1362"/>
            </a:xfrm>
            <a:custGeom>
              <a:avLst/>
              <a:gdLst>
                <a:gd name="T0" fmla="*/ 0 w 210"/>
                <a:gd name="T1" fmla="*/ 0 h 1362"/>
                <a:gd name="T2" fmla="*/ 0 w 210"/>
                <a:gd name="T3" fmla="*/ 1362 h 1362"/>
                <a:gd name="T4" fmla="*/ 210 w 210"/>
                <a:gd name="T5" fmla="*/ 858 h 1362"/>
                <a:gd name="T6" fmla="*/ 0 60000 65536"/>
                <a:gd name="T7" fmla="*/ 0 60000 65536"/>
                <a:gd name="T8" fmla="*/ 0 60000 65536"/>
                <a:gd name="T9" fmla="*/ 0 w 210"/>
                <a:gd name="T10" fmla="*/ 0 h 1362"/>
                <a:gd name="T11" fmla="*/ 210 w 210"/>
                <a:gd name="T12" fmla="*/ 1362 h 1362"/>
              </a:gdLst>
              <a:ahLst/>
              <a:cxnLst>
                <a:cxn ang="T6">
                  <a:pos x="T0" y="T1"/>
                </a:cxn>
                <a:cxn ang="T7">
                  <a:pos x="T2" y="T3"/>
                </a:cxn>
                <a:cxn ang="T8">
                  <a:pos x="T4" y="T5"/>
                </a:cxn>
              </a:cxnLst>
              <a:rect l="T9" t="T10" r="T11" b="T12"/>
              <a:pathLst>
                <a:path w="210" h="1362">
                  <a:moveTo>
                    <a:pt x="0" y="0"/>
                  </a:moveTo>
                  <a:lnTo>
                    <a:pt x="0" y="1362"/>
                  </a:lnTo>
                  <a:lnTo>
                    <a:pt x="210" y="858"/>
                  </a:lnTo>
                </a:path>
              </a:pathLst>
            </a:custGeom>
            <a:noFill/>
            <a:ln w="19050">
              <a:solidFill>
                <a:srgbClr val="CC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37905" name="Line 57">
              <a:extLst>
                <a:ext uri="{FF2B5EF4-FFF2-40B4-BE49-F238E27FC236}">
                  <a16:creationId xmlns:a16="http://schemas.microsoft.com/office/drawing/2014/main" id="{745DECF9-82BB-466D-89C3-D53A7B36B871}"/>
                </a:ext>
              </a:extLst>
            </p:cNvPr>
            <p:cNvSpPr>
              <a:spLocks noChangeShapeType="1"/>
            </p:cNvSpPr>
            <p:nvPr/>
          </p:nvSpPr>
          <p:spPr bwMode="auto">
            <a:xfrm>
              <a:off x="2337" y="2787"/>
              <a:ext cx="228" cy="0"/>
            </a:xfrm>
            <a:prstGeom prst="line">
              <a:avLst/>
            </a:prstGeom>
            <a:noFill/>
            <a:ln w="19050">
              <a:solidFill>
                <a:srgbClr val="CC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7906" name="Line 58">
              <a:extLst>
                <a:ext uri="{FF2B5EF4-FFF2-40B4-BE49-F238E27FC236}">
                  <a16:creationId xmlns:a16="http://schemas.microsoft.com/office/drawing/2014/main" id="{F034D511-C23D-4CC9-9EC5-0F43A6B41AE5}"/>
                </a:ext>
              </a:extLst>
            </p:cNvPr>
            <p:cNvSpPr>
              <a:spLocks noChangeShapeType="1"/>
            </p:cNvSpPr>
            <p:nvPr/>
          </p:nvSpPr>
          <p:spPr bwMode="auto">
            <a:xfrm>
              <a:off x="2343" y="2793"/>
              <a:ext cx="210" cy="498"/>
            </a:xfrm>
            <a:prstGeom prst="line">
              <a:avLst/>
            </a:prstGeom>
            <a:noFill/>
            <a:ln w="19050">
              <a:solidFill>
                <a:srgbClr val="CC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7907" name="Text Box 59">
              <a:extLst>
                <a:ext uri="{FF2B5EF4-FFF2-40B4-BE49-F238E27FC236}">
                  <a16:creationId xmlns:a16="http://schemas.microsoft.com/office/drawing/2014/main" id="{97296F90-B564-4F01-BBCB-4BC7AD29155F}"/>
                </a:ext>
              </a:extLst>
            </p:cNvPr>
            <p:cNvSpPr txBox="1">
              <a:spLocks noChangeArrowheads="1"/>
            </p:cNvSpPr>
            <p:nvPr/>
          </p:nvSpPr>
          <p:spPr bwMode="auto">
            <a:xfrm>
              <a:off x="2321" y="1490"/>
              <a:ext cx="295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i="1">
                  <a:solidFill>
                    <a:srgbClr val="CC0000"/>
                  </a:solidFill>
                </a:rPr>
                <a:t>1 datagram lớn thành vài datagram nhỏ hơn</a:t>
              </a:r>
            </a:p>
          </p:txBody>
        </p:sp>
      </p:grpSp>
      <p:sp>
        <p:nvSpPr>
          <p:cNvPr id="37894" name="Rectangle 60">
            <a:extLst>
              <a:ext uri="{FF2B5EF4-FFF2-40B4-BE49-F238E27FC236}">
                <a16:creationId xmlns:a16="http://schemas.microsoft.com/office/drawing/2014/main" id="{4D48FB29-45A5-48E1-8260-1AB6ECBA1330}"/>
              </a:ext>
            </a:extLst>
          </p:cNvPr>
          <p:cNvSpPr>
            <a:spLocks noChangeArrowheads="1"/>
          </p:cNvSpPr>
          <p:nvPr/>
        </p:nvSpPr>
        <p:spPr bwMode="auto">
          <a:xfrm>
            <a:off x="1855788" y="1801814"/>
            <a:ext cx="2830512" cy="1677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nSpc>
                <a:spcPct val="85000"/>
              </a:lnSpc>
              <a:spcBef>
                <a:spcPct val="20000"/>
              </a:spcBef>
              <a:buClr>
                <a:srgbClr val="000099"/>
              </a:buClr>
              <a:buSzPct val="65000"/>
              <a:buFont typeface="Wingdings" panose="05000000000000000000" pitchFamily="2" charset="2"/>
              <a:buNone/>
            </a:pPr>
            <a:r>
              <a:rPr lang="en-US" altLang="en-US" sz="2800" i="1">
                <a:solidFill>
                  <a:srgbClr val="CC0000"/>
                </a:solidFill>
                <a:latin typeface="Gill Sans MT" panose="020B0502020104020203" pitchFamily="34" charset="0"/>
              </a:rPr>
              <a:t>Ví dụ:</a:t>
            </a:r>
          </a:p>
          <a:p>
            <a:pPr>
              <a:lnSpc>
                <a:spcPct val="85000"/>
              </a:lnSpc>
              <a:spcBef>
                <a:spcPct val="20000"/>
              </a:spcBef>
              <a:buClr>
                <a:srgbClr val="000099"/>
              </a:buClr>
              <a:buSzPct val="65000"/>
              <a:buFont typeface="Wingdings" panose="05000000000000000000" pitchFamily="2" charset="2"/>
              <a:buChar char="v"/>
            </a:pPr>
            <a:r>
              <a:rPr lang="en-US" altLang="en-US" sz="2000">
                <a:latin typeface="Gill Sans MT" panose="020B0502020104020203" pitchFamily="34" charset="0"/>
              </a:rPr>
              <a:t>4000 byte datagram</a:t>
            </a:r>
          </a:p>
          <a:p>
            <a:pPr>
              <a:lnSpc>
                <a:spcPct val="85000"/>
              </a:lnSpc>
              <a:spcBef>
                <a:spcPct val="20000"/>
              </a:spcBef>
              <a:buClr>
                <a:srgbClr val="000099"/>
              </a:buClr>
              <a:buSzPct val="65000"/>
              <a:buFont typeface="Wingdings" panose="05000000000000000000" pitchFamily="2" charset="2"/>
              <a:buChar char="v"/>
            </a:pPr>
            <a:r>
              <a:rPr lang="en-US" altLang="en-US" sz="2000">
                <a:latin typeface="Gill Sans MT" panose="020B0502020104020203" pitchFamily="34" charset="0"/>
              </a:rPr>
              <a:t>MTU = 1500 bytes</a:t>
            </a:r>
          </a:p>
          <a:p>
            <a:pPr>
              <a:lnSpc>
                <a:spcPct val="85000"/>
              </a:lnSpc>
              <a:spcBef>
                <a:spcPct val="20000"/>
              </a:spcBef>
              <a:buClr>
                <a:srgbClr val="000099"/>
              </a:buClr>
              <a:buSzPct val="65000"/>
              <a:buFont typeface="Wingdings" panose="05000000000000000000" pitchFamily="2" charset="2"/>
              <a:buChar char="v"/>
            </a:pPr>
            <a:endParaRPr lang="en-US" altLang="en-US" sz="2000">
              <a:latin typeface="Gill Sans MT" panose="020B0502020104020203" pitchFamily="34" charset="0"/>
            </a:endParaRPr>
          </a:p>
        </p:txBody>
      </p:sp>
      <p:sp>
        <p:nvSpPr>
          <p:cNvPr id="577597" name="Text Box 61">
            <a:extLst>
              <a:ext uri="{FF2B5EF4-FFF2-40B4-BE49-F238E27FC236}">
                <a16:creationId xmlns:a16="http://schemas.microsoft.com/office/drawing/2014/main" id="{3CAC63F5-3E53-46CB-AD59-35D0B80329ED}"/>
              </a:ext>
            </a:extLst>
          </p:cNvPr>
          <p:cNvSpPr txBox="1">
            <a:spLocks noChangeArrowheads="1"/>
          </p:cNvSpPr>
          <p:nvPr/>
        </p:nvSpPr>
        <p:spPr bwMode="auto">
          <a:xfrm>
            <a:off x="2566988" y="3238501"/>
            <a:ext cx="2309812"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1480 bytes </a:t>
            </a:r>
          </a:p>
          <a:p>
            <a:r>
              <a:rPr lang="en-US" altLang="en-US"/>
              <a:t>trong trường dữ liệu </a:t>
            </a:r>
            <a:br>
              <a:rPr lang="en-US" altLang="en-US"/>
            </a:br>
            <a:endParaRPr lang="en-US" altLang="en-US"/>
          </a:p>
        </p:txBody>
      </p:sp>
      <p:sp>
        <p:nvSpPr>
          <p:cNvPr id="577599" name="Text Box 63">
            <a:extLst>
              <a:ext uri="{FF2B5EF4-FFF2-40B4-BE49-F238E27FC236}">
                <a16:creationId xmlns:a16="http://schemas.microsoft.com/office/drawing/2014/main" id="{5F53B140-7F3D-476B-BE97-2EF378AD2362}"/>
              </a:ext>
            </a:extLst>
          </p:cNvPr>
          <p:cNvSpPr txBox="1">
            <a:spLocks noChangeArrowheads="1"/>
          </p:cNvSpPr>
          <p:nvPr/>
        </p:nvSpPr>
        <p:spPr bwMode="auto">
          <a:xfrm>
            <a:off x="3028950" y="4071938"/>
            <a:ext cx="9461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offset =</a:t>
            </a:r>
          </a:p>
          <a:p>
            <a:r>
              <a:rPr lang="en-US" altLang="en-US"/>
              <a:t>1480/8 </a:t>
            </a:r>
          </a:p>
        </p:txBody>
      </p:sp>
      <p:sp>
        <p:nvSpPr>
          <p:cNvPr id="36873" name="Rectangle 66">
            <a:extLst>
              <a:ext uri="{FF2B5EF4-FFF2-40B4-BE49-F238E27FC236}">
                <a16:creationId xmlns:a16="http://schemas.microsoft.com/office/drawing/2014/main" id="{EC6188EC-001D-4B31-9035-17EF6931AED2}"/>
              </a:ext>
            </a:extLst>
          </p:cNvPr>
          <p:cNvSpPr>
            <a:spLocks noGrp="1" noChangeArrowheads="1"/>
          </p:cNvSpPr>
          <p:nvPr>
            <p:ph type="title"/>
          </p:nvPr>
        </p:nvSpPr>
        <p:spPr>
          <a:xfrm>
            <a:off x="2057400" y="185739"/>
            <a:ext cx="7772400" cy="930275"/>
          </a:xfrm>
        </p:spPr>
        <p:txBody>
          <a:bodyPr/>
          <a:lstStyle/>
          <a:p>
            <a:pPr>
              <a:defRPr/>
            </a:pPr>
            <a:r>
              <a:rPr lang="en-US" dirty="0" err="1">
                <a:cs typeface="+mj-cs"/>
              </a:rPr>
              <a:t>Phân</a:t>
            </a:r>
            <a:r>
              <a:rPr lang="en-US" dirty="0">
                <a:cs typeface="+mj-cs"/>
              </a:rPr>
              <a:t> </a:t>
            </a:r>
            <a:r>
              <a:rPr lang="en-US" dirty="0" err="1">
                <a:cs typeface="+mj-cs"/>
              </a:rPr>
              <a:t>mảnh</a:t>
            </a:r>
            <a:r>
              <a:rPr lang="en-US" dirty="0">
                <a:cs typeface="+mj-cs"/>
              </a:rPr>
              <a:t> </a:t>
            </a:r>
            <a:r>
              <a:rPr lang="en-US" dirty="0" err="1">
                <a:cs typeface="+mj-cs"/>
              </a:rPr>
              <a:t>và</a:t>
            </a:r>
            <a:r>
              <a:rPr lang="en-US" dirty="0">
                <a:cs typeface="+mj-cs"/>
              </a:rPr>
              <a:t> </a:t>
            </a:r>
            <a:r>
              <a:rPr lang="en-US" dirty="0" err="1">
                <a:cs typeface="+mj-cs"/>
              </a:rPr>
              <a:t>tổng</a:t>
            </a:r>
            <a:r>
              <a:rPr lang="en-US" dirty="0">
                <a:cs typeface="+mj-cs"/>
              </a:rPr>
              <a:t> </a:t>
            </a:r>
            <a:r>
              <a:rPr lang="en-US" dirty="0" err="1">
                <a:cs typeface="+mj-cs"/>
              </a:rPr>
              <a:t>hợp</a:t>
            </a:r>
            <a:r>
              <a:rPr lang="en-US" dirty="0">
                <a:cs typeface="+mj-cs"/>
              </a:rPr>
              <a:t> IP</a:t>
            </a:r>
          </a:p>
        </p:txBody>
      </p:sp>
      <p:pic>
        <p:nvPicPr>
          <p:cNvPr id="37898" name="Picture 67" descr="underline_base">
            <a:extLst>
              <a:ext uri="{FF2B5EF4-FFF2-40B4-BE49-F238E27FC236}">
                <a16:creationId xmlns:a16="http://schemas.microsoft.com/office/drawing/2014/main" id="{DA0CEE8F-75F9-47A5-8E9A-F078B3B07976}"/>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05026" y="881064"/>
            <a:ext cx="6856413"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7604" name="Line 68">
            <a:extLst>
              <a:ext uri="{FF2B5EF4-FFF2-40B4-BE49-F238E27FC236}">
                <a16:creationId xmlns:a16="http://schemas.microsoft.com/office/drawing/2014/main" id="{CC720CE2-386F-4ABF-B556-D2DF1BB7A0E1}"/>
              </a:ext>
            </a:extLst>
          </p:cNvPr>
          <p:cNvSpPr>
            <a:spLocks noChangeShapeType="1"/>
          </p:cNvSpPr>
          <p:nvPr/>
        </p:nvSpPr>
        <p:spPr bwMode="auto">
          <a:xfrm>
            <a:off x="3509964" y="3590925"/>
            <a:ext cx="26193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577605" name="Line 69">
            <a:extLst>
              <a:ext uri="{FF2B5EF4-FFF2-40B4-BE49-F238E27FC236}">
                <a16:creationId xmlns:a16="http://schemas.microsoft.com/office/drawing/2014/main" id="{8EFD084D-2A82-4F8B-B0EA-D13A173B15A0}"/>
              </a:ext>
            </a:extLst>
          </p:cNvPr>
          <p:cNvSpPr>
            <a:spLocks noChangeShapeType="1"/>
          </p:cNvSpPr>
          <p:nvPr/>
        </p:nvSpPr>
        <p:spPr bwMode="auto">
          <a:xfrm flipH="1">
            <a:off x="3843338" y="4394200"/>
            <a:ext cx="467201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Tree>
    <p:extLst>
      <p:ext uri="{BB962C8B-B14F-4D97-AF65-F5344CB8AC3E}">
        <p14:creationId xmlns:p14="http://schemas.microsoft.com/office/powerpoint/2010/main" val="29490947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10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77597"/>
                                        </p:tgtEl>
                                        <p:attrNameLst>
                                          <p:attrName>style.visibility</p:attrName>
                                        </p:attrNameLst>
                                      </p:cBhvr>
                                      <p:to>
                                        <p:strVal val="visible"/>
                                      </p:to>
                                    </p:set>
                                    <p:animEffect transition="in" filter="dissolve">
                                      <p:cBhvr>
                                        <p:cTn id="12" dur="500"/>
                                        <p:tgtEl>
                                          <p:spTgt spid="577597"/>
                                        </p:tgtEl>
                                      </p:cBhvr>
                                    </p:animEffect>
                                  </p:childTnLst>
                                </p:cTn>
                              </p:par>
                              <p:par>
                                <p:cTn id="13" presetID="9" presetClass="entr" presetSubtype="0" fill="hold" nodeType="withEffect">
                                  <p:stCondLst>
                                    <p:cond delay="0"/>
                                  </p:stCondLst>
                                  <p:childTnLst>
                                    <p:set>
                                      <p:cBhvr>
                                        <p:cTn id="14" dur="1" fill="hold">
                                          <p:stCondLst>
                                            <p:cond delay="0"/>
                                          </p:stCondLst>
                                        </p:cTn>
                                        <p:tgtEl>
                                          <p:spTgt spid="577604"/>
                                        </p:tgtEl>
                                        <p:attrNameLst>
                                          <p:attrName>style.visibility</p:attrName>
                                        </p:attrNameLst>
                                      </p:cBhvr>
                                      <p:to>
                                        <p:strVal val="visible"/>
                                      </p:to>
                                    </p:set>
                                    <p:animEffect transition="in" filter="dissolve">
                                      <p:cBhvr>
                                        <p:cTn id="15" dur="500"/>
                                        <p:tgtEl>
                                          <p:spTgt spid="577604"/>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577599"/>
                                        </p:tgtEl>
                                        <p:attrNameLst>
                                          <p:attrName>style.visibility</p:attrName>
                                        </p:attrNameLst>
                                      </p:cBhvr>
                                      <p:to>
                                        <p:strVal val="visible"/>
                                      </p:to>
                                    </p:set>
                                    <p:animEffect transition="in" filter="dissolve">
                                      <p:cBhvr>
                                        <p:cTn id="20" dur="500"/>
                                        <p:tgtEl>
                                          <p:spTgt spid="577599"/>
                                        </p:tgtEl>
                                      </p:cBhvr>
                                    </p:animEffect>
                                  </p:childTnLst>
                                </p:cTn>
                              </p:par>
                              <p:par>
                                <p:cTn id="21" presetID="9" presetClass="entr" presetSubtype="0" fill="hold" nodeType="withEffect">
                                  <p:stCondLst>
                                    <p:cond delay="0"/>
                                  </p:stCondLst>
                                  <p:childTnLst>
                                    <p:set>
                                      <p:cBhvr>
                                        <p:cTn id="22" dur="1" fill="hold">
                                          <p:stCondLst>
                                            <p:cond delay="0"/>
                                          </p:stCondLst>
                                        </p:cTn>
                                        <p:tgtEl>
                                          <p:spTgt spid="577605"/>
                                        </p:tgtEl>
                                        <p:attrNameLst>
                                          <p:attrName>style.visibility</p:attrName>
                                        </p:attrNameLst>
                                      </p:cBhvr>
                                      <p:to>
                                        <p:strVal val="visible"/>
                                      </p:to>
                                    </p:set>
                                    <p:animEffect transition="in" filter="dissolve">
                                      <p:cBhvr>
                                        <p:cTn id="23" dur="500"/>
                                        <p:tgtEl>
                                          <p:spTgt spid="5776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7597" grpId="0"/>
      <p:bldP spid="577599"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ame 3"/>
          <p:cNvSpPr/>
          <p:nvPr/>
        </p:nvSpPr>
        <p:spPr>
          <a:xfrm>
            <a:off x="75302" y="74294"/>
            <a:ext cx="11984019" cy="2076226"/>
          </a:xfrm>
          <a:prstGeom prst="frame">
            <a:avLst>
              <a:gd name="adj1" fmla="val 3135"/>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err="1">
                <a:solidFill>
                  <a:schemeClr val="tx1"/>
                </a:solidFill>
              </a:rPr>
              <a:t>Khi</a:t>
            </a:r>
            <a:r>
              <a:rPr lang="en-US" sz="2800" b="1" dirty="0">
                <a:solidFill>
                  <a:schemeClr val="tx1"/>
                </a:solidFill>
              </a:rPr>
              <a:t> </a:t>
            </a:r>
            <a:r>
              <a:rPr lang="en-US" sz="2800" b="1" dirty="0" err="1">
                <a:solidFill>
                  <a:schemeClr val="tx1"/>
                </a:solidFill>
              </a:rPr>
              <a:t>gửi</a:t>
            </a:r>
            <a:r>
              <a:rPr lang="en-US" sz="2800" b="1" dirty="0">
                <a:solidFill>
                  <a:schemeClr val="tx1"/>
                </a:solidFill>
              </a:rPr>
              <a:t> </a:t>
            </a:r>
            <a:r>
              <a:rPr lang="en-US" sz="2800" b="1" dirty="0" err="1">
                <a:solidFill>
                  <a:schemeClr val="tx1"/>
                </a:solidFill>
              </a:rPr>
              <a:t>một</a:t>
            </a:r>
            <a:r>
              <a:rPr lang="en-US" sz="2800" b="1" dirty="0">
                <a:solidFill>
                  <a:schemeClr val="tx1"/>
                </a:solidFill>
              </a:rPr>
              <a:t> </a:t>
            </a:r>
            <a:r>
              <a:rPr lang="en-US" sz="2800" b="1" dirty="0" err="1">
                <a:solidFill>
                  <a:schemeClr val="tx1"/>
                </a:solidFill>
              </a:rPr>
              <a:t>gói</a:t>
            </a:r>
            <a:r>
              <a:rPr lang="en-US" sz="2800" b="1" dirty="0">
                <a:solidFill>
                  <a:schemeClr val="tx1"/>
                </a:solidFill>
              </a:rPr>
              <a:t> tin </a:t>
            </a:r>
            <a:r>
              <a:rPr lang="en-US" sz="2800" b="1" dirty="0" err="1">
                <a:solidFill>
                  <a:schemeClr val="tx1"/>
                </a:solidFill>
              </a:rPr>
              <a:t>IPV4</a:t>
            </a:r>
            <a:r>
              <a:rPr lang="en-US" sz="2800" b="1" dirty="0">
                <a:solidFill>
                  <a:schemeClr val="tx1"/>
                </a:solidFill>
              </a:rPr>
              <a:t> </a:t>
            </a:r>
            <a:r>
              <a:rPr lang="en-US" sz="2800" b="1" dirty="0" err="1">
                <a:solidFill>
                  <a:schemeClr val="tx1"/>
                </a:solidFill>
              </a:rPr>
              <a:t>có</a:t>
            </a:r>
            <a:r>
              <a:rPr lang="en-US" sz="2800" b="1" dirty="0">
                <a:solidFill>
                  <a:schemeClr val="tx1"/>
                </a:solidFill>
              </a:rPr>
              <a:t> </a:t>
            </a:r>
            <a:r>
              <a:rPr lang="en-US" sz="2800" b="1" dirty="0" err="1">
                <a:solidFill>
                  <a:schemeClr val="tx1"/>
                </a:solidFill>
              </a:rPr>
              <a:t>kích</a:t>
            </a:r>
            <a:r>
              <a:rPr lang="en-US" sz="2800" b="1" dirty="0">
                <a:solidFill>
                  <a:schemeClr val="tx1"/>
                </a:solidFill>
              </a:rPr>
              <a:t> </a:t>
            </a:r>
            <a:r>
              <a:rPr lang="en-US" sz="2800" b="1" dirty="0" err="1">
                <a:solidFill>
                  <a:schemeClr val="tx1"/>
                </a:solidFill>
              </a:rPr>
              <a:t>th</a:t>
            </a:r>
            <a:r>
              <a:rPr lang="vi-VN" sz="2800" b="1" dirty="0">
                <a:solidFill>
                  <a:schemeClr val="tx1"/>
                </a:solidFill>
              </a:rPr>
              <a:t>ư</a:t>
            </a:r>
            <a:r>
              <a:rPr lang="en-US" sz="2800" b="1" dirty="0" err="1">
                <a:solidFill>
                  <a:schemeClr val="tx1"/>
                </a:solidFill>
              </a:rPr>
              <a:t>ớc</a:t>
            </a:r>
            <a:r>
              <a:rPr lang="en-US" sz="2800" b="1" dirty="0">
                <a:solidFill>
                  <a:schemeClr val="tx1"/>
                </a:solidFill>
              </a:rPr>
              <a:t> </a:t>
            </a:r>
            <a:r>
              <a:rPr lang="en-US" sz="2800" b="1" dirty="0" err="1">
                <a:solidFill>
                  <a:schemeClr val="tx1"/>
                </a:solidFill>
              </a:rPr>
              <a:t>là</a:t>
            </a:r>
            <a:r>
              <a:rPr lang="en-US" sz="2800" b="1" dirty="0">
                <a:solidFill>
                  <a:schemeClr val="tx1"/>
                </a:solidFill>
              </a:rPr>
              <a:t> 4.560 byte </a:t>
            </a:r>
            <a:r>
              <a:rPr lang="en-US" sz="2800" b="1" dirty="0" err="1">
                <a:solidFill>
                  <a:schemeClr val="tx1"/>
                </a:solidFill>
              </a:rPr>
              <a:t>vào</a:t>
            </a:r>
            <a:r>
              <a:rPr lang="en-US" sz="2800" b="1" dirty="0">
                <a:solidFill>
                  <a:schemeClr val="tx1"/>
                </a:solidFill>
              </a:rPr>
              <a:t> </a:t>
            </a:r>
            <a:r>
              <a:rPr lang="en-US" sz="2800" b="1" dirty="0" err="1">
                <a:solidFill>
                  <a:schemeClr val="tx1"/>
                </a:solidFill>
              </a:rPr>
              <a:t>một</a:t>
            </a:r>
            <a:r>
              <a:rPr lang="en-US" sz="2800" b="1" dirty="0">
                <a:solidFill>
                  <a:schemeClr val="tx1"/>
                </a:solidFill>
              </a:rPr>
              <a:t> </a:t>
            </a:r>
            <a:r>
              <a:rPr lang="en-US" sz="2800" b="1" dirty="0" err="1">
                <a:solidFill>
                  <a:schemeClr val="tx1"/>
                </a:solidFill>
              </a:rPr>
              <a:t>mạng</a:t>
            </a:r>
            <a:r>
              <a:rPr lang="en-US" sz="2800" b="1" dirty="0">
                <a:solidFill>
                  <a:schemeClr val="tx1"/>
                </a:solidFill>
              </a:rPr>
              <a:t> </a:t>
            </a:r>
            <a:r>
              <a:rPr lang="en-US" sz="2800" b="1" dirty="0" err="1">
                <a:solidFill>
                  <a:schemeClr val="tx1"/>
                </a:solidFill>
              </a:rPr>
              <a:t>có</a:t>
            </a:r>
            <a:r>
              <a:rPr lang="en-US" sz="2800" b="1" dirty="0">
                <a:solidFill>
                  <a:schemeClr val="tx1"/>
                </a:solidFill>
              </a:rPr>
              <a:t> </a:t>
            </a:r>
            <a:r>
              <a:rPr lang="en-US" sz="2800" b="1" dirty="0" err="1">
                <a:solidFill>
                  <a:schemeClr val="tx1"/>
                </a:solidFill>
              </a:rPr>
              <a:t>kích</a:t>
            </a:r>
            <a:r>
              <a:rPr lang="en-US" sz="2800" b="1" dirty="0">
                <a:solidFill>
                  <a:schemeClr val="tx1"/>
                </a:solidFill>
              </a:rPr>
              <a:t> </a:t>
            </a:r>
            <a:r>
              <a:rPr lang="en-US" sz="2800" b="1" dirty="0" err="1">
                <a:solidFill>
                  <a:schemeClr val="tx1"/>
                </a:solidFill>
              </a:rPr>
              <a:t>th</a:t>
            </a:r>
            <a:r>
              <a:rPr lang="vi-VN" sz="2800" b="1" dirty="0">
                <a:solidFill>
                  <a:schemeClr val="tx1"/>
                </a:solidFill>
              </a:rPr>
              <a:t>ư</a:t>
            </a:r>
            <a:r>
              <a:rPr lang="en-US" sz="2800" b="1" dirty="0" err="1">
                <a:solidFill>
                  <a:schemeClr val="tx1"/>
                </a:solidFill>
              </a:rPr>
              <a:t>ớc</a:t>
            </a:r>
            <a:r>
              <a:rPr lang="en-US" sz="2800" b="1" dirty="0">
                <a:solidFill>
                  <a:schemeClr val="tx1"/>
                </a:solidFill>
              </a:rPr>
              <a:t> </a:t>
            </a:r>
            <a:r>
              <a:rPr lang="en-US" sz="2800" b="1" dirty="0" err="1">
                <a:solidFill>
                  <a:schemeClr val="tx1"/>
                </a:solidFill>
              </a:rPr>
              <a:t>của</a:t>
            </a:r>
            <a:r>
              <a:rPr lang="en-US" sz="2800" b="1" dirty="0">
                <a:solidFill>
                  <a:schemeClr val="tx1"/>
                </a:solidFill>
              </a:rPr>
              <a:t> </a:t>
            </a:r>
            <a:r>
              <a:rPr lang="en-US" sz="2800" b="1" dirty="0" err="1">
                <a:solidFill>
                  <a:schemeClr val="tx1"/>
                </a:solidFill>
              </a:rPr>
              <a:t>MTU</a:t>
            </a:r>
            <a:r>
              <a:rPr lang="en-US" sz="2800" b="1" dirty="0">
                <a:solidFill>
                  <a:schemeClr val="tx1"/>
                </a:solidFill>
              </a:rPr>
              <a:t> </a:t>
            </a:r>
            <a:r>
              <a:rPr lang="en-US" sz="2800" b="1" dirty="0" err="1">
                <a:solidFill>
                  <a:schemeClr val="tx1"/>
                </a:solidFill>
              </a:rPr>
              <a:t>là</a:t>
            </a:r>
            <a:r>
              <a:rPr lang="en-US" sz="2800" b="1" dirty="0">
                <a:solidFill>
                  <a:schemeClr val="tx1"/>
                </a:solidFill>
              </a:rPr>
              <a:t> 1500 byte, </a:t>
            </a:r>
            <a:r>
              <a:rPr lang="en-US" sz="2800" b="1" dirty="0" err="1">
                <a:solidFill>
                  <a:schemeClr val="tx1"/>
                </a:solidFill>
              </a:rPr>
              <a:t>gói</a:t>
            </a:r>
            <a:r>
              <a:rPr lang="en-US" sz="2800" b="1" dirty="0">
                <a:solidFill>
                  <a:schemeClr val="tx1"/>
                </a:solidFill>
              </a:rPr>
              <a:t> tin ban </a:t>
            </a:r>
            <a:r>
              <a:rPr lang="en-US" sz="2800" b="1" dirty="0" err="1">
                <a:solidFill>
                  <a:schemeClr val="tx1"/>
                </a:solidFill>
              </a:rPr>
              <a:t>đầu</a:t>
            </a:r>
            <a:r>
              <a:rPr lang="en-US" sz="2800" b="1" dirty="0">
                <a:solidFill>
                  <a:schemeClr val="tx1"/>
                </a:solidFill>
              </a:rPr>
              <a:t> </a:t>
            </a:r>
            <a:r>
              <a:rPr lang="en-US" sz="2800" b="1" dirty="0" err="1">
                <a:solidFill>
                  <a:schemeClr val="tx1"/>
                </a:solidFill>
              </a:rPr>
              <a:t>sẽ</a:t>
            </a:r>
            <a:r>
              <a:rPr lang="en-US" sz="2800" b="1" dirty="0">
                <a:solidFill>
                  <a:schemeClr val="tx1"/>
                </a:solidFill>
              </a:rPr>
              <a:t> đ</a:t>
            </a:r>
            <a:r>
              <a:rPr lang="vi-VN" sz="2800" b="1" dirty="0">
                <a:solidFill>
                  <a:schemeClr val="tx1"/>
                </a:solidFill>
              </a:rPr>
              <a:t>ư</a:t>
            </a:r>
            <a:r>
              <a:rPr lang="en-US" sz="2800" b="1" dirty="0" err="1">
                <a:solidFill>
                  <a:schemeClr val="tx1"/>
                </a:solidFill>
              </a:rPr>
              <a:t>ợc</a:t>
            </a:r>
            <a:r>
              <a:rPr lang="en-US" sz="2800" b="1" dirty="0">
                <a:solidFill>
                  <a:schemeClr val="tx1"/>
                </a:solidFill>
              </a:rPr>
              <a:t> chia </a:t>
            </a:r>
            <a:r>
              <a:rPr lang="en-US" sz="2800" b="1" dirty="0" err="1">
                <a:solidFill>
                  <a:schemeClr val="tx1"/>
                </a:solidFill>
              </a:rPr>
              <a:t>thành</a:t>
            </a:r>
            <a:r>
              <a:rPr lang="en-US" sz="2800" b="1" dirty="0">
                <a:solidFill>
                  <a:schemeClr val="tx1"/>
                </a:solidFill>
              </a:rPr>
              <a:t> </a:t>
            </a:r>
            <a:r>
              <a:rPr lang="en-US" sz="2800" b="1" dirty="0" err="1">
                <a:solidFill>
                  <a:schemeClr val="tx1"/>
                </a:solidFill>
              </a:rPr>
              <a:t>các</a:t>
            </a:r>
            <a:r>
              <a:rPr lang="en-US" sz="2800" b="1" dirty="0">
                <a:solidFill>
                  <a:schemeClr val="tx1"/>
                </a:solidFill>
              </a:rPr>
              <a:t> </a:t>
            </a:r>
            <a:r>
              <a:rPr lang="en-US" sz="2800" b="1" dirty="0" err="1">
                <a:solidFill>
                  <a:schemeClr val="tx1"/>
                </a:solidFill>
              </a:rPr>
              <a:t>gói</a:t>
            </a:r>
            <a:r>
              <a:rPr lang="en-US" sz="2800" b="1" dirty="0">
                <a:solidFill>
                  <a:schemeClr val="tx1"/>
                </a:solidFill>
              </a:rPr>
              <a:t> </a:t>
            </a:r>
            <a:r>
              <a:rPr lang="en-US" sz="2800" b="1" dirty="0" err="1">
                <a:solidFill>
                  <a:schemeClr val="tx1"/>
                </a:solidFill>
              </a:rPr>
              <a:t>nhỏ</a:t>
            </a:r>
            <a:r>
              <a:rPr lang="en-US" sz="2800" b="1" dirty="0">
                <a:solidFill>
                  <a:schemeClr val="tx1"/>
                </a:solidFill>
              </a:rPr>
              <a:t>. </a:t>
            </a:r>
            <a:r>
              <a:rPr lang="en-US" sz="2800" b="1" dirty="0" err="1">
                <a:solidFill>
                  <a:schemeClr val="tx1"/>
                </a:solidFill>
              </a:rPr>
              <a:t>Biết</a:t>
            </a:r>
            <a:r>
              <a:rPr lang="en-US" sz="2800" b="1" dirty="0">
                <a:solidFill>
                  <a:schemeClr val="tx1"/>
                </a:solidFill>
              </a:rPr>
              <a:t> </a:t>
            </a:r>
            <a:r>
              <a:rPr lang="en-US" sz="2800" b="1" dirty="0" err="1">
                <a:solidFill>
                  <a:schemeClr val="tx1"/>
                </a:solidFill>
              </a:rPr>
              <a:t>kích</a:t>
            </a:r>
            <a:r>
              <a:rPr lang="en-US" sz="2800" b="1" dirty="0">
                <a:solidFill>
                  <a:schemeClr val="tx1"/>
                </a:solidFill>
              </a:rPr>
              <a:t> </a:t>
            </a:r>
            <a:r>
              <a:rPr lang="en-US" sz="2800" b="1" dirty="0" err="1">
                <a:solidFill>
                  <a:schemeClr val="tx1"/>
                </a:solidFill>
              </a:rPr>
              <a:t>th</a:t>
            </a:r>
            <a:r>
              <a:rPr lang="vi-VN" sz="2800" b="1" dirty="0">
                <a:solidFill>
                  <a:schemeClr val="tx1"/>
                </a:solidFill>
              </a:rPr>
              <a:t>ư</a:t>
            </a:r>
            <a:r>
              <a:rPr lang="en-US" sz="2800" b="1" dirty="0" err="1">
                <a:solidFill>
                  <a:schemeClr val="tx1"/>
                </a:solidFill>
              </a:rPr>
              <a:t>ớc</a:t>
            </a:r>
            <a:r>
              <a:rPr lang="en-US" sz="2800" b="1" dirty="0">
                <a:solidFill>
                  <a:schemeClr val="tx1"/>
                </a:solidFill>
              </a:rPr>
              <a:t> </a:t>
            </a:r>
            <a:r>
              <a:rPr lang="en-US" sz="2800" b="1" dirty="0" err="1">
                <a:solidFill>
                  <a:schemeClr val="tx1"/>
                </a:solidFill>
              </a:rPr>
              <a:t>của</a:t>
            </a:r>
            <a:r>
              <a:rPr lang="en-US" sz="2800" b="1" dirty="0">
                <a:solidFill>
                  <a:schemeClr val="tx1"/>
                </a:solidFill>
              </a:rPr>
              <a:t> </a:t>
            </a:r>
            <a:r>
              <a:rPr lang="en-US" sz="2800" b="1" dirty="0" err="1">
                <a:solidFill>
                  <a:schemeClr val="tx1"/>
                </a:solidFill>
              </a:rPr>
              <a:t>phần</a:t>
            </a:r>
            <a:r>
              <a:rPr lang="en-US" sz="2800" b="1" dirty="0">
                <a:solidFill>
                  <a:schemeClr val="tx1"/>
                </a:solidFill>
              </a:rPr>
              <a:t> header </a:t>
            </a:r>
            <a:r>
              <a:rPr lang="en-US" sz="2800" b="1" dirty="0" err="1">
                <a:solidFill>
                  <a:schemeClr val="tx1"/>
                </a:solidFill>
              </a:rPr>
              <a:t>các</a:t>
            </a:r>
            <a:r>
              <a:rPr lang="en-US" sz="2800" b="1" dirty="0">
                <a:solidFill>
                  <a:schemeClr val="tx1"/>
                </a:solidFill>
              </a:rPr>
              <a:t> </a:t>
            </a:r>
            <a:r>
              <a:rPr lang="en-US" sz="2800" b="1" dirty="0" err="1">
                <a:solidFill>
                  <a:schemeClr val="tx1"/>
                </a:solidFill>
              </a:rPr>
              <a:t>gói</a:t>
            </a:r>
            <a:r>
              <a:rPr lang="en-US" sz="2800" b="1" dirty="0">
                <a:solidFill>
                  <a:schemeClr val="tx1"/>
                </a:solidFill>
              </a:rPr>
              <a:t> tin </a:t>
            </a:r>
            <a:r>
              <a:rPr lang="en-US" sz="2800" b="1" dirty="0" err="1">
                <a:solidFill>
                  <a:schemeClr val="tx1"/>
                </a:solidFill>
              </a:rPr>
              <a:t>là</a:t>
            </a:r>
            <a:r>
              <a:rPr lang="en-US" sz="2800" b="1" dirty="0">
                <a:solidFill>
                  <a:schemeClr val="tx1"/>
                </a:solidFill>
              </a:rPr>
              <a:t> 20 byte, </a:t>
            </a:r>
            <a:r>
              <a:rPr lang="en-US" sz="2800" b="1" dirty="0" err="1">
                <a:solidFill>
                  <a:schemeClr val="tx1"/>
                </a:solidFill>
              </a:rPr>
              <a:t>kích</a:t>
            </a:r>
            <a:r>
              <a:rPr lang="en-US" sz="2800" b="1" dirty="0">
                <a:solidFill>
                  <a:schemeClr val="tx1"/>
                </a:solidFill>
              </a:rPr>
              <a:t> </a:t>
            </a:r>
            <a:r>
              <a:rPr lang="en-US" sz="2800" b="1" dirty="0" err="1">
                <a:solidFill>
                  <a:schemeClr val="tx1"/>
                </a:solidFill>
              </a:rPr>
              <a:t>th</a:t>
            </a:r>
            <a:r>
              <a:rPr lang="vi-VN" sz="2800" b="1" dirty="0">
                <a:solidFill>
                  <a:schemeClr val="tx1"/>
                </a:solidFill>
              </a:rPr>
              <a:t>ư</a:t>
            </a:r>
            <a:r>
              <a:rPr lang="en-US" sz="2800" b="1" dirty="0" err="1">
                <a:solidFill>
                  <a:schemeClr val="tx1"/>
                </a:solidFill>
              </a:rPr>
              <a:t>ớc</a:t>
            </a:r>
            <a:r>
              <a:rPr lang="en-US" sz="2800" b="1" dirty="0">
                <a:solidFill>
                  <a:schemeClr val="tx1"/>
                </a:solidFill>
              </a:rPr>
              <a:t> </a:t>
            </a:r>
            <a:r>
              <a:rPr lang="en-US" sz="2800" b="1" dirty="0" err="1">
                <a:solidFill>
                  <a:schemeClr val="tx1"/>
                </a:solidFill>
              </a:rPr>
              <a:t>của</a:t>
            </a:r>
            <a:r>
              <a:rPr lang="en-US" sz="2800" b="1" dirty="0">
                <a:solidFill>
                  <a:schemeClr val="tx1"/>
                </a:solidFill>
              </a:rPr>
              <a:t> </a:t>
            </a:r>
            <a:r>
              <a:rPr lang="en-US" sz="2800" b="1" dirty="0" err="1">
                <a:solidFill>
                  <a:schemeClr val="tx1"/>
                </a:solidFill>
              </a:rPr>
              <a:t>gói</a:t>
            </a:r>
            <a:r>
              <a:rPr lang="en-US" sz="2800" b="1" dirty="0">
                <a:solidFill>
                  <a:schemeClr val="tx1"/>
                </a:solidFill>
              </a:rPr>
              <a:t> tin </a:t>
            </a:r>
            <a:r>
              <a:rPr lang="en-US" sz="2800" b="1" dirty="0" err="1">
                <a:solidFill>
                  <a:schemeClr val="tx1"/>
                </a:solidFill>
              </a:rPr>
              <a:t>cuối</a:t>
            </a:r>
            <a:r>
              <a:rPr lang="en-US" sz="2800" b="1" dirty="0">
                <a:solidFill>
                  <a:schemeClr val="tx1"/>
                </a:solidFill>
              </a:rPr>
              <a:t> </a:t>
            </a:r>
            <a:r>
              <a:rPr lang="en-US" sz="2800" b="1" dirty="0" err="1">
                <a:solidFill>
                  <a:schemeClr val="tx1"/>
                </a:solidFill>
              </a:rPr>
              <a:t>cùng</a:t>
            </a:r>
            <a:r>
              <a:rPr lang="en-US" sz="2800" b="1" dirty="0">
                <a:solidFill>
                  <a:schemeClr val="tx1"/>
                </a:solidFill>
              </a:rPr>
              <a:t> </a:t>
            </a:r>
            <a:r>
              <a:rPr lang="en-US" sz="2800" b="1" dirty="0" err="1">
                <a:solidFill>
                  <a:schemeClr val="tx1"/>
                </a:solidFill>
              </a:rPr>
              <a:t>là</a:t>
            </a:r>
            <a:r>
              <a:rPr lang="en-US" sz="2800" b="1" dirty="0">
                <a:solidFill>
                  <a:schemeClr val="tx1"/>
                </a:solidFill>
              </a:rPr>
              <a:t> ?</a:t>
            </a:r>
          </a:p>
        </p:txBody>
      </p:sp>
      <p:sp>
        <p:nvSpPr>
          <p:cNvPr id="8" name="Frame 7"/>
          <p:cNvSpPr/>
          <p:nvPr/>
        </p:nvSpPr>
        <p:spPr>
          <a:xfrm>
            <a:off x="75304" y="2506532"/>
            <a:ext cx="11984017" cy="968188"/>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Frame 11"/>
          <p:cNvSpPr/>
          <p:nvPr/>
        </p:nvSpPr>
        <p:spPr>
          <a:xfrm>
            <a:off x="75302" y="3580057"/>
            <a:ext cx="11984017" cy="968188"/>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Frame 12"/>
          <p:cNvSpPr/>
          <p:nvPr/>
        </p:nvSpPr>
        <p:spPr>
          <a:xfrm>
            <a:off x="75302" y="4652402"/>
            <a:ext cx="11984017" cy="968188"/>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Frame 13"/>
          <p:cNvSpPr/>
          <p:nvPr/>
        </p:nvSpPr>
        <p:spPr>
          <a:xfrm>
            <a:off x="75303" y="5749795"/>
            <a:ext cx="11984017" cy="968188"/>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2" name="Oval 21"/>
          <p:cNvSpPr/>
          <p:nvPr/>
        </p:nvSpPr>
        <p:spPr>
          <a:xfrm>
            <a:off x="189602" y="2590928"/>
            <a:ext cx="829575" cy="7993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A</a:t>
            </a:r>
          </a:p>
        </p:txBody>
      </p:sp>
      <p:sp>
        <p:nvSpPr>
          <p:cNvPr id="23" name="Oval 22"/>
          <p:cNvSpPr/>
          <p:nvPr/>
        </p:nvSpPr>
        <p:spPr>
          <a:xfrm>
            <a:off x="189600" y="5834191"/>
            <a:ext cx="829575" cy="7993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D</a:t>
            </a:r>
          </a:p>
        </p:txBody>
      </p:sp>
      <p:sp>
        <p:nvSpPr>
          <p:cNvPr id="24" name="Oval 23"/>
          <p:cNvSpPr/>
          <p:nvPr/>
        </p:nvSpPr>
        <p:spPr>
          <a:xfrm>
            <a:off x="189599" y="4736798"/>
            <a:ext cx="829575" cy="7993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C</a:t>
            </a:r>
          </a:p>
        </p:txBody>
      </p:sp>
      <p:sp>
        <p:nvSpPr>
          <p:cNvPr id="25" name="Oval 24"/>
          <p:cNvSpPr/>
          <p:nvPr/>
        </p:nvSpPr>
        <p:spPr>
          <a:xfrm>
            <a:off x="189599" y="3664453"/>
            <a:ext cx="829575" cy="7993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B</a:t>
            </a:r>
          </a:p>
        </p:txBody>
      </p:sp>
      <p:sp>
        <p:nvSpPr>
          <p:cNvPr id="2" name="TextBox 1"/>
          <p:cNvSpPr txBox="1"/>
          <p:nvPr/>
        </p:nvSpPr>
        <p:spPr>
          <a:xfrm>
            <a:off x="1133471" y="3884631"/>
            <a:ext cx="10572750" cy="369332"/>
          </a:xfrm>
          <a:prstGeom prst="rect">
            <a:avLst/>
          </a:prstGeom>
          <a:noFill/>
        </p:spPr>
        <p:txBody>
          <a:bodyPr wrap="square" rtlCol="0">
            <a:spAutoFit/>
          </a:bodyPr>
          <a:lstStyle/>
          <a:p>
            <a:r>
              <a:rPr lang="en-US" dirty="0"/>
              <a:t>560 byte</a:t>
            </a:r>
          </a:p>
        </p:txBody>
      </p:sp>
      <p:sp>
        <p:nvSpPr>
          <p:cNvPr id="15" name="TextBox 14"/>
          <p:cNvSpPr txBox="1"/>
          <p:nvPr/>
        </p:nvSpPr>
        <p:spPr>
          <a:xfrm>
            <a:off x="1133471" y="2805959"/>
            <a:ext cx="10572750" cy="369332"/>
          </a:xfrm>
          <a:prstGeom prst="rect">
            <a:avLst/>
          </a:prstGeom>
          <a:noFill/>
        </p:spPr>
        <p:txBody>
          <a:bodyPr wrap="square" rtlCol="0">
            <a:spAutoFit/>
          </a:bodyPr>
          <a:lstStyle/>
          <a:p>
            <a:r>
              <a:rPr lang="en-US" dirty="0"/>
              <a:t>60 byte</a:t>
            </a:r>
          </a:p>
        </p:txBody>
      </p:sp>
      <p:sp>
        <p:nvSpPr>
          <p:cNvPr id="16" name="TextBox 15"/>
          <p:cNvSpPr txBox="1"/>
          <p:nvPr/>
        </p:nvSpPr>
        <p:spPr>
          <a:xfrm>
            <a:off x="1133471" y="4951829"/>
            <a:ext cx="10572750" cy="369332"/>
          </a:xfrm>
          <a:prstGeom prst="rect">
            <a:avLst/>
          </a:prstGeom>
          <a:noFill/>
        </p:spPr>
        <p:txBody>
          <a:bodyPr wrap="square" rtlCol="0">
            <a:spAutoFit/>
          </a:bodyPr>
          <a:lstStyle/>
          <a:p>
            <a:r>
              <a:rPr lang="en-US" dirty="0"/>
              <a:t>360 byte</a:t>
            </a:r>
          </a:p>
        </p:txBody>
      </p:sp>
      <p:sp>
        <p:nvSpPr>
          <p:cNvPr id="17" name="TextBox 16"/>
          <p:cNvSpPr txBox="1"/>
          <p:nvPr/>
        </p:nvSpPr>
        <p:spPr>
          <a:xfrm>
            <a:off x="1133471" y="6068101"/>
            <a:ext cx="10572750" cy="369332"/>
          </a:xfrm>
          <a:prstGeom prst="rect">
            <a:avLst/>
          </a:prstGeom>
          <a:noFill/>
        </p:spPr>
        <p:txBody>
          <a:bodyPr wrap="square" rtlCol="0">
            <a:spAutoFit/>
          </a:bodyPr>
          <a:lstStyle/>
          <a:p>
            <a:r>
              <a:rPr lang="en-US" dirty="0"/>
              <a:t>120 byte</a:t>
            </a:r>
          </a:p>
        </p:txBody>
      </p:sp>
      <p:sp>
        <p:nvSpPr>
          <p:cNvPr id="3" name="Tiêu đề 2">
            <a:extLst>
              <a:ext uri="{FF2B5EF4-FFF2-40B4-BE49-F238E27FC236}">
                <a16:creationId xmlns:a16="http://schemas.microsoft.com/office/drawing/2014/main" id="{075BBBC7-DBD6-4CA6-B36D-9DF109873561}"/>
              </a:ext>
            </a:extLst>
          </p:cNvPr>
          <p:cNvSpPr>
            <a:spLocks noGrp="1"/>
          </p:cNvSpPr>
          <p:nvPr>
            <p:ph type="ctrTitle"/>
          </p:nvPr>
        </p:nvSpPr>
        <p:spPr/>
        <p:txBody>
          <a:bodyPr/>
          <a:lstStyle/>
          <a:p>
            <a:endParaRPr lang="en-US"/>
          </a:p>
        </p:txBody>
      </p:sp>
      <p:sp>
        <p:nvSpPr>
          <p:cNvPr id="5" name="Tiêu đề phụ 4">
            <a:extLst>
              <a:ext uri="{FF2B5EF4-FFF2-40B4-BE49-F238E27FC236}">
                <a16:creationId xmlns:a16="http://schemas.microsoft.com/office/drawing/2014/main" id="{4FDEB3A0-0FE4-4673-945B-DF0C49CA824F}"/>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786757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trips(downLeft)">
                                      <p:cBhvr>
                                        <p:cTn id="7" dur="500"/>
                                        <p:tgtEl>
                                          <p:spTgt spid="4"/>
                                        </p:tgtEl>
                                      </p:cBhvr>
                                    </p:animEffect>
                                  </p:childTnLst>
                                </p:cTn>
                              </p:par>
                              <p:par>
                                <p:cTn id="8" presetID="18" presetClass="entr" presetSubtype="12"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strips(downLeft)">
                                      <p:cBhvr>
                                        <p:cTn id="10" dur="500"/>
                                        <p:tgtEl>
                                          <p:spTgt spid="8"/>
                                        </p:tgtEl>
                                      </p:cBhvr>
                                    </p:animEffect>
                                  </p:childTnLst>
                                </p:cTn>
                              </p:par>
                              <p:par>
                                <p:cTn id="11" presetID="18" presetClass="entr" presetSubtype="12"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strips(downLeft)">
                                      <p:cBhvr>
                                        <p:cTn id="13" dur="500"/>
                                        <p:tgtEl>
                                          <p:spTgt spid="12"/>
                                        </p:tgtEl>
                                      </p:cBhvr>
                                    </p:animEffect>
                                  </p:childTnLst>
                                </p:cTn>
                              </p:par>
                              <p:par>
                                <p:cTn id="14" presetID="18" presetClass="entr" presetSubtype="12"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strips(downLeft)">
                                      <p:cBhvr>
                                        <p:cTn id="16" dur="500"/>
                                        <p:tgtEl>
                                          <p:spTgt spid="13"/>
                                        </p:tgtEl>
                                      </p:cBhvr>
                                    </p:animEffect>
                                  </p:childTnLst>
                                </p:cTn>
                              </p:par>
                              <p:par>
                                <p:cTn id="17" presetID="18" presetClass="entr" presetSubtype="12"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strips(downLeft)">
                                      <p:cBhvr>
                                        <p:cTn id="19" dur="500"/>
                                        <p:tgtEl>
                                          <p:spTgt spid="14"/>
                                        </p:tgtEl>
                                      </p:cBhvr>
                                    </p:animEffect>
                                  </p:childTnLst>
                                </p:cTn>
                              </p:par>
                              <p:par>
                                <p:cTn id="20" presetID="18" presetClass="entr" presetSubtype="12" fill="hold" grpId="0" nodeType="with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strips(downLeft)">
                                      <p:cBhvr>
                                        <p:cTn id="22" dur="500"/>
                                        <p:tgtEl>
                                          <p:spTgt spid="23"/>
                                        </p:tgtEl>
                                      </p:cBhvr>
                                    </p:animEffect>
                                  </p:childTnLst>
                                </p:cTn>
                              </p:par>
                              <p:par>
                                <p:cTn id="23" presetID="18" presetClass="entr" presetSubtype="12"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strips(downLeft)">
                                      <p:cBhvr>
                                        <p:cTn id="25" dur="500"/>
                                        <p:tgtEl>
                                          <p:spTgt spid="24"/>
                                        </p:tgtEl>
                                      </p:cBhvr>
                                    </p:animEffect>
                                  </p:childTnLst>
                                </p:cTn>
                              </p:par>
                              <p:par>
                                <p:cTn id="26" presetID="18" presetClass="entr" presetSubtype="12" fill="hold" grpId="0" nodeType="with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strips(downLeft)">
                                      <p:cBhvr>
                                        <p:cTn id="28" dur="500"/>
                                        <p:tgtEl>
                                          <p:spTgt spid="25"/>
                                        </p:tgtEl>
                                      </p:cBhvr>
                                    </p:animEffect>
                                  </p:childTnLst>
                                </p:cTn>
                              </p:par>
                              <p:par>
                                <p:cTn id="29" presetID="18" presetClass="entr" presetSubtype="12" fill="hold" grpId="0" nodeType="with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strips(downLeft)">
                                      <p:cBhvr>
                                        <p:cTn id="31" dur="500"/>
                                        <p:tgtEl>
                                          <p:spTgt spid="22"/>
                                        </p:tgtEl>
                                      </p:cBhvr>
                                    </p:animEffect>
                                  </p:childTnLst>
                                </p:cTn>
                              </p:par>
                              <p:par>
                                <p:cTn id="32" presetID="18" presetClass="entr" presetSubtype="12"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strips(downLeft)">
                                      <p:cBhvr>
                                        <p:cTn id="34" dur="500"/>
                                        <p:tgtEl>
                                          <p:spTgt spid="15"/>
                                        </p:tgtEl>
                                      </p:cBhvr>
                                    </p:animEffect>
                                  </p:childTnLst>
                                </p:cTn>
                              </p:par>
                              <p:par>
                                <p:cTn id="35" presetID="18" presetClass="entr" presetSubtype="12" fill="hold" grpId="0" nodeType="with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strips(downLeft)">
                                      <p:cBhvr>
                                        <p:cTn id="37" dur="500"/>
                                        <p:tgtEl>
                                          <p:spTgt spid="2"/>
                                        </p:tgtEl>
                                      </p:cBhvr>
                                    </p:animEffect>
                                  </p:childTnLst>
                                </p:cTn>
                              </p:par>
                              <p:par>
                                <p:cTn id="38" presetID="18" presetClass="entr" presetSubtype="12" fill="hold" grpId="0" nodeType="with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strips(downLeft)">
                                      <p:cBhvr>
                                        <p:cTn id="40" dur="500"/>
                                        <p:tgtEl>
                                          <p:spTgt spid="16"/>
                                        </p:tgtEl>
                                      </p:cBhvr>
                                    </p:animEffect>
                                  </p:childTnLst>
                                </p:cTn>
                              </p:par>
                              <p:par>
                                <p:cTn id="41" presetID="18" presetClass="entr" presetSubtype="12" fill="hold" grpId="0" nodeType="withEffect">
                                  <p:stCondLst>
                                    <p:cond delay="0"/>
                                  </p:stCondLst>
                                  <p:iterate type="lt">
                                    <p:tmPct val="0"/>
                                  </p:iterate>
                                  <p:childTnLst>
                                    <p:set>
                                      <p:cBhvr>
                                        <p:cTn id="42" dur="1" fill="hold">
                                          <p:stCondLst>
                                            <p:cond delay="0"/>
                                          </p:stCondLst>
                                        </p:cTn>
                                        <p:tgtEl>
                                          <p:spTgt spid="17"/>
                                        </p:tgtEl>
                                        <p:attrNameLst>
                                          <p:attrName>style.visibility</p:attrName>
                                        </p:attrNameLst>
                                      </p:cBhvr>
                                      <p:to>
                                        <p:strVal val="visible"/>
                                      </p:to>
                                    </p:set>
                                    <p:animEffect transition="in" filter="strips(downLeft)">
                                      <p:cBhvr>
                                        <p:cTn id="43" dur="500"/>
                                        <p:tgtEl>
                                          <p:spTgt spid="17"/>
                                        </p:tgtEl>
                                      </p:cBhvr>
                                    </p:animEffect>
                                  </p:childTnLst>
                                </p:cTn>
                              </p:par>
                            </p:childTnLst>
                          </p:cTn>
                        </p:par>
                      </p:childTnLst>
                    </p:cTn>
                  </p:par>
                  <p:par>
                    <p:cTn id="44" fill="hold">
                      <p:stCondLst>
                        <p:cond delay="indefinite"/>
                      </p:stCondLst>
                      <p:childTnLst>
                        <p:par>
                          <p:cTn id="45" fill="hold">
                            <p:stCondLst>
                              <p:cond delay="0"/>
                            </p:stCondLst>
                            <p:childTnLst>
                              <p:par>
                                <p:cTn id="46" presetID="1" presetClass="emph" presetSubtype="2" fill="hold" nodeType="clickEffect">
                                  <p:stCondLst>
                                    <p:cond delay="0"/>
                                  </p:stCondLst>
                                  <p:childTnLst>
                                    <p:animClr clrSpc="rgb" dir="cw">
                                      <p:cBhvr>
                                        <p:cTn id="47" dur="2000" fill="hold"/>
                                        <p:tgtEl>
                                          <p:spTgt spid="14"/>
                                        </p:tgtEl>
                                        <p:attrNameLst>
                                          <p:attrName>fillcolor</p:attrName>
                                        </p:attrNameLst>
                                      </p:cBhvr>
                                      <p:to>
                                        <a:schemeClr val="accent2"/>
                                      </p:to>
                                    </p:animClr>
                                    <p:set>
                                      <p:cBhvr>
                                        <p:cTn id="48" dur="2000" fill="hold"/>
                                        <p:tgtEl>
                                          <p:spTgt spid="14"/>
                                        </p:tgtEl>
                                        <p:attrNameLst>
                                          <p:attrName>fill.type</p:attrName>
                                        </p:attrNameLst>
                                      </p:cBhvr>
                                      <p:to>
                                        <p:strVal val="solid"/>
                                      </p:to>
                                    </p:set>
                                    <p:set>
                                      <p:cBhvr>
                                        <p:cTn id="49" dur="2000" fill="hold"/>
                                        <p:tgtEl>
                                          <p:spTgt spid="14"/>
                                        </p:tgtEl>
                                        <p:attrNameLst>
                                          <p:attrName>fill.on</p:attrName>
                                        </p:attrNameLst>
                                      </p:cBhvr>
                                      <p:to>
                                        <p:strVal val="true"/>
                                      </p:to>
                                    </p:set>
                                  </p:childTnLst>
                                </p:cTn>
                              </p:par>
                              <p:par>
                                <p:cTn id="50" presetID="1" presetClass="emph" presetSubtype="2" fill="hold" nodeType="withEffect">
                                  <p:stCondLst>
                                    <p:cond delay="0"/>
                                  </p:stCondLst>
                                  <p:childTnLst>
                                    <p:animClr clrSpc="rgb" dir="cw">
                                      <p:cBhvr>
                                        <p:cTn id="51" dur="2000" fill="hold"/>
                                        <p:tgtEl>
                                          <p:spTgt spid="23"/>
                                        </p:tgtEl>
                                        <p:attrNameLst>
                                          <p:attrName>fillcolor</p:attrName>
                                        </p:attrNameLst>
                                      </p:cBhvr>
                                      <p:to>
                                        <a:schemeClr val="accent2"/>
                                      </p:to>
                                    </p:animClr>
                                    <p:set>
                                      <p:cBhvr>
                                        <p:cTn id="52" dur="2000" fill="hold"/>
                                        <p:tgtEl>
                                          <p:spTgt spid="23"/>
                                        </p:tgtEl>
                                        <p:attrNameLst>
                                          <p:attrName>fill.type</p:attrName>
                                        </p:attrNameLst>
                                      </p:cBhvr>
                                      <p:to>
                                        <p:strVal val="solid"/>
                                      </p:to>
                                    </p:set>
                                    <p:set>
                                      <p:cBhvr>
                                        <p:cTn id="53" dur="2000" fill="hold"/>
                                        <p:tgtEl>
                                          <p:spTgt spid="23"/>
                                        </p:tgtEl>
                                        <p:attrNameLst>
                                          <p:attrName>fill.on</p:attrName>
                                        </p:attrNameLst>
                                      </p:cBhvr>
                                      <p:to>
                                        <p:strVal val="true"/>
                                      </p:to>
                                    </p:set>
                                  </p:childTnLst>
                                </p:cTn>
                              </p:par>
                              <p:par>
                                <p:cTn id="54" presetID="36" presetClass="emph" presetSubtype="0" fill="hold" grpId="1" nodeType="withEffect">
                                  <p:stCondLst>
                                    <p:cond delay="0"/>
                                  </p:stCondLst>
                                  <p:iterate type="lt">
                                    <p:tmPct val="10000"/>
                                  </p:iterate>
                                  <p:childTnLst>
                                    <p:animScale>
                                      <p:cBhvr>
                                        <p:cTn id="55" dur="250" autoRev="1" fill="hold">
                                          <p:stCondLst>
                                            <p:cond delay="0"/>
                                          </p:stCondLst>
                                        </p:cTn>
                                        <p:tgtEl>
                                          <p:spTgt spid="17"/>
                                        </p:tgtEl>
                                      </p:cBhvr>
                                      <p:to x="80000" y="100000"/>
                                    </p:animScale>
                                    <p:anim by="(#ppt_w*0.10)" calcmode="lin" valueType="num">
                                      <p:cBhvr>
                                        <p:cTn id="56" dur="250" autoRev="1" fill="hold">
                                          <p:stCondLst>
                                            <p:cond delay="0"/>
                                          </p:stCondLst>
                                        </p:cTn>
                                        <p:tgtEl>
                                          <p:spTgt spid="17"/>
                                        </p:tgtEl>
                                        <p:attrNameLst>
                                          <p:attrName>ppt_x</p:attrName>
                                        </p:attrNameLst>
                                      </p:cBhvr>
                                    </p:anim>
                                    <p:anim by="(-#ppt_w*0.10)" calcmode="lin" valueType="num">
                                      <p:cBhvr>
                                        <p:cTn id="57" dur="250" autoRev="1" fill="hold">
                                          <p:stCondLst>
                                            <p:cond delay="0"/>
                                          </p:stCondLst>
                                        </p:cTn>
                                        <p:tgtEl>
                                          <p:spTgt spid="17"/>
                                        </p:tgtEl>
                                        <p:attrNameLst>
                                          <p:attrName>ppt_y</p:attrName>
                                        </p:attrNameLst>
                                      </p:cBhvr>
                                    </p:anim>
                                    <p:animRot by="-480000">
                                      <p:cBhvr>
                                        <p:cTn id="58" dur="250" autoRev="1" fill="hold">
                                          <p:stCondLst>
                                            <p:cond delay="0"/>
                                          </p:stCondLst>
                                        </p:cTn>
                                        <p:tgtEl>
                                          <p:spTgt spid="17"/>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P spid="12" grpId="0" animBg="1"/>
      <p:bldP spid="13" grpId="0" animBg="1"/>
      <p:bldP spid="14" grpId="0" animBg="1"/>
      <p:bldP spid="22" grpId="0" animBg="1"/>
      <p:bldP spid="23" grpId="0" animBg="1"/>
      <p:bldP spid="24" grpId="0" animBg="1"/>
      <p:bldP spid="25" grpId="0" animBg="1"/>
      <p:bldP spid="2" grpId="0"/>
      <p:bldP spid="15" grpId="0"/>
      <p:bldP spid="16" grpId="0"/>
      <p:bldP spid="17" grpId="0"/>
      <p:bldP spid="17" grpId="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ame 3"/>
          <p:cNvSpPr/>
          <p:nvPr/>
        </p:nvSpPr>
        <p:spPr>
          <a:xfrm>
            <a:off x="75302" y="74294"/>
            <a:ext cx="11984019" cy="2076226"/>
          </a:xfrm>
          <a:prstGeom prst="frame">
            <a:avLst>
              <a:gd name="adj1" fmla="val 3135"/>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err="1">
                <a:solidFill>
                  <a:schemeClr val="tx1"/>
                </a:solidFill>
              </a:rPr>
              <a:t>Nếu</a:t>
            </a:r>
            <a:r>
              <a:rPr lang="en-US" sz="2800" b="1" dirty="0">
                <a:solidFill>
                  <a:schemeClr val="tx1"/>
                </a:solidFill>
              </a:rPr>
              <a:t> 1 </a:t>
            </a:r>
            <a:r>
              <a:rPr lang="en-US" sz="2800" b="1" dirty="0" err="1">
                <a:solidFill>
                  <a:schemeClr val="tx1"/>
                </a:solidFill>
              </a:rPr>
              <a:t>gói</a:t>
            </a:r>
            <a:r>
              <a:rPr lang="en-US" sz="2800" b="1" dirty="0">
                <a:solidFill>
                  <a:schemeClr val="tx1"/>
                </a:solidFill>
              </a:rPr>
              <a:t> tin IP đ</a:t>
            </a:r>
            <a:r>
              <a:rPr lang="vi-VN" sz="2800" b="1" dirty="0">
                <a:solidFill>
                  <a:schemeClr val="tx1"/>
                </a:solidFill>
              </a:rPr>
              <a:t>ư</a:t>
            </a:r>
            <a:r>
              <a:rPr lang="en-US" sz="2800" b="1" dirty="0" err="1">
                <a:solidFill>
                  <a:schemeClr val="tx1"/>
                </a:solidFill>
              </a:rPr>
              <a:t>ợc</a:t>
            </a:r>
            <a:r>
              <a:rPr lang="en-US" sz="2800" b="1" dirty="0">
                <a:solidFill>
                  <a:schemeClr val="tx1"/>
                </a:solidFill>
              </a:rPr>
              <a:t> chia </a:t>
            </a:r>
            <a:r>
              <a:rPr lang="en-US" sz="2800" b="1" dirty="0" err="1">
                <a:solidFill>
                  <a:schemeClr val="tx1"/>
                </a:solidFill>
              </a:rPr>
              <a:t>thành</a:t>
            </a:r>
            <a:r>
              <a:rPr lang="en-US" sz="2800" b="1" dirty="0">
                <a:solidFill>
                  <a:schemeClr val="tx1"/>
                </a:solidFill>
              </a:rPr>
              <a:t> 3 </a:t>
            </a:r>
            <a:r>
              <a:rPr lang="en-US" sz="2800" b="1" dirty="0" err="1">
                <a:solidFill>
                  <a:schemeClr val="tx1"/>
                </a:solidFill>
              </a:rPr>
              <a:t>gói</a:t>
            </a:r>
            <a:r>
              <a:rPr lang="en-US" sz="2800" b="1" dirty="0">
                <a:solidFill>
                  <a:schemeClr val="tx1"/>
                </a:solidFill>
              </a:rPr>
              <a:t> tin </a:t>
            </a:r>
            <a:r>
              <a:rPr lang="en-US" sz="2800" b="1" dirty="0" err="1">
                <a:solidFill>
                  <a:schemeClr val="tx1"/>
                </a:solidFill>
              </a:rPr>
              <a:t>nhỏ</a:t>
            </a:r>
            <a:r>
              <a:rPr lang="en-US" sz="2800" b="1" dirty="0">
                <a:solidFill>
                  <a:schemeClr val="tx1"/>
                </a:solidFill>
              </a:rPr>
              <a:t> </a:t>
            </a:r>
            <a:r>
              <a:rPr lang="en-US" sz="2800" b="1" dirty="0" err="1">
                <a:solidFill>
                  <a:schemeClr val="tx1"/>
                </a:solidFill>
              </a:rPr>
              <a:t>thì</a:t>
            </a:r>
            <a:r>
              <a:rPr lang="en-US" sz="2800" b="1" dirty="0">
                <a:solidFill>
                  <a:schemeClr val="tx1"/>
                </a:solidFill>
              </a:rPr>
              <a:t>?</a:t>
            </a:r>
          </a:p>
        </p:txBody>
      </p:sp>
      <p:sp>
        <p:nvSpPr>
          <p:cNvPr id="8" name="Frame 7"/>
          <p:cNvSpPr/>
          <p:nvPr/>
        </p:nvSpPr>
        <p:spPr>
          <a:xfrm>
            <a:off x="75304" y="2506532"/>
            <a:ext cx="11984017" cy="968188"/>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Frame 11"/>
          <p:cNvSpPr/>
          <p:nvPr/>
        </p:nvSpPr>
        <p:spPr>
          <a:xfrm>
            <a:off x="75302" y="3580057"/>
            <a:ext cx="11984017" cy="968188"/>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Frame 12"/>
          <p:cNvSpPr/>
          <p:nvPr/>
        </p:nvSpPr>
        <p:spPr>
          <a:xfrm>
            <a:off x="75302" y="4652402"/>
            <a:ext cx="11984017" cy="968188"/>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Frame 13"/>
          <p:cNvSpPr/>
          <p:nvPr/>
        </p:nvSpPr>
        <p:spPr>
          <a:xfrm>
            <a:off x="75303" y="5749795"/>
            <a:ext cx="11984017" cy="968188"/>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2" name="Oval 21"/>
          <p:cNvSpPr/>
          <p:nvPr/>
        </p:nvSpPr>
        <p:spPr>
          <a:xfrm>
            <a:off x="189602" y="2590928"/>
            <a:ext cx="829575" cy="7993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A</a:t>
            </a:r>
          </a:p>
        </p:txBody>
      </p:sp>
      <p:sp>
        <p:nvSpPr>
          <p:cNvPr id="23" name="Oval 22"/>
          <p:cNvSpPr/>
          <p:nvPr/>
        </p:nvSpPr>
        <p:spPr>
          <a:xfrm>
            <a:off x="189600" y="5834191"/>
            <a:ext cx="829575" cy="7993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D</a:t>
            </a:r>
          </a:p>
        </p:txBody>
      </p:sp>
      <p:sp>
        <p:nvSpPr>
          <p:cNvPr id="24" name="Oval 23"/>
          <p:cNvSpPr/>
          <p:nvPr/>
        </p:nvSpPr>
        <p:spPr>
          <a:xfrm>
            <a:off x="189599" y="4736798"/>
            <a:ext cx="829575" cy="7993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C</a:t>
            </a:r>
          </a:p>
        </p:txBody>
      </p:sp>
      <p:sp>
        <p:nvSpPr>
          <p:cNvPr id="25" name="Oval 24"/>
          <p:cNvSpPr/>
          <p:nvPr/>
        </p:nvSpPr>
        <p:spPr>
          <a:xfrm>
            <a:off x="189599" y="3664453"/>
            <a:ext cx="829575" cy="7993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B</a:t>
            </a:r>
          </a:p>
        </p:txBody>
      </p:sp>
      <p:sp>
        <p:nvSpPr>
          <p:cNvPr id="2" name="TextBox 1"/>
          <p:cNvSpPr txBox="1"/>
          <p:nvPr/>
        </p:nvSpPr>
        <p:spPr>
          <a:xfrm>
            <a:off x="1133471" y="3884631"/>
            <a:ext cx="10572750" cy="369332"/>
          </a:xfrm>
          <a:prstGeom prst="rect">
            <a:avLst/>
          </a:prstGeom>
          <a:noFill/>
        </p:spPr>
        <p:txBody>
          <a:bodyPr wrap="square" rtlCol="0">
            <a:spAutoFit/>
          </a:bodyPr>
          <a:lstStyle/>
          <a:p>
            <a:r>
              <a:rPr lang="en-US" dirty="0" err="1"/>
              <a:t>Tr</a:t>
            </a:r>
            <a:r>
              <a:rPr lang="vi-VN" dirty="0"/>
              <a:t>ư</a:t>
            </a:r>
            <a:r>
              <a:rPr lang="en-US" dirty="0" err="1"/>
              <a:t>ờng</a:t>
            </a:r>
            <a:r>
              <a:rPr lang="en-US" dirty="0"/>
              <a:t> </a:t>
            </a:r>
            <a:r>
              <a:rPr lang="en-US" dirty="0" err="1"/>
              <a:t>Framet</a:t>
            </a:r>
            <a:r>
              <a:rPr lang="en-US" dirty="0"/>
              <a:t> offset </a:t>
            </a:r>
            <a:r>
              <a:rPr lang="en-US" dirty="0" err="1"/>
              <a:t>cả</a:t>
            </a:r>
            <a:r>
              <a:rPr lang="en-US" dirty="0"/>
              <a:t> 3 </a:t>
            </a:r>
            <a:r>
              <a:rPr lang="en-US" dirty="0" err="1"/>
              <a:t>gói</a:t>
            </a:r>
            <a:r>
              <a:rPr lang="en-US" dirty="0"/>
              <a:t> </a:t>
            </a:r>
            <a:r>
              <a:rPr lang="en-US" dirty="0" err="1"/>
              <a:t>nhỏ</a:t>
            </a:r>
            <a:r>
              <a:rPr lang="en-US" dirty="0"/>
              <a:t> </a:t>
            </a:r>
            <a:r>
              <a:rPr lang="en-US" dirty="0" err="1"/>
              <a:t>giống</a:t>
            </a:r>
            <a:r>
              <a:rPr lang="en-US" dirty="0"/>
              <a:t> </a:t>
            </a:r>
            <a:r>
              <a:rPr lang="en-US" dirty="0" err="1"/>
              <a:t>nhau</a:t>
            </a:r>
            <a:endParaRPr lang="en-US" dirty="0"/>
          </a:p>
        </p:txBody>
      </p:sp>
      <p:sp>
        <p:nvSpPr>
          <p:cNvPr id="15" name="TextBox 14"/>
          <p:cNvSpPr txBox="1"/>
          <p:nvPr/>
        </p:nvSpPr>
        <p:spPr>
          <a:xfrm>
            <a:off x="1133471" y="2805959"/>
            <a:ext cx="10572750" cy="369332"/>
          </a:xfrm>
          <a:prstGeom prst="rect">
            <a:avLst/>
          </a:prstGeom>
          <a:noFill/>
        </p:spPr>
        <p:txBody>
          <a:bodyPr wrap="square" rtlCol="0">
            <a:spAutoFit/>
          </a:bodyPr>
          <a:lstStyle/>
          <a:p>
            <a:r>
              <a:rPr lang="en-US" dirty="0" err="1"/>
              <a:t>Cả</a:t>
            </a:r>
            <a:r>
              <a:rPr lang="en-US" dirty="0"/>
              <a:t> 3 </a:t>
            </a:r>
            <a:r>
              <a:rPr lang="en-US" dirty="0" err="1"/>
              <a:t>gói</a:t>
            </a:r>
            <a:r>
              <a:rPr lang="en-US" dirty="0"/>
              <a:t> </a:t>
            </a:r>
            <a:r>
              <a:rPr lang="en-US" dirty="0" err="1"/>
              <a:t>nhỏ</a:t>
            </a:r>
            <a:r>
              <a:rPr lang="en-US" dirty="0"/>
              <a:t> </a:t>
            </a:r>
            <a:r>
              <a:rPr lang="en-US" dirty="0" err="1"/>
              <a:t>đều</a:t>
            </a:r>
            <a:r>
              <a:rPr lang="en-US" dirty="0"/>
              <a:t> </a:t>
            </a:r>
            <a:r>
              <a:rPr lang="en-US" dirty="0" err="1"/>
              <a:t>có</a:t>
            </a:r>
            <a:r>
              <a:rPr lang="en-US" dirty="0"/>
              <a:t> </a:t>
            </a:r>
            <a:r>
              <a:rPr lang="en-US" dirty="0" err="1"/>
              <a:t>cờ</a:t>
            </a:r>
            <a:r>
              <a:rPr lang="en-US" dirty="0"/>
              <a:t> Fragment flag </a:t>
            </a:r>
            <a:r>
              <a:rPr lang="en-US" dirty="0" err="1"/>
              <a:t>bật</a:t>
            </a:r>
            <a:r>
              <a:rPr lang="en-US" dirty="0"/>
              <a:t> </a:t>
            </a:r>
            <a:r>
              <a:rPr lang="en-US" dirty="0" err="1"/>
              <a:t>lên</a:t>
            </a:r>
            <a:r>
              <a:rPr lang="en-US" dirty="0"/>
              <a:t> </a:t>
            </a:r>
            <a:r>
              <a:rPr lang="en-US" dirty="0" err="1"/>
              <a:t>thành</a:t>
            </a:r>
            <a:r>
              <a:rPr lang="en-US" dirty="0"/>
              <a:t> 1</a:t>
            </a:r>
          </a:p>
        </p:txBody>
      </p:sp>
      <p:sp>
        <p:nvSpPr>
          <p:cNvPr id="16" name="TextBox 15"/>
          <p:cNvSpPr txBox="1"/>
          <p:nvPr/>
        </p:nvSpPr>
        <p:spPr>
          <a:xfrm>
            <a:off x="1133471" y="4951829"/>
            <a:ext cx="10572750" cy="369332"/>
          </a:xfrm>
          <a:prstGeom prst="rect">
            <a:avLst/>
          </a:prstGeom>
          <a:noFill/>
        </p:spPr>
        <p:txBody>
          <a:bodyPr wrap="square" rtlCol="0">
            <a:spAutoFit/>
          </a:bodyPr>
          <a:lstStyle/>
          <a:p>
            <a:r>
              <a:rPr lang="en-US" dirty="0" err="1"/>
              <a:t>Chỉ</a:t>
            </a:r>
            <a:r>
              <a:rPr lang="en-US" dirty="0"/>
              <a:t> </a:t>
            </a:r>
            <a:r>
              <a:rPr lang="en-US" dirty="0" err="1"/>
              <a:t>có</a:t>
            </a:r>
            <a:r>
              <a:rPr lang="en-US" dirty="0"/>
              <a:t> </a:t>
            </a:r>
            <a:r>
              <a:rPr lang="en-US" dirty="0" err="1"/>
              <a:t>gói</a:t>
            </a:r>
            <a:r>
              <a:rPr lang="en-US" dirty="0"/>
              <a:t> </a:t>
            </a:r>
            <a:r>
              <a:rPr lang="en-US" dirty="0" err="1"/>
              <a:t>nhỏ</a:t>
            </a:r>
            <a:r>
              <a:rPr lang="en-US" dirty="0"/>
              <a:t> </a:t>
            </a:r>
            <a:r>
              <a:rPr lang="en-US" dirty="0" err="1"/>
              <a:t>đầu</a:t>
            </a:r>
            <a:r>
              <a:rPr lang="en-US" dirty="0"/>
              <a:t> </a:t>
            </a:r>
            <a:r>
              <a:rPr lang="en-US" dirty="0" err="1"/>
              <a:t>tiên</a:t>
            </a:r>
            <a:r>
              <a:rPr lang="en-US" dirty="0"/>
              <a:t> </a:t>
            </a:r>
            <a:r>
              <a:rPr lang="en-US" dirty="0" err="1"/>
              <a:t>có</a:t>
            </a:r>
            <a:r>
              <a:rPr lang="en-US" dirty="0"/>
              <a:t> </a:t>
            </a:r>
            <a:r>
              <a:rPr lang="en-US" dirty="0" err="1"/>
              <a:t>cờ</a:t>
            </a:r>
            <a:r>
              <a:rPr lang="en-US" dirty="0"/>
              <a:t> Fragment flag </a:t>
            </a:r>
            <a:r>
              <a:rPr lang="en-US" dirty="0" err="1"/>
              <a:t>bật</a:t>
            </a:r>
            <a:r>
              <a:rPr lang="en-US" dirty="0"/>
              <a:t> </a:t>
            </a:r>
            <a:r>
              <a:rPr lang="en-US" dirty="0" err="1"/>
              <a:t>lên</a:t>
            </a:r>
            <a:r>
              <a:rPr lang="en-US" dirty="0"/>
              <a:t> </a:t>
            </a:r>
            <a:r>
              <a:rPr lang="en-US" dirty="0" err="1"/>
              <a:t>thành</a:t>
            </a:r>
            <a:r>
              <a:rPr lang="en-US" dirty="0"/>
              <a:t> 1</a:t>
            </a:r>
          </a:p>
        </p:txBody>
      </p:sp>
      <p:sp>
        <p:nvSpPr>
          <p:cNvPr id="17" name="TextBox 16"/>
          <p:cNvSpPr txBox="1"/>
          <p:nvPr/>
        </p:nvSpPr>
        <p:spPr>
          <a:xfrm>
            <a:off x="1133471" y="6068101"/>
            <a:ext cx="10572750" cy="369332"/>
          </a:xfrm>
          <a:prstGeom prst="rect">
            <a:avLst/>
          </a:prstGeom>
          <a:noFill/>
        </p:spPr>
        <p:txBody>
          <a:bodyPr wrap="square" rtlCol="0">
            <a:spAutoFit/>
          </a:bodyPr>
          <a:lstStyle/>
          <a:p>
            <a:r>
              <a:rPr lang="en-US" dirty="0" err="1"/>
              <a:t>Tr</a:t>
            </a:r>
            <a:r>
              <a:rPr lang="vi-VN" dirty="0"/>
              <a:t>ư</a:t>
            </a:r>
            <a:r>
              <a:rPr lang="en-US" dirty="0" err="1"/>
              <a:t>ờng</a:t>
            </a:r>
            <a:r>
              <a:rPr lang="en-US" dirty="0"/>
              <a:t> Identification </a:t>
            </a:r>
            <a:r>
              <a:rPr lang="en-US" dirty="0" err="1"/>
              <a:t>của</a:t>
            </a:r>
            <a:r>
              <a:rPr lang="en-US" dirty="0"/>
              <a:t> </a:t>
            </a:r>
            <a:r>
              <a:rPr lang="en-US" dirty="0" err="1"/>
              <a:t>cả</a:t>
            </a:r>
            <a:r>
              <a:rPr lang="en-US" dirty="0"/>
              <a:t> 3 </a:t>
            </a:r>
            <a:r>
              <a:rPr lang="en-US" dirty="0" err="1"/>
              <a:t>gói</a:t>
            </a:r>
            <a:r>
              <a:rPr lang="en-US" dirty="0"/>
              <a:t> </a:t>
            </a:r>
            <a:r>
              <a:rPr lang="en-US" dirty="0" err="1"/>
              <a:t>nhỏ</a:t>
            </a:r>
            <a:r>
              <a:rPr lang="en-US" dirty="0"/>
              <a:t> </a:t>
            </a:r>
            <a:r>
              <a:rPr lang="en-US" dirty="0" err="1"/>
              <a:t>giống</a:t>
            </a:r>
            <a:r>
              <a:rPr lang="en-US" dirty="0"/>
              <a:t> </a:t>
            </a:r>
            <a:r>
              <a:rPr lang="en-US" dirty="0" err="1"/>
              <a:t>nhau</a:t>
            </a:r>
            <a:endParaRPr lang="en-US" dirty="0"/>
          </a:p>
        </p:txBody>
      </p:sp>
      <p:sp>
        <p:nvSpPr>
          <p:cNvPr id="3" name="Tiêu đề 2">
            <a:extLst>
              <a:ext uri="{FF2B5EF4-FFF2-40B4-BE49-F238E27FC236}">
                <a16:creationId xmlns:a16="http://schemas.microsoft.com/office/drawing/2014/main" id="{218C932A-15AC-4B64-9491-C6EA076C7B07}"/>
              </a:ext>
            </a:extLst>
          </p:cNvPr>
          <p:cNvSpPr>
            <a:spLocks noGrp="1"/>
          </p:cNvSpPr>
          <p:nvPr>
            <p:ph type="ctrTitle"/>
          </p:nvPr>
        </p:nvSpPr>
        <p:spPr/>
        <p:txBody>
          <a:bodyPr/>
          <a:lstStyle/>
          <a:p>
            <a:endParaRPr lang="en-US"/>
          </a:p>
        </p:txBody>
      </p:sp>
      <p:sp>
        <p:nvSpPr>
          <p:cNvPr id="5" name="Tiêu đề phụ 4">
            <a:extLst>
              <a:ext uri="{FF2B5EF4-FFF2-40B4-BE49-F238E27FC236}">
                <a16:creationId xmlns:a16="http://schemas.microsoft.com/office/drawing/2014/main" id="{65E79330-4390-47B8-9556-F478E6DE14ED}"/>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5973911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trips(downLeft)">
                                      <p:cBhvr>
                                        <p:cTn id="7" dur="500"/>
                                        <p:tgtEl>
                                          <p:spTgt spid="4"/>
                                        </p:tgtEl>
                                      </p:cBhvr>
                                    </p:animEffect>
                                  </p:childTnLst>
                                </p:cTn>
                              </p:par>
                              <p:par>
                                <p:cTn id="8" presetID="18" presetClass="entr" presetSubtype="12"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strips(downLeft)">
                                      <p:cBhvr>
                                        <p:cTn id="10" dur="500"/>
                                        <p:tgtEl>
                                          <p:spTgt spid="8"/>
                                        </p:tgtEl>
                                      </p:cBhvr>
                                    </p:animEffect>
                                  </p:childTnLst>
                                </p:cTn>
                              </p:par>
                              <p:par>
                                <p:cTn id="11" presetID="18" presetClass="entr" presetSubtype="12"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strips(downLeft)">
                                      <p:cBhvr>
                                        <p:cTn id="13" dur="500"/>
                                        <p:tgtEl>
                                          <p:spTgt spid="12"/>
                                        </p:tgtEl>
                                      </p:cBhvr>
                                    </p:animEffect>
                                  </p:childTnLst>
                                </p:cTn>
                              </p:par>
                              <p:par>
                                <p:cTn id="14" presetID="18" presetClass="entr" presetSubtype="12"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strips(downLeft)">
                                      <p:cBhvr>
                                        <p:cTn id="16" dur="500"/>
                                        <p:tgtEl>
                                          <p:spTgt spid="13"/>
                                        </p:tgtEl>
                                      </p:cBhvr>
                                    </p:animEffect>
                                  </p:childTnLst>
                                </p:cTn>
                              </p:par>
                              <p:par>
                                <p:cTn id="17" presetID="18" presetClass="entr" presetSubtype="12"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strips(downLeft)">
                                      <p:cBhvr>
                                        <p:cTn id="19" dur="500"/>
                                        <p:tgtEl>
                                          <p:spTgt spid="14"/>
                                        </p:tgtEl>
                                      </p:cBhvr>
                                    </p:animEffect>
                                  </p:childTnLst>
                                </p:cTn>
                              </p:par>
                              <p:par>
                                <p:cTn id="20" presetID="18" presetClass="entr" presetSubtype="12" fill="hold" grpId="0" nodeType="with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strips(downLeft)">
                                      <p:cBhvr>
                                        <p:cTn id="22" dur="500"/>
                                        <p:tgtEl>
                                          <p:spTgt spid="23"/>
                                        </p:tgtEl>
                                      </p:cBhvr>
                                    </p:animEffect>
                                  </p:childTnLst>
                                </p:cTn>
                              </p:par>
                              <p:par>
                                <p:cTn id="23" presetID="18" presetClass="entr" presetSubtype="12"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strips(downLeft)">
                                      <p:cBhvr>
                                        <p:cTn id="25" dur="500"/>
                                        <p:tgtEl>
                                          <p:spTgt spid="24"/>
                                        </p:tgtEl>
                                      </p:cBhvr>
                                    </p:animEffect>
                                  </p:childTnLst>
                                </p:cTn>
                              </p:par>
                              <p:par>
                                <p:cTn id="26" presetID="18" presetClass="entr" presetSubtype="12" fill="hold" grpId="0" nodeType="with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strips(downLeft)">
                                      <p:cBhvr>
                                        <p:cTn id="28" dur="500"/>
                                        <p:tgtEl>
                                          <p:spTgt spid="25"/>
                                        </p:tgtEl>
                                      </p:cBhvr>
                                    </p:animEffect>
                                  </p:childTnLst>
                                </p:cTn>
                              </p:par>
                              <p:par>
                                <p:cTn id="29" presetID="18" presetClass="entr" presetSubtype="12" fill="hold" grpId="0" nodeType="with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strips(downLeft)">
                                      <p:cBhvr>
                                        <p:cTn id="31" dur="500"/>
                                        <p:tgtEl>
                                          <p:spTgt spid="22"/>
                                        </p:tgtEl>
                                      </p:cBhvr>
                                    </p:animEffect>
                                  </p:childTnLst>
                                </p:cTn>
                              </p:par>
                              <p:par>
                                <p:cTn id="32" presetID="18" presetClass="entr" presetSubtype="12"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strips(downLeft)">
                                      <p:cBhvr>
                                        <p:cTn id="34" dur="500"/>
                                        <p:tgtEl>
                                          <p:spTgt spid="15"/>
                                        </p:tgtEl>
                                      </p:cBhvr>
                                    </p:animEffect>
                                  </p:childTnLst>
                                </p:cTn>
                              </p:par>
                              <p:par>
                                <p:cTn id="35" presetID="18" presetClass="entr" presetSubtype="12" fill="hold" grpId="0" nodeType="with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strips(downLeft)">
                                      <p:cBhvr>
                                        <p:cTn id="37" dur="500"/>
                                        <p:tgtEl>
                                          <p:spTgt spid="2"/>
                                        </p:tgtEl>
                                      </p:cBhvr>
                                    </p:animEffect>
                                  </p:childTnLst>
                                </p:cTn>
                              </p:par>
                              <p:par>
                                <p:cTn id="38" presetID="18" presetClass="entr" presetSubtype="12" fill="hold" grpId="0" nodeType="with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strips(downLeft)">
                                      <p:cBhvr>
                                        <p:cTn id="40" dur="500"/>
                                        <p:tgtEl>
                                          <p:spTgt spid="16"/>
                                        </p:tgtEl>
                                      </p:cBhvr>
                                    </p:animEffect>
                                  </p:childTnLst>
                                </p:cTn>
                              </p:par>
                              <p:par>
                                <p:cTn id="41" presetID="18" presetClass="entr" presetSubtype="12" fill="hold" grpId="0" nodeType="withEffect">
                                  <p:stCondLst>
                                    <p:cond delay="0"/>
                                  </p:stCondLst>
                                  <p:iterate type="lt">
                                    <p:tmPct val="0"/>
                                  </p:iterate>
                                  <p:childTnLst>
                                    <p:set>
                                      <p:cBhvr>
                                        <p:cTn id="42" dur="1" fill="hold">
                                          <p:stCondLst>
                                            <p:cond delay="0"/>
                                          </p:stCondLst>
                                        </p:cTn>
                                        <p:tgtEl>
                                          <p:spTgt spid="17"/>
                                        </p:tgtEl>
                                        <p:attrNameLst>
                                          <p:attrName>style.visibility</p:attrName>
                                        </p:attrNameLst>
                                      </p:cBhvr>
                                      <p:to>
                                        <p:strVal val="visible"/>
                                      </p:to>
                                    </p:set>
                                    <p:animEffect transition="in" filter="strips(downLeft)">
                                      <p:cBhvr>
                                        <p:cTn id="43" dur="500"/>
                                        <p:tgtEl>
                                          <p:spTgt spid="17"/>
                                        </p:tgtEl>
                                      </p:cBhvr>
                                    </p:animEffect>
                                  </p:childTnLst>
                                </p:cTn>
                              </p:par>
                            </p:childTnLst>
                          </p:cTn>
                        </p:par>
                      </p:childTnLst>
                    </p:cTn>
                  </p:par>
                  <p:par>
                    <p:cTn id="44" fill="hold">
                      <p:stCondLst>
                        <p:cond delay="indefinite"/>
                      </p:stCondLst>
                      <p:childTnLst>
                        <p:par>
                          <p:cTn id="45" fill="hold">
                            <p:stCondLst>
                              <p:cond delay="0"/>
                            </p:stCondLst>
                            <p:childTnLst>
                              <p:par>
                                <p:cTn id="46" presetID="1" presetClass="emph" presetSubtype="2" fill="hold" nodeType="clickEffect">
                                  <p:stCondLst>
                                    <p:cond delay="0"/>
                                  </p:stCondLst>
                                  <p:childTnLst>
                                    <p:animClr clrSpc="rgb" dir="cw">
                                      <p:cBhvr>
                                        <p:cTn id="47" dur="2000" fill="hold"/>
                                        <p:tgtEl>
                                          <p:spTgt spid="14"/>
                                        </p:tgtEl>
                                        <p:attrNameLst>
                                          <p:attrName>fillcolor</p:attrName>
                                        </p:attrNameLst>
                                      </p:cBhvr>
                                      <p:to>
                                        <a:schemeClr val="accent2"/>
                                      </p:to>
                                    </p:animClr>
                                    <p:set>
                                      <p:cBhvr>
                                        <p:cTn id="48" dur="2000" fill="hold"/>
                                        <p:tgtEl>
                                          <p:spTgt spid="14"/>
                                        </p:tgtEl>
                                        <p:attrNameLst>
                                          <p:attrName>fill.type</p:attrName>
                                        </p:attrNameLst>
                                      </p:cBhvr>
                                      <p:to>
                                        <p:strVal val="solid"/>
                                      </p:to>
                                    </p:set>
                                    <p:set>
                                      <p:cBhvr>
                                        <p:cTn id="49" dur="2000" fill="hold"/>
                                        <p:tgtEl>
                                          <p:spTgt spid="14"/>
                                        </p:tgtEl>
                                        <p:attrNameLst>
                                          <p:attrName>fill.on</p:attrName>
                                        </p:attrNameLst>
                                      </p:cBhvr>
                                      <p:to>
                                        <p:strVal val="true"/>
                                      </p:to>
                                    </p:set>
                                  </p:childTnLst>
                                </p:cTn>
                              </p:par>
                              <p:par>
                                <p:cTn id="50" presetID="1" presetClass="emph" presetSubtype="2" fill="hold" nodeType="withEffect">
                                  <p:stCondLst>
                                    <p:cond delay="0"/>
                                  </p:stCondLst>
                                  <p:childTnLst>
                                    <p:animClr clrSpc="rgb" dir="cw">
                                      <p:cBhvr>
                                        <p:cTn id="51" dur="2000" fill="hold"/>
                                        <p:tgtEl>
                                          <p:spTgt spid="23"/>
                                        </p:tgtEl>
                                        <p:attrNameLst>
                                          <p:attrName>fillcolor</p:attrName>
                                        </p:attrNameLst>
                                      </p:cBhvr>
                                      <p:to>
                                        <a:schemeClr val="accent2"/>
                                      </p:to>
                                    </p:animClr>
                                    <p:set>
                                      <p:cBhvr>
                                        <p:cTn id="52" dur="2000" fill="hold"/>
                                        <p:tgtEl>
                                          <p:spTgt spid="23"/>
                                        </p:tgtEl>
                                        <p:attrNameLst>
                                          <p:attrName>fill.type</p:attrName>
                                        </p:attrNameLst>
                                      </p:cBhvr>
                                      <p:to>
                                        <p:strVal val="solid"/>
                                      </p:to>
                                    </p:set>
                                    <p:set>
                                      <p:cBhvr>
                                        <p:cTn id="53" dur="2000" fill="hold"/>
                                        <p:tgtEl>
                                          <p:spTgt spid="23"/>
                                        </p:tgtEl>
                                        <p:attrNameLst>
                                          <p:attrName>fill.on</p:attrName>
                                        </p:attrNameLst>
                                      </p:cBhvr>
                                      <p:to>
                                        <p:strVal val="true"/>
                                      </p:to>
                                    </p:set>
                                  </p:childTnLst>
                                </p:cTn>
                              </p:par>
                              <p:par>
                                <p:cTn id="54" presetID="36" presetClass="emph" presetSubtype="0" fill="hold" grpId="1" nodeType="withEffect">
                                  <p:stCondLst>
                                    <p:cond delay="0"/>
                                  </p:stCondLst>
                                  <p:iterate type="lt">
                                    <p:tmPct val="10000"/>
                                  </p:iterate>
                                  <p:childTnLst>
                                    <p:animScale>
                                      <p:cBhvr>
                                        <p:cTn id="55" dur="250" autoRev="1" fill="hold">
                                          <p:stCondLst>
                                            <p:cond delay="0"/>
                                          </p:stCondLst>
                                        </p:cTn>
                                        <p:tgtEl>
                                          <p:spTgt spid="17"/>
                                        </p:tgtEl>
                                      </p:cBhvr>
                                      <p:to x="80000" y="100000"/>
                                    </p:animScale>
                                    <p:anim by="(#ppt_w*0.10)" calcmode="lin" valueType="num">
                                      <p:cBhvr>
                                        <p:cTn id="56" dur="250" autoRev="1" fill="hold">
                                          <p:stCondLst>
                                            <p:cond delay="0"/>
                                          </p:stCondLst>
                                        </p:cTn>
                                        <p:tgtEl>
                                          <p:spTgt spid="17"/>
                                        </p:tgtEl>
                                        <p:attrNameLst>
                                          <p:attrName>ppt_x</p:attrName>
                                        </p:attrNameLst>
                                      </p:cBhvr>
                                    </p:anim>
                                    <p:anim by="(-#ppt_w*0.10)" calcmode="lin" valueType="num">
                                      <p:cBhvr>
                                        <p:cTn id="57" dur="250" autoRev="1" fill="hold">
                                          <p:stCondLst>
                                            <p:cond delay="0"/>
                                          </p:stCondLst>
                                        </p:cTn>
                                        <p:tgtEl>
                                          <p:spTgt spid="17"/>
                                        </p:tgtEl>
                                        <p:attrNameLst>
                                          <p:attrName>ppt_y</p:attrName>
                                        </p:attrNameLst>
                                      </p:cBhvr>
                                    </p:anim>
                                    <p:animRot by="-480000">
                                      <p:cBhvr>
                                        <p:cTn id="58" dur="250" autoRev="1" fill="hold">
                                          <p:stCondLst>
                                            <p:cond delay="0"/>
                                          </p:stCondLst>
                                        </p:cTn>
                                        <p:tgtEl>
                                          <p:spTgt spid="17"/>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P spid="12" grpId="0" animBg="1"/>
      <p:bldP spid="13" grpId="0" animBg="1"/>
      <p:bldP spid="14" grpId="0" animBg="1"/>
      <p:bldP spid="22" grpId="0" animBg="1"/>
      <p:bldP spid="23" grpId="0" animBg="1"/>
      <p:bldP spid="24" grpId="0" animBg="1"/>
      <p:bldP spid="25" grpId="0" animBg="1"/>
      <p:bldP spid="2" grpId="0"/>
      <p:bldP spid="15" grpId="0"/>
      <p:bldP spid="16" grpId="0"/>
      <p:bldP spid="17" grpId="0"/>
      <p:bldP spid="17" grpId="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Freeform 140">
            <a:extLst>
              <a:ext uri="{FF2B5EF4-FFF2-40B4-BE49-F238E27FC236}">
                <a16:creationId xmlns:a16="http://schemas.microsoft.com/office/drawing/2014/main" id="{72F664D3-7887-446F-8D24-217450A8417B}"/>
              </a:ext>
            </a:extLst>
          </p:cNvPr>
          <p:cNvSpPr>
            <a:spLocks/>
          </p:cNvSpPr>
          <p:nvPr/>
        </p:nvSpPr>
        <p:spPr bwMode="auto">
          <a:xfrm rot="16200000">
            <a:off x="7727157" y="3196432"/>
            <a:ext cx="846137" cy="1593850"/>
          </a:xfrm>
          <a:custGeom>
            <a:avLst/>
            <a:gdLst>
              <a:gd name="T0" fmla="*/ 2147483647 w 10315"/>
              <a:gd name="T1" fmla="*/ 2147483647 h 10000"/>
              <a:gd name="T2" fmla="*/ 2147483647 w 10315"/>
              <a:gd name="T3" fmla="*/ 2147483647 h 10000"/>
              <a:gd name="T4" fmla="*/ 2147483647 w 10315"/>
              <a:gd name="T5" fmla="*/ 2147483647 h 10000"/>
              <a:gd name="T6" fmla="*/ 2147483647 w 10315"/>
              <a:gd name="T7" fmla="*/ 2147483647 h 10000"/>
              <a:gd name="T8" fmla="*/ 2147483647 w 10315"/>
              <a:gd name="T9" fmla="*/ 2147483647 h 10000"/>
              <a:gd name="T10" fmla="*/ 2147483647 w 10315"/>
              <a:gd name="T11" fmla="*/ 2147483647 h 10000"/>
              <a:gd name="T12" fmla="*/ 2147483647 w 10315"/>
              <a:gd name="T13" fmla="*/ 2147483647 h 10000"/>
              <a:gd name="T14" fmla="*/ 2147483647 w 10315"/>
              <a:gd name="T15" fmla="*/ 2147483647 h 10000"/>
              <a:gd name="T16" fmla="*/ 2147483647 w 10315"/>
              <a:gd name="T17" fmla="*/ 2147483647 h 10000"/>
              <a:gd name="T18" fmla="*/ 2147483647 w 10315"/>
              <a:gd name="T19" fmla="*/ 2147483647 h 10000"/>
              <a:gd name="T20" fmla="*/ 2147483647 w 10315"/>
              <a:gd name="T21" fmla="*/ 2147483647 h 10000"/>
              <a:gd name="T22" fmla="*/ 2147483647 w 10315"/>
              <a:gd name="T23" fmla="*/ 2147483647 h 10000"/>
              <a:gd name="T24" fmla="*/ 2147483647 w 10315"/>
              <a:gd name="T25" fmla="*/ 2147483647 h 100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315"/>
              <a:gd name="T40" fmla="*/ 0 h 10000"/>
              <a:gd name="T41" fmla="*/ 10315 w 10315"/>
              <a:gd name="T42" fmla="*/ 10000 h 1000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315" h="10000">
                <a:moveTo>
                  <a:pt x="9674" y="4488"/>
                </a:moveTo>
                <a:cubicBezTo>
                  <a:pt x="8651" y="4175"/>
                  <a:pt x="4901" y="4405"/>
                  <a:pt x="3754" y="3833"/>
                </a:cubicBezTo>
                <a:cubicBezTo>
                  <a:pt x="2607" y="3261"/>
                  <a:pt x="4015" y="1645"/>
                  <a:pt x="3411" y="1026"/>
                </a:cubicBezTo>
                <a:cubicBezTo>
                  <a:pt x="2808" y="408"/>
                  <a:pt x="591" y="-284"/>
                  <a:pt x="130" y="122"/>
                </a:cubicBezTo>
                <a:cubicBezTo>
                  <a:pt x="-330" y="529"/>
                  <a:pt x="566" y="2588"/>
                  <a:pt x="648" y="3468"/>
                </a:cubicBezTo>
                <a:cubicBezTo>
                  <a:pt x="730" y="4349"/>
                  <a:pt x="648" y="4790"/>
                  <a:pt x="622" y="5408"/>
                </a:cubicBezTo>
                <a:cubicBezTo>
                  <a:pt x="595" y="6026"/>
                  <a:pt x="516" y="6617"/>
                  <a:pt x="489" y="7180"/>
                </a:cubicBezTo>
                <a:cubicBezTo>
                  <a:pt x="463" y="7741"/>
                  <a:pt x="286" y="8378"/>
                  <a:pt x="436" y="8809"/>
                </a:cubicBezTo>
                <a:cubicBezTo>
                  <a:pt x="587" y="9239"/>
                  <a:pt x="892" y="9655"/>
                  <a:pt x="1416" y="9793"/>
                </a:cubicBezTo>
                <a:cubicBezTo>
                  <a:pt x="1940" y="9932"/>
                  <a:pt x="3153" y="10248"/>
                  <a:pt x="3581" y="9642"/>
                </a:cubicBezTo>
                <a:cubicBezTo>
                  <a:pt x="4008" y="9037"/>
                  <a:pt x="3138" y="6667"/>
                  <a:pt x="3986" y="6162"/>
                </a:cubicBezTo>
                <a:cubicBezTo>
                  <a:pt x="4832" y="5655"/>
                  <a:pt x="9131" y="5984"/>
                  <a:pt x="9890" y="5711"/>
                </a:cubicBezTo>
                <a:cubicBezTo>
                  <a:pt x="10388" y="5225"/>
                  <a:pt x="10598" y="5393"/>
                  <a:pt x="9674" y="4488"/>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39939" name="Freeform 140">
            <a:extLst>
              <a:ext uri="{FF2B5EF4-FFF2-40B4-BE49-F238E27FC236}">
                <a16:creationId xmlns:a16="http://schemas.microsoft.com/office/drawing/2014/main" id="{472437B4-D177-490B-8CFC-686D95A6F3C2}"/>
              </a:ext>
            </a:extLst>
          </p:cNvPr>
          <p:cNvSpPr>
            <a:spLocks/>
          </p:cNvSpPr>
          <p:nvPr/>
        </p:nvSpPr>
        <p:spPr bwMode="auto">
          <a:xfrm rot="10800000">
            <a:off x="8724900" y="1870075"/>
            <a:ext cx="846138" cy="1593850"/>
          </a:xfrm>
          <a:custGeom>
            <a:avLst/>
            <a:gdLst>
              <a:gd name="T0" fmla="*/ 2147483647 w 10315"/>
              <a:gd name="T1" fmla="*/ 2147483647 h 10000"/>
              <a:gd name="T2" fmla="*/ 2147483647 w 10315"/>
              <a:gd name="T3" fmla="*/ 2147483647 h 10000"/>
              <a:gd name="T4" fmla="*/ 2147483647 w 10315"/>
              <a:gd name="T5" fmla="*/ 2147483647 h 10000"/>
              <a:gd name="T6" fmla="*/ 2147483647 w 10315"/>
              <a:gd name="T7" fmla="*/ 2147483647 h 10000"/>
              <a:gd name="T8" fmla="*/ 2147483647 w 10315"/>
              <a:gd name="T9" fmla="*/ 2147483647 h 10000"/>
              <a:gd name="T10" fmla="*/ 2147483647 w 10315"/>
              <a:gd name="T11" fmla="*/ 2147483647 h 10000"/>
              <a:gd name="T12" fmla="*/ 2147483647 w 10315"/>
              <a:gd name="T13" fmla="*/ 2147483647 h 10000"/>
              <a:gd name="T14" fmla="*/ 2147483647 w 10315"/>
              <a:gd name="T15" fmla="*/ 2147483647 h 10000"/>
              <a:gd name="T16" fmla="*/ 2147483647 w 10315"/>
              <a:gd name="T17" fmla="*/ 2147483647 h 10000"/>
              <a:gd name="T18" fmla="*/ 2147483647 w 10315"/>
              <a:gd name="T19" fmla="*/ 2147483647 h 10000"/>
              <a:gd name="T20" fmla="*/ 2147483647 w 10315"/>
              <a:gd name="T21" fmla="*/ 2147483647 h 10000"/>
              <a:gd name="T22" fmla="*/ 2147483647 w 10315"/>
              <a:gd name="T23" fmla="*/ 2147483647 h 10000"/>
              <a:gd name="T24" fmla="*/ 2147483647 w 10315"/>
              <a:gd name="T25" fmla="*/ 2147483647 h 100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315"/>
              <a:gd name="T40" fmla="*/ 0 h 10000"/>
              <a:gd name="T41" fmla="*/ 10315 w 10315"/>
              <a:gd name="T42" fmla="*/ 10000 h 1000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315" h="10000">
                <a:moveTo>
                  <a:pt x="9674" y="4488"/>
                </a:moveTo>
                <a:cubicBezTo>
                  <a:pt x="8651" y="4175"/>
                  <a:pt x="4901" y="4405"/>
                  <a:pt x="3754" y="3833"/>
                </a:cubicBezTo>
                <a:cubicBezTo>
                  <a:pt x="2607" y="3261"/>
                  <a:pt x="4015" y="1645"/>
                  <a:pt x="3411" y="1026"/>
                </a:cubicBezTo>
                <a:cubicBezTo>
                  <a:pt x="2808" y="408"/>
                  <a:pt x="591" y="-284"/>
                  <a:pt x="130" y="122"/>
                </a:cubicBezTo>
                <a:cubicBezTo>
                  <a:pt x="-330" y="529"/>
                  <a:pt x="566" y="2588"/>
                  <a:pt x="648" y="3468"/>
                </a:cubicBezTo>
                <a:cubicBezTo>
                  <a:pt x="730" y="4349"/>
                  <a:pt x="648" y="4790"/>
                  <a:pt x="622" y="5408"/>
                </a:cubicBezTo>
                <a:cubicBezTo>
                  <a:pt x="595" y="6026"/>
                  <a:pt x="516" y="6617"/>
                  <a:pt x="489" y="7180"/>
                </a:cubicBezTo>
                <a:cubicBezTo>
                  <a:pt x="463" y="7741"/>
                  <a:pt x="286" y="8378"/>
                  <a:pt x="436" y="8809"/>
                </a:cubicBezTo>
                <a:cubicBezTo>
                  <a:pt x="587" y="9239"/>
                  <a:pt x="892" y="9655"/>
                  <a:pt x="1416" y="9793"/>
                </a:cubicBezTo>
                <a:cubicBezTo>
                  <a:pt x="1940" y="9932"/>
                  <a:pt x="3153" y="10248"/>
                  <a:pt x="3581" y="9642"/>
                </a:cubicBezTo>
                <a:cubicBezTo>
                  <a:pt x="4008" y="9037"/>
                  <a:pt x="3138" y="6667"/>
                  <a:pt x="3986" y="6162"/>
                </a:cubicBezTo>
                <a:cubicBezTo>
                  <a:pt x="4832" y="5655"/>
                  <a:pt x="9131" y="5984"/>
                  <a:pt x="9890" y="5711"/>
                </a:cubicBezTo>
                <a:cubicBezTo>
                  <a:pt x="10388" y="5225"/>
                  <a:pt x="10598" y="5393"/>
                  <a:pt x="9674" y="4488"/>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39940" name="Freeform 140">
            <a:extLst>
              <a:ext uri="{FF2B5EF4-FFF2-40B4-BE49-F238E27FC236}">
                <a16:creationId xmlns:a16="http://schemas.microsoft.com/office/drawing/2014/main" id="{BAC5BC57-0A5D-4839-9D68-024B2896BE3C}"/>
              </a:ext>
            </a:extLst>
          </p:cNvPr>
          <p:cNvSpPr>
            <a:spLocks/>
          </p:cNvSpPr>
          <p:nvPr/>
        </p:nvSpPr>
        <p:spPr bwMode="auto">
          <a:xfrm>
            <a:off x="6689726" y="1452564"/>
            <a:ext cx="1038225" cy="1927225"/>
          </a:xfrm>
          <a:custGeom>
            <a:avLst/>
            <a:gdLst>
              <a:gd name="T0" fmla="*/ 2147483647 w 1223"/>
              <a:gd name="T1" fmla="*/ 2147483647 h 1291"/>
              <a:gd name="T2" fmla="*/ 2147483647 w 1223"/>
              <a:gd name="T3" fmla="*/ 2147483647 h 1291"/>
              <a:gd name="T4" fmla="*/ 2147483647 w 1223"/>
              <a:gd name="T5" fmla="*/ 2147483647 h 1291"/>
              <a:gd name="T6" fmla="*/ 2147483647 w 1223"/>
              <a:gd name="T7" fmla="*/ 2147483647 h 1291"/>
              <a:gd name="T8" fmla="*/ 2147483647 w 1223"/>
              <a:gd name="T9" fmla="*/ 2147483647 h 1291"/>
              <a:gd name="T10" fmla="*/ 2147483647 w 1223"/>
              <a:gd name="T11" fmla="*/ 2147483647 h 1291"/>
              <a:gd name="T12" fmla="*/ 2147483647 w 1223"/>
              <a:gd name="T13" fmla="*/ 2147483647 h 1291"/>
              <a:gd name="T14" fmla="*/ 2147483647 w 1223"/>
              <a:gd name="T15" fmla="*/ 2147483647 h 1291"/>
              <a:gd name="T16" fmla="*/ 2147483647 w 1223"/>
              <a:gd name="T17" fmla="*/ 2147483647 h 1291"/>
              <a:gd name="T18" fmla="*/ 2147483647 w 1223"/>
              <a:gd name="T19" fmla="*/ 2147483647 h 1291"/>
              <a:gd name="T20" fmla="*/ 2147483647 w 1223"/>
              <a:gd name="T21" fmla="*/ 2147483647 h 1291"/>
              <a:gd name="T22" fmla="*/ 2147483647 w 1223"/>
              <a:gd name="T23" fmla="*/ 2147483647 h 1291"/>
              <a:gd name="T24" fmla="*/ 2147483647 w 1223"/>
              <a:gd name="T25" fmla="*/ 2147483647 h 1291"/>
              <a:gd name="T26" fmla="*/ 2147483647 w 1223"/>
              <a:gd name="T27" fmla="*/ 2147483647 h 129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223"/>
              <a:gd name="T43" fmla="*/ 0 h 1291"/>
              <a:gd name="T44" fmla="*/ 1223 w 1223"/>
              <a:gd name="T45" fmla="*/ 1291 h 129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223" h="1291">
                <a:moveTo>
                  <a:pt x="1201" y="756"/>
                </a:moveTo>
                <a:cubicBezTo>
                  <a:pt x="1180" y="640"/>
                  <a:pt x="798" y="744"/>
                  <a:pt x="702" y="670"/>
                </a:cubicBezTo>
                <a:cubicBezTo>
                  <a:pt x="603" y="561"/>
                  <a:pt x="669" y="206"/>
                  <a:pt x="608" y="103"/>
                </a:cubicBezTo>
                <a:cubicBezTo>
                  <a:pt x="547" y="0"/>
                  <a:pt x="425" y="55"/>
                  <a:pt x="335" y="52"/>
                </a:cubicBezTo>
                <a:cubicBezTo>
                  <a:pt x="245" y="49"/>
                  <a:pt x="114" y="0"/>
                  <a:pt x="65" y="82"/>
                </a:cubicBezTo>
                <a:cubicBezTo>
                  <a:pt x="16" y="164"/>
                  <a:pt x="45" y="433"/>
                  <a:pt x="41" y="544"/>
                </a:cubicBezTo>
                <a:cubicBezTo>
                  <a:pt x="37" y="655"/>
                  <a:pt x="41" y="685"/>
                  <a:pt x="38" y="751"/>
                </a:cubicBezTo>
                <a:cubicBezTo>
                  <a:pt x="35" y="817"/>
                  <a:pt x="26" y="880"/>
                  <a:pt x="23" y="940"/>
                </a:cubicBezTo>
                <a:cubicBezTo>
                  <a:pt x="20" y="1000"/>
                  <a:pt x="0" y="1068"/>
                  <a:pt x="17" y="1114"/>
                </a:cubicBezTo>
                <a:cubicBezTo>
                  <a:pt x="34" y="1160"/>
                  <a:pt x="31" y="1198"/>
                  <a:pt x="128" y="1219"/>
                </a:cubicBezTo>
                <a:cubicBezTo>
                  <a:pt x="225" y="1240"/>
                  <a:pt x="509" y="1291"/>
                  <a:pt x="602" y="1243"/>
                </a:cubicBezTo>
                <a:cubicBezTo>
                  <a:pt x="695" y="1195"/>
                  <a:pt x="590" y="984"/>
                  <a:pt x="686" y="930"/>
                </a:cubicBezTo>
                <a:cubicBezTo>
                  <a:pt x="782" y="876"/>
                  <a:pt x="1091" y="945"/>
                  <a:pt x="1177" y="916"/>
                </a:cubicBezTo>
                <a:cubicBezTo>
                  <a:pt x="1208" y="864"/>
                  <a:pt x="1223" y="871"/>
                  <a:pt x="1201" y="756"/>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39941" name="Footer Placeholder 5">
            <a:extLst>
              <a:ext uri="{FF2B5EF4-FFF2-40B4-BE49-F238E27FC236}">
                <a16:creationId xmlns:a16="http://schemas.microsoft.com/office/drawing/2014/main" id="{3D0012FA-43D1-4EA8-A027-CA1A3AF93DC2}"/>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Tầng Network</a:t>
            </a:r>
          </a:p>
        </p:txBody>
      </p:sp>
      <p:sp>
        <p:nvSpPr>
          <p:cNvPr id="39942" name="Slide Number Placeholder 6">
            <a:extLst>
              <a:ext uri="{FF2B5EF4-FFF2-40B4-BE49-F238E27FC236}">
                <a16:creationId xmlns:a16="http://schemas.microsoft.com/office/drawing/2014/main" id="{334CCD45-3E89-421F-A4E9-0EFFC3B493E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4-</a:t>
            </a:r>
            <a:fld id="{CE44320F-1D7F-48E1-AA98-B0E3FE444319}" type="slidenum">
              <a:rPr lang="en-US" altLang="en-US">
                <a:latin typeface="Tahoma" panose="020B0604030504040204" pitchFamily="34" charset="0"/>
              </a:rPr>
              <a:pPr/>
              <a:t>38</a:t>
            </a:fld>
            <a:endParaRPr lang="en-US" altLang="en-US">
              <a:latin typeface="Tahoma" panose="020B0604030504040204" pitchFamily="34" charset="0"/>
            </a:endParaRPr>
          </a:p>
        </p:txBody>
      </p:sp>
      <p:sp>
        <p:nvSpPr>
          <p:cNvPr id="39943" name="Rectangle 2">
            <a:extLst>
              <a:ext uri="{FF2B5EF4-FFF2-40B4-BE49-F238E27FC236}">
                <a16:creationId xmlns:a16="http://schemas.microsoft.com/office/drawing/2014/main" id="{79905772-E45C-4EF7-8154-71D787E24695}"/>
              </a:ext>
            </a:extLst>
          </p:cNvPr>
          <p:cNvSpPr>
            <a:spLocks noGrp="1" noChangeArrowheads="1"/>
          </p:cNvSpPr>
          <p:nvPr>
            <p:ph type="title"/>
          </p:nvPr>
        </p:nvSpPr>
        <p:spPr>
          <a:xfrm>
            <a:off x="2057400" y="230188"/>
            <a:ext cx="7772400" cy="952500"/>
          </a:xfrm>
        </p:spPr>
        <p:txBody>
          <a:bodyPr/>
          <a:lstStyle/>
          <a:p>
            <a:r>
              <a:rPr lang="en-US" altLang="en-US" sz="4000" dirty="0" err="1">
                <a:ea typeface="ＭＳ Ｐゴシック" panose="020B0600070205080204" pitchFamily="34" charset="-128"/>
              </a:rPr>
              <a:t>Định</a:t>
            </a:r>
            <a:r>
              <a:rPr lang="en-US" altLang="en-US" sz="4000" dirty="0">
                <a:ea typeface="ＭＳ Ｐゴシック" panose="020B0600070205080204" pitchFamily="34" charset="-128"/>
              </a:rPr>
              <a:t> </a:t>
            </a:r>
            <a:r>
              <a:rPr lang="en-US" altLang="en-US" sz="4000" dirty="0" err="1">
                <a:ea typeface="ＭＳ Ｐゴシック" panose="020B0600070205080204" pitchFamily="34" charset="-128"/>
              </a:rPr>
              <a:t>địa</a:t>
            </a:r>
            <a:r>
              <a:rPr lang="en-US" altLang="en-US" sz="4000" dirty="0">
                <a:ea typeface="ＭＳ Ｐゴシック" panose="020B0600070205080204" pitchFamily="34" charset="-128"/>
              </a:rPr>
              <a:t> </a:t>
            </a:r>
            <a:r>
              <a:rPr lang="en-US" altLang="en-US" sz="4000" dirty="0" err="1">
                <a:ea typeface="ＭＳ Ｐゴシック" panose="020B0600070205080204" pitchFamily="34" charset="-128"/>
              </a:rPr>
              <a:t>chỉ</a:t>
            </a:r>
            <a:r>
              <a:rPr lang="en-US" altLang="en-US" sz="4000" dirty="0">
                <a:ea typeface="ＭＳ Ｐゴシック" panose="020B0600070205080204" pitchFamily="34" charset="-128"/>
              </a:rPr>
              <a:t> IP: </a:t>
            </a:r>
            <a:r>
              <a:rPr lang="en-US" altLang="en-US" sz="4000" dirty="0" err="1">
                <a:ea typeface="ＭＳ Ｐゴシック" panose="020B0600070205080204" pitchFamily="34" charset="-128"/>
              </a:rPr>
              <a:t>giới</a:t>
            </a:r>
            <a:r>
              <a:rPr lang="en-US" altLang="en-US" sz="4000" dirty="0">
                <a:ea typeface="ＭＳ Ｐゴシック" panose="020B0600070205080204" pitchFamily="34" charset="-128"/>
              </a:rPr>
              <a:t> </a:t>
            </a:r>
            <a:r>
              <a:rPr lang="en-US" altLang="en-US" sz="4000" dirty="0" err="1">
                <a:ea typeface="ＭＳ Ｐゴシック" panose="020B0600070205080204" pitchFamily="34" charset="-128"/>
              </a:rPr>
              <a:t>thiệu</a:t>
            </a:r>
            <a:endParaRPr lang="en-US" altLang="en-US" dirty="0">
              <a:ea typeface="ＭＳ Ｐゴシック" panose="020B0600070205080204" pitchFamily="34" charset="-128"/>
            </a:endParaRPr>
          </a:p>
        </p:txBody>
      </p:sp>
      <p:sp>
        <p:nvSpPr>
          <p:cNvPr id="39944" name="Rectangle 3">
            <a:extLst>
              <a:ext uri="{FF2B5EF4-FFF2-40B4-BE49-F238E27FC236}">
                <a16:creationId xmlns:a16="http://schemas.microsoft.com/office/drawing/2014/main" id="{5F62F2AC-0619-4D51-89C7-F6FC9471C8AE}"/>
              </a:ext>
            </a:extLst>
          </p:cNvPr>
          <p:cNvSpPr>
            <a:spLocks noGrp="1" noChangeArrowheads="1"/>
          </p:cNvSpPr>
          <p:nvPr>
            <p:ph type="body" sz="half" idx="1"/>
          </p:nvPr>
        </p:nvSpPr>
        <p:spPr>
          <a:xfrm>
            <a:off x="2000250" y="1444625"/>
            <a:ext cx="3695700" cy="4648200"/>
          </a:xfrm>
        </p:spPr>
        <p:txBody>
          <a:bodyPr>
            <a:normAutofit fontScale="92500" lnSpcReduction="10000"/>
          </a:bodyPr>
          <a:lstStyle/>
          <a:p>
            <a:r>
              <a:rPr lang="en-US" altLang="en-US" i="1">
                <a:solidFill>
                  <a:srgbClr val="CC0000"/>
                </a:solidFill>
                <a:latin typeface="Comic Sans MS" panose="030F0702030302020204" pitchFamily="66" charset="0"/>
                <a:ea typeface="ＭＳ Ｐゴシック" panose="020B0600070205080204" pitchFamily="34" charset="-128"/>
              </a:rPr>
              <a:t>Địa chỉ IP:</a:t>
            </a:r>
            <a:r>
              <a:rPr lang="en-US" altLang="en-US" sz="2400">
                <a:latin typeface="Comic Sans MS" panose="030F0702030302020204" pitchFamily="66" charset="0"/>
                <a:ea typeface="ＭＳ Ｐゴシック" panose="020B0600070205080204" pitchFamily="34" charset="-128"/>
              </a:rPr>
              <a:t> 32-bit nhận dạng cho host, router </a:t>
            </a:r>
            <a:r>
              <a:rPr lang="en-US" altLang="en-US" sz="2400" i="1">
                <a:latin typeface="Comic Sans MS" panose="030F0702030302020204" pitchFamily="66" charset="0"/>
                <a:ea typeface="ＭＳ Ｐゴシック" panose="020B0600070205080204" pitchFamily="34" charset="-128"/>
              </a:rPr>
              <a:t>interface</a:t>
            </a:r>
            <a:r>
              <a:rPr lang="en-US" altLang="en-US" sz="2400">
                <a:latin typeface="Comic Sans MS" panose="030F0702030302020204" pitchFamily="66" charset="0"/>
                <a:ea typeface="ＭＳ Ｐゴシック" panose="020B0600070205080204" pitchFamily="34" charset="-128"/>
              </a:rPr>
              <a:t> </a:t>
            </a:r>
          </a:p>
          <a:p>
            <a:r>
              <a:rPr lang="en-US" altLang="en-US" i="1">
                <a:solidFill>
                  <a:srgbClr val="CC0000"/>
                </a:solidFill>
                <a:latin typeface="Comic Sans MS" panose="030F0702030302020204" pitchFamily="66" charset="0"/>
                <a:ea typeface="ＭＳ Ｐゴシック" panose="020B0600070205080204" pitchFamily="34" charset="-128"/>
              </a:rPr>
              <a:t>interface:</a:t>
            </a:r>
            <a:r>
              <a:rPr lang="en-US" altLang="en-US" sz="2400">
                <a:latin typeface="Comic Sans MS" panose="030F0702030302020204" pitchFamily="66" charset="0"/>
                <a:ea typeface="ＭＳ Ｐゴシック" panose="020B0600070205080204" pitchFamily="34" charset="-128"/>
              </a:rPr>
              <a:t> kết nối giữa host/router và đường link vật lý</a:t>
            </a:r>
          </a:p>
          <a:p>
            <a:pPr lvl="1"/>
            <a:r>
              <a:rPr lang="en-US" altLang="en-US" sz="2000">
                <a:latin typeface="Comic Sans MS" panose="030F0702030302020204" pitchFamily="66" charset="0"/>
                <a:ea typeface="ＭＳ Ｐゴシック" panose="020B0600070205080204" pitchFamily="34" charset="-128"/>
              </a:rPr>
              <a:t>Router</a:t>
            </a:r>
            <a:r>
              <a:rPr lang="en-AU" altLang="ja-JP" sz="2000">
                <a:latin typeface="Comic Sans MS" panose="030F0702030302020204" pitchFamily="66" charset="0"/>
                <a:ea typeface="ＭＳ Ｐゴシック" panose="020B0600070205080204" pitchFamily="34" charset="-128"/>
              </a:rPr>
              <a:t> thường có nhiều interface</a:t>
            </a:r>
            <a:endParaRPr lang="en-US" altLang="ja-JP" sz="2000">
              <a:latin typeface="Comic Sans MS" panose="030F0702030302020204" pitchFamily="66" charset="0"/>
              <a:ea typeface="ＭＳ Ｐゴシック" panose="020B0600070205080204" pitchFamily="34" charset="-128"/>
            </a:endParaRPr>
          </a:p>
          <a:p>
            <a:pPr lvl="1"/>
            <a:r>
              <a:rPr lang="en-US" altLang="en-US" sz="2000">
                <a:latin typeface="Comic Sans MS" panose="030F0702030302020204" pitchFamily="66" charset="0"/>
                <a:ea typeface="ＭＳ Ｐゴシック" panose="020B0600070205080204" pitchFamily="34" charset="-128"/>
              </a:rPr>
              <a:t>host thường có 1 hoặc 2 interface (ví dụ wired Ethernet, wireless 802.11)</a:t>
            </a:r>
          </a:p>
          <a:p>
            <a:r>
              <a:rPr lang="en-US" altLang="en-US" sz="2400" i="1">
                <a:solidFill>
                  <a:srgbClr val="CC0000"/>
                </a:solidFill>
                <a:latin typeface="Comic Sans MS" panose="030F0702030302020204" pitchFamily="66" charset="0"/>
                <a:ea typeface="ＭＳ Ｐゴシック" panose="020B0600070205080204" pitchFamily="34" charset="-128"/>
              </a:rPr>
              <a:t>Mỗi địa chỉ IP được liên kết với mỗi interface</a:t>
            </a:r>
          </a:p>
        </p:txBody>
      </p:sp>
      <p:sp>
        <p:nvSpPr>
          <p:cNvPr id="39945" name="Text Box 26">
            <a:extLst>
              <a:ext uri="{FF2B5EF4-FFF2-40B4-BE49-F238E27FC236}">
                <a16:creationId xmlns:a16="http://schemas.microsoft.com/office/drawing/2014/main" id="{6FAD15AF-DF92-4827-BFB7-216FBBD8671D}"/>
              </a:ext>
            </a:extLst>
          </p:cNvPr>
          <p:cNvSpPr txBox="1">
            <a:spLocks noChangeArrowheads="1"/>
          </p:cNvSpPr>
          <p:nvPr/>
        </p:nvSpPr>
        <p:spPr bwMode="auto">
          <a:xfrm>
            <a:off x="6072188" y="1282701"/>
            <a:ext cx="825500"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200"/>
              <a:t>223.1.1.1</a:t>
            </a:r>
            <a:endParaRPr lang="en-US" altLang="en-US" sz="1200">
              <a:latin typeface="Comic Sans MS" panose="030F0702030302020204" pitchFamily="66" charset="0"/>
            </a:endParaRPr>
          </a:p>
        </p:txBody>
      </p:sp>
      <p:grpSp>
        <p:nvGrpSpPr>
          <p:cNvPr id="39946" name="Group 27">
            <a:extLst>
              <a:ext uri="{FF2B5EF4-FFF2-40B4-BE49-F238E27FC236}">
                <a16:creationId xmlns:a16="http://schemas.microsoft.com/office/drawing/2014/main" id="{0CC95079-F0FA-4017-A4A8-B74BCB8D3148}"/>
              </a:ext>
            </a:extLst>
          </p:cNvPr>
          <p:cNvGrpSpPr>
            <a:grpSpLocks/>
          </p:cNvGrpSpPr>
          <p:nvPr/>
        </p:nvGrpSpPr>
        <p:grpSpPr bwMode="auto">
          <a:xfrm>
            <a:off x="5338763" y="2243139"/>
            <a:ext cx="920750" cy="276225"/>
            <a:chOff x="3251" y="608"/>
            <a:chExt cx="580" cy="174"/>
          </a:xfrm>
        </p:grpSpPr>
        <p:sp>
          <p:nvSpPr>
            <p:cNvPr id="40007" name="Rectangle 28">
              <a:extLst>
                <a:ext uri="{FF2B5EF4-FFF2-40B4-BE49-F238E27FC236}">
                  <a16:creationId xmlns:a16="http://schemas.microsoft.com/office/drawing/2014/main" id="{B69991A8-C04B-448C-AF2B-4B8055112F5C}"/>
                </a:ext>
              </a:extLst>
            </p:cNvPr>
            <p:cNvSpPr>
              <a:spLocks noChangeArrowheads="1"/>
            </p:cNvSpPr>
            <p:nvPr/>
          </p:nvSpPr>
          <p:spPr bwMode="auto">
            <a:xfrm>
              <a:off x="3306" y="657"/>
              <a:ext cx="525" cy="11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1200"/>
            </a:p>
          </p:txBody>
        </p:sp>
        <p:sp>
          <p:nvSpPr>
            <p:cNvPr id="40008" name="Text Box 29">
              <a:extLst>
                <a:ext uri="{FF2B5EF4-FFF2-40B4-BE49-F238E27FC236}">
                  <a16:creationId xmlns:a16="http://schemas.microsoft.com/office/drawing/2014/main" id="{4961076E-880E-435A-9B24-EC3E33D12F60}"/>
                </a:ext>
              </a:extLst>
            </p:cNvPr>
            <p:cNvSpPr txBox="1">
              <a:spLocks noChangeArrowheads="1"/>
            </p:cNvSpPr>
            <p:nvPr/>
          </p:nvSpPr>
          <p:spPr bwMode="auto">
            <a:xfrm>
              <a:off x="3251" y="608"/>
              <a:ext cx="521"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200"/>
                <a:t>223.1.1.2</a:t>
              </a:r>
              <a:endParaRPr lang="en-US" altLang="en-US" sz="1200">
                <a:latin typeface="Comic Sans MS" panose="030F0702030302020204" pitchFamily="66" charset="0"/>
              </a:endParaRPr>
            </a:p>
          </p:txBody>
        </p:sp>
      </p:grpSp>
      <p:sp>
        <p:nvSpPr>
          <p:cNvPr id="39947" name="Text Box 30">
            <a:extLst>
              <a:ext uri="{FF2B5EF4-FFF2-40B4-BE49-F238E27FC236}">
                <a16:creationId xmlns:a16="http://schemas.microsoft.com/office/drawing/2014/main" id="{32A9D88F-6475-4683-A789-B0FA53FA66ED}"/>
              </a:ext>
            </a:extLst>
          </p:cNvPr>
          <p:cNvSpPr txBox="1">
            <a:spLocks noChangeArrowheads="1"/>
          </p:cNvSpPr>
          <p:nvPr/>
        </p:nvSpPr>
        <p:spPr bwMode="auto">
          <a:xfrm>
            <a:off x="6176964" y="3238501"/>
            <a:ext cx="82708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200"/>
              <a:t>223.1.1.3</a:t>
            </a:r>
            <a:endParaRPr lang="en-US" altLang="en-US" sz="1200">
              <a:latin typeface="Comic Sans MS" panose="030F0702030302020204" pitchFamily="66" charset="0"/>
            </a:endParaRPr>
          </a:p>
        </p:txBody>
      </p:sp>
      <p:sp>
        <p:nvSpPr>
          <p:cNvPr id="39948" name="Text Box 31">
            <a:extLst>
              <a:ext uri="{FF2B5EF4-FFF2-40B4-BE49-F238E27FC236}">
                <a16:creationId xmlns:a16="http://schemas.microsoft.com/office/drawing/2014/main" id="{29142B1B-E022-46F2-9F40-5C6EC717255B}"/>
              </a:ext>
            </a:extLst>
          </p:cNvPr>
          <p:cNvSpPr txBox="1">
            <a:spLocks noChangeArrowheads="1"/>
          </p:cNvSpPr>
          <p:nvPr/>
        </p:nvSpPr>
        <p:spPr bwMode="auto">
          <a:xfrm>
            <a:off x="7277100" y="2368551"/>
            <a:ext cx="82708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200"/>
              <a:t>223.1.1.4</a:t>
            </a:r>
            <a:endParaRPr lang="en-US" altLang="en-US" sz="1200">
              <a:latin typeface="Comic Sans MS" panose="030F0702030302020204" pitchFamily="66" charset="0"/>
            </a:endParaRPr>
          </a:p>
        </p:txBody>
      </p:sp>
      <p:sp>
        <p:nvSpPr>
          <p:cNvPr id="39949" name="Line 32">
            <a:extLst>
              <a:ext uri="{FF2B5EF4-FFF2-40B4-BE49-F238E27FC236}">
                <a16:creationId xmlns:a16="http://schemas.microsoft.com/office/drawing/2014/main" id="{9FFF8F9B-9345-4CAB-A60F-C452BB27213F}"/>
              </a:ext>
            </a:extLst>
          </p:cNvPr>
          <p:cNvSpPr>
            <a:spLocks noChangeShapeType="1"/>
          </p:cNvSpPr>
          <p:nvPr/>
        </p:nvSpPr>
        <p:spPr bwMode="auto">
          <a:xfrm>
            <a:off x="8378826" y="2668588"/>
            <a:ext cx="581025" cy="476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950" name="Text Box 33">
            <a:extLst>
              <a:ext uri="{FF2B5EF4-FFF2-40B4-BE49-F238E27FC236}">
                <a16:creationId xmlns:a16="http://schemas.microsoft.com/office/drawing/2014/main" id="{9D0C065A-3BE4-496A-B6E3-239ECD8473CE}"/>
              </a:ext>
            </a:extLst>
          </p:cNvPr>
          <p:cNvSpPr txBox="1">
            <a:spLocks noChangeArrowheads="1"/>
          </p:cNvSpPr>
          <p:nvPr/>
        </p:nvSpPr>
        <p:spPr bwMode="auto">
          <a:xfrm>
            <a:off x="8253414" y="2378076"/>
            <a:ext cx="827087"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200"/>
              <a:t>223.1.2.9</a:t>
            </a:r>
            <a:endParaRPr lang="en-US" altLang="en-US" sz="1200">
              <a:latin typeface="Comic Sans MS" panose="030F0702030302020204" pitchFamily="66" charset="0"/>
            </a:endParaRPr>
          </a:p>
        </p:txBody>
      </p:sp>
      <p:sp>
        <p:nvSpPr>
          <p:cNvPr id="39951" name="Line 36">
            <a:extLst>
              <a:ext uri="{FF2B5EF4-FFF2-40B4-BE49-F238E27FC236}">
                <a16:creationId xmlns:a16="http://schemas.microsoft.com/office/drawing/2014/main" id="{C18C923E-DD04-410C-8988-4524C86960FB}"/>
              </a:ext>
            </a:extLst>
          </p:cNvPr>
          <p:cNvSpPr>
            <a:spLocks noChangeShapeType="1"/>
          </p:cNvSpPr>
          <p:nvPr/>
        </p:nvSpPr>
        <p:spPr bwMode="auto">
          <a:xfrm>
            <a:off x="9402763" y="1978025"/>
            <a:ext cx="234950" cy="63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952" name="Line 38">
            <a:extLst>
              <a:ext uri="{FF2B5EF4-FFF2-40B4-BE49-F238E27FC236}">
                <a16:creationId xmlns:a16="http://schemas.microsoft.com/office/drawing/2014/main" id="{67BE9622-CCBA-4455-971C-DF06F552CB3A}"/>
              </a:ext>
            </a:extLst>
          </p:cNvPr>
          <p:cNvSpPr>
            <a:spLocks noChangeShapeType="1"/>
          </p:cNvSpPr>
          <p:nvPr/>
        </p:nvSpPr>
        <p:spPr bwMode="auto">
          <a:xfrm>
            <a:off x="9402763" y="3249613"/>
            <a:ext cx="234950" cy="63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953" name="Text Box 41">
            <a:extLst>
              <a:ext uri="{FF2B5EF4-FFF2-40B4-BE49-F238E27FC236}">
                <a16:creationId xmlns:a16="http://schemas.microsoft.com/office/drawing/2014/main" id="{44B1F0CD-8E35-4A6D-8DA0-375991FDFC3E}"/>
              </a:ext>
            </a:extLst>
          </p:cNvPr>
          <p:cNvSpPr txBox="1">
            <a:spLocks noChangeArrowheads="1"/>
          </p:cNvSpPr>
          <p:nvPr/>
        </p:nvSpPr>
        <p:spPr bwMode="auto">
          <a:xfrm>
            <a:off x="8982075" y="3349626"/>
            <a:ext cx="82708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200"/>
              <a:t>223.1.2.2</a:t>
            </a:r>
            <a:endParaRPr lang="en-US" altLang="en-US" sz="1200">
              <a:latin typeface="Comic Sans MS" panose="030F0702030302020204" pitchFamily="66" charset="0"/>
            </a:endParaRPr>
          </a:p>
        </p:txBody>
      </p:sp>
      <p:sp>
        <p:nvSpPr>
          <p:cNvPr id="39954" name="Text Box 44">
            <a:extLst>
              <a:ext uri="{FF2B5EF4-FFF2-40B4-BE49-F238E27FC236}">
                <a16:creationId xmlns:a16="http://schemas.microsoft.com/office/drawing/2014/main" id="{09441FB3-8665-4586-A77B-9603DD091A96}"/>
              </a:ext>
            </a:extLst>
          </p:cNvPr>
          <p:cNvSpPr txBox="1">
            <a:spLocks noChangeArrowheads="1"/>
          </p:cNvSpPr>
          <p:nvPr/>
        </p:nvSpPr>
        <p:spPr bwMode="auto">
          <a:xfrm>
            <a:off x="8774114" y="1743076"/>
            <a:ext cx="82708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200"/>
              <a:t>223.1.2.1</a:t>
            </a:r>
            <a:endParaRPr lang="en-US" altLang="en-US" sz="1200">
              <a:latin typeface="Comic Sans MS" panose="030F0702030302020204" pitchFamily="66" charset="0"/>
            </a:endParaRPr>
          </a:p>
        </p:txBody>
      </p:sp>
      <p:sp>
        <p:nvSpPr>
          <p:cNvPr id="39955" name="Line 45">
            <a:extLst>
              <a:ext uri="{FF2B5EF4-FFF2-40B4-BE49-F238E27FC236}">
                <a16:creationId xmlns:a16="http://schemas.microsoft.com/office/drawing/2014/main" id="{5CAB1087-4262-4D10-AC5E-8D2D46FC6A90}"/>
              </a:ext>
            </a:extLst>
          </p:cNvPr>
          <p:cNvSpPr>
            <a:spLocks noChangeShapeType="1"/>
          </p:cNvSpPr>
          <p:nvPr/>
        </p:nvSpPr>
        <p:spPr bwMode="auto">
          <a:xfrm>
            <a:off x="8140700" y="3006725"/>
            <a:ext cx="0" cy="75723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956" name="Line 47">
            <a:extLst>
              <a:ext uri="{FF2B5EF4-FFF2-40B4-BE49-F238E27FC236}">
                <a16:creationId xmlns:a16="http://schemas.microsoft.com/office/drawing/2014/main" id="{793254DB-C81D-4C7C-8913-558A7404C12A}"/>
              </a:ext>
            </a:extLst>
          </p:cNvPr>
          <p:cNvSpPr>
            <a:spLocks noChangeShapeType="1"/>
          </p:cNvSpPr>
          <p:nvPr/>
        </p:nvSpPr>
        <p:spPr bwMode="auto">
          <a:xfrm flipH="1" flipV="1">
            <a:off x="7527926" y="4279900"/>
            <a:ext cx="3175" cy="2413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957" name="Line 48">
            <a:extLst>
              <a:ext uri="{FF2B5EF4-FFF2-40B4-BE49-F238E27FC236}">
                <a16:creationId xmlns:a16="http://schemas.microsoft.com/office/drawing/2014/main" id="{69857D24-B78F-4FF2-9C6D-659BAFA0CC40}"/>
              </a:ext>
            </a:extLst>
          </p:cNvPr>
          <p:cNvSpPr>
            <a:spLocks noChangeShapeType="1"/>
          </p:cNvSpPr>
          <p:nvPr/>
        </p:nvSpPr>
        <p:spPr bwMode="auto">
          <a:xfrm flipH="1" flipV="1">
            <a:off x="8704264" y="4284663"/>
            <a:ext cx="3175" cy="2413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958" name="Text Box 53">
            <a:extLst>
              <a:ext uri="{FF2B5EF4-FFF2-40B4-BE49-F238E27FC236}">
                <a16:creationId xmlns:a16="http://schemas.microsoft.com/office/drawing/2014/main" id="{B853B016-92BC-4A01-A60C-612CADDFE610}"/>
              </a:ext>
            </a:extLst>
          </p:cNvPr>
          <p:cNvSpPr txBox="1">
            <a:spLocks noChangeArrowheads="1"/>
          </p:cNvSpPr>
          <p:nvPr/>
        </p:nvSpPr>
        <p:spPr bwMode="auto">
          <a:xfrm>
            <a:off x="8736014" y="4344989"/>
            <a:ext cx="82708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200"/>
              <a:t>223.1.3.2</a:t>
            </a:r>
            <a:endParaRPr lang="en-US" altLang="en-US" sz="1200">
              <a:latin typeface="Comic Sans MS" panose="030F0702030302020204" pitchFamily="66" charset="0"/>
            </a:endParaRPr>
          </a:p>
        </p:txBody>
      </p:sp>
      <p:sp>
        <p:nvSpPr>
          <p:cNvPr id="39959" name="Text Box 56">
            <a:extLst>
              <a:ext uri="{FF2B5EF4-FFF2-40B4-BE49-F238E27FC236}">
                <a16:creationId xmlns:a16="http://schemas.microsoft.com/office/drawing/2014/main" id="{2F674EBC-6C7E-481B-9137-694C1F37A392}"/>
              </a:ext>
            </a:extLst>
          </p:cNvPr>
          <p:cNvSpPr txBox="1">
            <a:spLocks noChangeArrowheads="1"/>
          </p:cNvSpPr>
          <p:nvPr/>
        </p:nvSpPr>
        <p:spPr bwMode="auto">
          <a:xfrm>
            <a:off x="7493000" y="4349751"/>
            <a:ext cx="827088"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200"/>
              <a:t>223.1.3.1</a:t>
            </a:r>
            <a:endParaRPr lang="en-US" altLang="en-US" sz="1200">
              <a:latin typeface="Comic Sans MS" panose="030F0702030302020204" pitchFamily="66" charset="0"/>
            </a:endParaRPr>
          </a:p>
        </p:txBody>
      </p:sp>
      <p:grpSp>
        <p:nvGrpSpPr>
          <p:cNvPr id="39960" name="Group 57">
            <a:extLst>
              <a:ext uri="{FF2B5EF4-FFF2-40B4-BE49-F238E27FC236}">
                <a16:creationId xmlns:a16="http://schemas.microsoft.com/office/drawing/2014/main" id="{7DA69FAF-9E06-4BDE-A6C6-4EFE68B60575}"/>
              </a:ext>
            </a:extLst>
          </p:cNvPr>
          <p:cNvGrpSpPr>
            <a:grpSpLocks/>
          </p:cNvGrpSpPr>
          <p:nvPr/>
        </p:nvGrpSpPr>
        <p:grpSpPr bwMode="auto">
          <a:xfrm>
            <a:off x="7637464" y="3101976"/>
            <a:ext cx="935037" cy="276225"/>
            <a:chOff x="4532" y="1229"/>
            <a:chExt cx="589" cy="174"/>
          </a:xfrm>
        </p:grpSpPr>
        <p:sp>
          <p:nvSpPr>
            <p:cNvPr id="40005" name="Rectangle 58">
              <a:extLst>
                <a:ext uri="{FF2B5EF4-FFF2-40B4-BE49-F238E27FC236}">
                  <a16:creationId xmlns:a16="http://schemas.microsoft.com/office/drawing/2014/main" id="{11BA88D4-38EA-403B-9D60-EA4B16046206}"/>
                </a:ext>
              </a:extLst>
            </p:cNvPr>
            <p:cNvSpPr>
              <a:spLocks noChangeArrowheads="1"/>
            </p:cNvSpPr>
            <p:nvPr/>
          </p:nvSpPr>
          <p:spPr bwMode="auto">
            <a:xfrm>
              <a:off x="4587" y="1284"/>
              <a:ext cx="534" cy="11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1200"/>
            </a:p>
          </p:txBody>
        </p:sp>
        <p:sp>
          <p:nvSpPr>
            <p:cNvPr id="40006" name="Text Box 59">
              <a:extLst>
                <a:ext uri="{FF2B5EF4-FFF2-40B4-BE49-F238E27FC236}">
                  <a16:creationId xmlns:a16="http://schemas.microsoft.com/office/drawing/2014/main" id="{7135F03C-E4FB-498D-9F13-349ED70E962E}"/>
                </a:ext>
              </a:extLst>
            </p:cNvPr>
            <p:cNvSpPr txBox="1">
              <a:spLocks noChangeArrowheads="1"/>
            </p:cNvSpPr>
            <p:nvPr/>
          </p:nvSpPr>
          <p:spPr bwMode="auto">
            <a:xfrm>
              <a:off x="4532" y="1229"/>
              <a:ext cx="575"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200"/>
                <a:t>223.1.3.27</a:t>
              </a:r>
              <a:endParaRPr lang="en-US" altLang="en-US" sz="1200">
                <a:latin typeface="Comic Sans MS" panose="030F0702030302020204" pitchFamily="66" charset="0"/>
              </a:endParaRPr>
            </a:p>
          </p:txBody>
        </p:sp>
      </p:grpSp>
      <p:sp>
        <p:nvSpPr>
          <p:cNvPr id="39961" name="Text Box 60">
            <a:extLst>
              <a:ext uri="{FF2B5EF4-FFF2-40B4-BE49-F238E27FC236}">
                <a16:creationId xmlns:a16="http://schemas.microsoft.com/office/drawing/2014/main" id="{A526C755-E3E2-41EB-B433-0A3F87B4724B}"/>
              </a:ext>
            </a:extLst>
          </p:cNvPr>
          <p:cNvSpPr txBox="1">
            <a:spLocks noChangeArrowheads="1"/>
          </p:cNvSpPr>
          <p:nvPr/>
        </p:nvSpPr>
        <p:spPr bwMode="auto">
          <a:xfrm>
            <a:off x="5508625" y="5341938"/>
            <a:ext cx="50434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600"/>
              <a:t>223.1.1.1 = 11011111 00000001 00000001 00000001</a:t>
            </a:r>
            <a:endParaRPr lang="en-US" altLang="en-US">
              <a:latin typeface="Comic Sans MS" panose="030F0702030302020204" pitchFamily="66" charset="0"/>
            </a:endParaRPr>
          </a:p>
        </p:txBody>
      </p:sp>
      <p:sp>
        <p:nvSpPr>
          <p:cNvPr id="39962" name="Freeform 61">
            <a:extLst>
              <a:ext uri="{FF2B5EF4-FFF2-40B4-BE49-F238E27FC236}">
                <a16:creationId xmlns:a16="http://schemas.microsoft.com/office/drawing/2014/main" id="{391432D7-BEA0-49A4-9BA1-EDE7955D758B}"/>
              </a:ext>
            </a:extLst>
          </p:cNvPr>
          <p:cNvSpPr>
            <a:spLocks/>
          </p:cNvSpPr>
          <p:nvPr/>
        </p:nvSpPr>
        <p:spPr bwMode="auto">
          <a:xfrm>
            <a:off x="6686551" y="5597526"/>
            <a:ext cx="892175" cy="92075"/>
          </a:xfrm>
          <a:custGeom>
            <a:avLst/>
            <a:gdLst>
              <a:gd name="T0" fmla="*/ 0 w 562"/>
              <a:gd name="T1" fmla="*/ 0 h 58"/>
              <a:gd name="T2" fmla="*/ 0 w 562"/>
              <a:gd name="T3" fmla="*/ 2147483647 h 58"/>
              <a:gd name="T4" fmla="*/ 2147483647 w 562"/>
              <a:gd name="T5" fmla="*/ 2147483647 h 58"/>
              <a:gd name="T6" fmla="*/ 2147483647 w 562"/>
              <a:gd name="T7" fmla="*/ 2147483647 h 58"/>
              <a:gd name="T8" fmla="*/ 0 60000 65536"/>
              <a:gd name="T9" fmla="*/ 0 60000 65536"/>
              <a:gd name="T10" fmla="*/ 0 60000 65536"/>
              <a:gd name="T11" fmla="*/ 0 60000 65536"/>
              <a:gd name="T12" fmla="*/ 0 w 562"/>
              <a:gd name="T13" fmla="*/ 0 h 58"/>
              <a:gd name="T14" fmla="*/ 562 w 562"/>
              <a:gd name="T15" fmla="*/ 58 h 58"/>
            </a:gdLst>
            <a:ahLst/>
            <a:cxnLst>
              <a:cxn ang="T8">
                <a:pos x="T0" y="T1"/>
              </a:cxn>
              <a:cxn ang="T9">
                <a:pos x="T2" y="T3"/>
              </a:cxn>
              <a:cxn ang="T10">
                <a:pos x="T4" y="T5"/>
              </a:cxn>
              <a:cxn ang="T11">
                <a:pos x="T6" y="T7"/>
              </a:cxn>
            </a:cxnLst>
            <a:rect l="T12" t="T13" r="T14" b="T15"/>
            <a:pathLst>
              <a:path w="562" h="58">
                <a:moveTo>
                  <a:pt x="0" y="0"/>
                </a:moveTo>
                <a:lnTo>
                  <a:pt x="0" y="58"/>
                </a:lnTo>
                <a:lnTo>
                  <a:pt x="562" y="58"/>
                </a:lnTo>
                <a:lnTo>
                  <a:pt x="562" y="16"/>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39963" name="Freeform 62">
            <a:extLst>
              <a:ext uri="{FF2B5EF4-FFF2-40B4-BE49-F238E27FC236}">
                <a16:creationId xmlns:a16="http://schemas.microsoft.com/office/drawing/2014/main" id="{EBFD9499-59D2-433D-A83B-7C1BBF500D60}"/>
              </a:ext>
            </a:extLst>
          </p:cNvPr>
          <p:cNvSpPr>
            <a:spLocks/>
          </p:cNvSpPr>
          <p:nvPr/>
        </p:nvSpPr>
        <p:spPr bwMode="auto">
          <a:xfrm>
            <a:off x="7648576" y="5616576"/>
            <a:ext cx="892175" cy="79375"/>
          </a:xfrm>
          <a:custGeom>
            <a:avLst/>
            <a:gdLst>
              <a:gd name="T0" fmla="*/ 0 w 562"/>
              <a:gd name="T1" fmla="*/ 0 h 50"/>
              <a:gd name="T2" fmla="*/ 0 w 562"/>
              <a:gd name="T3" fmla="*/ 2147483647 h 50"/>
              <a:gd name="T4" fmla="*/ 2147483647 w 562"/>
              <a:gd name="T5" fmla="*/ 2147483647 h 50"/>
              <a:gd name="T6" fmla="*/ 2147483647 w 562"/>
              <a:gd name="T7" fmla="*/ 2147483647 h 50"/>
              <a:gd name="T8" fmla="*/ 0 60000 65536"/>
              <a:gd name="T9" fmla="*/ 0 60000 65536"/>
              <a:gd name="T10" fmla="*/ 0 60000 65536"/>
              <a:gd name="T11" fmla="*/ 0 60000 65536"/>
              <a:gd name="T12" fmla="*/ 0 w 562"/>
              <a:gd name="T13" fmla="*/ 0 h 50"/>
              <a:gd name="T14" fmla="*/ 562 w 562"/>
              <a:gd name="T15" fmla="*/ 50 h 50"/>
            </a:gdLst>
            <a:ahLst/>
            <a:cxnLst>
              <a:cxn ang="T8">
                <a:pos x="T0" y="T1"/>
              </a:cxn>
              <a:cxn ang="T9">
                <a:pos x="T2" y="T3"/>
              </a:cxn>
              <a:cxn ang="T10">
                <a:pos x="T4" y="T5"/>
              </a:cxn>
              <a:cxn ang="T11">
                <a:pos x="T6" y="T7"/>
              </a:cxn>
            </a:cxnLst>
            <a:rect l="T12" t="T13" r="T14" b="T15"/>
            <a:pathLst>
              <a:path w="562" h="50">
                <a:moveTo>
                  <a:pt x="0" y="0"/>
                </a:moveTo>
                <a:lnTo>
                  <a:pt x="0" y="50"/>
                </a:lnTo>
                <a:lnTo>
                  <a:pt x="562" y="50"/>
                </a:lnTo>
                <a:lnTo>
                  <a:pt x="562" y="8"/>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39964" name="Freeform 63">
            <a:extLst>
              <a:ext uri="{FF2B5EF4-FFF2-40B4-BE49-F238E27FC236}">
                <a16:creationId xmlns:a16="http://schemas.microsoft.com/office/drawing/2014/main" id="{7921FA29-ACCA-4C05-A3B0-376EF52B6D10}"/>
              </a:ext>
            </a:extLst>
          </p:cNvPr>
          <p:cNvSpPr>
            <a:spLocks/>
          </p:cNvSpPr>
          <p:nvPr/>
        </p:nvSpPr>
        <p:spPr bwMode="auto">
          <a:xfrm>
            <a:off x="8613775" y="5619751"/>
            <a:ext cx="869950" cy="79375"/>
          </a:xfrm>
          <a:custGeom>
            <a:avLst/>
            <a:gdLst>
              <a:gd name="T0" fmla="*/ 0 w 562"/>
              <a:gd name="T1" fmla="*/ 0 h 50"/>
              <a:gd name="T2" fmla="*/ 0 w 562"/>
              <a:gd name="T3" fmla="*/ 2147483647 h 50"/>
              <a:gd name="T4" fmla="*/ 2147483647 w 562"/>
              <a:gd name="T5" fmla="*/ 2147483647 h 50"/>
              <a:gd name="T6" fmla="*/ 2147483647 w 562"/>
              <a:gd name="T7" fmla="*/ 2147483647 h 50"/>
              <a:gd name="T8" fmla="*/ 0 60000 65536"/>
              <a:gd name="T9" fmla="*/ 0 60000 65536"/>
              <a:gd name="T10" fmla="*/ 0 60000 65536"/>
              <a:gd name="T11" fmla="*/ 0 60000 65536"/>
              <a:gd name="T12" fmla="*/ 0 w 562"/>
              <a:gd name="T13" fmla="*/ 0 h 50"/>
              <a:gd name="T14" fmla="*/ 562 w 562"/>
              <a:gd name="T15" fmla="*/ 50 h 50"/>
            </a:gdLst>
            <a:ahLst/>
            <a:cxnLst>
              <a:cxn ang="T8">
                <a:pos x="T0" y="T1"/>
              </a:cxn>
              <a:cxn ang="T9">
                <a:pos x="T2" y="T3"/>
              </a:cxn>
              <a:cxn ang="T10">
                <a:pos x="T4" y="T5"/>
              </a:cxn>
              <a:cxn ang="T11">
                <a:pos x="T6" y="T7"/>
              </a:cxn>
            </a:cxnLst>
            <a:rect l="T12" t="T13" r="T14" b="T15"/>
            <a:pathLst>
              <a:path w="562" h="50">
                <a:moveTo>
                  <a:pt x="0" y="0"/>
                </a:moveTo>
                <a:lnTo>
                  <a:pt x="0" y="50"/>
                </a:lnTo>
                <a:lnTo>
                  <a:pt x="562" y="50"/>
                </a:lnTo>
                <a:lnTo>
                  <a:pt x="562" y="8"/>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39965" name="Freeform 64">
            <a:extLst>
              <a:ext uri="{FF2B5EF4-FFF2-40B4-BE49-F238E27FC236}">
                <a16:creationId xmlns:a16="http://schemas.microsoft.com/office/drawing/2014/main" id="{A9F0AE54-6C0F-42B2-8FC2-E385F21A387C}"/>
              </a:ext>
            </a:extLst>
          </p:cNvPr>
          <p:cNvSpPr>
            <a:spLocks/>
          </p:cNvSpPr>
          <p:nvPr/>
        </p:nvSpPr>
        <p:spPr bwMode="auto">
          <a:xfrm>
            <a:off x="9578975" y="5622926"/>
            <a:ext cx="869950" cy="79375"/>
          </a:xfrm>
          <a:custGeom>
            <a:avLst/>
            <a:gdLst>
              <a:gd name="T0" fmla="*/ 0 w 562"/>
              <a:gd name="T1" fmla="*/ 0 h 50"/>
              <a:gd name="T2" fmla="*/ 0 w 562"/>
              <a:gd name="T3" fmla="*/ 2147483647 h 50"/>
              <a:gd name="T4" fmla="*/ 2147483647 w 562"/>
              <a:gd name="T5" fmla="*/ 2147483647 h 50"/>
              <a:gd name="T6" fmla="*/ 2147483647 w 562"/>
              <a:gd name="T7" fmla="*/ 2147483647 h 50"/>
              <a:gd name="T8" fmla="*/ 0 60000 65536"/>
              <a:gd name="T9" fmla="*/ 0 60000 65536"/>
              <a:gd name="T10" fmla="*/ 0 60000 65536"/>
              <a:gd name="T11" fmla="*/ 0 60000 65536"/>
              <a:gd name="T12" fmla="*/ 0 w 562"/>
              <a:gd name="T13" fmla="*/ 0 h 50"/>
              <a:gd name="T14" fmla="*/ 562 w 562"/>
              <a:gd name="T15" fmla="*/ 50 h 50"/>
            </a:gdLst>
            <a:ahLst/>
            <a:cxnLst>
              <a:cxn ang="T8">
                <a:pos x="T0" y="T1"/>
              </a:cxn>
              <a:cxn ang="T9">
                <a:pos x="T2" y="T3"/>
              </a:cxn>
              <a:cxn ang="T10">
                <a:pos x="T4" y="T5"/>
              </a:cxn>
              <a:cxn ang="T11">
                <a:pos x="T6" y="T7"/>
              </a:cxn>
            </a:cxnLst>
            <a:rect l="T12" t="T13" r="T14" b="T15"/>
            <a:pathLst>
              <a:path w="562" h="50">
                <a:moveTo>
                  <a:pt x="0" y="0"/>
                </a:moveTo>
                <a:lnTo>
                  <a:pt x="0" y="50"/>
                </a:lnTo>
                <a:lnTo>
                  <a:pt x="562" y="50"/>
                </a:lnTo>
                <a:lnTo>
                  <a:pt x="562" y="8"/>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39966" name="Text Box 65">
            <a:extLst>
              <a:ext uri="{FF2B5EF4-FFF2-40B4-BE49-F238E27FC236}">
                <a16:creationId xmlns:a16="http://schemas.microsoft.com/office/drawing/2014/main" id="{2710E71D-78CD-4F5D-BEB7-96AED4B1D255}"/>
              </a:ext>
            </a:extLst>
          </p:cNvPr>
          <p:cNvSpPr txBox="1">
            <a:spLocks noChangeArrowheads="1"/>
          </p:cNvSpPr>
          <p:nvPr/>
        </p:nvSpPr>
        <p:spPr bwMode="auto">
          <a:xfrm>
            <a:off x="6884989" y="5818188"/>
            <a:ext cx="5222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600"/>
              <a:t>223</a:t>
            </a:r>
            <a:endParaRPr lang="en-US" altLang="en-US">
              <a:latin typeface="Comic Sans MS" panose="030F0702030302020204" pitchFamily="66" charset="0"/>
            </a:endParaRPr>
          </a:p>
        </p:txBody>
      </p:sp>
      <p:sp>
        <p:nvSpPr>
          <p:cNvPr id="39967" name="Text Box 66">
            <a:extLst>
              <a:ext uri="{FF2B5EF4-FFF2-40B4-BE49-F238E27FC236}">
                <a16:creationId xmlns:a16="http://schemas.microsoft.com/office/drawing/2014/main" id="{65374493-C1A3-4EC8-8C85-8805DC806E49}"/>
              </a:ext>
            </a:extLst>
          </p:cNvPr>
          <p:cNvSpPr txBox="1">
            <a:spLocks noChangeArrowheads="1"/>
          </p:cNvSpPr>
          <p:nvPr/>
        </p:nvSpPr>
        <p:spPr bwMode="auto">
          <a:xfrm>
            <a:off x="7927976" y="5827713"/>
            <a:ext cx="2968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600"/>
              <a:t>1</a:t>
            </a:r>
            <a:endParaRPr lang="en-US" altLang="en-US">
              <a:latin typeface="Comic Sans MS" panose="030F0702030302020204" pitchFamily="66" charset="0"/>
            </a:endParaRPr>
          </a:p>
        </p:txBody>
      </p:sp>
      <p:sp>
        <p:nvSpPr>
          <p:cNvPr id="39968" name="Text Box 67">
            <a:extLst>
              <a:ext uri="{FF2B5EF4-FFF2-40B4-BE49-F238E27FC236}">
                <a16:creationId xmlns:a16="http://schemas.microsoft.com/office/drawing/2014/main" id="{90B96260-2B86-4406-BAD3-AC7372A4A40C}"/>
              </a:ext>
            </a:extLst>
          </p:cNvPr>
          <p:cNvSpPr txBox="1">
            <a:spLocks noChangeArrowheads="1"/>
          </p:cNvSpPr>
          <p:nvPr/>
        </p:nvSpPr>
        <p:spPr bwMode="auto">
          <a:xfrm>
            <a:off x="9885363" y="5827713"/>
            <a:ext cx="2968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600"/>
              <a:t>1</a:t>
            </a:r>
            <a:endParaRPr lang="en-US" altLang="en-US">
              <a:latin typeface="Comic Sans MS" panose="030F0702030302020204" pitchFamily="66" charset="0"/>
            </a:endParaRPr>
          </a:p>
        </p:txBody>
      </p:sp>
      <p:sp>
        <p:nvSpPr>
          <p:cNvPr id="39969" name="Text Box 68">
            <a:extLst>
              <a:ext uri="{FF2B5EF4-FFF2-40B4-BE49-F238E27FC236}">
                <a16:creationId xmlns:a16="http://schemas.microsoft.com/office/drawing/2014/main" id="{F098D688-02A5-44F0-8652-4B9716557C5E}"/>
              </a:ext>
            </a:extLst>
          </p:cNvPr>
          <p:cNvSpPr txBox="1">
            <a:spLocks noChangeArrowheads="1"/>
          </p:cNvSpPr>
          <p:nvPr/>
        </p:nvSpPr>
        <p:spPr bwMode="auto">
          <a:xfrm>
            <a:off x="8866188" y="5827713"/>
            <a:ext cx="2968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600"/>
              <a:t>1</a:t>
            </a:r>
            <a:endParaRPr lang="en-US" altLang="en-US">
              <a:latin typeface="Comic Sans MS" panose="030F0702030302020204" pitchFamily="66" charset="0"/>
            </a:endParaRPr>
          </a:p>
        </p:txBody>
      </p:sp>
      <p:grpSp>
        <p:nvGrpSpPr>
          <p:cNvPr id="39970" name="Group 73">
            <a:extLst>
              <a:ext uri="{FF2B5EF4-FFF2-40B4-BE49-F238E27FC236}">
                <a16:creationId xmlns:a16="http://schemas.microsoft.com/office/drawing/2014/main" id="{1DAF218A-58AF-4639-BA27-B394C6A62803}"/>
              </a:ext>
            </a:extLst>
          </p:cNvPr>
          <p:cNvGrpSpPr>
            <a:grpSpLocks/>
          </p:cNvGrpSpPr>
          <p:nvPr/>
        </p:nvGrpSpPr>
        <p:grpSpPr bwMode="auto">
          <a:xfrm>
            <a:off x="5897563" y="1528763"/>
            <a:ext cx="641350" cy="558800"/>
            <a:chOff x="-44" y="1473"/>
            <a:chExt cx="981" cy="1105"/>
          </a:xfrm>
        </p:grpSpPr>
        <p:pic>
          <p:nvPicPr>
            <p:cNvPr id="40003" name="Picture 74" descr="desktop_computer_stylized_medium">
              <a:extLst>
                <a:ext uri="{FF2B5EF4-FFF2-40B4-BE49-F238E27FC236}">
                  <a16:creationId xmlns:a16="http://schemas.microsoft.com/office/drawing/2014/main" id="{4626A81A-1A6C-4889-8103-292CA860A6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004" name="Freeform 75">
              <a:extLst>
                <a:ext uri="{FF2B5EF4-FFF2-40B4-BE49-F238E27FC236}">
                  <a16:creationId xmlns:a16="http://schemas.microsoft.com/office/drawing/2014/main" id="{89C23DE9-3970-4BEC-8122-CF40C67AD431}"/>
                </a:ext>
              </a:extLst>
            </p:cNvPr>
            <p:cNvSpPr>
              <a:spLocks/>
            </p:cNvSpPr>
            <p:nvPr/>
          </p:nvSpPr>
          <p:spPr bwMode="auto">
            <a:xfrm flipH="1">
              <a:off x="374" y="1579"/>
              <a:ext cx="477" cy="506"/>
            </a:xfrm>
            <a:custGeom>
              <a:avLst/>
              <a:gdLst>
                <a:gd name="T0" fmla="*/ 0 w 356"/>
                <a:gd name="T1" fmla="*/ 0 h 368"/>
                <a:gd name="T2" fmla="*/ 187350 w 356"/>
                <a:gd name="T3" fmla="*/ 15587 h 368"/>
                <a:gd name="T4" fmla="*/ 222251 w 356"/>
                <a:gd name="T5" fmla="*/ 324849 h 368"/>
                <a:gd name="T6" fmla="*/ 48981 w 356"/>
                <a:gd name="T7" fmla="*/ 406259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grpSp>
        <p:nvGrpSpPr>
          <p:cNvPr id="39971" name="Group 80">
            <a:extLst>
              <a:ext uri="{FF2B5EF4-FFF2-40B4-BE49-F238E27FC236}">
                <a16:creationId xmlns:a16="http://schemas.microsoft.com/office/drawing/2014/main" id="{525E527F-1664-4588-9A28-2D32D39BEF17}"/>
              </a:ext>
            </a:extLst>
          </p:cNvPr>
          <p:cNvGrpSpPr>
            <a:grpSpLocks/>
          </p:cNvGrpSpPr>
          <p:nvPr/>
        </p:nvGrpSpPr>
        <p:grpSpPr bwMode="auto">
          <a:xfrm>
            <a:off x="5892800" y="2127250"/>
            <a:ext cx="641350" cy="558800"/>
            <a:chOff x="-44" y="1473"/>
            <a:chExt cx="981" cy="1105"/>
          </a:xfrm>
        </p:grpSpPr>
        <p:pic>
          <p:nvPicPr>
            <p:cNvPr id="40001" name="Picture 81" descr="desktop_computer_stylized_medium">
              <a:extLst>
                <a:ext uri="{FF2B5EF4-FFF2-40B4-BE49-F238E27FC236}">
                  <a16:creationId xmlns:a16="http://schemas.microsoft.com/office/drawing/2014/main" id="{A1641119-44F5-4F04-A95F-37385F95F6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002" name="Freeform 82">
              <a:extLst>
                <a:ext uri="{FF2B5EF4-FFF2-40B4-BE49-F238E27FC236}">
                  <a16:creationId xmlns:a16="http://schemas.microsoft.com/office/drawing/2014/main" id="{47B9254E-14CB-4E8A-A29B-CD98187F5416}"/>
                </a:ext>
              </a:extLst>
            </p:cNvPr>
            <p:cNvSpPr>
              <a:spLocks/>
            </p:cNvSpPr>
            <p:nvPr/>
          </p:nvSpPr>
          <p:spPr bwMode="auto">
            <a:xfrm flipH="1">
              <a:off x="374" y="1579"/>
              <a:ext cx="477" cy="506"/>
            </a:xfrm>
            <a:custGeom>
              <a:avLst/>
              <a:gdLst>
                <a:gd name="T0" fmla="*/ 0 w 356"/>
                <a:gd name="T1" fmla="*/ 0 h 368"/>
                <a:gd name="T2" fmla="*/ 187350 w 356"/>
                <a:gd name="T3" fmla="*/ 15587 h 368"/>
                <a:gd name="T4" fmla="*/ 222251 w 356"/>
                <a:gd name="T5" fmla="*/ 324849 h 368"/>
                <a:gd name="T6" fmla="*/ 48981 w 356"/>
                <a:gd name="T7" fmla="*/ 406259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grpSp>
        <p:nvGrpSpPr>
          <p:cNvPr id="39972" name="Group 83">
            <a:extLst>
              <a:ext uri="{FF2B5EF4-FFF2-40B4-BE49-F238E27FC236}">
                <a16:creationId xmlns:a16="http://schemas.microsoft.com/office/drawing/2014/main" id="{AB376796-4FF9-40FC-B9C0-10FBD769CFFB}"/>
              </a:ext>
            </a:extLst>
          </p:cNvPr>
          <p:cNvGrpSpPr>
            <a:grpSpLocks/>
          </p:cNvGrpSpPr>
          <p:nvPr/>
        </p:nvGrpSpPr>
        <p:grpSpPr bwMode="auto">
          <a:xfrm>
            <a:off x="5921375" y="2736850"/>
            <a:ext cx="641350" cy="558800"/>
            <a:chOff x="-44" y="1473"/>
            <a:chExt cx="981" cy="1105"/>
          </a:xfrm>
        </p:grpSpPr>
        <p:pic>
          <p:nvPicPr>
            <p:cNvPr id="39999" name="Picture 84" descr="desktop_computer_stylized_medium">
              <a:extLst>
                <a:ext uri="{FF2B5EF4-FFF2-40B4-BE49-F238E27FC236}">
                  <a16:creationId xmlns:a16="http://schemas.microsoft.com/office/drawing/2014/main" id="{AD1A047D-07C0-4FEB-89DD-48C427A0C6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000" name="Freeform 85">
              <a:extLst>
                <a:ext uri="{FF2B5EF4-FFF2-40B4-BE49-F238E27FC236}">
                  <a16:creationId xmlns:a16="http://schemas.microsoft.com/office/drawing/2014/main" id="{C2110E70-AE56-431C-9197-8A2A62B29CE3}"/>
                </a:ext>
              </a:extLst>
            </p:cNvPr>
            <p:cNvSpPr>
              <a:spLocks/>
            </p:cNvSpPr>
            <p:nvPr/>
          </p:nvSpPr>
          <p:spPr bwMode="auto">
            <a:xfrm flipH="1">
              <a:off x="374" y="1579"/>
              <a:ext cx="477" cy="506"/>
            </a:xfrm>
            <a:custGeom>
              <a:avLst/>
              <a:gdLst>
                <a:gd name="T0" fmla="*/ 0 w 356"/>
                <a:gd name="T1" fmla="*/ 0 h 368"/>
                <a:gd name="T2" fmla="*/ 187350 w 356"/>
                <a:gd name="T3" fmla="*/ 15587 h 368"/>
                <a:gd name="T4" fmla="*/ 222251 w 356"/>
                <a:gd name="T5" fmla="*/ 324849 h 368"/>
                <a:gd name="T6" fmla="*/ 48981 w 356"/>
                <a:gd name="T7" fmla="*/ 406259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grpSp>
        <p:nvGrpSpPr>
          <p:cNvPr id="39973" name="Group 87">
            <a:extLst>
              <a:ext uri="{FF2B5EF4-FFF2-40B4-BE49-F238E27FC236}">
                <a16:creationId xmlns:a16="http://schemas.microsoft.com/office/drawing/2014/main" id="{BBBE7874-8C7D-465B-A24B-22C33BA28E74}"/>
              </a:ext>
            </a:extLst>
          </p:cNvPr>
          <p:cNvGrpSpPr>
            <a:grpSpLocks/>
          </p:cNvGrpSpPr>
          <p:nvPr/>
        </p:nvGrpSpPr>
        <p:grpSpPr bwMode="auto">
          <a:xfrm flipH="1">
            <a:off x="9580563" y="1685925"/>
            <a:ext cx="641350" cy="558800"/>
            <a:chOff x="-44" y="1473"/>
            <a:chExt cx="981" cy="1105"/>
          </a:xfrm>
        </p:grpSpPr>
        <p:pic>
          <p:nvPicPr>
            <p:cNvPr id="39997" name="Picture 88" descr="desktop_computer_stylized_medium">
              <a:extLst>
                <a:ext uri="{FF2B5EF4-FFF2-40B4-BE49-F238E27FC236}">
                  <a16:creationId xmlns:a16="http://schemas.microsoft.com/office/drawing/2014/main" id="{F89AA4E4-8AEB-43EC-8664-C1DB97DC03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98" name="Freeform 89">
              <a:extLst>
                <a:ext uri="{FF2B5EF4-FFF2-40B4-BE49-F238E27FC236}">
                  <a16:creationId xmlns:a16="http://schemas.microsoft.com/office/drawing/2014/main" id="{81587FE5-ED96-4C0C-9CC1-97EC9D8C7B9A}"/>
                </a:ext>
              </a:extLst>
            </p:cNvPr>
            <p:cNvSpPr>
              <a:spLocks/>
            </p:cNvSpPr>
            <p:nvPr/>
          </p:nvSpPr>
          <p:spPr bwMode="auto">
            <a:xfrm flipH="1">
              <a:off x="374" y="1579"/>
              <a:ext cx="477" cy="506"/>
            </a:xfrm>
            <a:custGeom>
              <a:avLst/>
              <a:gdLst>
                <a:gd name="T0" fmla="*/ 0 w 356"/>
                <a:gd name="T1" fmla="*/ 0 h 368"/>
                <a:gd name="T2" fmla="*/ 187350 w 356"/>
                <a:gd name="T3" fmla="*/ 15587 h 368"/>
                <a:gd name="T4" fmla="*/ 222251 w 356"/>
                <a:gd name="T5" fmla="*/ 324849 h 368"/>
                <a:gd name="T6" fmla="*/ 48981 w 356"/>
                <a:gd name="T7" fmla="*/ 406259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grpSp>
        <p:nvGrpSpPr>
          <p:cNvPr id="39974" name="Group 90">
            <a:extLst>
              <a:ext uri="{FF2B5EF4-FFF2-40B4-BE49-F238E27FC236}">
                <a16:creationId xmlns:a16="http://schemas.microsoft.com/office/drawing/2014/main" id="{306C947A-C8C4-4D47-A0DE-458BFFEB7759}"/>
              </a:ext>
            </a:extLst>
          </p:cNvPr>
          <p:cNvGrpSpPr>
            <a:grpSpLocks/>
          </p:cNvGrpSpPr>
          <p:nvPr/>
        </p:nvGrpSpPr>
        <p:grpSpPr bwMode="auto">
          <a:xfrm flipH="1">
            <a:off x="9594850" y="2965450"/>
            <a:ext cx="641350" cy="558800"/>
            <a:chOff x="-44" y="1473"/>
            <a:chExt cx="981" cy="1105"/>
          </a:xfrm>
        </p:grpSpPr>
        <p:pic>
          <p:nvPicPr>
            <p:cNvPr id="39995" name="Picture 91" descr="desktop_computer_stylized_medium">
              <a:extLst>
                <a:ext uri="{FF2B5EF4-FFF2-40B4-BE49-F238E27FC236}">
                  <a16:creationId xmlns:a16="http://schemas.microsoft.com/office/drawing/2014/main" id="{F8B90D51-7CEF-4C9C-9CDD-4852BFC87B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96" name="Freeform 92">
              <a:extLst>
                <a:ext uri="{FF2B5EF4-FFF2-40B4-BE49-F238E27FC236}">
                  <a16:creationId xmlns:a16="http://schemas.microsoft.com/office/drawing/2014/main" id="{54AFF25E-0DED-427B-A46E-2AD7523A3938}"/>
                </a:ext>
              </a:extLst>
            </p:cNvPr>
            <p:cNvSpPr>
              <a:spLocks/>
            </p:cNvSpPr>
            <p:nvPr/>
          </p:nvSpPr>
          <p:spPr bwMode="auto">
            <a:xfrm flipH="1">
              <a:off x="374" y="1579"/>
              <a:ext cx="477" cy="506"/>
            </a:xfrm>
            <a:custGeom>
              <a:avLst/>
              <a:gdLst>
                <a:gd name="T0" fmla="*/ 0 w 356"/>
                <a:gd name="T1" fmla="*/ 0 h 368"/>
                <a:gd name="T2" fmla="*/ 187350 w 356"/>
                <a:gd name="T3" fmla="*/ 15587 h 368"/>
                <a:gd name="T4" fmla="*/ 222251 w 356"/>
                <a:gd name="T5" fmla="*/ 324849 h 368"/>
                <a:gd name="T6" fmla="*/ 48981 w 356"/>
                <a:gd name="T7" fmla="*/ 406259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grpSp>
        <p:nvGrpSpPr>
          <p:cNvPr id="39975" name="Group 93">
            <a:extLst>
              <a:ext uri="{FF2B5EF4-FFF2-40B4-BE49-F238E27FC236}">
                <a16:creationId xmlns:a16="http://schemas.microsoft.com/office/drawing/2014/main" id="{6FABCE22-CE08-4B50-A5DE-6C3AF3041AE7}"/>
              </a:ext>
            </a:extLst>
          </p:cNvPr>
          <p:cNvGrpSpPr>
            <a:grpSpLocks/>
          </p:cNvGrpSpPr>
          <p:nvPr/>
        </p:nvGrpSpPr>
        <p:grpSpPr bwMode="auto">
          <a:xfrm flipH="1">
            <a:off x="8496300" y="4489450"/>
            <a:ext cx="641350" cy="558800"/>
            <a:chOff x="-44" y="1473"/>
            <a:chExt cx="981" cy="1105"/>
          </a:xfrm>
        </p:grpSpPr>
        <p:pic>
          <p:nvPicPr>
            <p:cNvPr id="39993" name="Picture 94" descr="desktop_computer_stylized_medium">
              <a:extLst>
                <a:ext uri="{FF2B5EF4-FFF2-40B4-BE49-F238E27FC236}">
                  <a16:creationId xmlns:a16="http://schemas.microsoft.com/office/drawing/2014/main" id="{0F92FD1C-F549-4EC0-A906-A93FF421E53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94" name="Freeform 95">
              <a:extLst>
                <a:ext uri="{FF2B5EF4-FFF2-40B4-BE49-F238E27FC236}">
                  <a16:creationId xmlns:a16="http://schemas.microsoft.com/office/drawing/2014/main" id="{C1BE85E3-A2BB-417B-81FA-2549D33BCAD2}"/>
                </a:ext>
              </a:extLst>
            </p:cNvPr>
            <p:cNvSpPr>
              <a:spLocks/>
            </p:cNvSpPr>
            <p:nvPr/>
          </p:nvSpPr>
          <p:spPr bwMode="auto">
            <a:xfrm flipH="1">
              <a:off x="374" y="1579"/>
              <a:ext cx="477" cy="506"/>
            </a:xfrm>
            <a:custGeom>
              <a:avLst/>
              <a:gdLst>
                <a:gd name="T0" fmla="*/ 0 w 356"/>
                <a:gd name="T1" fmla="*/ 0 h 368"/>
                <a:gd name="T2" fmla="*/ 187350 w 356"/>
                <a:gd name="T3" fmla="*/ 15587 h 368"/>
                <a:gd name="T4" fmla="*/ 222251 w 356"/>
                <a:gd name="T5" fmla="*/ 324849 h 368"/>
                <a:gd name="T6" fmla="*/ 48981 w 356"/>
                <a:gd name="T7" fmla="*/ 406259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grpSp>
        <p:nvGrpSpPr>
          <p:cNvPr id="39976" name="Group 96">
            <a:extLst>
              <a:ext uri="{FF2B5EF4-FFF2-40B4-BE49-F238E27FC236}">
                <a16:creationId xmlns:a16="http://schemas.microsoft.com/office/drawing/2014/main" id="{F29FAEE3-75E8-4F2F-B0B1-45F0CB68B664}"/>
              </a:ext>
            </a:extLst>
          </p:cNvPr>
          <p:cNvGrpSpPr>
            <a:grpSpLocks/>
          </p:cNvGrpSpPr>
          <p:nvPr/>
        </p:nvGrpSpPr>
        <p:grpSpPr bwMode="auto">
          <a:xfrm flipH="1">
            <a:off x="7332663" y="4530725"/>
            <a:ext cx="641350" cy="558800"/>
            <a:chOff x="-44" y="1473"/>
            <a:chExt cx="981" cy="1105"/>
          </a:xfrm>
        </p:grpSpPr>
        <p:pic>
          <p:nvPicPr>
            <p:cNvPr id="39991" name="Picture 97" descr="desktop_computer_stylized_medium">
              <a:extLst>
                <a:ext uri="{FF2B5EF4-FFF2-40B4-BE49-F238E27FC236}">
                  <a16:creationId xmlns:a16="http://schemas.microsoft.com/office/drawing/2014/main" id="{3EB692F9-9E0A-4311-BAA7-5407CF73AD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92" name="Freeform 98">
              <a:extLst>
                <a:ext uri="{FF2B5EF4-FFF2-40B4-BE49-F238E27FC236}">
                  <a16:creationId xmlns:a16="http://schemas.microsoft.com/office/drawing/2014/main" id="{4954CE5C-353D-4353-A442-87828CE6353B}"/>
                </a:ext>
              </a:extLst>
            </p:cNvPr>
            <p:cNvSpPr>
              <a:spLocks/>
            </p:cNvSpPr>
            <p:nvPr/>
          </p:nvSpPr>
          <p:spPr bwMode="auto">
            <a:xfrm flipH="1">
              <a:off x="374" y="1579"/>
              <a:ext cx="477" cy="506"/>
            </a:xfrm>
            <a:custGeom>
              <a:avLst/>
              <a:gdLst>
                <a:gd name="T0" fmla="*/ 0 w 356"/>
                <a:gd name="T1" fmla="*/ 0 h 368"/>
                <a:gd name="T2" fmla="*/ 187350 w 356"/>
                <a:gd name="T3" fmla="*/ 15587 h 368"/>
                <a:gd name="T4" fmla="*/ 222251 w 356"/>
                <a:gd name="T5" fmla="*/ 324849 h 368"/>
                <a:gd name="T6" fmla="*/ 48981 w 356"/>
                <a:gd name="T7" fmla="*/ 406259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grpSp>
        <p:nvGrpSpPr>
          <p:cNvPr id="39977" name="Group 99">
            <a:extLst>
              <a:ext uri="{FF2B5EF4-FFF2-40B4-BE49-F238E27FC236}">
                <a16:creationId xmlns:a16="http://schemas.microsoft.com/office/drawing/2014/main" id="{F3877D03-83AB-495A-A677-6799A94465DE}"/>
              </a:ext>
            </a:extLst>
          </p:cNvPr>
          <p:cNvGrpSpPr>
            <a:grpSpLocks/>
          </p:cNvGrpSpPr>
          <p:nvPr/>
        </p:nvGrpSpPr>
        <p:grpSpPr bwMode="auto">
          <a:xfrm>
            <a:off x="7761288" y="2624138"/>
            <a:ext cx="698500" cy="355600"/>
            <a:chOff x="4396" y="1245"/>
            <a:chExt cx="672" cy="248"/>
          </a:xfrm>
        </p:grpSpPr>
        <p:sp>
          <p:nvSpPr>
            <p:cNvPr id="39983" name="Oval 407">
              <a:extLst>
                <a:ext uri="{FF2B5EF4-FFF2-40B4-BE49-F238E27FC236}">
                  <a16:creationId xmlns:a16="http://schemas.microsoft.com/office/drawing/2014/main" id="{961D7EBB-2C1F-4D6E-BA24-4B07957D0423}"/>
                </a:ext>
              </a:extLst>
            </p:cNvPr>
            <p:cNvSpPr>
              <a:spLocks noChangeArrowheads="1"/>
            </p:cNvSpPr>
            <p:nvPr/>
          </p:nvSpPr>
          <p:spPr bwMode="auto">
            <a:xfrm>
              <a:off x="4399" y="1355"/>
              <a:ext cx="666" cy="138"/>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1200">
                <a:latin typeface="Times New Roman" panose="02020603050405020304" pitchFamily="18" charset="0"/>
                <a:cs typeface="Arial" panose="020B0604020202020204" pitchFamily="34" charset="0"/>
              </a:endParaRPr>
            </a:p>
          </p:txBody>
        </p:sp>
        <p:sp>
          <p:nvSpPr>
            <p:cNvPr id="39984" name="Rectangle 410">
              <a:extLst>
                <a:ext uri="{FF2B5EF4-FFF2-40B4-BE49-F238E27FC236}">
                  <a16:creationId xmlns:a16="http://schemas.microsoft.com/office/drawing/2014/main" id="{BECD73FF-5A83-45CD-988E-747E284C96CA}"/>
                </a:ext>
              </a:extLst>
            </p:cNvPr>
            <p:cNvSpPr>
              <a:spLocks noChangeArrowheads="1"/>
            </p:cNvSpPr>
            <p:nvPr/>
          </p:nvSpPr>
          <p:spPr bwMode="auto">
            <a:xfrm>
              <a:off x="4399" y="1339"/>
              <a:ext cx="669" cy="86"/>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1200">
                <a:latin typeface="Times New Roman" panose="02020603050405020304" pitchFamily="18" charset="0"/>
                <a:cs typeface="Arial" panose="020B0604020202020204" pitchFamily="34" charset="0"/>
              </a:endParaRPr>
            </a:p>
          </p:txBody>
        </p:sp>
        <p:sp>
          <p:nvSpPr>
            <p:cNvPr id="39985" name="Oval 411">
              <a:extLst>
                <a:ext uri="{FF2B5EF4-FFF2-40B4-BE49-F238E27FC236}">
                  <a16:creationId xmlns:a16="http://schemas.microsoft.com/office/drawing/2014/main" id="{00A9E9C4-AD07-4C5A-A8D3-61CE93580D8C}"/>
                </a:ext>
              </a:extLst>
            </p:cNvPr>
            <p:cNvSpPr>
              <a:spLocks noChangeArrowheads="1"/>
            </p:cNvSpPr>
            <p:nvPr/>
          </p:nvSpPr>
          <p:spPr bwMode="auto">
            <a:xfrm>
              <a:off x="4396" y="1245"/>
              <a:ext cx="667" cy="162"/>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1200">
                <a:latin typeface="Times New Roman" panose="02020603050405020304" pitchFamily="18" charset="0"/>
                <a:cs typeface="Arial" panose="020B0604020202020204" pitchFamily="34" charset="0"/>
              </a:endParaRPr>
            </a:p>
          </p:txBody>
        </p:sp>
        <p:grpSp>
          <p:nvGrpSpPr>
            <p:cNvPr id="39986" name="Group 103">
              <a:extLst>
                <a:ext uri="{FF2B5EF4-FFF2-40B4-BE49-F238E27FC236}">
                  <a16:creationId xmlns:a16="http://schemas.microsoft.com/office/drawing/2014/main" id="{33E6E0DD-8A49-402A-9D1E-6950E9DE526B}"/>
                </a:ext>
              </a:extLst>
            </p:cNvPr>
            <p:cNvGrpSpPr>
              <a:grpSpLocks/>
            </p:cNvGrpSpPr>
            <p:nvPr/>
          </p:nvGrpSpPr>
          <p:grpSpPr bwMode="auto">
            <a:xfrm>
              <a:off x="4530" y="1287"/>
              <a:ext cx="377" cy="75"/>
              <a:chOff x="2468" y="1332"/>
              <a:chExt cx="310" cy="60"/>
            </a:xfrm>
          </p:grpSpPr>
          <p:sp>
            <p:nvSpPr>
              <p:cNvPr id="39989" name="Freeform 104">
                <a:extLst>
                  <a:ext uri="{FF2B5EF4-FFF2-40B4-BE49-F238E27FC236}">
                    <a16:creationId xmlns:a16="http://schemas.microsoft.com/office/drawing/2014/main" id="{380199D3-6B08-4BAC-A73F-1E7FB8403686}"/>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39990" name="Freeform 105">
                <a:extLst>
                  <a:ext uri="{FF2B5EF4-FFF2-40B4-BE49-F238E27FC236}">
                    <a16:creationId xmlns:a16="http://schemas.microsoft.com/office/drawing/2014/main" id="{55ADCF1E-3C4D-4EEB-A89A-C9DF592DC3C3}"/>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sp>
          <p:nvSpPr>
            <p:cNvPr id="39987" name="Line 106">
              <a:extLst>
                <a:ext uri="{FF2B5EF4-FFF2-40B4-BE49-F238E27FC236}">
                  <a16:creationId xmlns:a16="http://schemas.microsoft.com/office/drawing/2014/main" id="{7FBBD2B6-138B-468E-84C3-7F61F0AA94B5}"/>
                </a:ext>
              </a:extLst>
            </p:cNvPr>
            <p:cNvSpPr>
              <a:spLocks noChangeShapeType="1"/>
            </p:cNvSpPr>
            <p:nvPr/>
          </p:nvSpPr>
          <p:spPr bwMode="auto">
            <a:xfrm>
              <a:off x="4399" y="1321"/>
              <a:ext cx="0" cy="109"/>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988" name="Line 107">
              <a:extLst>
                <a:ext uri="{FF2B5EF4-FFF2-40B4-BE49-F238E27FC236}">
                  <a16:creationId xmlns:a16="http://schemas.microsoft.com/office/drawing/2014/main" id="{ABDC40FC-E4F7-4C57-BF4A-05502CC4F9BC}"/>
                </a:ext>
              </a:extLst>
            </p:cNvPr>
            <p:cNvSpPr>
              <a:spLocks noChangeShapeType="1"/>
            </p:cNvSpPr>
            <p:nvPr/>
          </p:nvSpPr>
          <p:spPr bwMode="auto">
            <a:xfrm>
              <a:off x="5063" y="1326"/>
              <a:ext cx="0" cy="10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pic>
        <p:nvPicPr>
          <p:cNvPr id="39978" name="Picture 108" descr="underline_base">
            <a:extLst>
              <a:ext uri="{FF2B5EF4-FFF2-40B4-BE49-F238E27FC236}">
                <a16:creationId xmlns:a16="http://schemas.microsoft.com/office/drawing/2014/main" id="{204F314D-D1D8-4886-B528-61C7BCD053C2}"/>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52651" y="911225"/>
            <a:ext cx="5484813"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79" name="Line 5">
            <a:extLst>
              <a:ext uri="{FF2B5EF4-FFF2-40B4-BE49-F238E27FC236}">
                <a16:creationId xmlns:a16="http://schemas.microsoft.com/office/drawing/2014/main" id="{93208379-B7C3-407F-BD86-6A0D47240FEB}"/>
              </a:ext>
            </a:extLst>
          </p:cNvPr>
          <p:cNvSpPr>
            <a:spLocks noChangeShapeType="1"/>
          </p:cNvSpPr>
          <p:nvPr/>
        </p:nvSpPr>
        <p:spPr bwMode="auto">
          <a:xfrm>
            <a:off x="6503989" y="1816100"/>
            <a:ext cx="390525" cy="63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980" name="Line 7">
            <a:extLst>
              <a:ext uri="{FF2B5EF4-FFF2-40B4-BE49-F238E27FC236}">
                <a16:creationId xmlns:a16="http://schemas.microsoft.com/office/drawing/2014/main" id="{CF540906-CE6F-4AE9-B7CD-3E161DB7771D}"/>
              </a:ext>
            </a:extLst>
          </p:cNvPr>
          <p:cNvSpPr>
            <a:spLocks noChangeShapeType="1"/>
          </p:cNvSpPr>
          <p:nvPr/>
        </p:nvSpPr>
        <p:spPr bwMode="auto">
          <a:xfrm flipV="1">
            <a:off x="6538913" y="2555876"/>
            <a:ext cx="277812" cy="31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981" name="Line 8">
            <a:extLst>
              <a:ext uri="{FF2B5EF4-FFF2-40B4-BE49-F238E27FC236}">
                <a16:creationId xmlns:a16="http://schemas.microsoft.com/office/drawing/2014/main" id="{852E5B29-4570-4927-8BC8-4D47E3065520}"/>
              </a:ext>
            </a:extLst>
          </p:cNvPr>
          <p:cNvSpPr>
            <a:spLocks noChangeShapeType="1"/>
          </p:cNvSpPr>
          <p:nvPr/>
        </p:nvSpPr>
        <p:spPr bwMode="auto">
          <a:xfrm>
            <a:off x="6550026" y="3087688"/>
            <a:ext cx="422275" cy="476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982" name="Line 11">
            <a:extLst>
              <a:ext uri="{FF2B5EF4-FFF2-40B4-BE49-F238E27FC236}">
                <a16:creationId xmlns:a16="http://schemas.microsoft.com/office/drawing/2014/main" id="{1225C301-73FD-40DD-B7D7-9D8487BDAE7A}"/>
              </a:ext>
            </a:extLst>
          </p:cNvPr>
          <p:cNvSpPr>
            <a:spLocks noChangeShapeType="1"/>
          </p:cNvSpPr>
          <p:nvPr/>
        </p:nvSpPr>
        <p:spPr bwMode="auto">
          <a:xfrm>
            <a:off x="7304089" y="2663825"/>
            <a:ext cx="561975" cy="158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Tree>
    <p:extLst>
      <p:ext uri="{BB962C8B-B14F-4D97-AF65-F5344CB8AC3E}">
        <p14:creationId xmlns:p14="http://schemas.microsoft.com/office/powerpoint/2010/main" val="3043955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Footer Placeholder 5">
            <a:extLst>
              <a:ext uri="{FF2B5EF4-FFF2-40B4-BE49-F238E27FC236}">
                <a16:creationId xmlns:a16="http://schemas.microsoft.com/office/drawing/2014/main" id="{5778A9D8-D5C9-4DAB-AD13-70D5FB7085D6}"/>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Comic Sans MS" panose="030F0702030302020204" pitchFamily="66" charset="0"/>
              </a:rPr>
              <a:t>Tầng Network</a:t>
            </a:r>
          </a:p>
        </p:txBody>
      </p:sp>
      <p:sp>
        <p:nvSpPr>
          <p:cNvPr id="41987" name="Slide Number Placeholder 6">
            <a:extLst>
              <a:ext uri="{FF2B5EF4-FFF2-40B4-BE49-F238E27FC236}">
                <a16:creationId xmlns:a16="http://schemas.microsoft.com/office/drawing/2014/main" id="{C354942B-2FA4-4B90-BF30-A6303F87DB6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Comic Sans MS" panose="030F0702030302020204" pitchFamily="66" charset="0"/>
              </a:rPr>
              <a:t>4-</a:t>
            </a:r>
            <a:fld id="{17488764-D8DB-4587-B128-43066CC11097}" type="slidenum">
              <a:rPr lang="en-US" altLang="en-US">
                <a:latin typeface="Comic Sans MS" panose="030F0702030302020204" pitchFamily="66" charset="0"/>
              </a:rPr>
              <a:pPr/>
              <a:t>39</a:t>
            </a:fld>
            <a:endParaRPr lang="en-US" altLang="en-US">
              <a:latin typeface="Comic Sans MS" panose="030F0702030302020204" pitchFamily="66" charset="0"/>
            </a:endParaRPr>
          </a:p>
        </p:txBody>
      </p:sp>
      <p:sp>
        <p:nvSpPr>
          <p:cNvPr id="39940" name="Rectangle 5">
            <a:extLst>
              <a:ext uri="{FF2B5EF4-FFF2-40B4-BE49-F238E27FC236}">
                <a16:creationId xmlns:a16="http://schemas.microsoft.com/office/drawing/2014/main" id="{E0B555F4-C736-427F-8644-47A018333A9C}"/>
              </a:ext>
            </a:extLst>
          </p:cNvPr>
          <p:cNvSpPr>
            <a:spLocks noGrp="1" noChangeArrowheads="1"/>
          </p:cNvSpPr>
          <p:nvPr>
            <p:ph type="title"/>
          </p:nvPr>
        </p:nvSpPr>
        <p:spPr>
          <a:xfrm>
            <a:off x="2057401" y="228600"/>
            <a:ext cx="6429375" cy="763588"/>
          </a:xfrm>
        </p:spPr>
        <p:txBody>
          <a:bodyPr/>
          <a:lstStyle/>
          <a:p>
            <a:pPr>
              <a:defRPr/>
            </a:pPr>
            <a:r>
              <a:rPr lang="en-US" dirty="0" err="1">
                <a:cs typeface="+mj-cs"/>
              </a:rPr>
              <a:t>Các</a:t>
            </a:r>
            <a:r>
              <a:rPr lang="en-US" dirty="0">
                <a:cs typeface="+mj-cs"/>
              </a:rPr>
              <a:t> Subnet (</a:t>
            </a:r>
            <a:r>
              <a:rPr lang="en-US" dirty="0" err="1">
                <a:cs typeface="+mj-cs"/>
              </a:rPr>
              <a:t>mạng</a:t>
            </a:r>
            <a:r>
              <a:rPr lang="en-US" dirty="0">
                <a:cs typeface="+mj-cs"/>
              </a:rPr>
              <a:t> con)</a:t>
            </a:r>
          </a:p>
        </p:txBody>
      </p:sp>
      <p:sp>
        <p:nvSpPr>
          <p:cNvPr id="41989" name="Rectangle 6">
            <a:extLst>
              <a:ext uri="{FF2B5EF4-FFF2-40B4-BE49-F238E27FC236}">
                <a16:creationId xmlns:a16="http://schemas.microsoft.com/office/drawing/2014/main" id="{0581395E-52D4-41A9-8422-5A2CE896514E}"/>
              </a:ext>
            </a:extLst>
          </p:cNvPr>
          <p:cNvSpPr>
            <a:spLocks noGrp="1" noChangeArrowheads="1"/>
          </p:cNvSpPr>
          <p:nvPr>
            <p:ph type="body" sz="half" idx="1"/>
          </p:nvPr>
        </p:nvSpPr>
        <p:spPr>
          <a:xfrm>
            <a:off x="2000250" y="1333500"/>
            <a:ext cx="3695700" cy="4648200"/>
          </a:xfrm>
        </p:spPr>
        <p:txBody>
          <a:bodyPr/>
          <a:lstStyle/>
          <a:p>
            <a:pPr marL="234950" indent="-234950"/>
            <a:r>
              <a:rPr lang="en-US" altLang="en-US">
                <a:solidFill>
                  <a:srgbClr val="000099"/>
                </a:solidFill>
                <a:latin typeface="Comic Sans MS" panose="030F0702030302020204" pitchFamily="66" charset="0"/>
                <a:ea typeface="ＭＳ Ｐゴシック" panose="020B0600070205080204" pitchFamily="34" charset="-128"/>
              </a:rPr>
              <a:t>Đại chỉ IP:</a:t>
            </a:r>
            <a:r>
              <a:rPr lang="en-US" altLang="en-US">
                <a:latin typeface="Comic Sans MS" panose="030F0702030302020204" pitchFamily="66" charset="0"/>
                <a:ea typeface="ＭＳ Ｐゴシック" panose="020B0600070205080204" pitchFamily="34" charset="-128"/>
              </a:rPr>
              <a:t> </a:t>
            </a:r>
          </a:p>
          <a:p>
            <a:pPr marL="512763" lvl="1" indent="-163513"/>
            <a:r>
              <a:rPr lang="en-US" altLang="en-US">
                <a:latin typeface="Comic Sans MS" panose="030F0702030302020204" pitchFamily="66" charset="0"/>
                <a:ea typeface="ＭＳ Ｐゴシック" panose="020B0600070205080204" pitchFamily="34" charset="-128"/>
              </a:rPr>
              <a:t>Phần subnet – các bit có  trọng số cao</a:t>
            </a:r>
          </a:p>
          <a:p>
            <a:pPr marL="512763" lvl="1" indent="-163513"/>
            <a:r>
              <a:rPr lang="en-US" altLang="en-US">
                <a:latin typeface="Comic Sans MS" panose="030F0702030302020204" pitchFamily="66" charset="0"/>
                <a:ea typeface="ＭＳ Ｐゴシック" panose="020B0600070205080204" pitchFamily="34" charset="-128"/>
              </a:rPr>
              <a:t>Phần host – các bit có trọng số thấp</a:t>
            </a:r>
          </a:p>
          <a:p>
            <a:pPr marL="234950" indent="-234950"/>
            <a:r>
              <a:rPr lang="en-US" altLang="ja-JP" i="1">
                <a:solidFill>
                  <a:srgbClr val="000099"/>
                </a:solidFill>
                <a:latin typeface="Comic Sans MS" panose="030F0702030302020204" pitchFamily="66" charset="0"/>
                <a:ea typeface="ＭＳ Ｐゴシック" panose="020B0600070205080204" pitchFamily="34" charset="-128"/>
              </a:rPr>
              <a:t>subnet là gì?</a:t>
            </a:r>
          </a:p>
          <a:p>
            <a:pPr marL="512763" lvl="1" indent="-163513"/>
            <a:r>
              <a:rPr lang="en-US" altLang="en-US">
                <a:latin typeface="Comic Sans MS" panose="030F0702030302020204" pitchFamily="66" charset="0"/>
                <a:ea typeface="ＭＳ Ｐゴシック" panose="020B0600070205080204" pitchFamily="34" charset="-128"/>
              </a:rPr>
              <a:t>Các interface của thiết bị có phần subnet của địa chỉ IP giống nhau</a:t>
            </a:r>
          </a:p>
          <a:p>
            <a:pPr marL="512763" lvl="1" indent="-163513"/>
            <a:r>
              <a:rPr lang="en-US" altLang="en-US">
                <a:latin typeface="Comic Sans MS" panose="030F0702030302020204" pitchFamily="66" charset="0"/>
                <a:ea typeface="ＭＳ Ｐゴシック" panose="020B0600070205080204" pitchFamily="34" charset="-128"/>
              </a:rPr>
              <a:t>Có thể giao tiếp vật lý với nhau mà không cần </a:t>
            </a:r>
            <a:r>
              <a:rPr lang="en-US" altLang="en-US" i="1">
                <a:solidFill>
                  <a:srgbClr val="CC0000"/>
                </a:solidFill>
                <a:latin typeface="Comic Sans MS" panose="030F0702030302020204" pitchFamily="66" charset="0"/>
                <a:ea typeface="ＭＳ Ｐゴシック" panose="020B0600070205080204" pitchFamily="34" charset="-128"/>
              </a:rPr>
              <a:t>router trung gian can thiệp</a:t>
            </a:r>
          </a:p>
        </p:txBody>
      </p:sp>
      <p:sp>
        <p:nvSpPr>
          <p:cNvPr id="41990" name="Text Box 56">
            <a:extLst>
              <a:ext uri="{FF2B5EF4-FFF2-40B4-BE49-F238E27FC236}">
                <a16:creationId xmlns:a16="http://schemas.microsoft.com/office/drawing/2014/main" id="{83FBB3AD-D9DB-43C9-94DA-42E60941F0D0}"/>
              </a:ext>
            </a:extLst>
          </p:cNvPr>
          <p:cNvSpPr txBox="1">
            <a:spLocks noChangeArrowheads="1"/>
          </p:cNvSpPr>
          <p:nvPr/>
        </p:nvSpPr>
        <p:spPr bwMode="auto">
          <a:xfrm>
            <a:off x="6261100" y="5199063"/>
            <a:ext cx="24526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2000">
                <a:latin typeface="Comic Sans MS" panose="030F0702030302020204" pitchFamily="66" charset="0"/>
              </a:rPr>
              <a:t>Mạng gồm 3 subnet</a:t>
            </a:r>
          </a:p>
        </p:txBody>
      </p:sp>
      <p:pic>
        <p:nvPicPr>
          <p:cNvPr id="41991" name="Picture 59" descr="underline_base">
            <a:extLst>
              <a:ext uri="{FF2B5EF4-FFF2-40B4-BE49-F238E27FC236}">
                <a16:creationId xmlns:a16="http://schemas.microsoft.com/office/drawing/2014/main" id="{37FD86F2-7946-4C6B-B9EB-6820BFFA5E09}"/>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46301" y="966416"/>
            <a:ext cx="4797425" cy="224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92" name="Rectangle 139">
            <a:extLst>
              <a:ext uri="{FF2B5EF4-FFF2-40B4-BE49-F238E27FC236}">
                <a16:creationId xmlns:a16="http://schemas.microsoft.com/office/drawing/2014/main" id="{910B63B4-6A4E-4076-972E-DC1BD4574B5F}"/>
              </a:ext>
            </a:extLst>
          </p:cNvPr>
          <p:cNvSpPr>
            <a:spLocks noChangeArrowheads="1"/>
          </p:cNvSpPr>
          <p:nvPr/>
        </p:nvSpPr>
        <p:spPr bwMode="auto">
          <a:xfrm>
            <a:off x="6489701" y="3354389"/>
            <a:ext cx="847725" cy="1809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latin typeface="Comic Sans MS" panose="030F0702030302020204" pitchFamily="66" charset="0"/>
            </a:endParaRPr>
          </a:p>
        </p:txBody>
      </p:sp>
      <p:sp>
        <p:nvSpPr>
          <p:cNvPr id="41993" name="Freeform 140">
            <a:extLst>
              <a:ext uri="{FF2B5EF4-FFF2-40B4-BE49-F238E27FC236}">
                <a16:creationId xmlns:a16="http://schemas.microsoft.com/office/drawing/2014/main" id="{6046756F-AF3E-4535-AB9D-67CD5E6D4EB1}"/>
              </a:ext>
            </a:extLst>
          </p:cNvPr>
          <p:cNvSpPr>
            <a:spLocks/>
          </p:cNvSpPr>
          <p:nvPr/>
        </p:nvSpPr>
        <p:spPr bwMode="auto">
          <a:xfrm>
            <a:off x="5902326" y="1293813"/>
            <a:ext cx="1941513" cy="2049462"/>
          </a:xfrm>
          <a:custGeom>
            <a:avLst/>
            <a:gdLst>
              <a:gd name="T0" fmla="*/ 2147483647 w 1223"/>
              <a:gd name="T1" fmla="*/ 2147483647 h 1291"/>
              <a:gd name="T2" fmla="*/ 2147483647 w 1223"/>
              <a:gd name="T3" fmla="*/ 2147483647 h 1291"/>
              <a:gd name="T4" fmla="*/ 2147483647 w 1223"/>
              <a:gd name="T5" fmla="*/ 2147483647 h 1291"/>
              <a:gd name="T6" fmla="*/ 2147483647 w 1223"/>
              <a:gd name="T7" fmla="*/ 2147483647 h 1291"/>
              <a:gd name="T8" fmla="*/ 2147483647 w 1223"/>
              <a:gd name="T9" fmla="*/ 2147483647 h 1291"/>
              <a:gd name="T10" fmla="*/ 2147483647 w 1223"/>
              <a:gd name="T11" fmla="*/ 2147483647 h 1291"/>
              <a:gd name="T12" fmla="*/ 2147483647 w 1223"/>
              <a:gd name="T13" fmla="*/ 2147483647 h 1291"/>
              <a:gd name="T14" fmla="*/ 2147483647 w 1223"/>
              <a:gd name="T15" fmla="*/ 2147483647 h 1291"/>
              <a:gd name="T16" fmla="*/ 2147483647 w 1223"/>
              <a:gd name="T17" fmla="*/ 2147483647 h 1291"/>
              <a:gd name="T18" fmla="*/ 2147483647 w 1223"/>
              <a:gd name="T19" fmla="*/ 2147483647 h 1291"/>
              <a:gd name="T20" fmla="*/ 2147483647 w 1223"/>
              <a:gd name="T21" fmla="*/ 2147483647 h 1291"/>
              <a:gd name="T22" fmla="*/ 2147483647 w 1223"/>
              <a:gd name="T23" fmla="*/ 2147483647 h 1291"/>
              <a:gd name="T24" fmla="*/ 2147483647 w 1223"/>
              <a:gd name="T25" fmla="*/ 2147483647 h 1291"/>
              <a:gd name="T26" fmla="*/ 2147483647 w 1223"/>
              <a:gd name="T27" fmla="*/ 2147483647 h 129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223"/>
              <a:gd name="T43" fmla="*/ 0 h 1291"/>
              <a:gd name="T44" fmla="*/ 1223 w 1223"/>
              <a:gd name="T45" fmla="*/ 1291 h 129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223" h="1291">
                <a:moveTo>
                  <a:pt x="1201" y="756"/>
                </a:moveTo>
                <a:cubicBezTo>
                  <a:pt x="1180" y="640"/>
                  <a:pt x="798" y="744"/>
                  <a:pt x="702" y="670"/>
                </a:cubicBezTo>
                <a:cubicBezTo>
                  <a:pt x="603" y="561"/>
                  <a:pt x="669" y="206"/>
                  <a:pt x="608" y="103"/>
                </a:cubicBezTo>
                <a:cubicBezTo>
                  <a:pt x="547" y="0"/>
                  <a:pt x="425" y="55"/>
                  <a:pt x="335" y="52"/>
                </a:cubicBezTo>
                <a:cubicBezTo>
                  <a:pt x="245" y="49"/>
                  <a:pt x="114" y="0"/>
                  <a:pt x="65" y="82"/>
                </a:cubicBezTo>
                <a:cubicBezTo>
                  <a:pt x="16" y="164"/>
                  <a:pt x="45" y="433"/>
                  <a:pt x="41" y="544"/>
                </a:cubicBezTo>
                <a:cubicBezTo>
                  <a:pt x="37" y="655"/>
                  <a:pt x="41" y="685"/>
                  <a:pt x="38" y="751"/>
                </a:cubicBezTo>
                <a:cubicBezTo>
                  <a:pt x="35" y="817"/>
                  <a:pt x="26" y="880"/>
                  <a:pt x="23" y="940"/>
                </a:cubicBezTo>
                <a:cubicBezTo>
                  <a:pt x="20" y="1000"/>
                  <a:pt x="0" y="1068"/>
                  <a:pt x="17" y="1114"/>
                </a:cubicBezTo>
                <a:cubicBezTo>
                  <a:pt x="34" y="1160"/>
                  <a:pt x="31" y="1198"/>
                  <a:pt x="128" y="1219"/>
                </a:cubicBezTo>
                <a:cubicBezTo>
                  <a:pt x="225" y="1240"/>
                  <a:pt x="509" y="1291"/>
                  <a:pt x="602" y="1243"/>
                </a:cubicBezTo>
                <a:cubicBezTo>
                  <a:pt x="695" y="1195"/>
                  <a:pt x="590" y="984"/>
                  <a:pt x="686" y="930"/>
                </a:cubicBezTo>
                <a:cubicBezTo>
                  <a:pt x="782" y="876"/>
                  <a:pt x="1091" y="945"/>
                  <a:pt x="1177" y="916"/>
                </a:cubicBezTo>
                <a:cubicBezTo>
                  <a:pt x="1208" y="864"/>
                  <a:pt x="1223" y="871"/>
                  <a:pt x="1201" y="756"/>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latin typeface="Comic Sans MS" panose="030F0702030302020204" pitchFamily="66" charset="0"/>
            </a:endParaRPr>
          </a:p>
        </p:txBody>
      </p:sp>
      <p:sp>
        <p:nvSpPr>
          <p:cNvPr id="41994" name="Freeform 141">
            <a:extLst>
              <a:ext uri="{FF2B5EF4-FFF2-40B4-BE49-F238E27FC236}">
                <a16:creationId xmlns:a16="http://schemas.microsoft.com/office/drawing/2014/main" id="{932C973C-2795-473E-AB55-4A4ACC4EF8F5}"/>
              </a:ext>
            </a:extLst>
          </p:cNvPr>
          <p:cNvSpPr>
            <a:spLocks/>
          </p:cNvSpPr>
          <p:nvPr/>
        </p:nvSpPr>
        <p:spPr bwMode="auto">
          <a:xfrm>
            <a:off x="8429625" y="1603376"/>
            <a:ext cx="1906588" cy="1958975"/>
          </a:xfrm>
          <a:custGeom>
            <a:avLst/>
            <a:gdLst>
              <a:gd name="T0" fmla="*/ 2147483647 w 1201"/>
              <a:gd name="T1" fmla="*/ 2147483647 h 1234"/>
              <a:gd name="T2" fmla="*/ 2147483647 w 1201"/>
              <a:gd name="T3" fmla="*/ 2147483647 h 1234"/>
              <a:gd name="T4" fmla="*/ 2147483647 w 1201"/>
              <a:gd name="T5" fmla="*/ 2147483647 h 1234"/>
              <a:gd name="T6" fmla="*/ 2147483647 w 1201"/>
              <a:gd name="T7" fmla="*/ 2147483647 h 1234"/>
              <a:gd name="T8" fmla="*/ 2147483647 w 1201"/>
              <a:gd name="T9" fmla="*/ 2147483647 h 1234"/>
              <a:gd name="T10" fmla="*/ 2147483647 w 1201"/>
              <a:gd name="T11" fmla="*/ 2147483647 h 1234"/>
              <a:gd name="T12" fmla="*/ 2147483647 w 1201"/>
              <a:gd name="T13" fmla="*/ 2147483647 h 1234"/>
              <a:gd name="T14" fmla="*/ 2147483647 w 1201"/>
              <a:gd name="T15" fmla="*/ 2147483647 h 1234"/>
              <a:gd name="T16" fmla="*/ 2147483647 w 1201"/>
              <a:gd name="T17" fmla="*/ 2147483647 h 1234"/>
              <a:gd name="T18" fmla="*/ 2147483647 w 1201"/>
              <a:gd name="T19" fmla="*/ 2147483647 h 1234"/>
              <a:gd name="T20" fmla="*/ 2147483647 w 1201"/>
              <a:gd name="T21" fmla="*/ 2147483647 h 1234"/>
              <a:gd name="T22" fmla="*/ 2147483647 w 1201"/>
              <a:gd name="T23" fmla="*/ 2147483647 h 1234"/>
              <a:gd name="T24" fmla="*/ 2147483647 w 1201"/>
              <a:gd name="T25" fmla="*/ 2147483647 h 1234"/>
              <a:gd name="T26" fmla="*/ 2147483647 w 1201"/>
              <a:gd name="T27" fmla="*/ 2147483647 h 123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201"/>
              <a:gd name="T43" fmla="*/ 0 h 1234"/>
              <a:gd name="T44" fmla="*/ 1201 w 1201"/>
              <a:gd name="T45" fmla="*/ 1234 h 123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201" h="1234">
                <a:moveTo>
                  <a:pt x="25" y="709"/>
                </a:moveTo>
                <a:cubicBezTo>
                  <a:pt x="49" y="824"/>
                  <a:pt x="428" y="709"/>
                  <a:pt x="526" y="780"/>
                </a:cubicBezTo>
                <a:cubicBezTo>
                  <a:pt x="624" y="851"/>
                  <a:pt x="543" y="1059"/>
                  <a:pt x="613" y="1134"/>
                </a:cubicBezTo>
                <a:cubicBezTo>
                  <a:pt x="683" y="1209"/>
                  <a:pt x="853" y="1234"/>
                  <a:pt x="946" y="1230"/>
                </a:cubicBezTo>
                <a:cubicBezTo>
                  <a:pt x="1039" y="1226"/>
                  <a:pt x="1141" y="1163"/>
                  <a:pt x="1171" y="1107"/>
                </a:cubicBezTo>
                <a:cubicBezTo>
                  <a:pt x="1201" y="1051"/>
                  <a:pt x="1135" y="963"/>
                  <a:pt x="1126" y="894"/>
                </a:cubicBezTo>
                <a:cubicBezTo>
                  <a:pt x="1117" y="825"/>
                  <a:pt x="1119" y="772"/>
                  <a:pt x="1114" y="693"/>
                </a:cubicBezTo>
                <a:cubicBezTo>
                  <a:pt x="1109" y="614"/>
                  <a:pt x="1095" y="502"/>
                  <a:pt x="1099" y="423"/>
                </a:cubicBezTo>
                <a:cubicBezTo>
                  <a:pt x="1103" y="344"/>
                  <a:pt x="1141" y="281"/>
                  <a:pt x="1141" y="216"/>
                </a:cubicBezTo>
                <a:cubicBezTo>
                  <a:pt x="1141" y="151"/>
                  <a:pt x="1185" y="56"/>
                  <a:pt x="1102" y="33"/>
                </a:cubicBezTo>
                <a:cubicBezTo>
                  <a:pt x="1019" y="10"/>
                  <a:pt x="740" y="0"/>
                  <a:pt x="646" y="81"/>
                </a:cubicBezTo>
                <a:cubicBezTo>
                  <a:pt x="552" y="162"/>
                  <a:pt x="635" y="441"/>
                  <a:pt x="535" y="519"/>
                </a:cubicBezTo>
                <a:cubicBezTo>
                  <a:pt x="435" y="597"/>
                  <a:pt x="129" y="516"/>
                  <a:pt x="44" y="548"/>
                </a:cubicBezTo>
                <a:cubicBezTo>
                  <a:pt x="15" y="601"/>
                  <a:pt x="0" y="594"/>
                  <a:pt x="25" y="709"/>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latin typeface="Comic Sans MS" panose="030F0702030302020204" pitchFamily="66" charset="0"/>
            </a:endParaRPr>
          </a:p>
        </p:txBody>
      </p:sp>
      <p:sp>
        <p:nvSpPr>
          <p:cNvPr id="41995" name="Freeform 142">
            <a:extLst>
              <a:ext uri="{FF2B5EF4-FFF2-40B4-BE49-F238E27FC236}">
                <a16:creationId xmlns:a16="http://schemas.microsoft.com/office/drawing/2014/main" id="{95E3C771-FA31-4979-A42F-25720CB16524}"/>
              </a:ext>
            </a:extLst>
          </p:cNvPr>
          <p:cNvSpPr>
            <a:spLocks/>
          </p:cNvSpPr>
          <p:nvPr/>
        </p:nvSpPr>
        <p:spPr bwMode="auto">
          <a:xfrm>
            <a:off x="7102476" y="3036888"/>
            <a:ext cx="2041525" cy="1979612"/>
          </a:xfrm>
          <a:custGeom>
            <a:avLst/>
            <a:gdLst>
              <a:gd name="T0" fmla="*/ 2147483647 w 1286"/>
              <a:gd name="T1" fmla="*/ 2147483647 h 1247"/>
              <a:gd name="T2" fmla="*/ 2147483647 w 1286"/>
              <a:gd name="T3" fmla="*/ 2147483647 h 1247"/>
              <a:gd name="T4" fmla="*/ 2147483647 w 1286"/>
              <a:gd name="T5" fmla="*/ 2147483647 h 1247"/>
              <a:gd name="T6" fmla="*/ 2147483647 w 1286"/>
              <a:gd name="T7" fmla="*/ 2147483647 h 1247"/>
              <a:gd name="T8" fmla="*/ 2147483647 w 1286"/>
              <a:gd name="T9" fmla="*/ 2147483647 h 1247"/>
              <a:gd name="T10" fmla="*/ 2147483647 w 1286"/>
              <a:gd name="T11" fmla="*/ 2147483647 h 1247"/>
              <a:gd name="T12" fmla="*/ 2147483647 w 1286"/>
              <a:gd name="T13" fmla="*/ 2147483647 h 1247"/>
              <a:gd name="T14" fmla="*/ 2147483647 w 1286"/>
              <a:gd name="T15" fmla="*/ 2147483647 h 1247"/>
              <a:gd name="T16" fmla="*/ 2147483647 w 1286"/>
              <a:gd name="T17" fmla="*/ 2147483647 h 1247"/>
              <a:gd name="T18" fmla="*/ 2147483647 w 1286"/>
              <a:gd name="T19" fmla="*/ 2147483647 h 1247"/>
              <a:gd name="T20" fmla="*/ 2147483647 w 1286"/>
              <a:gd name="T21" fmla="*/ 2147483647 h 1247"/>
              <a:gd name="T22" fmla="*/ 2147483647 w 1286"/>
              <a:gd name="T23" fmla="*/ 2147483647 h 1247"/>
              <a:gd name="T24" fmla="*/ 2147483647 w 1286"/>
              <a:gd name="T25" fmla="*/ 2147483647 h 124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286"/>
              <a:gd name="T40" fmla="*/ 0 h 1247"/>
              <a:gd name="T41" fmla="*/ 1286 w 1286"/>
              <a:gd name="T42" fmla="*/ 1247 h 124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286" h="1247">
                <a:moveTo>
                  <a:pt x="587" y="30"/>
                </a:moveTo>
                <a:cubicBezTo>
                  <a:pt x="473" y="60"/>
                  <a:pt x="601" y="475"/>
                  <a:pt x="509" y="618"/>
                </a:cubicBezTo>
                <a:cubicBezTo>
                  <a:pt x="424" y="765"/>
                  <a:pt x="154" y="830"/>
                  <a:pt x="77" y="909"/>
                </a:cubicBezTo>
                <a:cubicBezTo>
                  <a:pt x="0" y="988"/>
                  <a:pt x="37" y="1043"/>
                  <a:pt x="47" y="1095"/>
                </a:cubicBezTo>
                <a:cubicBezTo>
                  <a:pt x="57" y="1147"/>
                  <a:pt x="71" y="1205"/>
                  <a:pt x="140" y="1224"/>
                </a:cubicBezTo>
                <a:cubicBezTo>
                  <a:pt x="209" y="1243"/>
                  <a:pt x="369" y="1212"/>
                  <a:pt x="461" y="1209"/>
                </a:cubicBezTo>
                <a:cubicBezTo>
                  <a:pt x="553" y="1206"/>
                  <a:pt x="571" y="1206"/>
                  <a:pt x="692" y="1209"/>
                </a:cubicBezTo>
                <a:cubicBezTo>
                  <a:pt x="813" y="1212"/>
                  <a:pt x="1094" y="1247"/>
                  <a:pt x="1190" y="1227"/>
                </a:cubicBezTo>
                <a:cubicBezTo>
                  <a:pt x="1286" y="1207"/>
                  <a:pt x="1279" y="1170"/>
                  <a:pt x="1271" y="1089"/>
                </a:cubicBezTo>
                <a:cubicBezTo>
                  <a:pt x="1263" y="1008"/>
                  <a:pt x="1217" y="818"/>
                  <a:pt x="1139" y="741"/>
                </a:cubicBezTo>
                <a:cubicBezTo>
                  <a:pt x="1061" y="664"/>
                  <a:pt x="865" y="743"/>
                  <a:pt x="800" y="627"/>
                </a:cubicBezTo>
                <a:cubicBezTo>
                  <a:pt x="735" y="511"/>
                  <a:pt x="785" y="142"/>
                  <a:pt x="749" y="42"/>
                </a:cubicBezTo>
                <a:cubicBezTo>
                  <a:pt x="695" y="15"/>
                  <a:pt x="701" y="0"/>
                  <a:pt x="587" y="30"/>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latin typeface="Comic Sans MS" panose="030F0702030302020204" pitchFamily="66" charset="0"/>
            </a:endParaRPr>
          </a:p>
        </p:txBody>
      </p:sp>
      <p:sp>
        <p:nvSpPr>
          <p:cNvPr id="41996" name="Line 143">
            <a:extLst>
              <a:ext uri="{FF2B5EF4-FFF2-40B4-BE49-F238E27FC236}">
                <a16:creationId xmlns:a16="http://schemas.microsoft.com/office/drawing/2014/main" id="{9409A8F4-C432-4E35-AC2A-099F4F20C1A2}"/>
              </a:ext>
            </a:extLst>
          </p:cNvPr>
          <p:cNvSpPr>
            <a:spLocks noChangeShapeType="1"/>
          </p:cNvSpPr>
          <p:nvPr/>
        </p:nvSpPr>
        <p:spPr bwMode="auto">
          <a:xfrm>
            <a:off x="6540501" y="1816100"/>
            <a:ext cx="277813" cy="158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1997" name="Line 145">
            <a:extLst>
              <a:ext uri="{FF2B5EF4-FFF2-40B4-BE49-F238E27FC236}">
                <a16:creationId xmlns:a16="http://schemas.microsoft.com/office/drawing/2014/main" id="{67450486-C661-425D-8CAB-8C2BBE3FB467}"/>
              </a:ext>
            </a:extLst>
          </p:cNvPr>
          <p:cNvSpPr>
            <a:spLocks noChangeShapeType="1"/>
          </p:cNvSpPr>
          <p:nvPr/>
        </p:nvSpPr>
        <p:spPr bwMode="auto">
          <a:xfrm flipV="1">
            <a:off x="6540501" y="2460626"/>
            <a:ext cx="277813" cy="31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1998" name="Line 146">
            <a:extLst>
              <a:ext uri="{FF2B5EF4-FFF2-40B4-BE49-F238E27FC236}">
                <a16:creationId xmlns:a16="http://schemas.microsoft.com/office/drawing/2014/main" id="{8CD0FE0F-0B5D-4F30-AA28-C5B3AC8DE11D}"/>
              </a:ext>
            </a:extLst>
          </p:cNvPr>
          <p:cNvSpPr>
            <a:spLocks noChangeShapeType="1"/>
          </p:cNvSpPr>
          <p:nvPr/>
        </p:nvSpPr>
        <p:spPr bwMode="auto">
          <a:xfrm>
            <a:off x="6550025" y="3087689"/>
            <a:ext cx="273050" cy="15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1999" name="Line 147">
            <a:extLst>
              <a:ext uri="{FF2B5EF4-FFF2-40B4-BE49-F238E27FC236}">
                <a16:creationId xmlns:a16="http://schemas.microsoft.com/office/drawing/2014/main" id="{93A55BDD-07C0-4F42-8856-5F848C63EB90}"/>
              </a:ext>
            </a:extLst>
          </p:cNvPr>
          <p:cNvSpPr>
            <a:spLocks noChangeShapeType="1"/>
          </p:cNvSpPr>
          <p:nvPr/>
        </p:nvSpPr>
        <p:spPr bwMode="auto">
          <a:xfrm>
            <a:off x="7043739" y="2662239"/>
            <a:ext cx="822325" cy="31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000" name="Text Box 148">
            <a:extLst>
              <a:ext uri="{FF2B5EF4-FFF2-40B4-BE49-F238E27FC236}">
                <a16:creationId xmlns:a16="http://schemas.microsoft.com/office/drawing/2014/main" id="{86D45E16-859B-4E82-8CBB-F2D063A2C1D2}"/>
              </a:ext>
            </a:extLst>
          </p:cNvPr>
          <p:cNvSpPr txBox="1">
            <a:spLocks noChangeArrowheads="1"/>
          </p:cNvSpPr>
          <p:nvPr/>
        </p:nvSpPr>
        <p:spPr bwMode="auto">
          <a:xfrm>
            <a:off x="6499226" y="1490663"/>
            <a:ext cx="10318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600">
                <a:latin typeface="Comic Sans MS" panose="030F0702030302020204" pitchFamily="66" charset="0"/>
              </a:rPr>
              <a:t>223.1.1.1</a:t>
            </a:r>
            <a:endParaRPr lang="en-US" altLang="en-US">
              <a:latin typeface="Comic Sans MS" panose="030F0702030302020204" pitchFamily="66" charset="0"/>
            </a:endParaRPr>
          </a:p>
        </p:txBody>
      </p:sp>
      <p:sp>
        <p:nvSpPr>
          <p:cNvPr id="42001" name="Text Box 149">
            <a:extLst>
              <a:ext uri="{FF2B5EF4-FFF2-40B4-BE49-F238E27FC236}">
                <a16:creationId xmlns:a16="http://schemas.microsoft.com/office/drawing/2014/main" id="{B8B8B63F-3F7B-4CAF-BD00-260BDBC2580E}"/>
              </a:ext>
            </a:extLst>
          </p:cNvPr>
          <p:cNvSpPr txBox="1">
            <a:spLocks noChangeArrowheads="1"/>
          </p:cNvSpPr>
          <p:nvPr/>
        </p:nvSpPr>
        <p:spPr bwMode="auto">
          <a:xfrm>
            <a:off x="6384926" y="3116263"/>
            <a:ext cx="10318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600">
                <a:latin typeface="Comic Sans MS" panose="030F0702030302020204" pitchFamily="66" charset="0"/>
              </a:rPr>
              <a:t>223.1.1.3</a:t>
            </a:r>
            <a:endParaRPr lang="en-US" altLang="en-US">
              <a:latin typeface="Comic Sans MS" panose="030F0702030302020204" pitchFamily="66" charset="0"/>
            </a:endParaRPr>
          </a:p>
        </p:txBody>
      </p:sp>
      <p:sp>
        <p:nvSpPr>
          <p:cNvPr id="42002" name="Text Box 150">
            <a:extLst>
              <a:ext uri="{FF2B5EF4-FFF2-40B4-BE49-F238E27FC236}">
                <a16:creationId xmlns:a16="http://schemas.microsoft.com/office/drawing/2014/main" id="{46AFB9DD-69BC-46BF-B622-708FD5C22F3B}"/>
              </a:ext>
            </a:extLst>
          </p:cNvPr>
          <p:cNvSpPr txBox="1">
            <a:spLocks noChangeArrowheads="1"/>
          </p:cNvSpPr>
          <p:nvPr/>
        </p:nvSpPr>
        <p:spPr bwMode="auto">
          <a:xfrm>
            <a:off x="7131051" y="2355850"/>
            <a:ext cx="10318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600">
                <a:latin typeface="Comic Sans MS" panose="030F0702030302020204" pitchFamily="66" charset="0"/>
              </a:rPr>
              <a:t>223.1.1.4</a:t>
            </a:r>
            <a:endParaRPr lang="en-US" altLang="en-US">
              <a:latin typeface="Comic Sans MS" panose="030F0702030302020204" pitchFamily="66" charset="0"/>
            </a:endParaRPr>
          </a:p>
        </p:txBody>
      </p:sp>
      <p:sp>
        <p:nvSpPr>
          <p:cNvPr id="42003" name="Line 151">
            <a:extLst>
              <a:ext uri="{FF2B5EF4-FFF2-40B4-BE49-F238E27FC236}">
                <a16:creationId xmlns:a16="http://schemas.microsoft.com/office/drawing/2014/main" id="{92EE0A52-5F85-4655-8B93-D8FCA1B273C3}"/>
              </a:ext>
            </a:extLst>
          </p:cNvPr>
          <p:cNvSpPr>
            <a:spLocks noChangeShapeType="1"/>
          </p:cNvSpPr>
          <p:nvPr/>
        </p:nvSpPr>
        <p:spPr bwMode="auto">
          <a:xfrm>
            <a:off x="8378826" y="2668589"/>
            <a:ext cx="639763" cy="15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004" name="Text Box 152">
            <a:extLst>
              <a:ext uri="{FF2B5EF4-FFF2-40B4-BE49-F238E27FC236}">
                <a16:creationId xmlns:a16="http://schemas.microsoft.com/office/drawing/2014/main" id="{1AF62039-1386-4EB3-9657-090229F3BA06}"/>
              </a:ext>
            </a:extLst>
          </p:cNvPr>
          <p:cNvSpPr txBox="1">
            <a:spLocks noChangeArrowheads="1"/>
          </p:cNvSpPr>
          <p:nvPr/>
        </p:nvSpPr>
        <p:spPr bwMode="auto">
          <a:xfrm>
            <a:off x="8251826" y="2357439"/>
            <a:ext cx="10572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600">
                <a:latin typeface="Comic Sans MS" panose="030F0702030302020204" pitchFamily="66" charset="0"/>
              </a:rPr>
              <a:t>223.1.2.9</a:t>
            </a:r>
            <a:endParaRPr lang="en-US" altLang="en-US">
              <a:latin typeface="Comic Sans MS" panose="030F0702030302020204" pitchFamily="66" charset="0"/>
            </a:endParaRPr>
          </a:p>
        </p:txBody>
      </p:sp>
      <p:sp>
        <p:nvSpPr>
          <p:cNvPr id="42005" name="Line 154">
            <a:extLst>
              <a:ext uri="{FF2B5EF4-FFF2-40B4-BE49-F238E27FC236}">
                <a16:creationId xmlns:a16="http://schemas.microsoft.com/office/drawing/2014/main" id="{35E9C300-A81C-43B3-ABCE-718095506B12}"/>
              </a:ext>
            </a:extLst>
          </p:cNvPr>
          <p:cNvSpPr>
            <a:spLocks noChangeShapeType="1"/>
          </p:cNvSpPr>
          <p:nvPr/>
        </p:nvSpPr>
        <p:spPr bwMode="auto">
          <a:xfrm>
            <a:off x="9402763" y="1978025"/>
            <a:ext cx="234950" cy="63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006" name="Line 155">
            <a:extLst>
              <a:ext uri="{FF2B5EF4-FFF2-40B4-BE49-F238E27FC236}">
                <a16:creationId xmlns:a16="http://schemas.microsoft.com/office/drawing/2014/main" id="{55F27740-1F58-4939-8508-2945B1CF997B}"/>
              </a:ext>
            </a:extLst>
          </p:cNvPr>
          <p:cNvSpPr>
            <a:spLocks noChangeShapeType="1"/>
          </p:cNvSpPr>
          <p:nvPr/>
        </p:nvSpPr>
        <p:spPr bwMode="auto">
          <a:xfrm>
            <a:off x="9402763" y="3249613"/>
            <a:ext cx="234950" cy="63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007" name="Line 156">
            <a:extLst>
              <a:ext uri="{FF2B5EF4-FFF2-40B4-BE49-F238E27FC236}">
                <a16:creationId xmlns:a16="http://schemas.microsoft.com/office/drawing/2014/main" id="{8580B0FA-FE06-4927-98BE-957E066861F3}"/>
              </a:ext>
            </a:extLst>
          </p:cNvPr>
          <p:cNvSpPr>
            <a:spLocks noChangeShapeType="1"/>
          </p:cNvSpPr>
          <p:nvPr/>
        </p:nvSpPr>
        <p:spPr bwMode="auto">
          <a:xfrm>
            <a:off x="8140701" y="3006726"/>
            <a:ext cx="3175" cy="6445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008" name="Line 158">
            <a:extLst>
              <a:ext uri="{FF2B5EF4-FFF2-40B4-BE49-F238E27FC236}">
                <a16:creationId xmlns:a16="http://schemas.microsoft.com/office/drawing/2014/main" id="{EC9534F0-1D5C-468B-B6DF-2E51075B5F37}"/>
              </a:ext>
            </a:extLst>
          </p:cNvPr>
          <p:cNvSpPr>
            <a:spLocks noChangeShapeType="1"/>
          </p:cNvSpPr>
          <p:nvPr/>
        </p:nvSpPr>
        <p:spPr bwMode="auto">
          <a:xfrm flipH="1" flipV="1">
            <a:off x="7527926" y="4279900"/>
            <a:ext cx="3175" cy="2413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009" name="Line 159">
            <a:extLst>
              <a:ext uri="{FF2B5EF4-FFF2-40B4-BE49-F238E27FC236}">
                <a16:creationId xmlns:a16="http://schemas.microsoft.com/office/drawing/2014/main" id="{15259220-EA7D-4789-B50F-E2E1D689819B}"/>
              </a:ext>
            </a:extLst>
          </p:cNvPr>
          <p:cNvSpPr>
            <a:spLocks noChangeShapeType="1"/>
          </p:cNvSpPr>
          <p:nvPr/>
        </p:nvSpPr>
        <p:spPr bwMode="auto">
          <a:xfrm flipH="1" flipV="1">
            <a:off x="8704264" y="4284663"/>
            <a:ext cx="3175" cy="2413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010" name="Text Box 160">
            <a:extLst>
              <a:ext uri="{FF2B5EF4-FFF2-40B4-BE49-F238E27FC236}">
                <a16:creationId xmlns:a16="http://schemas.microsoft.com/office/drawing/2014/main" id="{23A4D84D-723C-444A-BD6F-07C28C231384}"/>
              </a:ext>
            </a:extLst>
          </p:cNvPr>
          <p:cNvSpPr txBox="1">
            <a:spLocks noChangeArrowheads="1"/>
          </p:cNvSpPr>
          <p:nvPr/>
        </p:nvSpPr>
        <p:spPr bwMode="auto">
          <a:xfrm>
            <a:off x="8675689" y="4162425"/>
            <a:ext cx="105727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600">
                <a:latin typeface="Comic Sans MS" panose="030F0702030302020204" pitchFamily="66" charset="0"/>
              </a:rPr>
              <a:t>223.1.3.2</a:t>
            </a:r>
            <a:endParaRPr lang="en-US" altLang="en-US">
              <a:latin typeface="Comic Sans MS" panose="030F0702030302020204" pitchFamily="66" charset="0"/>
            </a:endParaRPr>
          </a:p>
        </p:txBody>
      </p:sp>
      <p:sp>
        <p:nvSpPr>
          <p:cNvPr id="42011" name="Text Box 161">
            <a:extLst>
              <a:ext uri="{FF2B5EF4-FFF2-40B4-BE49-F238E27FC236}">
                <a16:creationId xmlns:a16="http://schemas.microsoft.com/office/drawing/2014/main" id="{1F119315-0F68-415D-8F3C-9F697E19980A}"/>
              </a:ext>
            </a:extLst>
          </p:cNvPr>
          <p:cNvSpPr txBox="1">
            <a:spLocks noChangeArrowheads="1"/>
          </p:cNvSpPr>
          <p:nvPr/>
        </p:nvSpPr>
        <p:spPr bwMode="auto">
          <a:xfrm>
            <a:off x="6505576" y="4257675"/>
            <a:ext cx="10318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600">
                <a:latin typeface="Comic Sans MS" panose="030F0702030302020204" pitchFamily="66" charset="0"/>
              </a:rPr>
              <a:t>223.1.3.1</a:t>
            </a:r>
            <a:endParaRPr lang="en-US" altLang="en-US">
              <a:latin typeface="Comic Sans MS" panose="030F0702030302020204" pitchFamily="66" charset="0"/>
            </a:endParaRPr>
          </a:p>
        </p:txBody>
      </p:sp>
      <p:grpSp>
        <p:nvGrpSpPr>
          <p:cNvPr id="42012" name="Group 162">
            <a:extLst>
              <a:ext uri="{FF2B5EF4-FFF2-40B4-BE49-F238E27FC236}">
                <a16:creationId xmlns:a16="http://schemas.microsoft.com/office/drawing/2014/main" id="{BB2513FE-9306-4BAB-8B5A-5A92B38A9851}"/>
              </a:ext>
            </a:extLst>
          </p:cNvPr>
          <p:cNvGrpSpPr>
            <a:grpSpLocks/>
          </p:cNvGrpSpPr>
          <p:nvPr/>
        </p:nvGrpSpPr>
        <p:grpSpPr bwMode="auto">
          <a:xfrm>
            <a:off x="5897563" y="1517650"/>
            <a:ext cx="641350" cy="558800"/>
            <a:chOff x="-44" y="1473"/>
            <a:chExt cx="981" cy="1105"/>
          </a:xfrm>
        </p:grpSpPr>
        <p:pic>
          <p:nvPicPr>
            <p:cNvPr id="42051" name="Picture 163" descr="desktop_computer_stylized_medium">
              <a:extLst>
                <a:ext uri="{FF2B5EF4-FFF2-40B4-BE49-F238E27FC236}">
                  <a16:creationId xmlns:a16="http://schemas.microsoft.com/office/drawing/2014/main" id="{6D2789CE-0A10-4A48-BD78-748A892EB3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052" name="Freeform 164">
              <a:extLst>
                <a:ext uri="{FF2B5EF4-FFF2-40B4-BE49-F238E27FC236}">
                  <a16:creationId xmlns:a16="http://schemas.microsoft.com/office/drawing/2014/main" id="{50A45227-201A-4CC3-BF4E-7FD0177F879E}"/>
                </a:ext>
              </a:extLst>
            </p:cNvPr>
            <p:cNvSpPr>
              <a:spLocks/>
            </p:cNvSpPr>
            <p:nvPr/>
          </p:nvSpPr>
          <p:spPr bwMode="auto">
            <a:xfrm flipH="1">
              <a:off x="374" y="1579"/>
              <a:ext cx="477" cy="506"/>
            </a:xfrm>
            <a:custGeom>
              <a:avLst/>
              <a:gdLst>
                <a:gd name="T0" fmla="*/ 0 w 356"/>
                <a:gd name="T1" fmla="*/ 0 h 368"/>
                <a:gd name="T2" fmla="*/ 187350 w 356"/>
                <a:gd name="T3" fmla="*/ 15587 h 368"/>
                <a:gd name="T4" fmla="*/ 222251 w 356"/>
                <a:gd name="T5" fmla="*/ 324849 h 368"/>
                <a:gd name="T6" fmla="*/ 48981 w 356"/>
                <a:gd name="T7" fmla="*/ 406259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latin typeface="Comic Sans MS" panose="030F0702030302020204" pitchFamily="66" charset="0"/>
              </a:endParaRPr>
            </a:p>
          </p:txBody>
        </p:sp>
      </p:grpSp>
      <p:grpSp>
        <p:nvGrpSpPr>
          <p:cNvPr id="42013" name="Group 165">
            <a:extLst>
              <a:ext uri="{FF2B5EF4-FFF2-40B4-BE49-F238E27FC236}">
                <a16:creationId xmlns:a16="http://schemas.microsoft.com/office/drawing/2014/main" id="{6659DA76-8DAB-4468-A747-5F6894AD1787}"/>
              </a:ext>
            </a:extLst>
          </p:cNvPr>
          <p:cNvGrpSpPr>
            <a:grpSpLocks/>
          </p:cNvGrpSpPr>
          <p:nvPr/>
        </p:nvGrpSpPr>
        <p:grpSpPr bwMode="auto">
          <a:xfrm>
            <a:off x="5892800" y="2127250"/>
            <a:ext cx="641350" cy="558800"/>
            <a:chOff x="-44" y="1473"/>
            <a:chExt cx="981" cy="1105"/>
          </a:xfrm>
        </p:grpSpPr>
        <p:pic>
          <p:nvPicPr>
            <p:cNvPr id="42049" name="Picture 166" descr="desktop_computer_stylized_medium">
              <a:extLst>
                <a:ext uri="{FF2B5EF4-FFF2-40B4-BE49-F238E27FC236}">
                  <a16:creationId xmlns:a16="http://schemas.microsoft.com/office/drawing/2014/main" id="{240E6735-61EE-47DD-9445-E83AC3B980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050" name="Freeform 167">
              <a:extLst>
                <a:ext uri="{FF2B5EF4-FFF2-40B4-BE49-F238E27FC236}">
                  <a16:creationId xmlns:a16="http://schemas.microsoft.com/office/drawing/2014/main" id="{54EC6233-772A-4E13-9A97-35BF4F742103}"/>
                </a:ext>
              </a:extLst>
            </p:cNvPr>
            <p:cNvSpPr>
              <a:spLocks/>
            </p:cNvSpPr>
            <p:nvPr/>
          </p:nvSpPr>
          <p:spPr bwMode="auto">
            <a:xfrm flipH="1">
              <a:off x="374" y="1579"/>
              <a:ext cx="477" cy="506"/>
            </a:xfrm>
            <a:custGeom>
              <a:avLst/>
              <a:gdLst>
                <a:gd name="T0" fmla="*/ 0 w 356"/>
                <a:gd name="T1" fmla="*/ 0 h 368"/>
                <a:gd name="T2" fmla="*/ 187350 w 356"/>
                <a:gd name="T3" fmla="*/ 15587 h 368"/>
                <a:gd name="T4" fmla="*/ 222251 w 356"/>
                <a:gd name="T5" fmla="*/ 324849 h 368"/>
                <a:gd name="T6" fmla="*/ 48981 w 356"/>
                <a:gd name="T7" fmla="*/ 406259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latin typeface="Comic Sans MS" panose="030F0702030302020204" pitchFamily="66" charset="0"/>
              </a:endParaRPr>
            </a:p>
          </p:txBody>
        </p:sp>
      </p:grpSp>
      <p:grpSp>
        <p:nvGrpSpPr>
          <p:cNvPr id="42014" name="Group 168">
            <a:extLst>
              <a:ext uri="{FF2B5EF4-FFF2-40B4-BE49-F238E27FC236}">
                <a16:creationId xmlns:a16="http://schemas.microsoft.com/office/drawing/2014/main" id="{439A8E32-BBDE-4501-B54B-068D20D92E76}"/>
              </a:ext>
            </a:extLst>
          </p:cNvPr>
          <p:cNvGrpSpPr>
            <a:grpSpLocks/>
          </p:cNvGrpSpPr>
          <p:nvPr/>
        </p:nvGrpSpPr>
        <p:grpSpPr bwMode="auto">
          <a:xfrm>
            <a:off x="5921375" y="2736850"/>
            <a:ext cx="641350" cy="558800"/>
            <a:chOff x="-44" y="1473"/>
            <a:chExt cx="981" cy="1105"/>
          </a:xfrm>
        </p:grpSpPr>
        <p:pic>
          <p:nvPicPr>
            <p:cNvPr id="42047" name="Picture 169" descr="desktop_computer_stylized_medium">
              <a:extLst>
                <a:ext uri="{FF2B5EF4-FFF2-40B4-BE49-F238E27FC236}">
                  <a16:creationId xmlns:a16="http://schemas.microsoft.com/office/drawing/2014/main" id="{812F1EB6-ABB6-495D-A83F-0E980C849A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048" name="Freeform 170">
              <a:extLst>
                <a:ext uri="{FF2B5EF4-FFF2-40B4-BE49-F238E27FC236}">
                  <a16:creationId xmlns:a16="http://schemas.microsoft.com/office/drawing/2014/main" id="{9EF20217-97D8-401F-8AA9-21388A139943}"/>
                </a:ext>
              </a:extLst>
            </p:cNvPr>
            <p:cNvSpPr>
              <a:spLocks/>
            </p:cNvSpPr>
            <p:nvPr/>
          </p:nvSpPr>
          <p:spPr bwMode="auto">
            <a:xfrm flipH="1">
              <a:off x="374" y="1579"/>
              <a:ext cx="477" cy="506"/>
            </a:xfrm>
            <a:custGeom>
              <a:avLst/>
              <a:gdLst>
                <a:gd name="T0" fmla="*/ 0 w 356"/>
                <a:gd name="T1" fmla="*/ 0 h 368"/>
                <a:gd name="T2" fmla="*/ 187350 w 356"/>
                <a:gd name="T3" fmla="*/ 15587 h 368"/>
                <a:gd name="T4" fmla="*/ 222251 w 356"/>
                <a:gd name="T5" fmla="*/ 324849 h 368"/>
                <a:gd name="T6" fmla="*/ 48981 w 356"/>
                <a:gd name="T7" fmla="*/ 406259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latin typeface="Comic Sans MS" panose="030F0702030302020204" pitchFamily="66" charset="0"/>
              </a:endParaRPr>
            </a:p>
          </p:txBody>
        </p:sp>
      </p:grpSp>
      <p:grpSp>
        <p:nvGrpSpPr>
          <p:cNvPr id="42015" name="Group 171">
            <a:extLst>
              <a:ext uri="{FF2B5EF4-FFF2-40B4-BE49-F238E27FC236}">
                <a16:creationId xmlns:a16="http://schemas.microsoft.com/office/drawing/2014/main" id="{91173BCF-E11F-43C1-AE71-B127AECEA815}"/>
              </a:ext>
            </a:extLst>
          </p:cNvPr>
          <p:cNvGrpSpPr>
            <a:grpSpLocks/>
          </p:cNvGrpSpPr>
          <p:nvPr/>
        </p:nvGrpSpPr>
        <p:grpSpPr bwMode="auto">
          <a:xfrm flipH="1">
            <a:off x="9629775" y="1685925"/>
            <a:ext cx="641350" cy="558800"/>
            <a:chOff x="-44" y="1473"/>
            <a:chExt cx="981" cy="1105"/>
          </a:xfrm>
        </p:grpSpPr>
        <p:pic>
          <p:nvPicPr>
            <p:cNvPr id="42045" name="Picture 172" descr="desktop_computer_stylized_medium">
              <a:extLst>
                <a:ext uri="{FF2B5EF4-FFF2-40B4-BE49-F238E27FC236}">
                  <a16:creationId xmlns:a16="http://schemas.microsoft.com/office/drawing/2014/main" id="{A92FAB04-9A79-4146-B018-594FF15F74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046" name="Freeform 173">
              <a:extLst>
                <a:ext uri="{FF2B5EF4-FFF2-40B4-BE49-F238E27FC236}">
                  <a16:creationId xmlns:a16="http://schemas.microsoft.com/office/drawing/2014/main" id="{084655EE-D4D7-4800-A3C1-8625C94F3138}"/>
                </a:ext>
              </a:extLst>
            </p:cNvPr>
            <p:cNvSpPr>
              <a:spLocks/>
            </p:cNvSpPr>
            <p:nvPr/>
          </p:nvSpPr>
          <p:spPr bwMode="auto">
            <a:xfrm flipH="1">
              <a:off x="374" y="1579"/>
              <a:ext cx="477" cy="506"/>
            </a:xfrm>
            <a:custGeom>
              <a:avLst/>
              <a:gdLst>
                <a:gd name="T0" fmla="*/ 0 w 356"/>
                <a:gd name="T1" fmla="*/ 0 h 368"/>
                <a:gd name="T2" fmla="*/ 187350 w 356"/>
                <a:gd name="T3" fmla="*/ 15587 h 368"/>
                <a:gd name="T4" fmla="*/ 222251 w 356"/>
                <a:gd name="T5" fmla="*/ 324849 h 368"/>
                <a:gd name="T6" fmla="*/ 48981 w 356"/>
                <a:gd name="T7" fmla="*/ 406259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latin typeface="Comic Sans MS" panose="030F0702030302020204" pitchFamily="66" charset="0"/>
              </a:endParaRPr>
            </a:p>
          </p:txBody>
        </p:sp>
      </p:grpSp>
      <p:grpSp>
        <p:nvGrpSpPr>
          <p:cNvPr id="42016" name="Group 174">
            <a:extLst>
              <a:ext uri="{FF2B5EF4-FFF2-40B4-BE49-F238E27FC236}">
                <a16:creationId xmlns:a16="http://schemas.microsoft.com/office/drawing/2014/main" id="{06288619-5805-4679-B37D-DB33538B2899}"/>
              </a:ext>
            </a:extLst>
          </p:cNvPr>
          <p:cNvGrpSpPr>
            <a:grpSpLocks/>
          </p:cNvGrpSpPr>
          <p:nvPr/>
        </p:nvGrpSpPr>
        <p:grpSpPr bwMode="auto">
          <a:xfrm flipH="1">
            <a:off x="9704388" y="2965450"/>
            <a:ext cx="641350" cy="558800"/>
            <a:chOff x="-44" y="1473"/>
            <a:chExt cx="981" cy="1105"/>
          </a:xfrm>
        </p:grpSpPr>
        <p:pic>
          <p:nvPicPr>
            <p:cNvPr id="42043" name="Picture 175" descr="desktop_computer_stylized_medium">
              <a:extLst>
                <a:ext uri="{FF2B5EF4-FFF2-40B4-BE49-F238E27FC236}">
                  <a16:creationId xmlns:a16="http://schemas.microsoft.com/office/drawing/2014/main" id="{0372580D-D5EC-4A48-8DB5-91503A2466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044" name="Freeform 176">
              <a:extLst>
                <a:ext uri="{FF2B5EF4-FFF2-40B4-BE49-F238E27FC236}">
                  <a16:creationId xmlns:a16="http://schemas.microsoft.com/office/drawing/2014/main" id="{00A9D92E-80C9-49B5-B786-B38108BE1890}"/>
                </a:ext>
              </a:extLst>
            </p:cNvPr>
            <p:cNvSpPr>
              <a:spLocks/>
            </p:cNvSpPr>
            <p:nvPr/>
          </p:nvSpPr>
          <p:spPr bwMode="auto">
            <a:xfrm flipH="1">
              <a:off x="374" y="1579"/>
              <a:ext cx="477" cy="506"/>
            </a:xfrm>
            <a:custGeom>
              <a:avLst/>
              <a:gdLst>
                <a:gd name="T0" fmla="*/ 0 w 356"/>
                <a:gd name="T1" fmla="*/ 0 h 368"/>
                <a:gd name="T2" fmla="*/ 187350 w 356"/>
                <a:gd name="T3" fmla="*/ 15587 h 368"/>
                <a:gd name="T4" fmla="*/ 222251 w 356"/>
                <a:gd name="T5" fmla="*/ 324849 h 368"/>
                <a:gd name="T6" fmla="*/ 48981 w 356"/>
                <a:gd name="T7" fmla="*/ 406259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latin typeface="Comic Sans MS" panose="030F0702030302020204" pitchFamily="66" charset="0"/>
              </a:endParaRPr>
            </a:p>
          </p:txBody>
        </p:sp>
      </p:grpSp>
      <p:grpSp>
        <p:nvGrpSpPr>
          <p:cNvPr id="42017" name="Group 177">
            <a:extLst>
              <a:ext uri="{FF2B5EF4-FFF2-40B4-BE49-F238E27FC236}">
                <a16:creationId xmlns:a16="http://schemas.microsoft.com/office/drawing/2014/main" id="{5A38F05C-45DF-4A06-A0D0-15E6CD119D32}"/>
              </a:ext>
            </a:extLst>
          </p:cNvPr>
          <p:cNvGrpSpPr>
            <a:grpSpLocks/>
          </p:cNvGrpSpPr>
          <p:nvPr/>
        </p:nvGrpSpPr>
        <p:grpSpPr bwMode="auto">
          <a:xfrm flipH="1">
            <a:off x="8496300" y="4489450"/>
            <a:ext cx="641350" cy="558800"/>
            <a:chOff x="-44" y="1473"/>
            <a:chExt cx="981" cy="1105"/>
          </a:xfrm>
        </p:grpSpPr>
        <p:pic>
          <p:nvPicPr>
            <p:cNvPr id="42041" name="Picture 178" descr="desktop_computer_stylized_medium">
              <a:extLst>
                <a:ext uri="{FF2B5EF4-FFF2-40B4-BE49-F238E27FC236}">
                  <a16:creationId xmlns:a16="http://schemas.microsoft.com/office/drawing/2014/main" id="{644763AA-A9A7-4253-A5D2-103E622179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042" name="Freeform 179">
              <a:extLst>
                <a:ext uri="{FF2B5EF4-FFF2-40B4-BE49-F238E27FC236}">
                  <a16:creationId xmlns:a16="http://schemas.microsoft.com/office/drawing/2014/main" id="{50DB760B-AF47-46A6-8BFB-13A008DC9398}"/>
                </a:ext>
              </a:extLst>
            </p:cNvPr>
            <p:cNvSpPr>
              <a:spLocks/>
            </p:cNvSpPr>
            <p:nvPr/>
          </p:nvSpPr>
          <p:spPr bwMode="auto">
            <a:xfrm flipH="1">
              <a:off x="374" y="1579"/>
              <a:ext cx="477" cy="506"/>
            </a:xfrm>
            <a:custGeom>
              <a:avLst/>
              <a:gdLst>
                <a:gd name="T0" fmla="*/ 0 w 356"/>
                <a:gd name="T1" fmla="*/ 0 h 368"/>
                <a:gd name="T2" fmla="*/ 187350 w 356"/>
                <a:gd name="T3" fmla="*/ 15587 h 368"/>
                <a:gd name="T4" fmla="*/ 222251 w 356"/>
                <a:gd name="T5" fmla="*/ 324849 h 368"/>
                <a:gd name="T6" fmla="*/ 48981 w 356"/>
                <a:gd name="T7" fmla="*/ 406259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latin typeface="Comic Sans MS" panose="030F0702030302020204" pitchFamily="66" charset="0"/>
              </a:endParaRPr>
            </a:p>
          </p:txBody>
        </p:sp>
      </p:grpSp>
      <p:grpSp>
        <p:nvGrpSpPr>
          <p:cNvPr id="42018" name="Group 180">
            <a:extLst>
              <a:ext uri="{FF2B5EF4-FFF2-40B4-BE49-F238E27FC236}">
                <a16:creationId xmlns:a16="http://schemas.microsoft.com/office/drawing/2014/main" id="{16853B8F-D1F0-4B0D-A6D1-78F106BFFB81}"/>
              </a:ext>
            </a:extLst>
          </p:cNvPr>
          <p:cNvGrpSpPr>
            <a:grpSpLocks/>
          </p:cNvGrpSpPr>
          <p:nvPr/>
        </p:nvGrpSpPr>
        <p:grpSpPr bwMode="auto">
          <a:xfrm flipH="1">
            <a:off x="7332663" y="4530725"/>
            <a:ext cx="641350" cy="558800"/>
            <a:chOff x="-44" y="1473"/>
            <a:chExt cx="981" cy="1105"/>
          </a:xfrm>
        </p:grpSpPr>
        <p:pic>
          <p:nvPicPr>
            <p:cNvPr id="42039" name="Picture 181" descr="desktop_computer_stylized_medium">
              <a:extLst>
                <a:ext uri="{FF2B5EF4-FFF2-40B4-BE49-F238E27FC236}">
                  <a16:creationId xmlns:a16="http://schemas.microsoft.com/office/drawing/2014/main" id="{781C5700-C5EE-4F68-97CE-E8B5B16636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040" name="Freeform 182">
              <a:extLst>
                <a:ext uri="{FF2B5EF4-FFF2-40B4-BE49-F238E27FC236}">
                  <a16:creationId xmlns:a16="http://schemas.microsoft.com/office/drawing/2014/main" id="{FFD7435C-6B48-4E33-A435-1BC99697D593}"/>
                </a:ext>
              </a:extLst>
            </p:cNvPr>
            <p:cNvSpPr>
              <a:spLocks/>
            </p:cNvSpPr>
            <p:nvPr/>
          </p:nvSpPr>
          <p:spPr bwMode="auto">
            <a:xfrm flipH="1">
              <a:off x="374" y="1579"/>
              <a:ext cx="477" cy="506"/>
            </a:xfrm>
            <a:custGeom>
              <a:avLst/>
              <a:gdLst>
                <a:gd name="T0" fmla="*/ 0 w 356"/>
                <a:gd name="T1" fmla="*/ 0 h 368"/>
                <a:gd name="T2" fmla="*/ 187350 w 356"/>
                <a:gd name="T3" fmla="*/ 15587 h 368"/>
                <a:gd name="T4" fmla="*/ 222251 w 356"/>
                <a:gd name="T5" fmla="*/ 324849 h 368"/>
                <a:gd name="T6" fmla="*/ 48981 w 356"/>
                <a:gd name="T7" fmla="*/ 406259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latin typeface="Comic Sans MS" panose="030F0702030302020204" pitchFamily="66" charset="0"/>
              </a:endParaRPr>
            </a:p>
          </p:txBody>
        </p:sp>
      </p:grpSp>
      <p:grpSp>
        <p:nvGrpSpPr>
          <p:cNvPr id="42019" name="Group 183">
            <a:extLst>
              <a:ext uri="{FF2B5EF4-FFF2-40B4-BE49-F238E27FC236}">
                <a16:creationId xmlns:a16="http://schemas.microsoft.com/office/drawing/2014/main" id="{12C158A4-DE1D-4842-8610-2146EE575467}"/>
              </a:ext>
            </a:extLst>
          </p:cNvPr>
          <p:cNvGrpSpPr>
            <a:grpSpLocks/>
          </p:cNvGrpSpPr>
          <p:nvPr/>
        </p:nvGrpSpPr>
        <p:grpSpPr bwMode="auto">
          <a:xfrm>
            <a:off x="7761288" y="2624138"/>
            <a:ext cx="698500" cy="355600"/>
            <a:chOff x="4396" y="1245"/>
            <a:chExt cx="672" cy="248"/>
          </a:xfrm>
        </p:grpSpPr>
        <p:sp>
          <p:nvSpPr>
            <p:cNvPr id="42031" name="Oval 407">
              <a:extLst>
                <a:ext uri="{FF2B5EF4-FFF2-40B4-BE49-F238E27FC236}">
                  <a16:creationId xmlns:a16="http://schemas.microsoft.com/office/drawing/2014/main" id="{9204D564-34B0-4961-BDDD-C851761BE385}"/>
                </a:ext>
              </a:extLst>
            </p:cNvPr>
            <p:cNvSpPr>
              <a:spLocks noChangeArrowheads="1"/>
            </p:cNvSpPr>
            <p:nvPr/>
          </p:nvSpPr>
          <p:spPr bwMode="auto">
            <a:xfrm>
              <a:off x="4399" y="1355"/>
              <a:ext cx="666" cy="138"/>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Comic Sans MS" panose="030F0702030302020204" pitchFamily="66" charset="0"/>
                <a:cs typeface="Arial" panose="020B0604020202020204" pitchFamily="34" charset="0"/>
              </a:endParaRPr>
            </a:p>
          </p:txBody>
        </p:sp>
        <p:sp>
          <p:nvSpPr>
            <p:cNvPr id="42032" name="Rectangle 410">
              <a:extLst>
                <a:ext uri="{FF2B5EF4-FFF2-40B4-BE49-F238E27FC236}">
                  <a16:creationId xmlns:a16="http://schemas.microsoft.com/office/drawing/2014/main" id="{FEEDAABF-83DD-468C-A9F6-2783DF366ABA}"/>
                </a:ext>
              </a:extLst>
            </p:cNvPr>
            <p:cNvSpPr>
              <a:spLocks noChangeArrowheads="1"/>
            </p:cNvSpPr>
            <p:nvPr/>
          </p:nvSpPr>
          <p:spPr bwMode="auto">
            <a:xfrm>
              <a:off x="4399" y="1339"/>
              <a:ext cx="669" cy="86"/>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latin typeface="Comic Sans MS" panose="030F0702030302020204" pitchFamily="66" charset="0"/>
                <a:cs typeface="Arial" panose="020B0604020202020204" pitchFamily="34" charset="0"/>
              </a:endParaRPr>
            </a:p>
          </p:txBody>
        </p:sp>
        <p:sp>
          <p:nvSpPr>
            <p:cNvPr id="42033" name="Oval 411">
              <a:extLst>
                <a:ext uri="{FF2B5EF4-FFF2-40B4-BE49-F238E27FC236}">
                  <a16:creationId xmlns:a16="http://schemas.microsoft.com/office/drawing/2014/main" id="{B40B21A7-EEBC-427E-8B63-B49A676AFBD0}"/>
                </a:ext>
              </a:extLst>
            </p:cNvPr>
            <p:cNvSpPr>
              <a:spLocks noChangeArrowheads="1"/>
            </p:cNvSpPr>
            <p:nvPr/>
          </p:nvSpPr>
          <p:spPr bwMode="auto">
            <a:xfrm>
              <a:off x="4396" y="1245"/>
              <a:ext cx="667" cy="162"/>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Comic Sans MS" panose="030F0702030302020204" pitchFamily="66" charset="0"/>
                <a:cs typeface="Arial" panose="020B0604020202020204" pitchFamily="34" charset="0"/>
              </a:endParaRPr>
            </a:p>
          </p:txBody>
        </p:sp>
        <p:grpSp>
          <p:nvGrpSpPr>
            <p:cNvPr id="42034" name="Group 187">
              <a:extLst>
                <a:ext uri="{FF2B5EF4-FFF2-40B4-BE49-F238E27FC236}">
                  <a16:creationId xmlns:a16="http://schemas.microsoft.com/office/drawing/2014/main" id="{BD42C73F-D4CB-418A-93E4-0876A3BB3FA7}"/>
                </a:ext>
              </a:extLst>
            </p:cNvPr>
            <p:cNvGrpSpPr>
              <a:grpSpLocks/>
            </p:cNvGrpSpPr>
            <p:nvPr/>
          </p:nvGrpSpPr>
          <p:grpSpPr bwMode="auto">
            <a:xfrm>
              <a:off x="4530" y="1287"/>
              <a:ext cx="377" cy="75"/>
              <a:chOff x="2468" y="1332"/>
              <a:chExt cx="310" cy="60"/>
            </a:xfrm>
          </p:grpSpPr>
          <p:sp>
            <p:nvSpPr>
              <p:cNvPr id="42037" name="Freeform 188">
                <a:extLst>
                  <a:ext uri="{FF2B5EF4-FFF2-40B4-BE49-F238E27FC236}">
                    <a16:creationId xmlns:a16="http://schemas.microsoft.com/office/drawing/2014/main" id="{C962EC07-B176-4FC5-AADA-79338B61AAE2}"/>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latin typeface="Comic Sans MS" panose="030F0702030302020204" pitchFamily="66" charset="0"/>
                </a:endParaRPr>
              </a:p>
            </p:txBody>
          </p:sp>
          <p:sp>
            <p:nvSpPr>
              <p:cNvPr id="42038" name="Freeform 189">
                <a:extLst>
                  <a:ext uri="{FF2B5EF4-FFF2-40B4-BE49-F238E27FC236}">
                    <a16:creationId xmlns:a16="http://schemas.microsoft.com/office/drawing/2014/main" id="{29A11501-6C81-4660-ADFF-A8FD326EB085}"/>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latin typeface="Comic Sans MS" panose="030F0702030302020204" pitchFamily="66" charset="0"/>
                </a:endParaRPr>
              </a:p>
            </p:txBody>
          </p:sp>
        </p:grpSp>
        <p:sp>
          <p:nvSpPr>
            <p:cNvPr id="42035" name="Line 190">
              <a:extLst>
                <a:ext uri="{FF2B5EF4-FFF2-40B4-BE49-F238E27FC236}">
                  <a16:creationId xmlns:a16="http://schemas.microsoft.com/office/drawing/2014/main" id="{83FE8ECA-D53C-43DC-9C70-FCF11221E13E}"/>
                </a:ext>
              </a:extLst>
            </p:cNvPr>
            <p:cNvSpPr>
              <a:spLocks noChangeShapeType="1"/>
            </p:cNvSpPr>
            <p:nvPr/>
          </p:nvSpPr>
          <p:spPr bwMode="auto">
            <a:xfrm>
              <a:off x="4399" y="1321"/>
              <a:ext cx="0" cy="109"/>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036" name="Line 191">
              <a:extLst>
                <a:ext uri="{FF2B5EF4-FFF2-40B4-BE49-F238E27FC236}">
                  <a16:creationId xmlns:a16="http://schemas.microsoft.com/office/drawing/2014/main" id="{FF5AC170-79D8-41EB-BC55-796E56F885E7}"/>
                </a:ext>
              </a:extLst>
            </p:cNvPr>
            <p:cNvSpPr>
              <a:spLocks noChangeShapeType="1"/>
            </p:cNvSpPr>
            <p:nvPr/>
          </p:nvSpPr>
          <p:spPr bwMode="auto">
            <a:xfrm>
              <a:off x="5063" y="1326"/>
              <a:ext cx="0" cy="10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2020" name="Group 192">
            <a:extLst>
              <a:ext uri="{FF2B5EF4-FFF2-40B4-BE49-F238E27FC236}">
                <a16:creationId xmlns:a16="http://schemas.microsoft.com/office/drawing/2014/main" id="{173A96F7-3F45-4D9A-BDD3-AC9C7EEF3F17}"/>
              </a:ext>
            </a:extLst>
          </p:cNvPr>
          <p:cNvGrpSpPr>
            <a:grpSpLocks/>
          </p:cNvGrpSpPr>
          <p:nvPr/>
        </p:nvGrpSpPr>
        <p:grpSpPr bwMode="auto">
          <a:xfrm>
            <a:off x="8374063" y="3529014"/>
            <a:ext cx="1046162" cy="573087"/>
            <a:chOff x="4758" y="3508"/>
            <a:chExt cx="659" cy="361"/>
          </a:xfrm>
        </p:grpSpPr>
        <p:sp>
          <p:nvSpPr>
            <p:cNvPr id="42029" name="Text Box 193">
              <a:extLst>
                <a:ext uri="{FF2B5EF4-FFF2-40B4-BE49-F238E27FC236}">
                  <a16:creationId xmlns:a16="http://schemas.microsoft.com/office/drawing/2014/main" id="{C226B6B3-4EEE-4388-A570-600D3D327F09}"/>
                </a:ext>
              </a:extLst>
            </p:cNvPr>
            <p:cNvSpPr txBox="1">
              <a:spLocks noChangeArrowheads="1"/>
            </p:cNvSpPr>
            <p:nvPr/>
          </p:nvSpPr>
          <p:spPr bwMode="auto">
            <a:xfrm>
              <a:off x="4844" y="3508"/>
              <a:ext cx="57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solidFill>
                    <a:srgbClr val="CC0000"/>
                  </a:solidFill>
                  <a:latin typeface="Comic Sans MS" panose="030F0702030302020204" pitchFamily="66" charset="0"/>
                </a:rPr>
                <a:t>subnet</a:t>
              </a:r>
            </a:p>
          </p:txBody>
        </p:sp>
        <p:sp>
          <p:nvSpPr>
            <p:cNvPr id="42030" name="Line 194">
              <a:extLst>
                <a:ext uri="{FF2B5EF4-FFF2-40B4-BE49-F238E27FC236}">
                  <a16:creationId xmlns:a16="http://schemas.microsoft.com/office/drawing/2014/main" id="{F0C0ADF8-BD3F-474D-9529-F3617307F198}"/>
                </a:ext>
              </a:extLst>
            </p:cNvPr>
            <p:cNvSpPr>
              <a:spLocks noChangeShapeType="1"/>
            </p:cNvSpPr>
            <p:nvPr/>
          </p:nvSpPr>
          <p:spPr bwMode="auto">
            <a:xfrm flipH="1">
              <a:off x="4758" y="3677"/>
              <a:ext cx="108" cy="192"/>
            </a:xfrm>
            <a:prstGeom prst="line">
              <a:avLst/>
            </a:prstGeom>
            <a:noFill/>
            <a:ln w="9525">
              <a:solidFill>
                <a:srgbClr val="CC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sp>
        <p:nvSpPr>
          <p:cNvPr id="42021" name="Rectangle 195">
            <a:extLst>
              <a:ext uri="{FF2B5EF4-FFF2-40B4-BE49-F238E27FC236}">
                <a16:creationId xmlns:a16="http://schemas.microsoft.com/office/drawing/2014/main" id="{9513E36E-8BBF-4B7C-8FB4-01B78084712F}"/>
              </a:ext>
            </a:extLst>
          </p:cNvPr>
          <p:cNvSpPr>
            <a:spLocks noChangeArrowheads="1"/>
          </p:cNvSpPr>
          <p:nvPr/>
        </p:nvSpPr>
        <p:spPr bwMode="auto">
          <a:xfrm>
            <a:off x="6654801" y="2163763"/>
            <a:ext cx="288925" cy="233362"/>
          </a:xfrm>
          <a:prstGeom prst="rect">
            <a:avLst/>
          </a:prstGeom>
          <a:solidFill>
            <a:srgbClr val="66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latin typeface="Comic Sans MS" panose="030F0702030302020204" pitchFamily="66" charset="0"/>
            </a:endParaRPr>
          </a:p>
        </p:txBody>
      </p:sp>
      <p:sp>
        <p:nvSpPr>
          <p:cNvPr id="42022" name="Text Box 196">
            <a:extLst>
              <a:ext uri="{FF2B5EF4-FFF2-40B4-BE49-F238E27FC236}">
                <a16:creationId xmlns:a16="http://schemas.microsoft.com/office/drawing/2014/main" id="{A7029199-CF1C-4C07-8757-262AD1B7F31D}"/>
              </a:ext>
            </a:extLst>
          </p:cNvPr>
          <p:cNvSpPr txBox="1">
            <a:spLocks noChangeArrowheads="1"/>
          </p:cNvSpPr>
          <p:nvPr/>
        </p:nvSpPr>
        <p:spPr bwMode="auto">
          <a:xfrm>
            <a:off x="6499226" y="2133600"/>
            <a:ext cx="10318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600">
                <a:latin typeface="Comic Sans MS" panose="030F0702030302020204" pitchFamily="66" charset="0"/>
              </a:rPr>
              <a:t>223.1.1.2</a:t>
            </a:r>
            <a:endParaRPr lang="en-US" altLang="en-US">
              <a:latin typeface="Comic Sans MS" panose="030F0702030302020204" pitchFamily="66" charset="0"/>
            </a:endParaRPr>
          </a:p>
        </p:txBody>
      </p:sp>
      <p:sp>
        <p:nvSpPr>
          <p:cNvPr id="42023" name="Rectangle 197">
            <a:extLst>
              <a:ext uri="{FF2B5EF4-FFF2-40B4-BE49-F238E27FC236}">
                <a16:creationId xmlns:a16="http://schemas.microsoft.com/office/drawing/2014/main" id="{A6D90D77-D3B6-4AA1-83E1-8C17EBA9C62E}"/>
              </a:ext>
            </a:extLst>
          </p:cNvPr>
          <p:cNvSpPr>
            <a:spLocks noChangeArrowheads="1"/>
          </p:cNvSpPr>
          <p:nvPr/>
        </p:nvSpPr>
        <p:spPr bwMode="auto">
          <a:xfrm>
            <a:off x="9359901" y="2149476"/>
            <a:ext cx="288925" cy="233363"/>
          </a:xfrm>
          <a:prstGeom prst="rect">
            <a:avLst/>
          </a:prstGeom>
          <a:solidFill>
            <a:srgbClr val="66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latin typeface="Comic Sans MS" panose="030F0702030302020204" pitchFamily="66" charset="0"/>
            </a:endParaRPr>
          </a:p>
        </p:txBody>
      </p:sp>
      <p:sp>
        <p:nvSpPr>
          <p:cNvPr id="42024" name="Rectangle 198">
            <a:extLst>
              <a:ext uri="{FF2B5EF4-FFF2-40B4-BE49-F238E27FC236}">
                <a16:creationId xmlns:a16="http://schemas.microsoft.com/office/drawing/2014/main" id="{7CB5EB14-B6FD-4AC2-9CB9-A89F4200F571}"/>
              </a:ext>
            </a:extLst>
          </p:cNvPr>
          <p:cNvSpPr>
            <a:spLocks noChangeArrowheads="1"/>
          </p:cNvSpPr>
          <p:nvPr/>
        </p:nvSpPr>
        <p:spPr bwMode="auto">
          <a:xfrm>
            <a:off x="9356726" y="2949576"/>
            <a:ext cx="288925" cy="233363"/>
          </a:xfrm>
          <a:prstGeom prst="rect">
            <a:avLst/>
          </a:prstGeom>
          <a:solidFill>
            <a:srgbClr val="66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latin typeface="Comic Sans MS" panose="030F0702030302020204" pitchFamily="66" charset="0"/>
            </a:endParaRPr>
          </a:p>
        </p:txBody>
      </p:sp>
      <p:sp>
        <p:nvSpPr>
          <p:cNvPr id="42025" name="Rectangle 199">
            <a:extLst>
              <a:ext uri="{FF2B5EF4-FFF2-40B4-BE49-F238E27FC236}">
                <a16:creationId xmlns:a16="http://schemas.microsoft.com/office/drawing/2014/main" id="{64718174-A4EF-4BC9-A565-015ED3A0232A}"/>
              </a:ext>
            </a:extLst>
          </p:cNvPr>
          <p:cNvSpPr>
            <a:spLocks noChangeArrowheads="1"/>
          </p:cNvSpPr>
          <p:nvPr/>
        </p:nvSpPr>
        <p:spPr bwMode="auto">
          <a:xfrm>
            <a:off x="8004176" y="3135313"/>
            <a:ext cx="288925" cy="233362"/>
          </a:xfrm>
          <a:prstGeom prst="rect">
            <a:avLst/>
          </a:prstGeom>
          <a:solidFill>
            <a:srgbClr val="66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latin typeface="Comic Sans MS" panose="030F0702030302020204" pitchFamily="66" charset="0"/>
            </a:endParaRPr>
          </a:p>
        </p:txBody>
      </p:sp>
      <p:sp>
        <p:nvSpPr>
          <p:cNvPr id="42026" name="Text Box 200">
            <a:extLst>
              <a:ext uri="{FF2B5EF4-FFF2-40B4-BE49-F238E27FC236}">
                <a16:creationId xmlns:a16="http://schemas.microsoft.com/office/drawing/2014/main" id="{A59A4D9A-B595-4A3A-B042-51F0D8285244}"/>
              </a:ext>
            </a:extLst>
          </p:cNvPr>
          <p:cNvSpPr txBox="1">
            <a:spLocks noChangeArrowheads="1"/>
          </p:cNvSpPr>
          <p:nvPr/>
        </p:nvSpPr>
        <p:spPr bwMode="auto">
          <a:xfrm>
            <a:off x="7527925" y="3097214"/>
            <a:ext cx="11811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600">
                <a:latin typeface="Comic Sans MS" panose="030F0702030302020204" pitchFamily="66" charset="0"/>
              </a:rPr>
              <a:t>223.1.3.27</a:t>
            </a:r>
            <a:endParaRPr lang="en-US" altLang="en-US">
              <a:latin typeface="Comic Sans MS" panose="030F0702030302020204" pitchFamily="66" charset="0"/>
            </a:endParaRPr>
          </a:p>
        </p:txBody>
      </p:sp>
      <p:sp>
        <p:nvSpPr>
          <p:cNvPr id="42027" name="Text Box 201">
            <a:extLst>
              <a:ext uri="{FF2B5EF4-FFF2-40B4-BE49-F238E27FC236}">
                <a16:creationId xmlns:a16="http://schemas.microsoft.com/office/drawing/2014/main" id="{8ABAA0EB-922F-41D4-A509-19A80B57A96E}"/>
              </a:ext>
            </a:extLst>
          </p:cNvPr>
          <p:cNvSpPr txBox="1">
            <a:spLocks noChangeArrowheads="1"/>
          </p:cNvSpPr>
          <p:nvPr/>
        </p:nvSpPr>
        <p:spPr bwMode="auto">
          <a:xfrm>
            <a:off x="8713789" y="2887664"/>
            <a:ext cx="10572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600">
                <a:latin typeface="Comic Sans MS" panose="030F0702030302020204" pitchFamily="66" charset="0"/>
              </a:rPr>
              <a:t>223.1.2.2</a:t>
            </a:r>
            <a:endParaRPr lang="en-US" altLang="en-US">
              <a:latin typeface="Comic Sans MS" panose="030F0702030302020204" pitchFamily="66" charset="0"/>
            </a:endParaRPr>
          </a:p>
        </p:txBody>
      </p:sp>
      <p:sp>
        <p:nvSpPr>
          <p:cNvPr id="42028" name="Text Box 202">
            <a:extLst>
              <a:ext uri="{FF2B5EF4-FFF2-40B4-BE49-F238E27FC236}">
                <a16:creationId xmlns:a16="http://schemas.microsoft.com/office/drawing/2014/main" id="{AE567CFB-C159-41EE-A2BC-FE10F65600C5}"/>
              </a:ext>
            </a:extLst>
          </p:cNvPr>
          <p:cNvSpPr txBox="1">
            <a:spLocks noChangeArrowheads="1"/>
          </p:cNvSpPr>
          <p:nvPr/>
        </p:nvSpPr>
        <p:spPr bwMode="auto">
          <a:xfrm>
            <a:off x="9110664" y="2128838"/>
            <a:ext cx="10318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600">
                <a:latin typeface="Comic Sans MS" panose="030F0702030302020204" pitchFamily="66" charset="0"/>
              </a:rPr>
              <a:t>223.1.2.1</a:t>
            </a:r>
            <a:endParaRPr lang="en-US" altLang="en-US">
              <a:latin typeface="Comic Sans MS" panose="030F0702030302020204" pitchFamily="66" charset="0"/>
            </a:endParaRPr>
          </a:p>
        </p:txBody>
      </p:sp>
    </p:spTree>
    <p:extLst>
      <p:ext uri="{BB962C8B-B14F-4D97-AF65-F5344CB8AC3E}">
        <p14:creationId xmlns:p14="http://schemas.microsoft.com/office/powerpoint/2010/main" val="2289386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Footer Placeholder 5">
            <a:extLst>
              <a:ext uri="{FF2B5EF4-FFF2-40B4-BE49-F238E27FC236}">
                <a16:creationId xmlns:a16="http://schemas.microsoft.com/office/drawing/2014/main" id="{DFFE530A-52BA-475B-AB81-B694F4340295}"/>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Comic Sans MS" panose="030F0702030302020204" pitchFamily="66" charset="0"/>
              </a:rPr>
              <a:t>Tầng Network</a:t>
            </a:r>
          </a:p>
        </p:txBody>
      </p:sp>
      <p:sp>
        <p:nvSpPr>
          <p:cNvPr id="43011" name="Slide Number Placeholder 6">
            <a:extLst>
              <a:ext uri="{FF2B5EF4-FFF2-40B4-BE49-F238E27FC236}">
                <a16:creationId xmlns:a16="http://schemas.microsoft.com/office/drawing/2014/main" id="{B862F71B-B762-403D-A911-01212048C3D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Comic Sans MS" panose="030F0702030302020204" pitchFamily="66" charset="0"/>
              </a:rPr>
              <a:t>4-</a:t>
            </a:r>
            <a:fld id="{BD6577CE-4B01-4482-99C2-FB19B1B3F7F0}" type="slidenum">
              <a:rPr lang="en-US" altLang="en-US">
                <a:latin typeface="Comic Sans MS" panose="030F0702030302020204" pitchFamily="66" charset="0"/>
              </a:rPr>
              <a:pPr/>
              <a:t>40</a:t>
            </a:fld>
            <a:endParaRPr lang="en-US" altLang="en-US">
              <a:latin typeface="Comic Sans MS" panose="030F0702030302020204" pitchFamily="66" charset="0"/>
            </a:endParaRPr>
          </a:p>
        </p:txBody>
      </p:sp>
      <p:sp>
        <p:nvSpPr>
          <p:cNvPr id="43012" name="Rectangle 6">
            <a:extLst>
              <a:ext uri="{FF2B5EF4-FFF2-40B4-BE49-F238E27FC236}">
                <a16:creationId xmlns:a16="http://schemas.microsoft.com/office/drawing/2014/main" id="{ABD41E41-2716-4554-B1C1-B0004A2A26DE}"/>
              </a:ext>
            </a:extLst>
          </p:cNvPr>
          <p:cNvSpPr>
            <a:spLocks noGrp="1" noChangeArrowheads="1"/>
          </p:cNvSpPr>
          <p:nvPr>
            <p:ph type="body" sz="half" idx="1"/>
          </p:nvPr>
        </p:nvSpPr>
        <p:spPr>
          <a:xfrm>
            <a:off x="2000250" y="1333500"/>
            <a:ext cx="3695700" cy="4648200"/>
          </a:xfrm>
        </p:spPr>
        <p:txBody>
          <a:bodyPr/>
          <a:lstStyle/>
          <a:p>
            <a:endParaRPr lang="en-US" altLang="en-US" sz="2400">
              <a:latin typeface="Comic Sans MS" panose="030F0702030302020204" pitchFamily="66" charset="0"/>
              <a:ea typeface="ＭＳ Ｐゴシック" panose="020B0600070205080204" pitchFamily="34" charset="-128"/>
            </a:endParaRPr>
          </a:p>
          <a:p>
            <a:endParaRPr lang="en-US" altLang="en-US" sz="2400">
              <a:latin typeface="Comic Sans MS" panose="030F0702030302020204" pitchFamily="66" charset="0"/>
              <a:ea typeface="ＭＳ Ｐゴシック" panose="020B0600070205080204" pitchFamily="34" charset="-128"/>
            </a:endParaRPr>
          </a:p>
        </p:txBody>
      </p:sp>
      <p:sp>
        <p:nvSpPr>
          <p:cNvPr id="40965" name="Rectangle 60">
            <a:extLst>
              <a:ext uri="{FF2B5EF4-FFF2-40B4-BE49-F238E27FC236}">
                <a16:creationId xmlns:a16="http://schemas.microsoft.com/office/drawing/2014/main" id="{B7E8B464-5B05-474F-A801-1913B748B43E}"/>
              </a:ext>
            </a:extLst>
          </p:cNvPr>
          <p:cNvSpPr>
            <a:spLocks noGrp="1" noChangeArrowheads="1"/>
          </p:cNvSpPr>
          <p:nvPr>
            <p:ph type="body" sz="half" idx="2"/>
          </p:nvPr>
        </p:nvSpPr>
        <p:spPr>
          <a:xfrm>
            <a:off x="2039938" y="1535113"/>
            <a:ext cx="3810000" cy="4648200"/>
          </a:xfrm>
        </p:spPr>
        <p:txBody>
          <a:bodyPr/>
          <a:lstStyle/>
          <a:p>
            <a:pPr>
              <a:buFont typeface="Wingdings" charset="0"/>
              <a:buNone/>
              <a:defRPr/>
            </a:pPr>
            <a:r>
              <a:rPr lang="en-US" i="1" dirty="0" err="1">
                <a:solidFill>
                  <a:srgbClr val="CC0000"/>
                </a:solidFill>
                <a:latin typeface="Comic Sans MS" pitchFamily="66" charset="0"/>
                <a:cs typeface="+mn-cs"/>
              </a:rPr>
              <a:t>Phương</a:t>
            </a:r>
            <a:r>
              <a:rPr lang="en-US" i="1" dirty="0">
                <a:solidFill>
                  <a:srgbClr val="CC0000"/>
                </a:solidFill>
                <a:latin typeface="Comic Sans MS" pitchFamily="66" charset="0"/>
                <a:cs typeface="+mn-cs"/>
              </a:rPr>
              <a:t> </a:t>
            </a:r>
            <a:r>
              <a:rPr lang="en-US" i="1" dirty="0" err="1">
                <a:solidFill>
                  <a:srgbClr val="CC0000"/>
                </a:solidFill>
                <a:latin typeface="Comic Sans MS" pitchFamily="66" charset="0"/>
                <a:cs typeface="+mn-cs"/>
              </a:rPr>
              <a:t>pháp</a:t>
            </a:r>
            <a:endParaRPr lang="en-US" i="1" dirty="0">
              <a:solidFill>
                <a:srgbClr val="CC0000"/>
              </a:solidFill>
              <a:latin typeface="Comic Sans MS" pitchFamily="66" charset="0"/>
              <a:cs typeface="+mn-cs"/>
            </a:endParaRPr>
          </a:p>
          <a:p>
            <a:pPr>
              <a:buFont typeface="Wingdings" charset="0"/>
              <a:buChar char="v"/>
              <a:defRPr/>
            </a:pPr>
            <a:r>
              <a:rPr lang="en-US" dirty="0" err="1">
                <a:latin typeface="Comic Sans MS" pitchFamily="66" charset="0"/>
                <a:cs typeface="+mn-cs"/>
              </a:rPr>
              <a:t>Để</a:t>
            </a:r>
            <a:r>
              <a:rPr lang="en-US" dirty="0">
                <a:latin typeface="Comic Sans MS" pitchFamily="66" charset="0"/>
                <a:cs typeface="+mn-cs"/>
              </a:rPr>
              <a:t> </a:t>
            </a:r>
            <a:r>
              <a:rPr lang="en-US" dirty="0" err="1">
                <a:latin typeface="Comic Sans MS" pitchFamily="66" charset="0"/>
                <a:cs typeface="+mn-cs"/>
              </a:rPr>
              <a:t>xác</a:t>
            </a:r>
            <a:r>
              <a:rPr lang="en-US" dirty="0">
                <a:latin typeface="Comic Sans MS" pitchFamily="66" charset="0"/>
                <a:cs typeface="+mn-cs"/>
              </a:rPr>
              <a:t> </a:t>
            </a:r>
            <a:r>
              <a:rPr lang="en-US" dirty="0" err="1">
                <a:latin typeface="Comic Sans MS" pitchFamily="66" charset="0"/>
                <a:cs typeface="+mn-cs"/>
              </a:rPr>
              <a:t>định</a:t>
            </a:r>
            <a:r>
              <a:rPr lang="en-US" dirty="0">
                <a:latin typeface="Comic Sans MS" pitchFamily="66" charset="0"/>
                <a:cs typeface="+mn-cs"/>
              </a:rPr>
              <a:t> </a:t>
            </a:r>
            <a:r>
              <a:rPr lang="en-US" dirty="0" err="1">
                <a:latin typeface="Comic Sans MS" pitchFamily="66" charset="0"/>
                <a:cs typeface="+mn-cs"/>
              </a:rPr>
              <a:t>các</a:t>
            </a:r>
            <a:r>
              <a:rPr lang="en-US" dirty="0">
                <a:latin typeface="Comic Sans MS" pitchFamily="66" charset="0"/>
                <a:cs typeface="+mn-cs"/>
              </a:rPr>
              <a:t> subnet, </a:t>
            </a:r>
            <a:r>
              <a:rPr lang="en-US" dirty="0" err="1">
                <a:latin typeface="Comic Sans MS" pitchFamily="66" charset="0"/>
                <a:cs typeface="+mn-cs"/>
              </a:rPr>
              <a:t>tách</a:t>
            </a:r>
            <a:r>
              <a:rPr lang="en-US" dirty="0">
                <a:latin typeface="Comic Sans MS" pitchFamily="66" charset="0"/>
                <a:cs typeface="+mn-cs"/>
              </a:rPr>
              <a:t> </a:t>
            </a:r>
            <a:r>
              <a:rPr lang="en-US" dirty="0" err="1">
                <a:latin typeface="Comic Sans MS" pitchFamily="66" charset="0"/>
                <a:cs typeface="+mn-cs"/>
              </a:rPr>
              <a:t>mỗi</a:t>
            </a:r>
            <a:r>
              <a:rPr lang="en-US" dirty="0">
                <a:latin typeface="Comic Sans MS" pitchFamily="66" charset="0"/>
                <a:cs typeface="+mn-cs"/>
              </a:rPr>
              <a:t> interface </a:t>
            </a:r>
            <a:r>
              <a:rPr lang="en-US" dirty="0" err="1">
                <a:latin typeface="Comic Sans MS" pitchFamily="66" charset="0"/>
                <a:cs typeface="+mn-cs"/>
              </a:rPr>
              <a:t>từ</a:t>
            </a:r>
            <a:r>
              <a:rPr lang="en-US" dirty="0">
                <a:latin typeface="Comic Sans MS" pitchFamily="66" charset="0"/>
                <a:cs typeface="+mn-cs"/>
              </a:rPr>
              <a:t> host </a:t>
            </a:r>
            <a:r>
              <a:rPr lang="en-US" dirty="0" err="1">
                <a:latin typeface="Comic Sans MS" pitchFamily="66" charset="0"/>
                <a:cs typeface="+mn-cs"/>
              </a:rPr>
              <a:t>hoặc</a:t>
            </a:r>
            <a:r>
              <a:rPr lang="en-US" dirty="0">
                <a:latin typeface="Comic Sans MS" pitchFamily="66" charset="0"/>
                <a:cs typeface="+mn-cs"/>
              </a:rPr>
              <a:t> router </a:t>
            </a:r>
            <a:r>
              <a:rPr lang="en-US" dirty="0" err="1">
                <a:latin typeface="Comic Sans MS" pitchFamily="66" charset="0"/>
                <a:cs typeface="+mn-cs"/>
              </a:rPr>
              <a:t>của</a:t>
            </a:r>
            <a:r>
              <a:rPr lang="en-US" dirty="0">
                <a:latin typeface="Comic Sans MS" pitchFamily="66" charset="0"/>
                <a:cs typeface="+mn-cs"/>
              </a:rPr>
              <a:t> </a:t>
            </a:r>
            <a:r>
              <a:rPr lang="en-US" dirty="0" err="1">
                <a:latin typeface="Comic Sans MS" pitchFamily="66" charset="0"/>
                <a:cs typeface="+mn-cs"/>
              </a:rPr>
              <a:t>nó</a:t>
            </a:r>
            <a:r>
              <a:rPr lang="en-US" dirty="0">
                <a:latin typeface="Comic Sans MS" pitchFamily="66" charset="0"/>
                <a:cs typeface="+mn-cs"/>
              </a:rPr>
              <a:t>, </a:t>
            </a:r>
            <a:r>
              <a:rPr lang="en-US" dirty="0" err="1">
                <a:latin typeface="Comic Sans MS" pitchFamily="66" charset="0"/>
                <a:cs typeface="+mn-cs"/>
              </a:rPr>
              <a:t>tạo</a:t>
            </a:r>
            <a:r>
              <a:rPr lang="en-US" dirty="0">
                <a:latin typeface="Comic Sans MS" pitchFamily="66" charset="0"/>
                <a:cs typeface="+mn-cs"/>
              </a:rPr>
              <a:t> </a:t>
            </a:r>
            <a:r>
              <a:rPr lang="en-US" dirty="0" err="1">
                <a:latin typeface="Comic Sans MS" pitchFamily="66" charset="0"/>
                <a:cs typeface="+mn-cs"/>
              </a:rPr>
              <a:t>vùng</a:t>
            </a:r>
            <a:r>
              <a:rPr lang="en-US" dirty="0">
                <a:latin typeface="Comic Sans MS" pitchFamily="66" charset="0"/>
                <a:cs typeface="+mn-cs"/>
              </a:rPr>
              <a:t> </a:t>
            </a:r>
            <a:r>
              <a:rPr lang="en-US" dirty="0" err="1">
                <a:latin typeface="Comic Sans MS" pitchFamily="66" charset="0"/>
                <a:cs typeface="+mn-cs"/>
              </a:rPr>
              <a:t>các</a:t>
            </a:r>
            <a:r>
              <a:rPr lang="en-US" dirty="0">
                <a:latin typeface="Comic Sans MS" pitchFamily="66" charset="0"/>
                <a:cs typeface="+mn-cs"/>
              </a:rPr>
              <a:t> </a:t>
            </a:r>
            <a:r>
              <a:rPr lang="en-US" dirty="0" err="1">
                <a:latin typeface="Comic Sans MS" pitchFamily="66" charset="0"/>
                <a:cs typeface="+mn-cs"/>
              </a:rPr>
              <a:t>mạng</a:t>
            </a:r>
            <a:r>
              <a:rPr lang="en-US" dirty="0">
                <a:latin typeface="Comic Sans MS" pitchFamily="66" charset="0"/>
                <a:cs typeface="+mn-cs"/>
              </a:rPr>
              <a:t> </a:t>
            </a:r>
            <a:r>
              <a:rPr lang="en-US" dirty="0" err="1">
                <a:latin typeface="Comic Sans MS" pitchFamily="66" charset="0"/>
                <a:cs typeface="+mn-cs"/>
              </a:rPr>
              <a:t>độc</a:t>
            </a:r>
            <a:r>
              <a:rPr lang="en-US" dirty="0">
                <a:latin typeface="Comic Sans MS" pitchFamily="66" charset="0"/>
                <a:cs typeface="+mn-cs"/>
              </a:rPr>
              <a:t> </a:t>
            </a:r>
            <a:r>
              <a:rPr lang="en-US" dirty="0" err="1">
                <a:latin typeface="Comic Sans MS" pitchFamily="66" charset="0"/>
                <a:cs typeface="+mn-cs"/>
              </a:rPr>
              <a:t>lập</a:t>
            </a:r>
            <a:endParaRPr lang="en-US" dirty="0">
              <a:latin typeface="Comic Sans MS" pitchFamily="66" charset="0"/>
              <a:cs typeface="+mn-cs"/>
            </a:endParaRPr>
          </a:p>
          <a:p>
            <a:pPr>
              <a:buFont typeface="Wingdings" charset="0"/>
              <a:buChar char="v"/>
              <a:defRPr/>
            </a:pPr>
            <a:r>
              <a:rPr lang="en-US" dirty="0" err="1">
                <a:latin typeface="Comic Sans MS" pitchFamily="66" charset="0"/>
                <a:cs typeface="+mn-cs"/>
              </a:rPr>
              <a:t>Mỗi</a:t>
            </a:r>
            <a:r>
              <a:rPr lang="en-US" dirty="0">
                <a:latin typeface="Comic Sans MS" pitchFamily="66" charset="0"/>
                <a:cs typeface="+mn-cs"/>
              </a:rPr>
              <a:t> </a:t>
            </a:r>
            <a:r>
              <a:rPr lang="en-US" dirty="0" err="1">
                <a:latin typeface="Comic Sans MS" pitchFamily="66" charset="0"/>
                <a:cs typeface="+mn-cs"/>
              </a:rPr>
              <a:t>mạng</a:t>
            </a:r>
            <a:r>
              <a:rPr lang="en-US" dirty="0">
                <a:latin typeface="Comic Sans MS" pitchFamily="66" charset="0"/>
                <a:cs typeface="+mn-cs"/>
              </a:rPr>
              <a:t> </a:t>
            </a:r>
            <a:r>
              <a:rPr lang="en-US" dirty="0" err="1">
                <a:latin typeface="Comic Sans MS" pitchFamily="66" charset="0"/>
                <a:cs typeface="+mn-cs"/>
              </a:rPr>
              <a:t>độc</a:t>
            </a:r>
            <a:r>
              <a:rPr lang="en-US" dirty="0">
                <a:latin typeface="Comic Sans MS" pitchFamily="66" charset="0"/>
                <a:cs typeface="+mn-cs"/>
              </a:rPr>
              <a:t> </a:t>
            </a:r>
            <a:r>
              <a:rPr lang="en-US" dirty="0" err="1">
                <a:latin typeface="Comic Sans MS" pitchFamily="66" charset="0"/>
                <a:cs typeface="+mn-cs"/>
              </a:rPr>
              <a:t>lập</a:t>
            </a:r>
            <a:r>
              <a:rPr lang="en-US" dirty="0">
                <a:latin typeface="Comic Sans MS" pitchFamily="66" charset="0"/>
                <a:cs typeface="+mn-cs"/>
              </a:rPr>
              <a:t> </a:t>
            </a:r>
            <a:r>
              <a:rPr lang="en-US" dirty="0" err="1">
                <a:latin typeface="Comic Sans MS" pitchFamily="66" charset="0"/>
                <a:cs typeface="+mn-cs"/>
              </a:rPr>
              <a:t>được</a:t>
            </a:r>
            <a:r>
              <a:rPr lang="en-US" dirty="0">
                <a:latin typeface="Comic Sans MS" pitchFamily="66" charset="0"/>
                <a:cs typeface="+mn-cs"/>
              </a:rPr>
              <a:t> </a:t>
            </a:r>
            <a:r>
              <a:rPr lang="en-US" dirty="0" err="1">
                <a:latin typeface="Comic Sans MS" pitchFamily="66" charset="0"/>
                <a:cs typeface="+mn-cs"/>
              </a:rPr>
              <a:t>gọi</a:t>
            </a:r>
            <a:r>
              <a:rPr lang="en-US" dirty="0">
                <a:latin typeface="Comic Sans MS" pitchFamily="66" charset="0"/>
                <a:cs typeface="+mn-cs"/>
              </a:rPr>
              <a:t> </a:t>
            </a:r>
            <a:r>
              <a:rPr lang="en-US" dirty="0" err="1">
                <a:latin typeface="Comic Sans MS" pitchFamily="66" charset="0"/>
                <a:cs typeface="+mn-cs"/>
              </a:rPr>
              <a:t>là</a:t>
            </a:r>
            <a:r>
              <a:rPr lang="en-US" dirty="0">
                <a:latin typeface="Comic Sans MS" pitchFamily="66" charset="0"/>
                <a:cs typeface="+mn-cs"/>
              </a:rPr>
              <a:t> </a:t>
            </a:r>
            <a:r>
              <a:rPr lang="en-US" dirty="0" err="1">
                <a:latin typeface="Comic Sans MS" pitchFamily="66" charset="0"/>
                <a:cs typeface="+mn-cs"/>
              </a:rPr>
              <a:t>một</a:t>
            </a:r>
            <a:r>
              <a:rPr lang="en-US" dirty="0">
                <a:latin typeface="Comic Sans MS" pitchFamily="66" charset="0"/>
                <a:cs typeface="+mn-cs"/>
              </a:rPr>
              <a:t> </a:t>
            </a:r>
            <a:r>
              <a:rPr lang="en-US" i="1" dirty="0">
                <a:solidFill>
                  <a:srgbClr val="CC0000"/>
                </a:solidFill>
                <a:latin typeface="Comic Sans MS" pitchFamily="66" charset="0"/>
                <a:cs typeface="+mn-cs"/>
              </a:rPr>
              <a:t>subnet</a:t>
            </a:r>
          </a:p>
        </p:txBody>
      </p:sp>
      <p:sp>
        <p:nvSpPr>
          <p:cNvPr id="43014" name="Text Box 61">
            <a:extLst>
              <a:ext uri="{FF2B5EF4-FFF2-40B4-BE49-F238E27FC236}">
                <a16:creationId xmlns:a16="http://schemas.microsoft.com/office/drawing/2014/main" id="{F73C3344-70CF-4ECA-90BE-645C1E7AE587}"/>
              </a:ext>
            </a:extLst>
          </p:cNvPr>
          <p:cNvSpPr txBox="1">
            <a:spLocks noChangeArrowheads="1"/>
          </p:cNvSpPr>
          <p:nvPr/>
        </p:nvSpPr>
        <p:spPr bwMode="auto">
          <a:xfrm>
            <a:off x="7081839" y="5781676"/>
            <a:ext cx="266858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2400">
                <a:latin typeface="Comic Sans MS" panose="030F0702030302020204" pitchFamily="66" charset="0"/>
              </a:rPr>
              <a:t>subnet mask: /24</a:t>
            </a:r>
          </a:p>
        </p:txBody>
      </p:sp>
      <p:sp>
        <p:nvSpPr>
          <p:cNvPr id="40967" name="Rectangle 185">
            <a:extLst>
              <a:ext uri="{FF2B5EF4-FFF2-40B4-BE49-F238E27FC236}">
                <a16:creationId xmlns:a16="http://schemas.microsoft.com/office/drawing/2014/main" id="{C541A4C8-BA6D-464D-9B33-67017A295EDE}"/>
              </a:ext>
            </a:extLst>
          </p:cNvPr>
          <p:cNvSpPr>
            <a:spLocks noGrp="1" noChangeArrowheads="1"/>
          </p:cNvSpPr>
          <p:nvPr>
            <p:ph type="title"/>
          </p:nvPr>
        </p:nvSpPr>
        <p:spPr>
          <a:xfrm>
            <a:off x="2057400" y="228600"/>
            <a:ext cx="6389688" cy="763588"/>
          </a:xfrm>
        </p:spPr>
        <p:txBody>
          <a:bodyPr/>
          <a:lstStyle/>
          <a:p>
            <a:pPr>
              <a:defRPr/>
            </a:pPr>
            <a:r>
              <a:rPr lang="en-US" dirty="0" err="1">
                <a:cs typeface="+mj-cs"/>
              </a:rPr>
              <a:t>Các</a:t>
            </a:r>
            <a:r>
              <a:rPr lang="en-US" dirty="0">
                <a:cs typeface="+mj-cs"/>
              </a:rPr>
              <a:t> </a:t>
            </a:r>
            <a:r>
              <a:rPr lang="en-US" dirty="0" err="1">
                <a:cs typeface="+mj-cs"/>
              </a:rPr>
              <a:t>mạng</a:t>
            </a:r>
            <a:r>
              <a:rPr lang="en-US" dirty="0">
                <a:cs typeface="+mj-cs"/>
              </a:rPr>
              <a:t> con (subnet)</a:t>
            </a:r>
          </a:p>
        </p:txBody>
      </p:sp>
      <p:pic>
        <p:nvPicPr>
          <p:cNvPr id="43016" name="Picture 186" descr="underline_base">
            <a:extLst>
              <a:ext uri="{FF2B5EF4-FFF2-40B4-BE49-F238E27FC236}">
                <a16:creationId xmlns:a16="http://schemas.microsoft.com/office/drawing/2014/main" id="{93E2DB7A-D0D9-43F3-B8D6-17EBE1B3E17E}"/>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46301" y="795338"/>
            <a:ext cx="4676774" cy="18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3017" name="Group 190">
            <a:extLst>
              <a:ext uri="{FF2B5EF4-FFF2-40B4-BE49-F238E27FC236}">
                <a16:creationId xmlns:a16="http://schemas.microsoft.com/office/drawing/2014/main" id="{9962BF72-915F-4593-A579-EE943A6E83FD}"/>
              </a:ext>
            </a:extLst>
          </p:cNvPr>
          <p:cNvGrpSpPr>
            <a:grpSpLocks/>
          </p:cNvGrpSpPr>
          <p:nvPr/>
        </p:nvGrpSpPr>
        <p:grpSpPr bwMode="auto">
          <a:xfrm>
            <a:off x="5892800" y="908050"/>
            <a:ext cx="4452938" cy="4656138"/>
            <a:chOff x="2752" y="572"/>
            <a:chExt cx="2805" cy="2933"/>
          </a:xfrm>
        </p:grpSpPr>
        <p:sp>
          <p:nvSpPr>
            <p:cNvPr id="43021" name="Text Box 191">
              <a:extLst>
                <a:ext uri="{FF2B5EF4-FFF2-40B4-BE49-F238E27FC236}">
                  <a16:creationId xmlns:a16="http://schemas.microsoft.com/office/drawing/2014/main" id="{49A7BD9B-DBEB-4B29-BD05-7CA6454B7409}"/>
                </a:ext>
              </a:extLst>
            </p:cNvPr>
            <p:cNvSpPr txBox="1">
              <a:spLocks noChangeArrowheads="1"/>
            </p:cNvSpPr>
            <p:nvPr/>
          </p:nvSpPr>
          <p:spPr bwMode="auto">
            <a:xfrm>
              <a:off x="2825" y="572"/>
              <a:ext cx="1059"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2000" i="1">
                  <a:solidFill>
                    <a:srgbClr val="CC0000"/>
                  </a:solidFill>
                  <a:latin typeface="Comic Sans MS" panose="030F0702030302020204" pitchFamily="66" charset="0"/>
                </a:rPr>
                <a:t>223.1.1.0/24</a:t>
              </a:r>
            </a:p>
          </p:txBody>
        </p:sp>
        <p:sp>
          <p:nvSpPr>
            <p:cNvPr id="43022" name="Text Box 192">
              <a:extLst>
                <a:ext uri="{FF2B5EF4-FFF2-40B4-BE49-F238E27FC236}">
                  <a16:creationId xmlns:a16="http://schemas.microsoft.com/office/drawing/2014/main" id="{27F2D5CB-6262-4FBE-9F9D-D84617A6DCF3}"/>
                </a:ext>
              </a:extLst>
            </p:cNvPr>
            <p:cNvSpPr txBox="1">
              <a:spLocks noChangeArrowheads="1"/>
            </p:cNvSpPr>
            <p:nvPr/>
          </p:nvSpPr>
          <p:spPr bwMode="auto">
            <a:xfrm>
              <a:off x="4419" y="725"/>
              <a:ext cx="108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2000" i="1">
                  <a:solidFill>
                    <a:srgbClr val="CC0000"/>
                  </a:solidFill>
                  <a:latin typeface="Comic Sans MS" panose="030F0702030302020204" pitchFamily="66" charset="0"/>
                </a:rPr>
                <a:t>223.1.2.0/24</a:t>
              </a:r>
            </a:p>
          </p:txBody>
        </p:sp>
        <p:sp>
          <p:nvSpPr>
            <p:cNvPr id="43023" name="Text Box 193">
              <a:extLst>
                <a:ext uri="{FF2B5EF4-FFF2-40B4-BE49-F238E27FC236}">
                  <a16:creationId xmlns:a16="http://schemas.microsoft.com/office/drawing/2014/main" id="{3542B302-6E6F-42AD-80EE-338165892D09}"/>
                </a:ext>
              </a:extLst>
            </p:cNvPr>
            <p:cNvSpPr txBox="1">
              <a:spLocks noChangeArrowheads="1"/>
            </p:cNvSpPr>
            <p:nvPr/>
          </p:nvSpPr>
          <p:spPr bwMode="auto">
            <a:xfrm>
              <a:off x="3743" y="3253"/>
              <a:ext cx="108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2000" i="1">
                  <a:solidFill>
                    <a:srgbClr val="CC0000"/>
                  </a:solidFill>
                  <a:latin typeface="Comic Sans MS" panose="030F0702030302020204" pitchFamily="66" charset="0"/>
                </a:rPr>
                <a:t>223.1.3.0/24</a:t>
              </a:r>
            </a:p>
          </p:txBody>
        </p:sp>
        <p:sp>
          <p:nvSpPr>
            <p:cNvPr id="43024" name="Rectangle 194">
              <a:extLst>
                <a:ext uri="{FF2B5EF4-FFF2-40B4-BE49-F238E27FC236}">
                  <a16:creationId xmlns:a16="http://schemas.microsoft.com/office/drawing/2014/main" id="{D41E493F-AE1D-4346-B92F-A5E678513626}"/>
                </a:ext>
              </a:extLst>
            </p:cNvPr>
            <p:cNvSpPr>
              <a:spLocks noChangeArrowheads="1"/>
            </p:cNvSpPr>
            <p:nvPr/>
          </p:nvSpPr>
          <p:spPr bwMode="auto">
            <a:xfrm>
              <a:off x="3128" y="2113"/>
              <a:ext cx="534" cy="11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latin typeface="Comic Sans MS" panose="030F0702030302020204" pitchFamily="66" charset="0"/>
              </a:endParaRPr>
            </a:p>
          </p:txBody>
        </p:sp>
        <p:sp>
          <p:nvSpPr>
            <p:cNvPr id="43025" name="Freeform 195">
              <a:extLst>
                <a:ext uri="{FF2B5EF4-FFF2-40B4-BE49-F238E27FC236}">
                  <a16:creationId xmlns:a16="http://schemas.microsoft.com/office/drawing/2014/main" id="{02B54693-44FA-4578-A0C5-A7A2E10E5EB5}"/>
                </a:ext>
              </a:extLst>
            </p:cNvPr>
            <p:cNvSpPr>
              <a:spLocks/>
            </p:cNvSpPr>
            <p:nvPr/>
          </p:nvSpPr>
          <p:spPr bwMode="auto">
            <a:xfrm>
              <a:off x="2758" y="815"/>
              <a:ext cx="1223" cy="1291"/>
            </a:xfrm>
            <a:custGeom>
              <a:avLst/>
              <a:gdLst>
                <a:gd name="T0" fmla="*/ 1201 w 1223"/>
                <a:gd name="T1" fmla="*/ 756 h 1291"/>
                <a:gd name="T2" fmla="*/ 702 w 1223"/>
                <a:gd name="T3" fmla="*/ 670 h 1291"/>
                <a:gd name="T4" fmla="*/ 608 w 1223"/>
                <a:gd name="T5" fmla="*/ 103 h 1291"/>
                <a:gd name="T6" fmla="*/ 335 w 1223"/>
                <a:gd name="T7" fmla="*/ 52 h 1291"/>
                <a:gd name="T8" fmla="*/ 65 w 1223"/>
                <a:gd name="T9" fmla="*/ 82 h 1291"/>
                <a:gd name="T10" fmla="*/ 41 w 1223"/>
                <a:gd name="T11" fmla="*/ 544 h 1291"/>
                <a:gd name="T12" fmla="*/ 38 w 1223"/>
                <a:gd name="T13" fmla="*/ 751 h 1291"/>
                <a:gd name="T14" fmla="*/ 23 w 1223"/>
                <a:gd name="T15" fmla="*/ 940 h 1291"/>
                <a:gd name="T16" fmla="*/ 17 w 1223"/>
                <a:gd name="T17" fmla="*/ 1114 h 1291"/>
                <a:gd name="T18" fmla="*/ 128 w 1223"/>
                <a:gd name="T19" fmla="*/ 1219 h 1291"/>
                <a:gd name="T20" fmla="*/ 602 w 1223"/>
                <a:gd name="T21" fmla="*/ 1243 h 1291"/>
                <a:gd name="T22" fmla="*/ 686 w 1223"/>
                <a:gd name="T23" fmla="*/ 930 h 1291"/>
                <a:gd name="T24" fmla="*/ 1177 w 1223"/>
                <a:gd name="T25" fmla="*/ 916 h 1291"/>
                <a:gd name="T26" fmla="*/ 1201 w 1223"/>
                <a:gd name="T27" fmla="*/ 756 h 129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223"/>
                <a:gd name="T43" fmla="*/ 0 h 1291"/>
                <a:gd name="T44" fmla="*/ 1223 w 1223"/>
                <a:gd name="T45" fmla="*/ 1291 h 129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223" h="1291">
                  <a:moveTo>
                    <a:pt x="1201" y="756"/>
                  </a:moveTo>
                  <a:cubicBezTo>
                    <a:pt x="1180" y="640"/>
                    <a:pt x="798" y="744"/>
                    <a:pt x="702" y="670"/>
                  </a:cubicBezTo>
                  <a:cubicBezTo>
                    <a:pt x="603" y="561"/>
                    <a:pt x="669" y="206"/>
                    <a:pt x="608" y="103"/>
                  </a:cubicBezTo>
                  <a:cubicBezTo>
                    <a:pt x="547" y="0"/>
                    <a:pt x="425" y="55"/>
                    <a:pt x="335" y="52"/>
                  </a:cubicBezTo>
                  <a:cubicBezTo>
                    <a:pt x="245" y="49"/>
                    <a:pt x="114" y="0"/>
                    <a:pt x="65" y="82"/>
                  </a:cubicBezTo>
                  <a:cubicBezTo>
                    <a:pt x="16" y="164"/>
                    <a:pt x="45" y="433"/>
                    <a:pt x="41" y="544"/>
                  </a:cubicBezTo>
                  <a:cubicBezTo>
                    <a:pt x="37" y="655"/>
                    <a:pt x="41" y="685"/>
                    <a:pt x="38" y="751"/>
                  </a:cubicBezTo>
                  <a:cubicBezTo>
                    <a:pt x="35" y="817"/>
                    <a:pt x="26" y="880"/>
                    <a:pt x="23" y="940"/>
                  </a:cubicBezTo>
                  <a:cubicBezTo>
                    <a:pt x="20" y="1000"/>
                    <a:pt x="0" y="1068"/>
                    <a:pt x="17" y="1114"/>
                  </a:cubicBezTo>
                  <a:cubicBezTo>
                    <a:pt x="34" y="1160"/>
                    <a:pt x="31" y="1198"/>
                    <a:pt x="128" y="1219"/>
                  </a:cubicBezTo>
                  <a:cubicBezTo>
                    <a:pt x="225" y="1240"/>
                    <a:pt x="509" y="1291"/>
                    <a:pt x="602" y="1243"/>
                  </a:cubicBezTo>
                  <a:cubicBezTo>
                    <a:pt x="695" y="1195"/>
                    <a:pt x="590" y="984"/>
                    <a:pt x="686" y="930"/>
                  </a:cubicBezTo>
                  <a:cubicBezTo>
                    <a:pt x="782" y="876"/>
                    <a:pt x="1091" y="945"/>
                    <a:pt x="1177" y="916"/>
                  </a:cubicBezTo>
                  <a:cubicBezTo>
                    <a:pt x="1208" y="864"/>
                    <a:pt x="1223" y="871"/>
                    <a:pt x="1201" y="756"/>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latin typeface="Comic Sans MS" panose="030F0702030302020204" pitchFamily="66" charset="0"/>
              </a:endParaRPr>
            </a:p>
          </p:txBody>
        </p:sp>
        <p:sp>
          <p:nvSpPr>
            <p:cNvPr id="43026" name="Freeform 196">
              <a:extLst>
                <a:ext uri="{FF2B5EF4-FFF2-40B4-BE49-F238E27FC236}">
                  <a16:creationId xmlns:a16="http://schemas.microsoft.com/office/drawing/2014/main" id="{79EAB358-7272-49EF-AACB-FBDB3895DAC8}"/>
                </a:ext>
              </a:extLst>
            </p:cNvPr>
            <p:cNvSpPr>
              <a:spLocks/>
            </p:cNvSpPr>
            <p:nvPr/>
          </p:nvSpPr>
          <p:spPr bwMode="auto">
            <a:xfrm>
              <a:off x="4350" y="1010"/>
              <a:ext cx="1201" cy="1234"/>
            </a:xfrm>
            <a:custGeom>
              <a:avLst/>
              <a:gdLst>
                <a:gd name="T0" fmla="*/ 25 w 1201"/>
                <a:gd name="T1" fmla="*/ 709 h 1234"/>
                <a:gd name="T2" fmla="*/ 526 w 1201"/>
                <a:gd name="T3" fmla="*/ 780 h 1234"/>
                <a:gd name="T4" fmla="*/ 613 w 1201"/>
                <a:gd name="T5" fmla="*/ 1134 h 1234"/>
                <a:gd name="T6" fmla="*/ 946 w 1201"/>
                <a:gd name="T7" fmla="*/ 1230 h 1234"/>
                <a:gd name="T8" fmla="*/ 1171 w 1201"/>
                <a:gd name="T9" fmla="*/ 1107 h 1234"/>
                <a:gd name="T10" fmla="*/ 1126 w 1201"/>
                <a:gd name="T11" fmla="*/ 894 h 1234"/>
                <a:gd name="T12" fmla="*/ 1114 w 1201"/>
                <a:gd name="T13" fmla="*/ 693 h 1234"/>
                <a:gd name="T14" fmla="*/ 1099 w 1201"/>
                <a:gd name="T15" fmla="*/ 423 h 1234"/>
                <a:gd name="T16" fmla="*/ 1141 w 1201"/>
                <a:gd name="T17" fmla="*/ 216 h 1234"/>
                <a:gd name="T18" fmla="*/ 1102 w 1201"/>
                <a:gd name="T19" fmla="*/ 33 h 1234"/>
                <a:gd name="T20" fmla="*/ 646 w 1201"/>
                <a:gd name="T21" fmla="*/ 81 h 1234"/>
                <a:gd name="T22" fmla="*/ 535 w 1201"/>
                <a:gd name="T23" fmla="*/ 519 h 1234"/>
                <a:gd name="T24" fmla="*/ 44 w 1201"/>
                <a:gd name="T25" fmla="*/ 548 h 1234"/>
                <a:gd name="T26" fmla="*/ 25 w 1201"/>
                <a:gd name="T27" fmla="*/ 709 h 123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201"/>
                <a:gd name="T43" fmla="*/ 0 h 1234"/>
                <a:gd name="T44" fmla="*/ 1201 w 1201"/>
                <a:gd name="T45" fmla="*/ 1234 h 123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201" h="1234">
                  <a:moveTo>
                    <a:pt x="25" y="709"/>
                  </a:moveTo>
                  <a:cubicBezTo>
                    <a:pt x="49" y="824"/>
                    <a:pt x="428" y="709"/>
                    <a:pt x="526" y="780"/>
                  </a:cubicBezTo>
                  <a:cubicBezTo>
                    <a:pt x="624" y="851"/>
                    <a:pt x="543" y="1059"/>
                    <a:pt x="613" y="1134"/>
                  </a:cubicBezTo>
                  <a:cubicBezTo>
                    <a:pt x="683" y="1209"/>
                    <a:pt x="853" y="1234"/>
                    <a:pt x="946" y="1230"/>
                  </a:cubicBezTo>
                  <a:cubicBezTo>
                    <a:pt x="1039" y="1226"/>
                    <a:pt x="1141" y="1163"/>
                    <a:pt x="1171" y="1107"/>
                  </a:cubicBezTo>
                  <a:cubicBezTo>
                    <a:pt x="1201" y="1051"/>
                    <a:pt x="1135" y="963"/>
                    <a:pt x="1126" y="894"/>
                  </a:cubicBezTo>
                  <a:cubicBezTo>
                    <a:pt x="1117" y="825"/>
                    <a:pt x="1119" y="772"/>
                    <a:pt x="1114" y="693"/>
                  </a:cubicBezTo>
                  <a:cubicBezTo>
                    <a:pt x="1109" y="614"/>
                    <a:pt x="1095" y="502"/>
                    <a:pt x="1099" y="423"/>
                  </a:cubicBezTo>
                  <a:cubicBezTo>
                    <a:pt x="1103" y="344"/>
                    <a:pt x="1141" y="281"/>
                    <a:pt x="1141" y="216"/>
                  </a:cubicBezTo>
                  <a:cubicBezTo>
                    <a:pt x="1141" y="151"/>
                    <a:pt x="1185" y="56"/>
                    <a:pt x="1102" y="33"/>
                  </a:cubicBezTo>
                  <a:cubicBezTo>
                    <a:pt x="1019" y="10"/>
                    <a:pt x="740" y="0"/>
                    <a:pt x="646" y="81"/>
                  </a:cubicBezTo>
                  <a:cubicBezTo>
                    <a:pt x="552" y="162"/>
                    <a:pt x="635" y="441"/>
                    <a:pt x="535" y="519"/>
                  </a:cubicBezTo>
                  <a:cubicBezTo>
                    <a:pt x="435" y="597"/>
                    <a:pt x="129" y="516"/>
                    <a:pt x="44" y="548"/>
                  </a:cubicBezTo>
                  <a:cubicBezTo>
                    <a:pt x="15" y="601"/>
                    <a:pt x="0" y="594"/>
                    <a:pt x="25" y="709"/>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latin typeface="Comic Sans MS" panose="030F0702030302020204" pitchFamily="66" charset="0"/>
              </a:endParaRPr>
            </a:p>
          </p:txBody>
        </p:sp>
        <p:sp>
          <p:nvSpPr>
            <p:cNvPr id="43027" name="Freeform 197">
              <a:extLst>
                <a:ext uri="{FF2B5EF4-FFF2-40B4-BE49-F238E27FC236}">
                  <a16:creationId xmlns:a16="http://schemas.microsoft.com/office/drawing/2014/main" id="{BBA3C7A3-0BD9-43D8-8934-1D12F4348068}"/>
                </a:ext>
              </a:extLst>
            </p:cNvPr>
            <p:cNvSpPr>
              <a:spLocks/>
            </p:cNvSpPr>
            <p:nvPr/>
          </p:nvSpPr>
          <p:spPr bwMode="auto">
            <a:xfrm>
              <a:off x="3514" y="1913"/>
              <a:ext cx="1286" cy="1247"/>
            </a:xfrm>
            <a:custGeom>
              <a:avLst/>
              <a:gdLst>
                <a:gd name="T0" fmla="*/ 587 w 1286"/>
                <a:gd name="T1" fmla="*/ 30 h 1247"/>
                <a:gd name="T2" fmla="*/ 509 w 1286"/>
                <a:gd name="T3" fmla="*/ 618 h 1247"/>
                <a:gd name="T4" fmla="*/ 77 w 1286"/>
                <a:gd name="T5" fmla="*/ 909 h 1247"/>
                <a:gd name="T6" fmla="*/ 47 w 1286"/>
                <a:gd name="T7" fmla="*/ 1095 h 1247"/>
                <a:gd name="T8" fmla="*/ 140 w 1286"/>
                <a:gd name="T9" fmla="*/ 1224 h 1247"/>
                <a:gd name="T10" fmla="*/ 461 w 1286"/>
                <a:gd name="T11" fmla="*/ 1209 h 1247"/>
                <a:gd name="T12" fmla="*/ 692 w 1286"/>
                <a:gd name="T13" fmla="*/ 1209 h 1247"/>
                <a:gd name="T14" fmla="*/ 1190 w 1286"/>
                <a:gd name="T15" fmla="*/ 1227 h 1247"/>
                <a:gd name="T16" fmla="*/ 1271 w 1286"/>
                <a:gd name="T17" fmla="*/ 1089 h 1247"/>
                <a:gd name="T18" fmla="*/ 1139 w 1286"/>
                <a:gd name="T19" fmla="*/ 741 h 1247"/>
                <a:gd name="T20" fmla="*/ 800 w 1286"/>
                <a:gd name="T21" fmla="*/ 627 h 1247"/>
                <a:gd name="T22" fmla="*/ 749 w 1286"/>
                <a:gd name="T23" fmla="*/ 42 h 1247"/>
                <a:gd name="T24" fmla="*/ 587 w 1286"/>
                <a:gd name="T25" fmla="*/ 30 h 124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286"/>
                <a:gd name="T40" fmla="*/ 0 h 1247"/>
                <a:gd name="T41" fmla="*/ 1286 w 1286"/>
                <a:gd name="T42" fmla="*/ 1247 h 124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286" h="1247">
                  <a:moveTo>
                    <a:pt x="587" y="30"/>
                  </a:moveTo>
                  <a:cubicBezTo>
                    <a:pt x="473" y="60"/>
                    <a:pt x="601" y="475"/>
                    <a:pt x="509" y="618"/>
                  </a:cubicBezTo>
                  <a:cubicBezTo>
                    <a:pt x="424" y="765"/>
                    <a:pt x="154" y="830"/>
                    <a:pt x="77" y="909"/>
                  </a:cubicBezTo>
                  <a:cubicBezTo>
                    <a:pt x="0" y="988"/>
                    <a:pt x="37" y="1043"/>
                    <a:pt x="47" y="1095"/>
                  </a:cubicBezTo>
                  <a:cubicBezTo>
                    <a:pt x="57" y="1147"/>
                    <a:pt x="71" y="1205"/>
                    <a:pt x="140" y="1224"/>
                  </a:cubicBezTo>
                  <a:cubicBezTo>
                    <a:pt x="209" y="1243"/>
                    <a:pt x="369" y="1212"/>
                    <a:pt x="461" y="1209"/>
                  </a:cubicBezTo>
                  <a:cubicBezTo>
                    <a:pt x="553" y="1206"/>
                    <a:pt x="571" y="1206"/>
                    <a:pt x="692" y="1209"/>
                  </a:cubicBezTo>
                  <a:cubicBezTo>
                    <a:pt x="813" y="1212"/>
                    <a:pt x="1094" y="1247"/>
                    <a:pt x="1190" y="1227"/>
                  </a:cubicBezTo>
                  <a:cubicBezTo>
                    <a:pt x="1286" y="1207"/>
                    <a:pt x="1279" y="1170"/>
                    <a:pt x="1271" y="1089"/>
                  </a:cubicBezTo>
                  <a:cubicBezTo>
                    <a:pt x="1263" y="1008"/>
                    <a:pt x="1217" y="818"/>
                    <a:pt x="1139" y="741"/>
                  </a:cubicBezTo>
                  <a:cubicBezTo>
                    <a:pt x="1061" y="664"/>
                    <a:pt x="865" y="743"/>
                    <a:pt x="800" y="627"/>
                  </a:cubicBezTo>
                  <a:cubicBezTo>
                    <a:pt x="735" y="511"/>
                    <a:pt x="785" y="142"/>
                    <a:pt x="749" y="42"/>
                  </a:cubicBezTo>
                  <a:cubicBezTo>
                    <a:pt x="695" y="15"/>
                    <a:pt x="701" y="0"/>
                    <a:pt x="587" y="30"/>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latin typeface="Comic Sans MS" panose="030F0702030302020204" pitchFamily="66" charset="0"/>
              </a:endParaRPr>
            </a:p>
          </p:txBody>
        </p:sp>
        <p:sp>
          <p:nvSpPr>
            <p:cNvPr id="43028" name="Line 198">
              <a:extLst>
                <a:ext uri="{FF2B5EF4-FFF2-40B4-BE49-F238E27FC236}">
                  <a16:creationId xmlns:a16="http://schemas.microsoft.com/office/drawing/2014/main" id="{BDAE7FA0-FBA1-41BF-AAB0-5632BAE824EA}"/>
                </a:ext>
              </a:extLst>
            </p:cNvPr>
            <p:cNvSpPr>
              <a:spLocks noChangeShapeType="1"/>
            </p:cNvSpPr>
            <p:nvPr/>
          </p:nvSpPr>
          <p:spPr bwMode="auto">
            <a:xfrm>
              <a:off x="3160" y="1144"/>
              <a:ext cx="175"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029" name="Line 200">
              <a:extLst>
                <a:ext uri="{FF2B5EF4-FFF2-40B4-BE49-F238E27FC236}">
                  <a16:creationId xmlns:a16="http://schemas.microsoft.com/office/drawing/2014/main" id="{1DC57945-E47F-4E26-9023-925D92CBC658}"/>
                </a:ext>
              </a:extLst>
            </p:cNvPr>
            <p:cNvSpPr>
              <a:spLocks noChangeShapeType="1"/>
            </p:cNvSpPr>
            <p:nvPr/>
          </p:nvSpPr>
          <p:spPr bwMode="auto">
            <a:xfrm flipV="1">
              <a:off x="3160" y="1550"/>
              <a:ext cx="175" cy="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030" name="Line 201">
              <a:extLst>
                <a:ext uri="{FF2B5EF4-FFF2-40B4-BE49-F238E27FC236}">
                  <a16:creationId xmlns:a16="http://schemas.microsoft.com/office/drawing/2014/main" id="{5F20DB54-4648-410E-971C-D1B4D4F794A3}"/>
                </a:ext>
              </a:extLst>
            </p:cNvPr>
            <p:cNvSpPr>
              <a:spLocks noChangeShapeType="1"/>
            </p:cNvSpPr>
            <p:nvPr/>
          </p:nvSpPr>
          <p:spPr bwMode="auto">
            <a:xfrm>
              <a:off x="3166" y="1945"/>
              <a:ext cx="172"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031" name="Text Box 203">
              <a:extLst>
                <a:ext uri="{FF2B5EF4-FFF2-40B4-BE49-F238E27FC236}">
                  <a16:creationId xmlns:a16="http://schemas.microsoft.com/office/drawing/2014/main" id="{2ED075BA-DEDF-4335-84F5-9763AA4D5718}"/>
                </a:ext>
              </a:extLst>
            </p:cNvPr>
            <p:cNvSpPr txBox="1">
              <a:spLocks noChangeArrowheads="1"/>
            </p:cNvSpPr>
            <p:nvPr/>
          </p:nvSpPr>
          <p:spPr bwMode="auto">
            <a:xfrm>
              <a:off x="3134" y="939"/>
              <a:ext cx="65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600">
                  <a:latin typeface="Comic Sans MS" panose="030F0702030302020204" pitchFamily="66" charset="0"/>
                </a:rPr>
                <a:t>223.1.1.1</a:t>
              </a:r>
              <a:endParaRPr lang="en-US" altLang="en-US">
                <a:latin typeface="Comic Sans MS" panose="030F0702030302020204" pitchFamily="66" charset="0"/>
              </a:endParaRPr>
            </a:p>
          </p:txBody>
        </p:sp>
        <p:sp>
          <p:nvSpPr>
            <p:cNvPr id="43032" name="Text Box 204">
              <a:extLst>
                <a:ext uri="{FF2B5EF4-FFF2-40B4-BE49-F238E27FC236}">
                  <a16:creationId xmlns:a16="http://schemas.microsoft.com/office/drawing/2014/main" id="{5907A363-CF0F-4290-8EFE-E3BFCD31C444}"/>
                </a:ext>
              </a:extLst>
            </p:cNvPr>
            <p:cNvSpPr txBox="1">
              <a:spLocks noChangeArrowheads="1"/>
            </p:cNvSpPr>
            <p:nvPr/>
          </p:nvSpPr>
          <p:spPr bwMode="auto">
            <a:xfrm>
              <a:off x="3062" y="1963"/>
              <a:ext cx="65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600">
                  <a:latin typeface="Comic Sans MS" panose="030F0702030302020204" pitchFamily="66" charset="0"/>
                </a:rPr>
                <a:t>223.1.1.3</a:t>
              </a:r>
              <a:endParaRPr lang="en-US" altLang="en-US">
                <a:latin typeface="Comic Sans MS" panose="030F0702030302020204" pitchFamily="66" charset="0"/>
              </a:endParaRPr>
            </a:p>
          </p:txBody>
        </p:sp>
        <p:sp>
          <p:nvSpPr>
            <p:cNvPr id="43033" name="Text Box 205">
              <a:extLst>
                <a:ext uri="{FF2B5EF4-FFF2-40B4-BE49-F238E27FC236}">
                  <a16:creationId xmlns:a16="http://schemas.microsoft.com/office/drawing/2014/main" id="{6FF57252-E7C2-44BB-A550-FAA3F4976BEB}"/>
                </a:ext>
              </a:extLst>
            </p:cNvPr>
            <p:cNvSpPr txBox="1">
              <a:spLocks noChangeArrowheads="1"/>
            </p:cNvSpPr>
            <p:nvPr/>
          </p:nvSpPr>
          <p:spPr bwMode="auto">
            <a:xfrm>
              <a:off x="3532" y="1484"/>
              <a:ext cx="65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600">
                  <a:latin typeface="Comic Sans MS" panose="030F0702030302020204" pitchFamily="66" charset="0"/>
                </a:rPr>
                <a:t>223.1.1.4</a:t>
              </a:r>
              <a:endParaRPr lang="en-US" altLang="en-US">
                <a:latin typeface="Comic Sans MS" panose="030F0702030302020204" pitchFamily="66" charset="0"/>
              </a:endParaRPr>
            </a:p>
          </p:txBody>
        </p:sp>
        <p:sp>
          <p:nvSpPr>
            <p:cNvPr id="43034" name="Text Box 207">
              <a:extLst>
                <a:ext uri="{FF2B5EF4-FFF2-40B4-BE49-F238E27FC236}">
                  <a16:creationId xmlns:a16="http://schemas.microsoft.com/office/drawing/2014/main" id="{EFF15052-EDD8-441D-A2DC-D45590D0DC37}"/>
                </a:ext>
              </a:extLst>
            </p:cNvPr>
            <p:cNvSpPr txBox="1">
              <a:spLocks noChangeArrowheads="1"/>
            </p:cNvSpPr>
            <p:nvPr/>
          </p:nvSpPr>
          <p:spPr bwMode="auto">
            <a:xfrm>
              <a:off x="4238" y="1485"/>
              <a:ext cx="666"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600">
                  <a:latin typeface="Comic Sans MS" panose="030F0702030302020204" pitchFamily="66" charset="0"/>
                </a:rPr>
                <a:t>223.1.2.9</a:t>
              </a:r>
              <a:endParaRPr lang="en-US" altLang="en-US">
                <a:latin typeface="Comic Sans MS" panose="030F0702030302020204" pitchFamily="66" charset="0"/>
              </a:endParaRPr>
            </a:p>
          </p:txBody>
        </p:sp>
        <p:sp>
          <p:nvSpPr>
            <p:cNvPr id="43035" name="Line 209">
              <a:extLst>
                <a:ext uri="{FF2B5EF4-FFF2-40B4-BE49-F238E27FC236}">
                  <a16:creationId xmlns:a16="http://schemas.microsoft.com/office/drawing/2014/main" id="{A551E59F-07F3-484D-81B5-798258A20CD2}"/>
                </a:ext>
              </a:extLst>
            </p:cNvPr>
            <p:cNvSpPr>
              <a:spLocks noChangeShapeType="1"/>
            </p:cNvSpPr>
            <p:nvPr/>
          </p:nvSpPr>
          <p:spPr bwMode="auto">
            <a:xfrm>
              <a:off x="4963" y="1246"/>
              <a:ext cx="148" cy="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036" name="Line 210">
              <a:extLst>
                <a:ext uri="{FF2B5EF4-FFF2-40B4-BE49-F238E27FC236}">
                  <a16:creationId xmlns:a16="http://schemas.microsoft.com/office/drawing/2014/main" id="{4CDBFAE0-822D-4447-BB8E-583C89FFFD6A}"/>
                </a:ext>
              </a:extLst>
            </p:cNvPr>
            <p:cNvSpPr>
              <a:spLocks noChangeShapeType="1"/>
            </p:cNvSpPr>
            <p:nvPr/>
          </p:nvSpPr>
          <p:spPr bwMode="auto">
            <a:xfrm>
              <a:off x="4963" y="2047"/>
              <a:ext cx="148" cy="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037" name="Line 213">
              <a:extLst>
                <a:ext uri="{FF2B5EF4-FFF2-40B4-BE49-F238E27FC236}">
                  <a16:creationId xmlns:a16="http://schemas.microsoft.com/office/drawing/2014/main" id="{E5D664E0-BD3D-43EC-9BE6-3DE45D88AACC}"/>
                </a:ext>
              </a:extLst>
            </p:cNvPr>
            <p:cNvSpPr>
              <a:spLocks noChangeShapeType="1"/>
            </p:cNvSpPr>
            <p:nvPr/>
          </p:nvSpPr>
          <p:spPr bwMode="auto">
            <a:xfrm flipH="1" flipV="1">
              <a:off x="3782" y="2696"/>
              <a:ext cx="2" cy="15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038" name="Line 214">
              <a:extLst>
                <a:ext uri="{FF2B5EF4-FFF2-40B4-BE49-F238E27FC236}">
                  <a16:creationId xmlns:a16="http://schemas.microsoft.com/office/drawing/2014/main" id="{3399234F-E617-489C-96FC-0269CFA403BC}"/>
                </a:ext>
              </a:extLst>
            </p:cNvPr>
            <p:cNvSpPr>
              <a:spLocks noChangeShapeType="1"/>
            </p:cNvSpPr>
            <p:nvPr/>
          </p:nvSpPr>
          <p:spPr bwMode="auto">
            <a:xfrm flipH="1" flipV="1">
              <a:off x="4523" y="2699"/>
              <a:ext cx="2" cy="15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039" name="Text Box 215">
              <a:extLst>
                <a:ext uri="{FF2B5EF4-FFF2-40B4-BE49-F238E27FC236}">
                  <a16:creationId xmlns:a16="http://schemas.microsoft.com/office/drawing/2014/main" id="{C97751E0-F82B-4AB8-8A9B-754144679D93}"/>
                </a:ext>
              </a:extLst>
            </p:cNvPr>
            <p:cNvSpPr txBox="1">
              <a:spLocks noChangeArrowheads="1"/>
            </p:cNvSpPr>
            <p:nvPr/>
          </p:nvSpPr>
          <p:spPr bwMode="auto">
            <a:xfrm>
              <a:off x="4505" y="2622"/>
              <a:ext cx="666"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600">
                  <a:latin typeface="Comic Sans MS" panose="030F0702030302020204" pitchFamily="66" charset="0"/>
                </a:rPr>
                <a:t>223.1.3.2</a:t>
              </a:r>
              <a:endParaRPr lang="en-US" altLang="en-US">
                <a:latin typeface="Comic Sans MS" panose="030F0702030302020204" pitchFamily="66" charset="0"/>
              </a:endParaRPr>
            </a:p>
          </p:txBody>
        </p:sp>
        <p:sp>
          <p:nvSpPr>
            <p:cNvPr id="43040" name="Text Box 216">
              <a:extLst>
                <a:ext uri="{FF2B5EF4-FFF2-40B4-BE49-F238E27FC236}">
                  <a16:creationId xmlns:a16="http://schemas.microsoft.com/office/drawing/2014/main" id="{F2759404-C673-4BD4-83EA-1871AB2E83A0}"/>
                </a:ext>
              </a:extLst>
            </p:cNvPr>
            <p:cNvSpPr txBox="1">
              <a:spLocks noChangeArrowheads="1"/>
            </p:cNvSpPr>
            <p:nvPr/>
          </p:nvSpPr>
          <p:spPr bwMode="auto">
            <a:xfrm>
              <a:off x="3138" y="2682"/>
              <a:ext cx="65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600">
                  <a:latin typeface="Comic Sans MS" panose="030F0702030302020204" pitchFamily="66" charset="0"/>
                </a:rPr>
                <a:t>223.1.3.1</a:t>
              </a:r>
              <a:endParaRPr lang="en-US" altLang="en-US">
                <a:latin typeface="Comic Sans MS" panose="030F0702030302020204" pitchFamily="66" charset="0"/>
              </a:endParaRPr>
            </a:p>
          </p:txBody>
        </p:sp>
        <p:grpSp>
          <p:nvGrpSpPr>
            <p:cNvPr id="43041" name="Group 217">
              <a:extLst>
                <a:ext uri="{FF2B5EF4-FFF2-40B4-BE49-F238E27FC236}">
                  <a16:creationId xmlns:a16="http://schemas.microsoft.com/office/drawing/2014/main" id="{5B564E08-DC08-488C-8E23-FC21CD9B61A0}"/>
                </a:ext>
              </a:extLst>
            </p:cNvPr>
            <p:cNvGrpSpPr>
              <a:grpSpLocks/>
            </p:cNvGrpSpPr>
            <p:nvPr/>
          </p:nvGrpSpPr>
          <p:grpSpPr bwMode="auto">
            <a:xfrm>
              <a:off x="2755" y="956"/>
              <a:ext cx="404" cy="352"/>
              <a:chOff x="-44" y="1473"/>
              <a:chExt cx="981" cy="1105"/>
            </a:xfrm>
          </p:grpSpPr>
          <p:pic>
            <p:nvPicPr>
              <p:cNvPr id="43080" name="Picture 218" descr="desktop_computer_stylized_medium">
                <a:extLst>
                  <a:ext uri="{FF2B5EF4-FFF2-40B4-BE49-F238E27FC236}">
                    <a16:creationId xmlns:a16="http://schemas.microsoft.com/office/drawing/2014/main" id="{BCC97D61-6407-48EC-B706-E14EA7BE74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81" name="Freeform 219">
                <a:extLst>
                  <a:ext uri="{FF2B5EF4-FFF2-40B4-BE49-F238E27FC236}">
                    <a16:creationId xmlns:a16="http://schemas.microsoft.com/office/drawing/2014/main" id="{30FD92BA-5B5E-42E8-9A37-36A5DE1C8FA5}"/>
                  </a:ext>
                </a:extLst>
              </p:cNvPr>
              <p:cNvSpPr>
                <a:spLocks/>
              </p:cNvSpPr>
              <p:nvPr/>
            </p:nvSpPr>
            <p:spPr bwMode="auto">
              <a:xfrm flipH="1">
                <a:off x="374" y="1579"/>
                <a:ext cx="477" cy="506"/>
              </a:xfrm>
              <a:custGeom>
                <a:avLst/>
                <a:gdLst>
                  <a:gd name="T0" fmla="*/ 0 w 356"/>
                  <a:gd name="T1" fmla="*/ 0 h 368"/>
                  <a:gd name="T2" fmla="*/ 187350 w 356"/>
                  <a:gd name="T3" fmla="*/ 15587 h 368"/>
                  <a:gd name="T4" fmla="*/ 222251 w 356"/>
                  <a:gd name="T5" fmla="*/ 324849 h 368"/>
                  <a:gd name="T6" fmla="*/ 48981 w 356"/>
                  <a:gd name="T7" fmla="*/ 406259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latin typeface="Comic Sans MS" panose="030F0702030302020204" pitchFamily="66" charset="0"/>
                </a:endParaRPr>
              </a:p>
            </p:txBody>
          </p:sp>
        </p:grpSp>
        <p:grpSp>
          <p:nvGrpSpPr>
            <p:cNvPr id="43042" name="Group 220">
              <a:extLst>
                <a:ext uri="{FF2B5EF4-FFF2-40B4-BE49-F238E27FC236}">
                  <a16:creationId xmlns:a16="http://schemas.microsoft.com/office/drawing/2014/main" id="{615D82B0-2215-406B-B6BA-FC7FA9A6AA5A}"/>
                </a:ext>
              </a:extLst>
            </p:cNvPr>
            <p:cNvGrpSpPr>
              <a:grpSpLocks/>
            </p:cNvGrpSpPr>
            <p:nvPr/>
          </p:nvGrpSpPr>
          <p:grpSpPr bwMode="auto">
            <a:xfrm>
              <a:off x="2752" y="1340"/>
              <a:ext cx="404" cy="352"/>
              <a:chOff x="-44" y="1473"/>
              <a:chExt cx="981" cy="1105"/>
            </a:xfrm>
          </p:grpSpPr>
          <p:pic>
            <p:nvPicPr>
              <p:cNvPr id="43078" name="Picture 221" descr="desktop_computer_stylized_medium">
                <a:extLst>
                  <a:ext uri="{FF2B5EF4-FFF2-40B4-BE49-F238E27FC236}">
                    <a16:creationId xmlns:a16="http://schemas.microsoft.com/office/drawing/2014/main" id="{12A369EF-1544-43B4-BC26-A63EFBA21A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79" name="Freeform 222">
                <a:extLst>
                  <a:ext uri="{FF2B5EF4-FFF2-40B4-BE49-F238E27FC236}">
                    <a16:creationId xmlns:a16="http://schemas.microsoft.com/office/drawing/2014/main" id="{4DF67F65-A5F6-4BF8-B7E1-6391C0B3902A}"/>
                  </a:ext>
                </a:extLst>
              </p:cNvPr>
              <p:cNvSpPr>
                <a:spLocks/>
              </p:cNvSpPr>
              <p:nvPr/>
            </p:nvSpPr>
            <p:spPr bwMode="auto">
              <a:xfrm flipH="1">
                <a:off x="374" y="1579"/>
                <a:ext cx="477" cy="506"/>
              </a:xfrm>
              <a:custGeom>
                <a:avLst/>
                <a:gdLst>
                  <a:gd name="T0" fmla="*/ 0 w 356"/>
                  <a:gd name="T1" fmla="*/ 0 h 368"/>
                  <a:gd name="T2" fmla="*/ 187350 w 356"/>
                  <a:gd name="T3" fmla="*/ 15587 h 368"/>
                  <a:gd name="T4" fmla="*/ 222251 w 356"/>
                  <a:gd name="T5" fmla="*/ 324849 h 368"/>
                  <a:gd name="T6" fmla="*/ 48981 w 356"/>
                  <a:gd name="T7" fmla="*/ 406259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latin typeface="Comic Sans MS" panose="030F0702030302020204" pitchFamily="66" charset="0"/>
                </a:endParaRPr>
              </a:p>
            </p:txBody>
          </p:sp>
        </p:grpSp>
        <p:grpSp>
          <p:nvGrpSpPr>
            <p:cNvPr id="43043" name="Group 223">
              <a:extLst>
                <a:ext uri="{FF2B5EF4-FFF2-40B4-BE49-F238E27FC236}">
                  <a16:creationId xmlns:a16="http://schemas.microsoft.com/office/drawing/2014/main" id="{085F89C2-FD5F-4839-87C5-920C15FAC01C}"/>
                </a:ext>
              </a:extLst>
            </p:cNvPr>
            <p:cNvGrpSpPr>
              <a:grpSpLocks/>
            </p:cNvGrpSpPr>
            <p:nvPr/>
          </p:nvGrpSpPr>
          <p:grpSpPr bwMode="auto">
            <a:xfrm>
              <a:off x="2770" y="1724"/>
              <a:ext cx="404" cy="352"/>
              <a:chOff x="-44" y="1473"/>
              <a:chExt cx="981" cy="1105"/>
            </a:xfrm>
          </p:grpSpPr>
          <p:pic>
            <p:nvPicPr>
              <p:cNvPr id="43076" name="Picture 224" descr="desktop_computer_stylized_medium">
                <a:extLst>
                  <a:ext uri="{FF2B5EF4-FFF2-40B4-BE49-F238E27FC236}">
                    <a16:creationId xmlns:a16="http://schemas.microsoft.com/office/drawing/2014/main" id="{074D4AE4-A1A3-41B0-9698-5D91DECC53A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77" name="Freeform 225">
                <a:extLst>
                  <a:ext uri="{FF2B5EF4-FFF2-40B4-BE49-F238E27FC236}">
                    <a16:creationId xmlns:a16="http://schemas.microsoft.com/office/drawing/2014/main" id="{ED99F5F1-A950-428F-B00D-3BCA6B209D0C}"/>
                  </a:ext>
                </a:extLst>
              </p:cNvPr>
              <p:cNvSpPr>
                <a:spLocks/>
              </p:cNvSpPr>
              <p:nvPr/>
            </p:nvSpPr>
            <p:spPr bwMode="auto">
              <a:xfrm flipH="1">
                <a:off x="374" y="1579"/>
                <a:ext cx="477" cy="506"/>
              </a:xfrm>
              <a:custGeom>
                <a:avLst/>
                <a:gdLst>
                  <a:gd name="T0" fmla="*/ 0 w 356"/>
                  <a:gd name="T1" fmla="*/ 0 h 368"/>
                  <a:gd name="T2" fmla="*/ 187350 w 356"/>
                  <a:gd name="T3" fmla="*/ 15587 h 368"/>
                  <a:gd name="T4" fmla="*/ 222251 w 356"/>
                  <a:gd name="T5" fmla="*/ 324849 h 368"/>
                  <a:gd name="T6" fmla="*/ 48981 w 356"/>
                  <a:gd name="T7" fmla="*/ 406259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latin typeface="Comic Sans MS" panose="030F0702030302020204" pitchFamily="66" charset="0"/>
                </a:endParaRPr>
              </a:p>
            </p:txBody>
          </p:sp>
        </p:grpSp>
        <p:grpSp>
          <p:nvGrpSpPr>
            <p:cNvPr id="43044" name="Group 226">
              <a:extLst>
                <a:ext uri="{FF2B5EF4-FFF2-40B4-BE49-F238E27FC236}">
                  <a16:creationId xmlns:a16="http://schemas.microsoft.com/office/drawing/2014/main" id="{E35D88BD-B784-4E90-9061-5ADA1F8954BA}"/>
                </a:ext>
              </a:extLst>
            </p:cNvPr>
            <p:cNvGrpSpPr>
              <a:grpSpLocks/>
            </p:cNvGrpSpPr>
            <p:nvPr/>
          </p:nvGrpSpPr>
          <p:grpSpPr bwMode="auto">
            <a:xfrm flipH="1">
              <a:off x="5106" y="1062"/>
              <a:ext cx="404" cy="352"/>
              <a:chOff x="-44" y="1473"/>
              <a:chExt cx="981" cy="1105"/>
            </a:xfrm>
          </p:grpSpPr>
          <p:pic>
            <p:nvPicPr>
              <p:cNvPr id="43074" name="Picture 227" descr="desktop_computer_stylized_medium">
                <a:extLst>
                  <a:ext uri="{FF2B5EF4-FFF2-40B4-BE49-F238E27FC236}">
                    <a16:creationId xmlns:a16="http://schemas.microsoft.com/office/drawing/2014/main" id="{AF241638-9760-43AF-8E33-2F07A883F3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75" name="Freeform 228">
                <a:extLst>
                  <a:ext uri="{FF2B5EF4-FFF2-40B4-BE49-F238E27FC236}">
                    <a16:creationId xmlns:a16="http://schemas.microsoft.com/office/drawing/2014/main" id="{3D2245E4-F96A-41CF-837F-F7843B8E0625}"/>
                  </a:ext>
                </a:extLst>
              </p:cNvPr>
              <p:cNvSpPr>
                <a:spLocks/>
              </p:cNvSpPr>
              <p:nvPr/>
            </p:nvSpPr>
            <p:spPr bwMode="auto">
              <a:xfrm flipH="1">
                <a:off x="374" y="1579"/>
                <a:ext cx="477" cy="506"/>
              </a:xfrm>
              <a:custGeom>
                <a:avLst/>
                <a:gdLst>
                  <a:gd name="T0" fmla="*/ 0 w 356"/>
                  <a:gd name="T1" fmla="*/ 0 h 368"/>
                  <a:gd name="T2" fmla="*/ 187350 w 356"/>
                  <a:gd name="T3" fmla="*/ 15587 h 368"/>
                  <a:gd name="T4" fmla="*/ 222251 w 356"/>
                  <a:gd name="T5" fmla="*/ 324849 h 368"/>
                  <a:gd name="T6" fmla="*/ 48981 w 356"/>
                  <a:gd name="T7" fmla="*/ 406259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latin typeface="Comic Sans MS" panose="030F0702030302020204" pitchFamily="66" charset="0"/>
                </a:endParaRPr>
              </a:p>
            </p:txBody>
          </p:sp>
        </p:grpSp>
        <p:grpSp>
          <p:nvGrpSpPr>
            <p:cNvPr id="43045" name="Group 229">
              <a:extLst>
                <a:ext uri="{FF2B5EF4-FFF2-40B4-BE49-F238E27FC236}">
                  <a16:creationId xmlns:a16="http://schemas.microsoft.com/office/drawing/2014/main" id="{27B5D27D-85D6-48A0-BB52-D78FFAE1370C}"/>
                </a:ext>
              </a:extLst>
            </p:cNvPr>
            <p:cNvGrpSpPr>
              <a:grpSpLocks/>
            </p:cNvGrpSpPr>
            <p:nvPr/>
          </p:nvGrpSpPr>
          <p:grpSpPr bwMode="auto">
            <a:xfrm flipH="1">
              <a:off x="5153" y="1868"/>
              <a:ext cx="404" cy="352"/>
              <a:chOff x="-44" y="1473"/>
              <a:chExt cx="981" cy="1105"/>
            </a:xfrm>
          </p:grpSpPr>
          <p:pic>
            <p:nvPicPr>
              <p:cNvPr id="43072" name="Picture 230" descr="desktop_computer_stylized_medium">
                <a:extLst>
                  <a:ext uri="{FF2B5EF4-FFF2-40B4-BE49-F238E27FC236}">
                    <a16:creationId xmlns:a16="http://schemas.microsoft.com/office/drawing/2014/main" id="{77FC785A-1047-4293-986B-FB0E339D49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73" name="Freeform 231">
                <a:extLst>
                  <a:ext uri="{FF2B5EF4-FFF2-40B4-BE49-F238E27FC236}">
                    <a16:creationId xmlns:a16="http://schemas.microsoft.com/office/drawing/2014/main" id="{176DD4D9-F898-40EE-8BD5-FF508E705B0B}"/>
                  </a:ext>
                </a:extLst>
              </p:cNvPr>
              <p:cNvSpPr>
                <a:spLocks/>
              </p:cNvSpPr>
              <p:nvPr/>
            </p:nvSpPr>
            <p:spPr bwMode="auto">
              <a:xfrm flipH="1">
                <a:off x="374" y="1579"/>
                <a:ext cx="477" cy="506"/>
              </a:xfrm>
              <a:custGeom>
                <a:avLst/>
                <a:gdLst>
                  <a:gd name="T0" fmla="*/ 0 w 356"/>
                  <a:gd name="T1" fmla="*/ 0 h 368"/>
                  <a:gd name="T2" fmla="*/ 187350 w 356"/>
                  <a:gd name="T3" fmla="*/ 15587 h 368"/>
                  <a:gd name="T4" fmla="*/ 222251 w 356"/>
                  <a:gd name="T5" fmla="*/ 324849 h 368"/>
                  <a:gd name="T6" fmla="*/ 48981 w 356"/>
                  <a:gd name="T7" fmla="*/ 406259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latin typeface="Comic Sans MS" panose="030F0702030302020204" pitchFamily="66" charset="0"/>
                </a:endParaRPr>
              </a:p>
            </p:txBody>
          </p:sp>
        </p:grpSp>
        <p:grpSp>
          <p:nvGrpSpPr>
            <p:cNvPr id="43046" name="Group 232">
              <a:extLst>
                <a:ext uri="{FF2B5EF4-FFF2-40B4-BE49-F238E27FC236}">
                  <a16:creationId xmlns:a16="http://schemas.microsoft.com/office/drawing/2014/main" id="{78D8404C-6335-42E2-9A5B-CD30D11F4942}"/>
                </a:ext>
              </a:extLst>
            </p:cNvPr>
            <p:cNvGrpSpPr>
              <a:grpSpLocks/>
            </p:cNvGrpSpPr>
            <p:nvPr/>
          </p:nvGrpSpPr>
          <p:grpSpPr bwMode="auto">
            <a:xfrm flipH="1">
              <a:off x="4392" y="2828"/>
              <a:ext cx="404" cy="352"/>
              <a:chOff x="-44" y="1473"/>
              <a:chExt cx="981" cy="1105"/>
            </a:xfrm>
          </p:grpSpPr>
          <p:pic>
            <p:nvPicPr>
              <p:cNvPr id="43070" name="Picture 233" descr="desktop_computer_stylized_medium">
                <a:extLst>
                  <a:ext uri="{FF2B5EF4-FFF2-40B4-BE49-F238E27FC236}">
                    <a16:creationId xmlns:a16="http://schemas.microsoft.com/office/drawing/2014/main" id="{0342299D-25FE-42C9-A351-C1ADF84573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71" name="Freeform 234">
                <a:extLst>
                  <a:ext uri="{FF2B5EF4-FFF2-40B4-BE49-F238E27FC236}">
                    <a16:creationId xmlns:a16="http://schemas.microsoft.com/office/drawing/2014/main" id="{87EE1915-1118-48B3-BD65-0D3BADFFCC99}"/>
                  </a:ext>
                </a:extLst>
              </p:cNvPr>
              <p:cNvSpPr>
                <a:spLocks/>
              </p:cNvSpPr>
              <p:nvPr/>
            </p:nvSpPr>
            <p:spPr bwMode="auto">
              <a:xfrm flipH="1">
                <a:off x="374" y="1579"/>
                <a:ext cx="477" cy="506"/>
              </a:xfrm>
              <a:custGeom>
                <a:avLst/>
                <a:gdLst>
                  <a:gd name="T0" fmla="*/ 0 w 356"/>
                  <a:gd name="T1" fmla="*/ 0 h 368"/>
                  <a:gd name="T2" fmla="*/ 187350 w 356"/>
                  <a:gd name="T3" fmla="*/ 15587 h 368"/>
                  <a:gd name="T4" fmla="*/ 222251 w 356"/>
                  <a:gd name="T5" fmla="*/ 324849 h 368"/>
                  <a:gd name="T6" fmla="*/ 48981 w 356"/>
                  <a:gd name="T7" fmla="*/ 406259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latin typeface="Comic Sans MS" panose="030F0702030302020204" pitchFamily="66" charset="0"/>
                </a:endParaRPr>
              </a:p>
            </p:txBody>
          </p:sp>
        </p:grpSp>
        <p:grpSp>
          <p:nvGrpSpPr>
            <p:cNvPr id="43047" name="Group 235">
              <a:extLst>
                <a:ext uri="{FF2B5EF4-FFF2-40B4-BE49-F238E27FC236}">
                  <a16:creationId xmlns:a16="http://schemas.microsoft.com/office/drawing/2014/main" id="{FC5323B7-1FC9-401C-AC59-6D7A5BB05B5A}"/>
                </a:ext>
              </a:extLst>
            </p:cNvPr>
            <p:cNvGrpSpPr>
              <a:grpSpLocks/>
            </p:cNvGrpSpPr>
            <p:nvPr/>
          </p:nvGrpSpPr>
          <p:grpSpPr bwMode="auto">
            <a:xfrm flipH="1">
              <a:off x="3659" y="2854"/>
              <a:ext cx="404" cy="352"/>
              <a:chOff x="-44" y="1473"/>
              <a:chExt cx="981" cy="1105"/>
            </a:xfrm>
          </p:grpSpPr>
          <p:pic>
            <p:nvPicPr>
              <p:cNvPr id="43068" name="Picture 236" descr="desktop_computer_stylized_medium">
                <a:extLst>
                  <a:ext uri="{FF2B5EF4-FFF2-40B4-BE49-F238E27FC236}">
                    <a16:creationId xmlns:a16="http://schemas.microsoft.com/office/drawing/2014/main" id="{E2C323E7-235D-477D-A4D5-01016151CD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69" name="Freeform 237">
                <a:extLst>
                  <a:ext uri="{FF2B5EF4-FFF2-40B4-BE49-F238E27FC236}">
                    <a16:creationId xmlns:a16="http://schemas.microsoft.com/office/drawing/2014/main" id="{A07D54F0-521B-4E3B-A91F-5DED4CF87F08}"/>
                  </a:ext>
                </a:extLst>
              </p:cNvPr>
              <p:cNvSpPr>
                <a:spLocks/>
              </p:cNvSpPr>
              <p:nvPr/>
            </p:nvSpPr>
            <p:spPr bwMode="auto">
              <a:xfrm flipH="1">
                <a:off x="374" y="1579"/>
                <a:ext cx="477" cy="506"/>
              </a:xfrm>
              <a:custGeom>
                <a:avLst/>
                <a:gdLst>
                  <a:gd name="T0" fmla="*/ 0 w 356"/>
                  <a:gd name="T1" fmla="*/ 0 h 368"/>
                  <a:gd name="T2" fmla="*/ 187350 w 356"/>
                  <a:gd name="T3" fmla="*/ 15587 h 368"/>
                  <a:gd name="T4" fmla="*/ 222251 w 356"/>
                  <a:gd name="T5" fmla="*/ 324849 h 368"/>
                  <a:gd name="T6" fmla="*/ 48981 w 356"/>
                  <a:gd name="T7" fmla="*/ 406259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latin typeface="Comic Sans MS" panose="030F0702030302020204" pitchFamily="66" charset="0"/>
                </a:endParaRPr>
              </a:p>
            </p:txBody>
          </p:sp>
        </p:grpSp>
        <p:grpSp>
          <p:nvGrpSpPr>
            <p:cNvPr id="43048" name="Group 238">
              <a:extLst>
                <a:ext uri="{FF2B5EF4-FFF2-40B4-BE49-F238E27FC236}">
                  <a16:creationId xmlns:a16="http://schemas.microsoft.com/office/drawing/2014/main" id="{97BDDEFF-CA61-4CB3-9833-12D972BE295D}"/>
                </a:ext>
              </a:extLst>
            </p:cNvPr>
            <p:cNvGrpSpPr>
              <a:grpSpLocks/>
            </p:cNvGrpSpPr>
            <p:nvPr/>
          </p:nvGrpSpPr>
          <p:grpSpPr bwMode="auto">
            <a:xfrm>
              <a:off x="3929" y="1653"/>
              <a:ext cx="440" cy="224"/>
              <a:chOff x="4396" y="1245"/>
              <a:chExt cx="672" cy="248"/>
            </a:xfrm>
          </p:grpSpPr>
          <p:sp>
            <p:nvSpPr>
              <p:cNvPr id="43060" name="Oval 407">
                <a:extLst>
                  <a:ext uri="{FF2B5EF4-FFF2-40B4-BE49-F238E27FC236}">
                    <a16:creationId xmlns:a16="http://schemas.microsoft.com/office/drawing/2014/main" id="{EB216B73-AE2D-42D1-9FFA-A047CF57ECA8}"/>
                  </a:ext>
                </a:extLst>
              </p:cNvPr>
              <p:cNvSpPr>
                <a:spLocks noChangeArrowheads="1"/>
              </p:cNvSpPr>
              <p:nvPr/>
            </p:nvSpPr>
            <p:spPr bwMode="auto">
              <a:xfrm>
                <a:off x="4399" y="1355"/>
                <a:ext cx="666" cy="138"/>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Comic Sans MS" panose="030F0702030302020204" pitchFamily="66" charset="0"/>
                  <a:cs typeface="Arial" panose="020B0604020202020204" pitchFamily="34" charset="0"/>
                </a:endParaRPr>
              </a:p>
            </p:txBody>
          </p:sp>
          <p:sp>
            <p:nvSpPr>
              <p:cNvPr id="43061" name="Rectangle 410">
                <a:extLst>
                  <a:ext uri="{FF2B5EF4-FFF2-40B4-BE49-F238E27FC236}">
                    <a16:creationId xmlns:a16="http://schemas.microsoft.com/office/drawing/2014/main" id="{242E9933-76A0-4AA7-AD81-E293FF4D5F1C}"/>
                  </a:ext>
                </a:extLst>
              </p:cNvPr>
              <p:cNvSpPr>
                <a:spLocks noChangeArrowheads="1"/>
              </p:cNvSpPr>
              <p:nvPr/>
            </p:nvSpPr>
            <p:spPr bwMode="auto">
              <a:xfrm>
                <a:off x="4399" y="1339"/>
                <a:ext cx="669" cy="86"/>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latin typeface="Comic Sans MS" panose="030F0702030302020204" pitchFamily="66" charset="0"/>
                  <a:cs typeface="Arial" panose="020B0604020202020204" pitchFamily="34" charset="0"/>
                </a:endParaRPr>
              </a:p>
            </p:txBody>
          </p:sp>
          <p:sp>
            <p:nvSpPr>
              <p:cNvPr id="43062" name="Oval 411">
                <a:extLst>
                  <a:ext uri="{FF2B5EF4-FFF2-40B4-BE49-F238E27FC236}">
                    <a16:creationId xmlns:a16="http://schemas.microsoft.com/office/drawing/2014/main" id="{1B0AEEAD-E430-450F-A3AC-2C44609C2C30}"/>
                  </a:ext>
                </a:extLst>
              </p:cNvPr>
              <p:cNvSpPr>
                <a:spLocks noChangeArrowheads="1"/>
              </p:cNvSpPr>
              <p:nvPr/>
            </p:nvSpPr>
            <p:spPr bwMode="auto">
              <a:xfrm>
                <a:off x="4396" y="1245"/>
                <a:ext cx="667" cy="162"/>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Comic Sans MS" panose="030F0702030302020204" pitchFamily="66" charset="0"/>
                  <a:cs typeface="Arial" panose="020B0604020202020204" pitchFamily="34" charset="0"/>
                </a:endParaRPr>
              </a:p>
            </p:txBody>
          </p:sp>
          <p:grpSp>
            <p:nvGrpSpPr>
              <p:cNvPr id="43063" name="Group 242">
                <a:extLst>
                  <a:ext uri="{FF2B5EF4-FFF2-40B4-BE49-F238E27FC236}">
                    <a16:creationId xmlns:a16="http://schemas.microsoft.com/office/drawing/2014/main" id="{E5F90607-FD0D-4628-B452-1C8EB86BF49C}"/>
                  </a:ext>
                </a:extLst>
              </p:cNvPr>
              <p:cNvGrpSpPr>
                <a:grpSpLocks/>
              </p:cNvGrpSpPr>
              <p:nvPr/>
            </p:nvGrpSpPr>
            <p:grpSpPr bwMode="auto">
              <a:xfrm>
                <a:off x="4530" y="1287"/>
                <a:ext cx="377" cy="75"/>
                <a:chOff x="2468" y="1332"/>
                <a:chExt cx="310" cy="60"/>
              </a:xfrm>
            </p:grpSpPr>
            <p:sp>
              <p:nvSpPr>
                <p:cNvPr id="43066" name="Freeform 243">
                  <a:extLst>
                    <a:ext uri="{FF2B5EF4-FFF2-40B4-BE49-F238E27FC236}">
                      <a16:creationId xmlns:a16="http://schemas.microsoft.com/office/drawing/2014/main" id="{43312BFC-EA9A-47C7-BE9D-195287F0BD17}"/>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latin typeface="Comic Sans MS" panose="030F0702030302020204" pitchFamily="66" charset="0"/>
                  </a:endParaRPr>
                </a:p>
              </p:txBody>
            </p:sp>
            <p:sp>
              <p:nvSpPr>
                <p:cNvPr id="43067" name="Freeform 244">
                  <a:extLst>
                    <a:ext uri="{FF2B5EF4-FFF2-40B4-BE49-F238E27FC236}">
                      <a16:creationId xmlns:a16="http://schemas.microsoft.com/office/drawing/2014/main" id="{0980A71F-E2EF-42A0-A3B7-139A33D0126F}"/>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latin typeface="Comic Sans MS" panose="030F0702030302020204" pitchFamily="66" charset="0"/>
                  </a:endParaRPr>
                </a:p>
              </p:txBody>
            </p:sp>
          </p:grpSp>
          <p:sp>
            <p:nvSpPr>
              <p:cNvPr id="43064" name="Line 245">
                <a:extLst>
                  <a:ext uri="{FF2B5EF4-FFF2-40B4-BE49-F238E27FC236}">
                    <a16:creationId xmlns:a16="http://schemas.microsoft.com/office/drawing/2014/main" id="{207723C8-273D-4AB7-BCFA-587D3BF15F43}"/>
                  </a:ext>
                </a:extLst>
              </p:cNvPr>
              <p:cNvSpPr>
                <a:spLocks noChangeShapeType="1"/>
              </p:cNvSpPr>
              <p:nvPr/>
            </p:nvSpPr>
            <p:spPr bwMode="auto">
              <a:xfrm>
                <a:off x="4399" y="1321"/>
                <a:ext cx="0" cy="109"/>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65" name="Line 246">
                <a:extLst>
                  <a:ext uri="{FF2B5EF4-FFF2-40B4-BE49-F238E27FC236}">
                    <a16:creationId xmlns:a16="http://schemas.microsoft.com/office/drawing/2014/main" id="{C6468B70-CCE5-4D90-AFD7-7F62692C9DBE}"/>
                  </a:ext>
                </a:extLst>
              </p:cNvPr>
              <p:cNvSpPr>
                <a:spLocks noChangeShapeType="1"/>
              </p:cNvSpPr>
              <p:nvPr/>
            </p:nvSpPr>
            <p:spPr bwMode="auto">
              <a:xfrm>
                <a:off x="5063" y="1326"/>
                <a:ext cx="0" cy="10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3049" name="Group 247">
              <a:extLst>
                <a:ext uri="{FF2B5EF4-FFF2-40B4-BE49-F238E27FC236}">
                  <a16:creationId xmlns:a16="http://schemas.microsoft.com/office/drawing/2014/main" id="{8E1192EA-B64A-4D82-A7C4-90504B6D1596}"/>
                </a:ext>
              </a:extLst>
            </p:cNvPr>
            <p:cNvGrpSpPr>
              <a:grpSpLocks/>
            </p:cNvGrpSpPr>
            <p:nvPr/>
          </p:nvGrpSpPr>
          <p:grpSpPr bwMode="auto">
            <a:xfrm>
              <a:off x="4315" y="2223"/>
              <a:ext cx="659" cy="361"/>
              <a:chOff x="4758" y="3508"/>
              <a:chExt cx="659" cy="361"/>
            </a:xfrm>
          </p:grpSpPr>
          <p:sp>
            <p:nvSpPr>
              <p:cNvPr id="43058" name="Text Box 248">
                <a:extLst>
                  <a:ext uri="{FF2B5EF4-FFF2-40B4-BE49-F238E27FC236}">
                    <a16:creationId xmlns:a16="http://schemas.microsoft.com/office/drawing/2014/main" id="{24B2BBD1-E472-4FC5-B6D2-6BD3A9EBD2ED}"/>
                  </a:ext>
                </a:extLst>
              </p:cNvPr>
              <p:cNvSpPr txBox="1">
                <a:spLocks noChangeArrowheads="1"/>
              </p:cNvSpPr>
              <p:nvPr/>
            </p:nvSpPr>
            <p:spPr bwMode="auto">
              <a:xfrm>
                <a:off x="4844" y="3508"/>
                <a:ext cx="57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solidFill>
                      <a:srgbClr val="CC0000"/>
                    </a:solidFill>
                    <a:latin typeface="Comic Sans MS" panose="030F0702030302020204" pitchFamily="66" charset="0"/>
                  </a:rPr>
                  <a:t>subnet</a:t>
                </a:r>
              </a:p>
            </p:txBody>
          </p:sp>
          <p:sp>
            <p:nvSpPr>
              <p:cNvPr id="43059" name="Line 249">
                <a:extLst>
                  <a:ext uri="{FF2B5EF4-FFF2-40B4-BE49-F238E27FC236}">
                    <a16:creationId xmlns:a16="http://schemas.microsoft.com/office/drawing/2014/main" id="{0DA3D227-A6E9-4A17-8976-C5019046238B}"/>
                  </a:ext>
                </a:extLst>
              </p:cNvPr>
              <p:cNvSpPr>
                <a:spLocks noChangeShapeType="1"/>
              </p:cNvSpPr>
              <p:nvPr/>
            </p:nvSpPr>
            <p:spPr bwMode="auto">
              <a:xfrm flipH="1">
                <a:off x="4758" y="3677"/>
                <a:ext cx="108" cy="192"/>
              </a:xfrm>
              <a:prstGeom prst="line">
                <a:avLst/>
              </a:prstGeom>
              <a:noFill/>
              <a:ln w="9525">
                <a:solidFill>
                  <a:srgbClr val="CC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sp>
          <p:nvSpPr>
            <p:cNvPr id="43050" name="Rectangle 250">
              <a:extLst>
                <a:ext uri="{FF2B5EF4-FFF2-40B4-BE49-F238E27FC236}">
                  <a16:creationId xmlns:a16="http://schemas.microsoft.com/office/drawing/2014/main" id="{9799DA8F-8BCF-4E78-8AB6-D933E61321BA}"/>
                </a:ext>
              </a:extLst>
            </p:cNvPr>
            <p:cNvSpPr>
              <a:spLocks noChangeArrowheads="1"/>
            </p:cNvSpPr>
            <p:nvPr/>
          </p:nvSpPr>
          <p:spPr bwMode="auto">
            <a:xfrm>
              <a:off x="3232" y="1363"/>
              <a:ext cx="182" cy="147"/>
            </a:xfrm>
            <a:prstGeom prst="rect">
              <a:avLst/>
            </a:prstGeom>
            <a:solidFill>
              <a:srgbClr val="66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latin typeface="Comic Sans MS" panose="030F0702030302020204" pitchFamily="66" charset="0"/>
              </a:endParaRPr>
            </a:p>
          </p:txBody>
        </p:sp>
        <p:sp>
          <p:nvSpPr>
            <p:cNvPr id="43051" name="Text Box 251">
              <a:extLst>
                <a:ext uri="{FF2B5EF4-FFF2-40B4-BE49-F238E27FC236}">
                  <a16:creationId xmlns:a16="http://schemas.microsoft.com/office/drawing/2014/main" id="{51CB68CF-E2DF-437E-AFA3-38CC399C30E8}"/>
                </a:ext>
              </a:extLst>
            </p:cNvPr>
            <p:cNvSpPr txBox="1">
              <a:spLocks noChangeArrowheads="1"/>
            </p:cNvSpPr>
            <p:nvPr/>
          </p:nvSpPr>
          <p:spPr bwMode="auto">
            <a:xfrm>
              <a:off x="3134" y="1344"/>
              <a:ext cx="65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600">
                  <a:latin typeface="Comic Sans MS" panose="030F0702030302020204" pitchFamily="66" charset="0"/>
                </a:rPr>
                <a:t>223.1.1.2</a:t>
              </a:r>
              <a:endParaRPr lang="en-US" altLang="en-US">
                <a:latin typeface="Comic Sans MS" panose="030F0702030302020204" pitchFamily="66" charset="0"/>
              </a:endParaRPr>
            </a:p>
          </p:txBody>
        </p:sp>
        <p:sp>
          <p:nvSpPr>
            <p:cNvPr id="43052" name="Rectangle 252">
              <a:extLst>
                <a:ext uri="{FF2B5EF4-FFF2-40B4-BE49-F238E27FC236}">
                  <a16:creationId xmlns:a16="http://schemas.microsoft.com/office/drawing/2014/main" id="{672F2FDD-42E5-4737-9BB5-42AB01AF21DA}"/>
                </a:ext>
              </a:extLst>
            </p:cNvPr>
            <p:cNvSpPr>
              <a:spLocks noChangeArrowheads="1"/>
            </p:cNvSpPr>
            <p:nvPr/>
          </p:nvSpPr>
          <p:spPr bwMode="auto">
            <a:xfrm>
              <a:off x="4936" y="1354"/>
              <a:ext cx="182" cy="147"/>
            </a:xfrm>
            <a:prstGeom prst="rect">
              <a:avLst/>
            </a:prstGeom>
            <a:solidFill>
              <a:srgbClr val="66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latin typeface="Comic Sans MS" panose="030F0702030302020204" pitchFamily="66" charset="0"/>
              </a:endParaRPr>
            </a:p>
          </p:txBody>
        </p:sp>
        <p:sp>
          <p:nvSpPr>
            <p:cNvPr id="43053" name="Rectangle 253">
              <a:extLst>
                <a:ext uri="{FF2B5EF4-FFF2-40B4-BE49-F238E27FC236}">
                  <a16:creationId xmlns:a16="http://schemas.microsoft.com/office/drawing/2014/main" id="{83F9CF35-E4E9-46AD-AC3E-5195CB41A792}"/>
                </a:ext>
              </a:extLst>
            </p:cNvPr>
            <p:cNvSpPr>
              <a:spLocks noChangeArrowheads="1"/>
            </p:cNvSpPr>
            <p:nvPr/>
          </p:nvSpPr>
          <p:spPr bwMode="auto">
            <a:xfrm>
              <a:off x="4934" y="1858"/>
              <a:ext cx="182" cy="147"/>
            </a:xfrm>
            <a:prstGeom prst="rect">
              <a:avLst/>
            </a:prstGeom>
            <a:solidFill>
              <a:srgbClr val="66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latin typeface="Comic Sans MS" panose="030F0702030302020204" pitchFamily="66" charset="0"/>
              </a:endParaRPr>
            </a:p>
          </p:txBody>
        </p:sp>
        <p:sp>
          <p:nvSpPr>
            <p:cNvPr id="43054" name="Rectangle 254">
              <a:extLst>
                <a:ext uri="{FF2B5EF4-FFF2-40B4-BE49-F238E27FC236}">
                  <a16:creationId xmlns:a16="http://schemas.microsoft.com/office/drawing/2014/main" id="{5162EFF5-41B6-4A52-8310-288585846794}"/>
                </a:ext>
              </a:extLst>
            </p:cNvPr>
            <p:cNvSpPr>
              <a:spLocks noChangeArrowheads="1"/>
            </p:cNvSpPr>
            <p:nvPr/>
          </p:nvSpPr>
          <p:spPr bwMode="auto">
            <a:xfrm>
              <a:off x="4082" y="1975"/>
              <a:ext cx="182" cy="147"/>
            </a:xfrm>
            <a:prstGeom prst="rect">
              <a:avLst/>
            </a:prstGeom>
            <a:solidFill>
              <a:srgbClr val="66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latin typeface="Comic Sans MS" panose="030F0702030302020204" pitchFamily="66" charset="0"/>
              </a:endParaRPr>
            </a:p>
          </p:txBody>
        </p:sp>
        <p:sp>
          <p:nvSpPr>
            <p:cNvPr id="43055" name="Text Box 255">
              <a:extLst>
                <a:ext uri="{FF2B5EF4-FFF2-40B4-BE49-F238E27FC236}">
                  <a16:creationId xmlns:a16="http://schemas.microsoft.com/office/drawing/2014/main" id="{C2763A86-2383-488F-85CE-320B5F42D9D9}"/>
                </a:ext>
              </a:extLst>
            </p:cNvPr>
            <p:cNvSpPr txBox="1">
              <a:spLocks noChangeArrowheads="1"/>
            </p:cNvSpPr>
            <p:nvPr/>
          </p:nvSpPr>
          <p:spPr bwMode="auto">
            <a:xfrm>
              <a:off x="3782" y="1951"/>
              <a:ext cx="744"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600">
                  <a:latin typeface="Comic Sans MS" panose="030F0702030302020204" pitchFamily="66" charset="0"/>
                </a:rPr>
                <a:t>223.1.3.27</a:t>
              </a:r>
              <a:endParaRPr lang="en-US" altLang="en-US">
                <a:latin typeface="Comic Sans MS" panose="030F0702030302020204" pitchFamily="66" charset="0"/>
              </a:endParaRPr>
            </a:p>
          </p:txBody>
        </p:sp>
        <p:sp>
          <p:nvSpPr>
            <p:cNvPr id="43056" name="Text Box 256">
              <a:extLst>
                <a:ext uri="{FF2B5EF4-FFF2-40B4-BE49-F238E27FC236}">
                  <a16:creationId xmlns:a16="http://schemas.microsoft.com/office/drawing/2014/main" id="{2D34E0B0-8628-42A9-AB01-CF36FE191826}"/>
                </a:ext>
              </a:extLst>
            </p:cNvPr>
            <p:cNvSpPr txBox="1">
              <a:spLocks noChangeArrowheads="1"/>
            </p:cNvSpPr>
            <p:nvPr/>
          </p:nvSpPr>
          <p:spPr bwMode="auto">
            <a:xfrm>
              <a:off x="4529" y="1819"/>
              <a:ext cx="666"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600">
                  <a:latin typeface="Comic Sans MS" panose="030F0702030302020204" pitchFamily="66" charset="0"/>
                </a:rPr>
                <a:t>223.1.2.2</a:t>
              </a:r>
              <a:endParaRPr lang="en-US" altLang="en-US">
                <a:latin typeface="Comic Sans MS" panose="030F0702030302020204" pitchFamily="66" charset="0"/>
              </a:endParaRPr>
            </a:p>
          </p:txBody>
        </p:sp>
        <p:sp>
          <p:nvSpPr>
            <p:cNvPr id="43057" name="Text Box 257">
              <a:extLst>
                <a:ext uri="{FF2B5EF4-FFF2-40B4-BE49-F238E27FC236}">
                  <a16:creationId xmlns:a16="http://schemas.microsoft.com/office/drawing/2014/main" id="{A793B20F-F9AD-460F-BA72-F427E0E955F1}"/>
                </a:ext>
              </a:extLst>
            </p:cNvPr>
            <p:cNvSpPr txBox="1">
              <a:spLocks noChangeArrowheads="1"/>
            </p:cNvSpPr>
            <p:nvPr/>
          </p:nvSpPr>
          <p:spPr bwMode="auto">
            <a:xfrm>
              <a:off x="4779" y="1341"/>
              <a:ext cx="65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600">
                  <a:latin typeface="Comic Sans MS" panose="030F0702030302020204" pitchFamily="66" charset="0"/>
                </a:rPr>
                <a:t>223.1.2.1</a:t>
              </a:r>
              <a:endParaRPr lang="en-US" altLang="en-US">
                <a:latin typeface="Comic Sans MS" panose="030F0702030302020204" pitchFamily="66" charset="0"/>
              </a:endParaRPr>
            </a:p>
          </p:txBody>
        </p:sp>
      </p:grpSp>
      <p:sp>
        <p:nvSpPr>
          <p:cNvPr id="43018" name="Line 147">
            <a:extLst>
              <a:ext uri="{FF2B5EF4-FFF2-40B4-BE49-F238E27FC236}">
                <a16:creationId xmlns:a16="http://schemas.microsoft.com/office/drawing/2014/main" id="{9D52B96E-649E-4B8A-BEB7-9C4C41A45625}"/>
              </a:ext>
            </a:extLst>
          </p:cNvPr>
          <p:cNvSpPr>
            <a:spLocks noChangeShapeType="1"/>
          </p:cNvSpPr>
          <p:nvPr/>
        </p:nvSpPr>
        <p:spPr bwMode="auto">
          <a:xfrm>
            <a:off x="7043739" y="2662239"/>
            <a:ext cx="822325" cy="31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019" name="Line 151">
            <a:extLst>
              <a:ext uri="{FF2B5EF4-FFF2-40B4-BE49-F238E27FC236}">
                <a16:creationId xmlns:a16="http://schemas.microsoft.com/office/drawing/2014/main" id="{9E74F7EC-356C-4C96-9E06-6D3FA2261C70}"/>
              </a:ext>
            </a:extLst>
          </p:cNvPr>
          <p:cNvSpPr>
            <a:spLocks noChangeShapeType="1"/>
          </p:cNvSpPr>
          <p:nvPr/>
        </p:nvSpPr>
        <p:spPr bwMode="auto">
          <a:xfrm>
            <a:off x="8378826" y="2668589"/>
            <a:ext cx="639763" cy="15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020" name="Line 156">
            <a:extLst>
              <a:ext uri="{FF2B5EF4-FFF2-40B4-BE49-F238E27FC236}">
                <a16:creationId xmlns:a16="http://schemas.microsoft.com/office/drawing/2014/main" id="{A0753B66-855D-4B9B-A60C-094D2B0ACF4C}"/>
              </a:ext>
            </a:extLst>
          </p:cNvPr>
          <p:cNvSpPr>
            <a:spLocks noChangeShapeType="1"/>
          </p:cNvSpPr>
          <p:nvPr/>
        </p:nvSpPr>
        <p:spPr bwMode="auto">
          <a:xfrm>
            <a:off x="8140701" y="3006726"/>
            <a:ext cx="3175" cy="6445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Tree>
    <p:extLst>
      <p:ext uri="{BB962C8B-B14F-4D97-AF65-F5344CB8AC3E}">
        <p14:creationId xmlns:p14="http://schemas.microsoft.com/office/powerpoint/2010/main" val="895266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Footer Placeholder 5">
            <a:extLst>
              <a:ext uri="{FF2B5EF4-FFF2-40B4-BE49-F238E27FC236}">
                <a16:creationId xmlns:a16="http://schemas.microsoft.com/office/drawing/2014/main" id="{15AEC560-E35A-41FA-8CAD-A69BE9B1EACF}"/>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Tầng Network</a:t>
            </a:r>
          </a:p>
        </p:txBody>
      </p:sp>
      <p:sp>
        <p:nvSpPr>
          <p:cNvPr id="44035" name="Slide Number Placeholder 6">
            <a:extLst>
              <a:ext uri="{FF2B5EF4-FFF2-40B4-BE49-F238E27FC236}">
                <a16:creationId xmlns:a16="http://schemas.microsoft.com/office/drawing/2014/main" id="{F1528BC3-75DF-41C6-9B4D-0BA7D81A1AF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4-</a:t>
            </a:r>
            <a:fld id="{5E2AB80D-0A79-480F-8F62-E432F5D0855A}" type="slidenum">
              <a:rPr lang="en-US" altLang="en-US">
                <a:latin typeface="Tahoma" panose="020B0604030504040204" pitchFamily="34" charset="0"/>
              </a:rPr>
              <a:pPr/>
              <a:t>41</a:t>
            </a:fld>
            <a:endParaRPr lang="en-US" altLang="en-US">
              <a:latin typeface="Tahoma" panose="020B0604030504040204" pitchFamily="34" charset="0"/>
            </a:endParaRPr>
          </a:p>
        </p:txBody>
      </p:sp>
      <p:sp>
        <p:nvSpPr>
          <p:cNvPr id="44036" name="Freeform 2">
            <a:extLst>
              <a:ext uri="{FF2B5EF4-FFF2-40B4-BE49-F238E27FC236}">
                <a16:creationId xmlns:a16="http://schemas.microsoft.com/office/drawing/2014/main" id="{6A5CB94F-66DD-4754-83CA-FD3F16A41F2C}"/>
              </a:ext>
            </a:extLst>
          </p:cNvPr>
          <p:cNvSpPr>
            <a:spLocks/>
          </p:cNvSpPr>
          <p:nvPr/>
        </p:nvSpPr>
        <p:spPr bwMode="auto">
          <a:xfrm>
            <a:off x="7639051" y="2819401"/>
            <a:ext cx="1268413" cy="1463675"/>
          </a:xfrm>
          <a:custGeom>
            <a:avLst/>
            <a:gdLst>
              <a:gd name="T0" fmla="*/ 2147483647 w 799"/>
              <a:gd name="T1" fmla="*/ 2147483647 h 922"/>
              <a:gd name="T2" fmla="*/ 2147483647 w 799"/>
              <a:gd name="T3" fmla="*/ 2147483647 h 922"/>
              <a:gd name="T4" fmla="*/ 2147483647 w 799"/>
              <a:gd name="T5" fmla="*/ 2147483647 h 922"/>
              <a:gd name="T6" fmla="*/ 2147483647 w 799"/>
              <a:gd name="T7" fmla="*/ 2147483647 h 922"/>
              <a:gd name="T8" fmla="*/ 2147483647 w 799"/>
              <a:gd name="T9" fmla="*/ 2147483647 h 922"/>
              <a:gd name="T10" fmla="*/ 2147483647 w 799"/>
              <a:gd name="T11" fmla="*/ 0 h 922"/>
              <a:gd name="T12" fmla="*/ 2147483647 w 799"/>
              <a:gd name="T13" fmla="*/ 2147483647 h 922"/>
              <a:gd name="T14" fmla="*/ 0 60000 65536"/>
              <a:gd name="T15" fmla="*/ 0 60000 65536"/>
              <a:gd name="T16" fmla="*/ 0 60000 65536"/>
              <a:gd name="T17" fmla="*/ 0 60000 65536"/>
              <a:gd name="T18" fmla="*/ 0 60000 65536"/>
              <a:gd name="T19" fmla="*/ 0 60000 65536"/>
              <a:gd name="T20" fmla="*/ 0 60000 65536"/>
              <a:gd name="T21" fmla="*/ 0 w 799"/>
              <a:gd name="T22" fmla="*/ 0 h 922"/>
              <a:gd name="T23" fmla="*/ 799 w 799"/>
              <a:gd name="T24" fmla="*/ 922 h 92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99" h="922">
                <a:moveTo>
                  <a:pt x="6" y="66"/>
                </a:moveTo>
                <a:cubicBezTo>
                  <a:pt x="13" y="117"/>
                  <a:pt x="234" y="314"/>
                  <a:pt x="341" y="446"/>
                </a:cubicBezTo>
                <a:cubicBezTo>
                  <a:pt x="448" y="578"/>
                  <a:pt x="577" y="794"/>
                  <a:pt x="648" y="858"/>
                </a:cubicBezTo>
                <a:cubicBezTo>
                  <a:pt x="719" y="922"/>
                  <a:pt x="799" y="912"/>
                  <a:pt x="768" y="828"/>
                </a:cubicBezTo>
                <a:cubicBezTo>
                  <a:pt x="737" y="744"/>
                  <a:pt x="581" y="492"/>
                  <a:pt x="463" y="354"/>
                </a:cubicBezTo>
                <a:cubicBezTo>
                  <a:pt x="345" y="216"/>
                  <a:pt x="136" y="48"/>
                  <a:pt x="60" y="0"/>
                </a:cubicBezTo>
                <a:cubicBezTo>
                  <a:pt x="25" y="47"/>
                  <a:pt x="0" y="15"/>
                  <a:pt x="6" y="66"/>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44037" name="Freeform 3">
            <a:extLst>
              <a:ext uri="{FF2B5EF4-FFF2-40B4-BE49-F238E27FC236}">
                <a16:creationId xmlns:a16="http://schemas.microsoft.com/office/drawing/2014/main" id="{25532AAB-A09D-4819-A02D-51158DC345DF}"/>
              </a:ext>
            </a:extLst>
          </p:cNvPr>
          <p:cNvSpPr>
            <a:spLocks/>
          </p:cNvSpPr>
          <p:nvPr/>
        </p:nvSpPr>
        <p:spPr bwMode="auto">
          <a:xfrm>
            <a:off x="6343651" y="4330701"/>
            <a:ext cx="2257425" cy="327025"/>
          </a:xfrm>
          <a:custGeom>
            <a:avLst/>
            <a:gdLst>
              <a:gd name="T0" fmla="*/ 2147483647 w 1422"/>
              <a:gd name="T1" fmla="*/ 2147483647 h 206"/>
              <a:gd name="T2" fmla="*/ 2147483647 w 1422"/>
              <a:gd name="T3" fmla="*/ 2147483647 h 206"/>
              <a:gd name="T4" fmla="*/ 2147483647 w 1422"/>
              <a:gd name="T5" fmla="*/ 2147483647 h 206"/>
              <a:gd name="T6" fmla="*/ 2147483647 w 1422"/>
              <a:gd name="T7" fmla="*/ 2147483647 h 206"/>
              <a:gd name="T8" fmla="*/ 2147483647 w 1422"/>
              <a:gd name="T9" fmla="*/ 2147483647 h 206"/>
              <a:gd name="T10" fmla="*/ 2147483647 w 1422"/>
              <a:gd name="T11" fmla="*/ 2147483647 h 206"/>
              <a:gd name="T12" fmla="*/ 2147483647 w 1422"/>
              <a:gd name="T13" fmla="*/ 2147483647 h 206"/>
              <a:gd name="T14" fmla="*/ 0 60000 65536"/>
              <a:gd name="T15" fmla="*/ 0 60000 65536"/>
              <a:gd name="T16" fmla="*/ 0 60000 65536"/>
              <a:gd name="T17" fmla="*/ 0 60000 65536"/>
              <a:gd name="T18" fmla="*/ 0 60000 65536"/>
              <a:gd name="T19" fmla="*/ 0 60000 65536"/>
              <a:gd name="T20" fmla="*/ 0 60000 65536"/>
              <a:gd name="T21" fmla="*/ 0 w 1422"/>
              <a:gd name="T22" fmla="*/ 0 h 206"/>
              <a:gd name="T23" fmla="*/ 1422 w 1422"/>
              <a:gd name="T24" fmla="*/ 206 h 20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22" h="206">
                <a:moveTo>
                  <a:pt x="42" y="176"/>
                </a:moveTo>
                <a:cubicBezTo>
                  <a:pt x="84" y="206"/>
                  <a:pt x="437" y="167"/>
                  <a:pt x="641" y="166"/>
                </a:cubicBezTo>
                <a:cubicBezTo>
                  <a:pt x="845" y="165"/>
                  <a:pt x="1153" y="192"/>
                  <a:pt x="1266" y="170"/>
                </a:cubicBezTo>
                <a:cubicBezTo>
                  <a:pt x="1379" y="148"/>
                  <a:pt x="1422" y="58"/>
                  <a:pt x="1320" y="32"/>
                </a:cubicBezTo>
                <a:cubicBezTo>
                  <a:pt x="1218" y="6"/>
                  <a:pt x="869" y="15"/>
                  <a:pt x="657" y="14"/>
                </a:cubicBezTo>
                <a:cubicBezTo>
                  <a:pt x="445" y="13"/>
                  <a:pt x="147" y="0"/>
                  <a:pt x="45" y="27"/>
                </a:cubicBezTo>
                <a:cubicBezTo>
                  <a:pt x="56" y="84"/>
                  <a:pt x="0" y="146"/>
                  <a:pt x="42" y="176"/>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44038" name="Freeform 4">
            <a:extLst>
              <a:ext uri="{FF2B5EF4-FFF2-40B4-BE49-F238E27FC236}">
                <a16:creationId xmlns:a16="http://schemas.microsoft.com/office/drawing/2014/main" id="{1B67D1A9-6627-4EC1-82B3-26FE2299B1ED}"/>
              </a:ext>
            </a:extLst>
          </p:cNvPr>
          <p:cNvSpPr>
            <a:spLocks/>
          </p:cNvSpPr>
          <p:nvPr/>
        </p:nvSpPr>
        <p:spPr bwMode="auto">
          <a:xfrm>
            <a:off x="6086476" y="2743201"/>
            <a:ext cx="1158875" cy="1547813"/>
          </a:xfrm>
          <a:custGeom>
            <a:avLst/>
            <a:gdLst>
              <a:gd name="T0" fmla="*/ 2147483647 w 730"/>
              <a:gd name="T1" fmla="*/ 2147483647 h 975"/>
              <a:gd name="T2" fmla="*/ 2147483647 w 730"/>
              <a:gd name="T3" fmla="*/ 2147483647 h 975"/>
              <a:gd name="T4" fmla="*/ 2147483647 w 730"/>
              <a:gd name="T5" fmla="*/ 2147483647 h 975"/>
              <a:gd name="T6" fmla="*/ 2147483647 w 730"/>
              <a:gd name="T7" fmla="*/ 2147483647 h 975"/>
              <a:gd name="T8" fmla="*/ 2147483647 w 730"/>
              <a:gd name="T9" fmla="*/ 2147483647 h 975"/>
              <a:gd name="T10" fmla="*/ 0 w 730"/>
              <a:gd name="T11" fmla="*/ 2147483647 h 975"/>
              <a:gd name="T12" fmla="*/ 2147483647 w 730"/>
              <a:gd name="T13" fmla="*/ 2147483647 h 975"/>
              <a:gd name="T14" fmla="*/ 0 60000 65536"/>
              <a:gd name="T15" fmla="*/ 0 60000 65536"/>
              <a:gd name="T16" fmla="*/ 0 60000 65536"/>
              <a:gd name="T17" fmla="*/ 0 60000 65536"/>
              <a:gd name="T18" fmla="*/ 0 60000 65536"/>
              <a:gd name="T19" fmla="*/ 0 60000 65536"/>
              <a:gd name="T20" fmla="*/ 0 60000 65536"/>
              <a:gd name="T21" fmla="*/ 0 w 730"/>
              <a:gd name="T22" fmla="*/ 0 h 975"/>
              <a:gd name="T23" fmla="*/ 730 w 730"/>
              <a:gd name="T24" fmla="*/ 975 h 97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30" h="975">
                <a:moveTo>
                  <a:pt x="157" y="952"/>
                </a:moveTo>
                <a:cubicBezTo>
                  <a:pt x="272" y="930"/>
                  <a:pt x="357" y="644"/>
                  <a:pt x="462" y="498"/>
                </a:cubicBezTo>
                <a:cubicBezTo>
                  <a:pt x="554" y="363"/>
                  <a:pt x="686" y="220"/>
                  <a:pt x="708" y="144"/>
                </a:cubicBezTo>
                <a:cubicBezTo>
                  <a:pt x="730" y="68"/>
                  <a:pt x="654" y="0"/>
                  <a:pt x="594" y="42"/>
                </a:cubicBezTo>
                <a:cubicBezTo>
                  <a:pt x="534" y="84"/>
                  <a:pt x="447" y="253"/>
                  <a:pt x="348" y="396"/>
                </a:cubicBezTo>
                <a:cubicBezTo>
                  <a:pt x="249" y="539"/>
                  <a:pt x="32" y="807"/>
                  <a:pt x="0" y="900"/>
                </a:cubicBezTo>
                <a:cubicBezTo>
                  <a:pt x="53" y="924"/>
                  <a:pt x="43" y="975"/>
                  <a:pt x="157" y="952"/>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44039" name="Freeform 5">
            <a:extLst>
              <a:ext uri="{FF2B5EF4-FFF2-40B4-BE49-F238E27FC236}">
                <a16:creationId xmlns:a16="http://schemas.microsoft.com/office/drawing/2014/main" id="{393EF697-E0AF-4E93-AF38-B7CA845BAD19}"/>
              </a:ext>
            </a:extLst>
          </p:cNvPr>
          <p:cNvSpPr>
            <a:spLocks/>
          </p:cNvSpPr>
          <p:nvPr/>
        </p:nvSpPr>
        <p:spPr bwMode="auto">
          <a:xfrm rot="5265760">
            <a:off x="6800851" y="506413"/>
            <a:ext cx="1612900" cy="2162175"/>
          </a:xfrm>
          <a:custGeom>
            <a:avLst/>
            <a:gdLst>
              <a:gd name="T0" fmla="*/ 2147483647 w 1223"/>
              <a:gd name="T1" fmla="*/ 2147483647 h 1291"/>
              <a:gd name="T2" fmla="*/ 2147483647 w 1223"/>
              <a:gd name="T3" fmla="*/ 2147483647 h 1291"/>
              <a:gd name="T4" fmla="*/ 2147483647 w 1223"/>
              <a:gd name="T5" fmla="*/ 2147483647 h 1291"/>
              <a:gd name="T6" fmla="*/ 2147483647 w 1223"/>
              <a:gd name="T7" fmla="*/ 2147483647 h 1291"/>
              <a:gd name="T8" fmla="*/ 2147483647 w 1223"/>
              <a:gd name="T9" fmla="*/ 2147483647 h 1291"/>
              <a:gd name="T10" fmla="*/ 2147483647 w 1223"/>
              <a:gd name="T11" fmla="*/ 2147483647 h 1291"/>
              <a:gd name="T12" fmla="*/ 2147483647 w 1223"/>
              <a:gd name="T13" fmla="*/ 2147483647 h 1291"/>
              <a:gd name="T14" fmla="*/ 2147483647 w 1223"/>
              <a:gd name="T15" fmla="*/ 2147483647 h 1291"/>
              <a:gd name="T16" fmla="*/ 2147483647 w 1223"/>
              <a:gd name="T17" fmla="*/ 2147483647 h 1291"/>
              <a:gd name="T18" fmla="*/ 2147483647 w 1223"/>
              <a:gd name="T19" fmla="*/ 2147483647 h 1291"/>
              <a:gd name="T20" fmla="*/ 2147483647 w 1223"/>
              <a:gd name="T21" fmla="*/ 2147483647 h 1291"/>
              <a:gd name="T22" fmla="*/ 2147483647 w 1223"/>
              <a:gd name="T23" fmla="*/ 2147483647 h 1291"/>
              <a:gd name="T24" fmla="*/ 2147483647 w 1223"/>
              <a:gd name="T25" fmla="*/ 2147483647 h 1291"/>
              <a:gd name="T26" fmla="*/ 2147483647 w 1223"/>
              <a:gd name="T27" fmla="*/ 2147483647 h 129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223"/>
              <a:gd name="T43" fmla="*/ 0 h 1291"/>
              <a:gd name="T44" fmla="*/ 1223 w 1223"/>
              <a:gd name="T45" fmla="*/ 1291 h 129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223" h="1291">
                <a:moveTo>
                  <a:pt x="1201" y="756"/>
                </a:moveTo>
                <a:cubicBezTo>
                  <a:pt x="1180" y="640"/>
                  <a:pt x="798" y="744"/>
                  <a:pt x="702" y="670"/>
                </a:cubicBezTo>
                <a:cubicBezTo>
                  <a:pt x="603" y="561"/>
                  <a:pt x="669" y="206"/>
                  <a:pt x="608" y="103"/>
                </a:cubicBezTo>
                <a:cubicBezTo>
                  <a:pt x="547" y="0"/>
                  <a:pt x="425" y="55"/>
                  <a:pt x="335" y="52"/>
                </a:cubicBezTo>
                <a:cubicBezTo>
                  <a:pt x="245" y="49"/>
                  <a:pt x="114" y="0"/>
                  <a:pt x="65" y="82"/>
                </a:cubicBezTo>
                <a:cubicBezTo>
                  <a:pt x="16" y="164"/>
                  <a:pt x="45" y="433"/>
                  <a:pt x="41" y="544"/>
                </a:cubicBezTo>
                <a:cubicBezTo>
                  <a:pt x="37" y="655"/>
                  <a:pt x="41" y="685"/>
                  <a:pt x="38" y="751"/>
                </a:cubicBezTo>
                <a:cubicBezTo>
                  <a:pt x="35" y="817"/>
                  <a:pt x="26" y="880"/>
                  <a:pt x="23" y="940"/>
                </a:cubicBezTo>
                <a:cubicBezTo>
                  <a:pt x="20" y="1000"/>
                  <a:pt x="0" y="1068"/>
                  <a:pt x="17" y="1114"/>
                </a:cubicBezTo>
                <a:cubicBezTo>
                  <a:pt x="34" y="1160"/>
                  <a:pt x="31" y="1198"/>
                  <a:pt x="128" y="1219"/>
                </a:cubicBezTo>
                <a:cubicBezTo>
                  <a:pt x="225" y="1240"/>
                  <a:pt x="509" y="1291"/>
                  <a:pt x="602" y="1243"/>
                </a:cubicBezTo>
                <a:cubicBezTo>
                  <a:pt x="695" y="1195"/>
                  <a:pt x="590" y="984"/>
                  <a:pt x="686" y="930"/>
                </a:cubicBezTo>
                <a:cubicBezTo>
                  <a:pt x="782" y="876"/>
                  <a:pt x="1091" y="945"/>
                  <a:pt x="1177" y="916"/>
                </a:cubicBezTo>
                <a:cubicBezTo>
                  <a:pt x="1208" y="864"/>
                  <a:pt x="1223" y="871"/>
                  <a:pt x="1201" y="756"/>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41992" name="Rectangle 7">
            <a:extLst>
              <a:ext uri="{FF2B5EF4-FFF2-40B4-BE49-F238E27FC236}">
                <a16:creationId xmlns:a16="http://schemas.microsoft.com/office/drawing/2014/main" id="{5B881CC8-77C6-4C45-9B54-836F20FD540D}"/>
              </a:ext>
            </a:extLst>
          </p:cNvPr>
          <p:cNvSpPr>
            <a:spLocks noGrp="1" noChangeArrowheads="1"/>
          </p:cNvSpPr>
          <p:nvPr>
            <p:ph type="body" sz="half" idx="1"/>
          </p:nvPr>
        </p:nvSpPr>
        <p:spPr>
          <a:xfrm>
            <a:off x="2106613" y="1336675"/>
            <a:ext cx="3695700" cy="4648200"/>
          </a:xfrm>
        </p:spPr>
        <p:txBody>
          <a:bodyPr/>
          <a:lstStyle/>
          <a:p>
            <a:pPr>
              <a:buFont typeface="Wingdings" charset="0"/>
              <a:buNone/>
              <a:defRPr/>
            </a:pPr>
            <a:r>
              <a:rPr lang="en-US" dirty="0" err="1">
                <a:solidFill>
                  <a:srgbClr val="000099"/>
                </a:solidFill>
                <a:cs typeface="+mn-cs"/>
              </a:rPr>
              <a:t>Có</a:t>
            </a:r>
            <a:r>
              <a:rPr lang="en-US" dirty="0">
                <a:solidFill>
                  <a:srgbClr val="000099"/>
                </a:solidFill>
                <a:cs typeface="+mn-cs"/>
              </a:rPr>
              <a:t> </a:t>
            </a:r>
            <a:r>
              <a:rPr lang="en-US" dirty="0" err="1">
                <a:solidFill>
                  <a:srgbClr val="000099"/>
                </a:solidFill>
                <a:cs typeface="+mn-cs"/>
              </a:rPr>
              <a:t>bao</a:t>
            </a:r>
            <a:r>
              <a:rPr lang="en-US" dirty="0">
                <a:solidFill>
                  <a:srgbClr val="000099"/>
                </a:solidFill>
                <a:cs typeface="+mn-cs"/>
              </a:rPr>
              <a:t> </a:t>
            </a:r>
            <a:r>
              <a:rPr lang="en-US" dirty="0" err="1">
                <a:solidFill>
                  <a:srgbClr val="000099"/>
                </a:solidFill>
                <a:cs typeface="+mn-cs"/>
              </a:rPr>
              <a:t>nhiêu</a:t>
            </a:r>
            <a:r>
              <a:rPr lang="en-US" dirty="0">
                <a:solidFill>
                  <a:srgbClr val="000099"/>
                </a:solidFill>
                <a:cs typeface="+mn-cs"/>
              </a:rPr>
              <a:t>?</a:t>
            </a:r>
          </a:p>
        </p:txBody>
      </p:sp>
      <p:sp>
        <p:nvSpPr>
          <p:cNvPr id="44041" name="Line 10">
            <a:extLst>
              <a:ext uri="{FF2B5EF4-FFF2-40B4-BE49-F238E27FC236}">
                <a16:creationId xmlns:a16="http://schemas.microsoft.com/office/drawing/2014/main" id="{183BEAE5-0296-4226-A7DC-4328ADBBD391}"/>
              </a:ext>
            </a:extLst>
          </p:cNvPr>
          <p:cNvSpPr>
            <a:spLocks noChangeShapeType="1"/>
          </p:cNvSpPr>
          <p:nvPr/>
        </p:nvSpPr>
        <p:spPr bwMode="auto">
          <a:xfrm flipH="1" flipV="1">
            <a:off x="8251826" y="1401763"/>
            <a:ext cx="3175" cy="1651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042" name="Line 11">
            <a:extLst>
              <a:ext uri="{FF2B5EF4-FFF2-40B4-BE49-F238E27FC236}">
                <a16:creationId xmlns:a16="http://schemas.microsoft.com/office/drawing/2014/main" id="{91CC7185-8A3E-4889-86F0-24DB881924E1}"/>
              </a:ext>
            </a:extLst>
          </p:cNvPr>
          <p:cNvSpPr>
            <a:spLocks noChangeShapeType="1"/>
          </p:cNvSpPr>
          <p:nvPr/>
        </p:nvSpPr>
        <p:spPr bwMode="auto">
          <a:xfrm flipH="1">
            <a:off x="6751639" y="1347789"/>
            <a:ext cx="3175" cy="2254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043" name="Line 14">
            <a:extLst>
              <a:ext uri="{FF2B5EF4-FFF2-40B4-BE49-F238E27FC236}">
                <a16:creationId xmlns:a16="http://schemas.microsoft.com/office/drawing/2014/main" id="{4380B8C1-EFBE-4FF6-A915-B3C37A4E03E8}"/>
              </a:ext>
            </a:extLst>
          </p:cNvPr>
          <p:cNvSpPr>
            <a:spLocks noChangeShapeType="1"/>
          </p:cNvSpPr>
          <p:nvPr/>
        </p:nvSpPr>
        <p:spPr bwMode="auto">
          <a:xfrm flipH="1">
            <a:off x="7380289" y="1790700"/>
            <a:ext cx="3175" cy="59213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044" name="Text Box 15">
            <a:extLst>
              <a:ext uri="{FF2B5EF4-FFF2-40B4-BE49-F238E27FC236}">
                <a16:creationId xmlns:a16="http://schemas.microsoft.com/office/drawing/2014/main" id="{D5A10B9E-E3B0-4A36-947D-6C2F72FD25E4}"/>
              </a:ext>
            </a:extLst>
          </p:cNvPr>
          <p:cNvSpPr txBox="1">
            <a:spLocks noChangeArrowheads="1"/>
          </p:cNvSpPr>
          <p:nvPr/>
        </p:nvSpPr>
        <p:spPr bwMode="auto">
          <a:xfrm>
            <a:off x="5761039" y="1346200"/>
            <a:ext cx="10318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600"/>
              <a:t>223.1.1.1</a:t>
            </a:r>
            <a:endParaRPr lang="en-US" altLang="en-US">
              <a:latin typeface="Comic Sans MS" panose="030F0702030302020204" pitchFamily="66" charset="0"/>
            </a:endParaRPr>
          </a:p>
        </p:txBody>
      </p:sp>
      <p:sp>
        <p:nvSpPr>
          <p:cNvPr id="44045" name="Rectangle 16">
            <a:extLst>
              <a:ext uri="{FF2B5EF4-FFF2-40B4-BE49-F238E27FC236}">
                <a16:creationId xmlns:a16="http://schemas.microsoft.com/office/drawing/2014/main" id="{70913FED-EC44-4F58-85AC-85E44EB58DDC}"/>
              </a:ext>
            </a:extLst>
          </p:cNvPr>
          <p:cNvSpPr>
            <a:spLocks noChangeArrowheads="1"/>
          </p:cNvSpPr>
          <p:nvPr/>
        </p:nvSpPr>
        <p:spPr bwMode="auto">
          <a:xfrm>
            <a:off x="7253288" y="2052639"/>
            <a:ext cx="309562" cy="180975"/>
          </a:xfrm>
          <a:prstGeom prst="rect">
            <a:avLst/>
          </a:prstGeom>
          <a:solidFill>
            <a:srgbClr val="66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4046" name="Text Box 17">
            <a:extLst>
              <a:ext uri="{FF2B5EF4-FFF2-40B4-BE49-F238E27FC236}">
                <a16:creationId xmlns:a16="http://schemas.microsoft.com/office/drawing/2014/main" id="{F491F6DB-7DAF-498A-9DB8-088BE3FC669A}"/>
              </a:ext>
            </a:extLst>
          </p:cNvPr>
          <p:cNvSpPr txBox="1">
            <a:spLocks noChangeArrowheads="1"/>
          </p:cNvSpPr>
          <p:nvPr/>
        </p:nvSpPr>
        <p:spPr bwMode="auto">
          <a:xfrm>
            <a:off x="6896101" y="1954213"/>
            <a:ext cx="10318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600"/>
              <a:t>223.1.1.3</a:t>
            </a:r>
            <a:endParaRPr lang="en-US" altLang="en-US">
              <a:latin typeface="Comic Sans MS" panose="030F0702030302020204" pitchFamily="66" charset="0"/>
            </a:endParaRPr>
          </a:p>
        </p:txBody>
      </p:sp>
      <p:sp>
        <p:nvSpPr>
          <p:cNvPr id="44047" name="Text Box 18">
            <a:extLst>
              <a:ext uri="{FF2B5EF4-FFF2-40B4-BE49-F238E27FC236}">
                <a16:creationId xmlns:a16="http://schemas.microsoft.com/office/drawing/2014/main" id="{621B8635-1CDE-440F-B8AB-920FBBF400C5}"/>
              </a:ext>
            </a:extLst>
          </p:cNvPr>
          <p:cNvSpPr txBox="1">
            <a:spLocks noChangeArrowheads="1"/>
          </p:cNvSpPr>
          <p:nvPr/>
        </p:nvSpPr>
        <p:spPr bwMode="auto">
          <a:xfrm>
            <a:off x="8208964" y="1350963"/>
            <a:ext cx="10318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600"/>
              <a:t>223.1.1.4</a:t>
            </a:r>
            <a:endParaRPr lang="en-US" altLang="en-US">
              <a:latin typeface="Comic Sans MS" panose="030F0702030302020204" pitchFamily="66" charset="0"/>
            </a:endParaRPr>
          </a:p>
        </p:txBody>
      </p:sp>
      <p:sp>
        <p:nvSpPr>
          <p:cNvPr id="44048" name="Freeform 19">
            <a:extLst>
              <a:ext uri="{FF2B5EF4-FFF2-40B4-BE49-F238E27FC236}">
                <a16:creationId xmlns:a16="http://schemas.microsoft.com/office/drawing/2014/main" id="{6D1469C0-D389-48BF-A85E-4359999B1DFF}"/>
              </a:ext>
            </a:extLst>
          </p:cNvPr>
          <p:cNvSpPr>
            <a:spLocks/>
          </p:cNvSpPr>
          <p:nvPr/>
        </p:nvSpPr>
        <p:spPr bwMode="auto">
          <a:xfrm>
            <a:off x="5146676" y="4437064"/>
            <a:ext cx="1539875" cy="1658937"/>
          </a:xfrm>
          <a:custGeom>
            <a:avLst/>
            <a:gdLst>
              <a:gd name="T0" fmla="*/ 2147483647 w 970"/>
              <a:gd name="T1" fmla="*/ 2147483647 h 939"/>
              <a:gd name="T2" fmla="*/ 2147483647 w 970"/>
              <a:gd name="T3" fmla="*/ 2147483647 h 939"/>
              <a:gd name="T4" fmla="*/ 2147483647 w 970"/>
              <a:gd name="T5" fmla="*/ 2147483647 h 939"/>
              <a:gd name="T6" fmla="*/ 2147483647 w 970"/>
              <a:gd name="T7" fmla="*/ 2147483647 h 939"/>
              <a:gd name="T8" fmla="*/ 2147483647 w 970"/>
              <a:gd name="T9" fmla="*/ 2147483647 h 939"/>
              <a:gd name="T10" fmla="*/ 2147483647 w 970"/>
              <a:gd name="T11" fmla="*/ 2147483647 h 939"/>
              <a:gd name="T12" fmla="*/ 2147483647 w 970"/>
              <a:gd name="T13" fmla="*/ 2147483647 h 939"/>
              <a:gd name="T14" fmla="*/ 2147483647 w 970"/>
              <a:gd name="T15" fmla="*/ 2147483647 h 939"/>
              <a:gd name="T16" fmla="*/ 2147483647 w 970"/>
              <a:gd name="T17" fmla="*/ 2147483647 h 939"/>
              <a:gd name="T18" fmla="*/ 2147483647 w 970"/>
              <a:gd name="T19" fmla="*/ 2147483647 h 939"/>
              <a:gd name="T20" fmla="*/ 2147483647 w 970"/>
              <a:gd name="T21" fmla="*/ 2147483647 h 939"/>
              <a:gd name="T22" fmla="*/ 2147483647 w 970"/>
              <a:gd name="T23" fmla="*/ 2147483647 h 939"/>
              <a:gd name="T24" fmla="*/ 2147483647 w 970"/>
              <a:gd name="T25" fmla="*/ 2147483647 h 93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70"/>
              <a:gd name="T40" fmla="*/ 0 h 939"/>
              <a:gd name="T41" fmla="*/ 970 w 970"/>
              <a:gd name="T42" fmla="*/ 939 h 93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70" h="939">
                <a:moveTo>
                  <a:pt x="451" y="41"/>
                </a:moveTo>
                <a:cubicBezTo>
                  <a:pt x="415" y="47"/>
                  <a:pt x="452" y="358"/>
                  <a:pt x="388" y="431"/>
                </a:cubicBezTo>
                <a:cubicBezTo>
                  <a:pt x="324" y="504"/>
                  <a:pt x="128" y="419"/>
                  <a:pt x="64" y="479"/>
                </a:cubicBezTo>
                <a:cubicBezTo>
                  <a:pt x="0" y="539"/>
                  <a:pt x="1" y="718"/>
                  <a:pt x="7" y="791"/>
                </a:cubicBezTo>
                <a:cubicBezTo>
                  <a:pt x="13" y="864"/>
                  <a:pt x="31" y="901"/>
                  <a:pt x="100" y="920"/>
                </a:cubicBezTo>
                <a:cubicBezTo>
                  <a:pt x="169" y="939"/>
                  <a:pt x="329" y="908"/>
                  <a:pt x="421" y="905"/>
                </a:cubicBezTo>
                <a:cubicBezTo>
                  <a:pt x="513" y="902"/>
                  <a:pt x="572" y="913"/>
                  <a:pt x="652" y="905"/>
                </a:cubicBezTo>
                <a:cubicBezTo>
                  <a:pt x="732" y="897"/>
                  <a:pt x="860" y="929"/>
                  <a:pt x="904" y="857"/>
                </a:cubicBezTo>
                <a:cubicBezTo>
                  <a:pt x="948" y="785"/>
                  <a:pt x="970" y="542"/>
                  <a:pt x="916" y="473"/>
                </a:cubicBezTo>
                <a:cubicBezTo>
                  <a:pt x="862" y="404"/>
                  <a:pt x="645" y="511"/>
                  <a:pt x="580" y="443"/>
                </a:cubicBezTo>
                <a:cubicBezTo>
                  <a:pt x="515" y="375"/>
                  <a:pt x="534" y="130"/>
                  <a:pt x="526" y="65"/>
                </a:cubicBezTo>
                <a:cubicBezTo>
                  <a:pt x="518" y="0"/>
                  <a:pt x="542" y="57"/>
                  <a:pt x="529" y="53"/>
                </a:cubicBezTo>
                <a:cubicBezTo>
                  <a:pt x="520" y="26"/>
                  <a:pt x="487" y="35"/>
                  <a:pt x="451" y="41"/>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44049" name="Line 34">
            <a:extLst>
              <a:ext uri="{FF2B5EF4-FFF2-40B4-BE49-F238E27FC236}">
                <a16:creationId xmlns:a16="http://schemas.microsoft.com/office/drawing/2014/main" id="{F3138124-52F3-46CE-832C-156031F4AC0C}"/>
              </a:ext>
            </a:extLst>
          </p:cNvPr>
          <p:cNvSpPr>
            <a:spLocks noChangeShapeType="1"/>
          </p:cNvSpPr>
          <p:nvPr/>
        </p:nvSpPr>
        <p:spPr bwMode="auto">
          <a:xfrm>
            <a:off x="5902325" y="4667251"/>
            <a:ext cx="7938" cy="5619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050" name="Line 36">
            <a:extLst>
              <a:ext uri="{FF2B5EF4-FFF2-40B4-BE49-F238E27FC236}">
                <a16:creationId xmlns:a16="http://schemas.microsoft.com/office/drawing/2014/main" id="{A32D3F0D-0C01-434E-9410-EE46929DDF26}"/>
              </a:ext>
            </a:extLst>
          </p:cNvPr>
          <p:cNvSpPr>
            <a:spLocks noChangeShapeType="1"/>
          </p:cNvSpPr>
          <p:nvPr/>
        </p:nvSpPr>
        <p:spPr bwMode="auto">
          <a:xfrm flipH="1" flipV="1">
            <a:off x="5394326" y="5387976"/>
            <a:ext cx="3175" cy="16986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051" name="Line 37">
            <a:extLst>
              <a:ext uri="{FF2B5EF4-FFF2-40B4-BE49-F238E27FC236}">
                <a16:creationId xmlns:a16="http://schemas.microsoft.com/office/drawing/2014/main" id="{6BDD3767-660F-47D0-8DE2-321235AD9C68}"/>
              </a:ext>
            </a:extLst>
          </p:cNvPr>
          <p:cNvSpPr>
            <a:spLocks noChangeShapeType="1"/>
          </p:cNvSpPr>
          <p:nvPr/>
        </p:nvSpPr>
        <p:spPr bwMode="auto">
          <a:xfrm flipH="1" flipV="1">
            <a:off x="6389689" y="5373688"/>
            <a:ext cx="3175" cy="2413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052" name="Text Box 40">
            <a:extLst>
              <a:ext uri="{FF2B5EF4-FFF2-40B4-BE49-F238E27FC236}">
                <a16:creationId xmlns:a16="http://schemas.microsoft.com/office/drawing/2014/main" id="{2F7B49B3-AD44-4795-9910-571EAF9CBD00}"/>
              </a:ext>
            </a:extLst>
          </p:cNvPr>
          <p:cNvSpPr txBox="1">
            <a:spLocks noChangeArrowheads="1"/>
          </p:cNvSpPr>
          <p:nvPr/>
        </p:nvSpPr>
        <p:spPr bwMode="auto">
          <a:xfrm>
            <a:off x="6337301" y="5260975"/>
            <a:ext cx="10318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600"/>
              <a:t>223.1.2.2</a:t>
            </a:r>
            <a:endParaRPr lang="en-US" altLang="en-US">
              <a:latin typeface="Comic Sans MS" panose="030F0702030302020204" pitchFamily="66" charset="0"/>
            </a:endParaRPr>
          </a:p>
        </p:txBody>
      </p:sp>
      <p:sp>
        <p:nvSpPr>
          <p:cNvPr id="44053" name="Text Box 41">
            <a:extLst>
              <a:ext uri="{FF2B5EF4-FFF2-40B4-BE49-F238E27FC236}">
                <a16:creationId xmlns:a16="http://schemas.microsoft.com/office/drawing/2014/main" id="{883AD0B8-406C-4410-A608-EB6B218480D8}"/>
              </a:ext>
            </a:extLst>
          </p:cNvPr>
          <p:cNvSpPr txBox="1">
            <a:spLocks noChangeArrowheads="1"/>
          </p:cNvSpPr>
          <p:nvPr/>
        </p:nvSpPr>
        <p:spPr bwMode="auto">
          <a:xfrm>
            <a:off x="4441826" y="5256213"/>
            <a:ext cx="10318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600"/>
              <a:t>223.1.2.1</a:t>
            </a:r>
            <a:endParaRPr lang="en-US" altLang="en-US">
              <a:latin typeface="Comic Sans MS" panose="030F0702030302020204" pitchFamily="66" charset="0"/>
            </a:endParaRPr>
          </a:p>
        </p:txBody>
      </p:sp>
      <p:sp>
        <p:nvSpPr>
          <p:cNvPr id="44054" name="Rectangle 42">
            <a:extLst>
              <a:ext uri="{FF2B5EF4-FFF2-40B4-BE49-F238E27FC236}">
                <a16:creationId xmlns:a16="http://schemas.microsoft.com/office/drawing/2014/main" id="{5A7CB304-1029-41CF-B72B-8D05EB54A429}"/>
              </a:ext>
            </a:extLst>
          </p:cNvPr>
          <p:cNvSpPr>
            <a:spLocks noChangeArrowheads="1"/>
          </p:cNvSpPr>
          <p:nvPr/>
        </p:nvSpPr>
        <p:spPr bwMode="auto">
          <a:xfrm>
            <a:off x="5843589" y="4767264"/>
            <a:ext cx="128587" cy="180975"/>
          </a:xfrm>
          <a:prstGeom prst="rect">
            <a:avLst/>
          </a:prstGeom>
          <a:solidFill>
            <a:srgbClr val="66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4055" name="Text Box 43">
            <a:extLst>
              <a:ext uri="{FF2B5EF4-FFF2-40B4-BE49-F238E27FC236}">
                <a16:creationId xmlns:a16="http://schemas.microsoft.com/office/drawing/2014/main" id="{7420A1D6-09AE-4999-86DE-319090ABF2FA}"/>
              </a:ext>
            </a:extLst>
          </p:cNvPr>
          <p:cNvSpPr txBox="1">
            <a:spLocks noChangeArrowheads="1"/>
          </p:cNvSpPr>
          <p:nvPr/>
        </p:nvSpPr>
        <p:spPr bwMode="auto">
          <a:xfrm>
            <a:off x="5400676" y="4706938"/>
            <a:ext cx="10318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600"/>
              <a:t>223.1.2.6</a:t>
            </a:r>
            <a:endParaRPr lang="en-US" altLang="en-US">
              <a:latin typeface="Comic Sans MS" panose="030F0702030302020204" pitchFamily="66" charset="0"/>
            </a:endParaRPr>
          </a:p>
        </p:txBody>
      </p:sp>
      <p:sp>
        <p:nvSpPr>
          <p:cNvPr id="44056" name="Freeform 45">
            <a:extLst>
              <a:ext uri="{FF2B5EF4-FFF2-40B4-BE49-F238E27FC236}">
                <a16:creationId xmlns:a16="http://schemas.microsoft.com/office/drawing/2014/main" id="{D2BE05FF-F9DF-4CCA-BBD7-2A50DCA6614F}"/>
              </a:ext>
            </a:extLst>
          </p:cNvPr>
          <p:cNvSpPr>
            <a:spLocks/>
          </p:cNvSpPr>
          <p:nvPr/>
        </p:nvSpPr>
        <p:spPr bwMode="auto">
          <a:xfrm>
            <a:off x="8164514" y="4416425"/>
            <a:ext cx="1539875" cy="1670050"/>
          </a:xfrm>
          <a:custGeom>
            <a:avLst/>
            <a:gdLst>
              <a:gd name="T0" fmla="*/ 2147483647 w 970"/>
              <a:gd name="T1" fmla="*/ 2147483647 h 939"/>
              <a:gd name="T2" fmla="*/ 2147483647 w 970"/>
              <a:gd name="T3" fmla="*/ 2147483647 h 939"/>
              <a:gd name="T4" fmla="*/ 2147483647 w 970"/>
              <a:gd name="T5" fmla="*/ 2147483647 h 939"/>
              <a:gd name="T6" fmla="*/ 2147483647 w 970"/>
              <a:gd name="T7" fmla="*/ 2147483647 h 939"/>
              <a:gd name="T8" fmla="*/ 2147483647 w 970"/>
              <a:gd name="T9" fmla="*/ 2147483647 h 939"/>
              <a:gd name="T10" fmla="*/ 2147483647 w 970"/>
              <a:gd name="T11" fmla="*/ 2147483647 h 939"/>
              <a:gd name="T12" fmla="*/ 2147483647 w 970"/>
              <a:gd name="T13" fmla="*/ 2147483647 h 939"/>
              <a:gd name="T14" fmla="*/ 2147483647 w 970"/>
              <a:gd name="T15" fmla="*/ 2147483647 h 939"/>
              <a:gd name="T16" fmla="*/ 2147483647 w 970"/>
              <a:gd name="T17" fmla="*/ 2147483647 h 939"/>
              <a:gd name="T18" fmla="*/ 2147483647 w 970"/>
              <a:gd name="T19" fmla="*/ 2147483647 h 939"/>
              <a:gd name="T20" fmla="*/ 2147483647 w 970"/>
              <a:gd name="T21" fmla="*/ 2147483647 h 939"/>
              <a:gd name="T22" fmla="*/ 2147483647 w 970"/>
              <a:gd name="T23" fmla="*/ 2147483647 h 939"/>
              <a:gd name="T24" fmla="*/ 2147483647 w 970"/>
              <a:gd name="T25" fmla="*/ 2147483647 h 93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70"/>
              <a:gd name="T40" fmla="*/ 0 h 939"/>
              <a:gd name="T41" fmla="*/ 970 w 970"/>
              <a:gd name="T42" fmla="*/ 939 h 93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70" h="939">
                <a:moveTo>
                  <a:pt x="451" y="41"/>
                </a:moveTo>
                <a:cubicBezTo>
                  <a:pt x="415" y="47"/>
                  <a:pt x="452" y="358"/>
                  <a:pt x="388" y="431"/>
                </a:cubicBezTo>
                <a:cubicBezTo>
                  <a:pt x="324" y="504"/>
                  <a:pt x="128" y="419"/>
                  <a:pt x="64" y="479"/>
                </a:cubicBezTo>
                <a:cubicBezTo>
                  <a:pt x="0" y="539"/>
                  <a:pt x="1" y="718"/>
                  <a:pt x="7" y="791"/>
                </a:cubicBezTo>
                <a:cubicBezTo>
                  <a:pt x="13" y="864"/>
                  <a:pt x="31" y="901"/>
                  <a:pt x="100" y="920"/>
                </a:cubicBezTo>
                <a:cubicBezTo>
                  <a:pt x="169" y="939"/>
                  <a:pt x="329" y="908"/>
                  <a:pt x="421" y="905"/>
                </a:cubicBezTo>
                <a:cubicBezTo>
                  <a:pt x="513" y="902"/>
                  <a:pt x="572" y="913"/>
                  <a:pt x="652" y="905"/>
                </a:cubicBezTo>
                <a:cubicBezTo>
                  <a:pt x="732" y="897"/>
                  <a:pt x="860" y="929"/>
                  <a:pt x="904" y="857"/>
                </a:cubicBezTo>
                <a:cubicBezTo>
                  <a:pt x="948" y="785"/>
                  <a:pt x="970" y="542"/>
                  <a:pt x="916" y="473"/>
                </a:cubicBezTo>
                <a:cubicBezTo>
                  <a:pt x="862" y="404"/>
                  <a:pt x="645" y="511"/>
                  <a:pt x="580" y="443"/>
                </a:cubicBezTo>
                <a:cubicBezTo>
                  <a:pt x="515" y="375"/>
                  <a:pt x="534" y="130"/>
                  <a:pt x="526" y="65"/>
                </a:cubicBezTo>
                <a:cubicBezTo>
                  <a:pt x="518" y="0"/>
                  <a:pt x="542" y="57"/>
                  <a:pt x="529" y="53"/>
                </a:cubicBezTo>
                <a:cubicBezTo>
                  <a:pt x="520" y="26"/>
                  <a:pt x="487" y="35"/>
                  <a:pt x="451" y="41"/>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44057" name="Line 60">
            <a:extLst>
              <a:ext uri="{FF2B5EF4-FFF2-40B4-BE49-F238E27FC236}">
                <a16:creationId xmlns:a16="http://schemas.microsoft.com/office/drawing/2014/main" id="{3E4A8387-8B75-45B3-AF76-48B50AC86FD7}"/>
              </a:ext>
            </a:extLst>
          </p:cNvPr>
          <p:cNvSpPr>
            <a:spLocks noChangeShapeType="1"/>
          </p:cNvSpPr>
          <p:nvPr/>
        </p:nvSpPr>
        <p:spPr bwMode="auto">
          <a:xfrm>
            <a:off x="8931275" y="4686300"/>
            <a:ext cx="1588" cy="5207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058" name="Line 62">
            <a:extLst>
              <a:ext uri="{FF2B5EF4-FFF2-40B4-BE49-F238E27FC236}">
                <a16:creationId xmlns:a16="http://schemas.microsoft.com/office/drawing/2014/main" id="{5224DC5A-5F92-410B-9B50-9648E6F184DE}"/>
              </a:ext>
            </a:extLst>
          </p:cNvPr>
          <p:cNvSpPr>
            <a:spLocks noChangeShapeType="1"/>
          </p:cNvSpPr>
          <p:nvPr/>
        </p:nvSpPr>
        <p:spPr bwMode="auto">
          <a:xfrm flipH="1" flipV="1">
            <a:off x="8423276" y="5407026"/>
            <a:ext cx="3175" cy="16986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059" name="Line 63">
            <a:extLst>
              <a:ext uri="{FF2B5EF4-FFF2-40B4-BE49-F238E27FC236}">
                <a16:creationId xmlns:a16="http://schemas.microsoft.com/office/drawing/2014/main" id="{4D7B673E-5E6E-44CD-BBE8-CC282F358040}"/>
              </a:ext>
            </a:extLst>
          </p:cNvPr>
          <p:cNvSpPr>
            <a:spLocks noChangeShapeType="1"/>
          </p:cNvSpPr>
          <p:nvPr/>
        </p:nvSpPr>
        <p:spPr bwMode="auto">
          <a:xfrm flipH="1" flipV="1">
            <a:off x="9418639" y="5392738"/>
            <a:ext cx="3175" cy="2413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060" name="Text Box 66">
            <a:extLst>
              <a:ext uri="{FF2B5EF4-FFF2-40B4-BE49-F238E27FC236}">
                <a16:creationId xmlns:a16="http://schemas.microsoft.com/office/drawing/2014/main" id="{7D35FAEF-F195-46E9-AFB5-DA52A4D992F0}"/>
              </a:ext>
            </a:extLst>
          </p:cNvPr>
          <p:cNvSpPr txBox="1">
            <a:spLocks noChangeArrowheads="1"/>
          </p:cNvSpPr>
          <p:nvPr/>
        </p:nvSpPr>
        <p:spPr bwMode="auto">
          <a:xfrm>
            <a:off x="9366251" y="5280025"/>
            <a:ext cx="10318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600"/>
              <a:t>223.1.3.2</a:t>
            </a:r>
            <a:endParaRPr lang="en-US" altLang="en-US">
              <a:latin typeface="Comic Sans MS" panose="030F0702030302020204" pitchFamily="66" charset="0"/>
            </a:endParaRPr>
          </a:p>
        </p:txBody>
      </p:sp>
      <p:sp>
        <p:nvSpPr>
          <p:cNvPr id="44061" name="Text Box 67">
            <a:extLst>
              <a:ext uri="{FF2B5EF4-FFF2-40B4-BE49-F238E27FC236}">
                <a16:creationId xmlns:a16="http://schemas.microsoft.com/office/drawing/2014/main" id="{76D59387-EB6E-4F6C-8558-2FF812EFF2DE}"/>
              </a:ext>
            </a:extLst>
          </p:cNvPr>
          <p:cNvSpPr txBox="1">
            <a:spLocks noChangeArrowheads="1"/>
          </p:cNvSpPr>
          <p:nvPr/>
        </p:nvSpPr>
        <p:spPr bwMode="auto">
          <a:xfrm>
            <a:off x="7470776" y="5275263"/>
            <a:ext cx="10318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600"/>
              <a:t>223.1.3.1</a:t>
            </a:r>
            <a:endParaRPr lang="en-US" altLang="en-US">
              <a:latin typeface="Comic Sans MS" panose="030F0702030302020204" pitchFamily="66" charset="0"/>
            </a:endParaRPr>
          </a:p>
        </p:txBody>
      </p:sp>
      <p:sp>
        <p:nvSpPr>
          <p:cNvPr id="44062" name="Rectangle 68">
            <a:extLst>
              <a:ext uri="{FF2B5EF4-FFF2-40B4-BE49-F238E27FC236}">
                <a16:creationId xmlns:a16="http://schemas.microsoft.com/office/drawing/2014/main" id="{6E819321-A25D-4DDE-9CCE-11F92591FFBA}"/>
              </a:ext>
            </a:extLst>
          </p:cNvPr>
          <p:cNvSpPr>
            <a:spLocks noChangeArrowheads="1"/>
          </p:cNvSpPr>
          <p:nvPr/>
        </p:nvSpPr>
        <p:spPr bwMode="auto">
          <a:xfrm>
            <a:off x="8872539" y="4786314"/>
            <a:ext cx="128587" cy="180975"/>
          </a:xfrm>
          <a:prstGeom prst="rect">
            <a:avLst/>
          </a:prstGeom>
          <a:solidFill>
            <a:srgbClr val="66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4063" name="Text Box 69">
            <a:extLst>
              <a:ext uri="{FF2B5EF4-FFF2-40B4-BE49-F238E27FC236}">
                <a16:creationId xmlns:a16="http://schemas.microsoft.com/office/drawing/2014/main" id="{E277A661-0942-4B47-BDEB-9E0F99438C9D}"/>
              </a:ext>
            </a:extLst>
          </p:cNvPr>
          <p:cNvSpPr txBox="1">
            <a:spLocks noChangeArrowheads="1"/>
          </p:cNvSpPr>
          <p:nvPr/>
        </p:nvSpPr>
        <p:spPr bwMode="auto">
          <a:xfrm>
            <a:off x="8423275" y="4751388"/>
            <a:ext cx="11445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600"/>
              <a:t>223.1.3.27</a:t>
            </a:r>
            <a:endParaRPr lang="en-US" altLang="en-US">
              <a:latin typeface="Comic Sans MS" panose="030F0702030302020204" pitchFamily="66" charset="0"/>
            </a:endParaRPr>
          </a:p>
        </p:txBody>
      </p:sp>
      <p:sp>
        <p:nvSpPr>
          <p:cNvPr id="44064" name="Line 84">
            <a:extLst>
              <a:ext uri="{FF2B5EF4-FFF2-40B4-BE49-F238E27FC236}">
                <a16:creationId xmlns:a16="http://schemas.microsoft.com/office/drawing/2014/main" id="{4B0D08A2-BDEA-40DF-B079-2F99DCC946F9}"/>
              </a:ext>
            </a:extLst>
          </p:cNvPr>
          <p:cNvSpPr>
            <a:spLocks noChangeShapeType="1"/>
          </p:cNvSpPr>
          <p:nvPr/>
        </p:nvSpPr>
        <p:spPr bwMode="auto">
          <a:xfrm flipH="1" flipV="1">
            <a:off x="7632701" y="1306513"/>
            <a:ext cx="3175" cy="26511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065" name="Text Box 86">
            <a:extLst>
              <a:ext uri="{FF2B5EF4-FFF2-40B4-BE49-F238E27FC236}">
                <a16:creationId xmlns:a16="http://schemas.microsoft.com/office/drawing/2014/main" id="{C1BA828A-A037-49BA-8EFC-F7C390DFD5D0}"/>
              </a:ext>
            </a:extLst>
          </p:cNvPr>
          <p:cNvSpPr txBox="1">
            <a:spLocks noChangeArrowheads="1"/>
          </p:cNvSpPr>
          <p:nvPr/>
        </p:nvSpPr>
        <p:spPr bwMode="auto">
          <a:xfrm>
            <a:off x="7142164" y="557213"/>
            <a:ext cx="10318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600"/>
              <a:t>223.1.1.2</a:t>
            </a:r>
            <a:endParaRPr lang="en-US" altLang="en-US" sz="1600">
              <a:latin typeface="Comic Sans MS" panose="030F0702030302020204" pitchFamily="66" charset="0"/>
            </a:endParaRPr>
          </a:p>
        </p:txBody>
      </p:sp>
      <p:sp>
        <p:nvSpPr>
          <p:cNvPr id="44066" name="Line 87">
            <a:extLst>
              <a:ext uri="{FF2B5EF4-FFF2-40B4-BE49-F238E27FC236}">
                <a16:creationId xmlns:a16="http://schemas.microsoft.com/office/drawing/2014/main" id="{75877868-74F9-4150-90CA-C0FAFD090653}"/>
              </a:ext>
            </a:extLst>
          </p:cNvPr>
          <p:cNvSpPr>
            <a:spLocks noChangeShapeType="1"/>
          </p:cNvSpPr>
          <p:nvPr/>
        </p:nvSpPr>
        <p:spPr bwMode="auto">
          <a:xfrm flipV="1">
            <a:off x="6115051" y="2762250"/>
            <a:ext cx="1114425" cy="15430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067" name="Line 88">
            <a:extLst>
              <a:ext uri="{FF2B5EF4-FFF2-40B4-BE49-F238E27FC236}">
                <a16:creationId xmlns:a16="http://schemas.microsoft.com/office/drawing/2014/main" id="{7411631E-A279-4DF7-89C5-48AC344D7E1D}"/>
              </a:ext>
            </a:extLst>
          </p:cNvPr>
          <p:cNvSpPr>
            <a:spLocks noChangeShapeType="1"/>
          </p:cNvSpPr>
          <p:nvPr/>
        </p:nvSpPr>
        <p:spPr bwMode="auto">
          <a:xfrm flipH="1" flipV="1">
            <a:off x="7629525" y="2743200"/>
            <a:ext cx="1276350" cy="15430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068" name="Line 89">
            <a:extLst>
              <a:ext uri="{FF2B5EF4-FFF2-40B4-BE49-F238E27FC236}">
                <a16:creationId xmlns:a16="http://schemas.microsoft.com/office/drawing/2014/main" id="{BE172F8D-8DA9-4760-949C-7310DCBE0A05}"/>
              </a:ext>
            </a:extLst>
          </p:cNvPr>
          <p:cNvSpPr>
            <a:spLocks noChangeShapeType="1"/>
          </p:cNvSpPr>
          <p:nvPr/>
        </p:nvSpPr>
        <p:spPr bwMode="auto">
          <a:xfrm flipH="1" flipV="1">
            <a:off x="6305550" y="4505326"/>
            <a:ext cx="2305050" cy="95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069" name="Text Box 90">
            <a:extLst>
              <a:ext uri="{FF2B5EF4-FFF2-40B4-BE49-F238E27FC236}">
                <a16:creationId xmlns:a16="http://schemas.microsoft.com/office/drawing/2014/main" id="{2208CC7F-B2CE-42C5-8C1B-E77CA1529903}"/>
              </a:ext>
            </a:extLst>
          </p:cNvPr>
          <p:cNvSpPr txBox="1">
            <a:spLocks noChangeArrowheads="1"/>
          </p:cNvSpPr>
          <p:nvPr/>
        </p:nvSpPr>
        <p:spPr bwMode="auto">
          <a:xfrm>
            <a:off x="7708901" y="2655888"/>
            <a:ext cx="10318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600"/>
              <a:t>223.1.7.0</a:t>
            </a:r>
            <a:endParaRPr lang="en-US" altLang="en-US">
              <a:latin typeface="Comic Sans MS" panose="030F0702030302020204" pitchFamily="66" charset="0"/>
            </a:endParaRPr>
          </a:p>
        </p:txBody>
      </p:sp>
      <p:sp>
        <p:nvSpPr>
          <p:cNvPr id="44070" name="Text Box 91">
            <a:extLst>
              <a:ext uri="{FF2B5EF4-FFF2-40B4-BE49-F238E27FC236}">
                <a16:creationId xmlns:a16="http://schemas.microsoft.com/office/drawing/2014/main" id="{A7F87FC3-E1D4-4493-BBFE-10DB10239940}"/>
              </a:ext>
            </a:extLst>
          </p:cNvPr>
          <p:cNvSpPr txBox="1">
            <a:spLocks noChangeArrowheads="1"/>
          </p:cNvSpPr>
          <p:nvPr/>
        </p:nvSpPr>
        <p:spPr bwMode="auto">
          <a:xfrm>
            <a:off x="8785226" y="3941763"/>
            <a:ext cx="10318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600"/>
              <a:t>223.1.7.1</a:t>
            </a:r>
            <a:endParaRPr lang="en-US" altLang="en-US">
              <a:latin typeface="Comic Sans MS" panose="030F0702030302020204" pitchFamily="66" charset="0"/>
            </a:endParaRPr>
          </a:p>
        </p:txBody>
      </p:sp>
      <p:sp>
        <p:nvSpPr>
          <p:cNvPr id="44071" name="Text Box 92">
            <a:extLst>
              <a:ext uri="{FF2B5EF4-FFF2-40B4-BE49-F238E27FC236}">
                <a16:creationId xmlns:a16="http://schemas.microsoft.com/office/drawing/2014/main" id="{179BAEEF-F12D-47DD-8594-1D26CEA1D495}"/>
              </a:ext>
            </a:extLst>
          </p:cNvPr>
          <p:cNvSpPr txBox="1">
            <a:spLocks noChangeArrowheads="1"/>
          </p:cNvSpPr>
          <p:nvPr/>
        </p:nvSpPr>
        <p:spPr bwMode="auto">
          <a:xfrm>
            <a:off x="7546976" y="4198938"/>
            <a:ext cx="10318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600"/>
              <a:t>223.1.8.0</a:t>
            </a:r>
            <a:endParaRPr lang="en-US" altLang="en-US">
              <a:latin typeface="Comic Sans MS" panose="030F0702030302020204" pitchFamily="66" charset="0"/>
            </a:endParaRPr>
          </a:p>
        </p:txBody>
      </p:sp>
      <p:sp>
        <p:nvSpPr>
          <p:cNvPr id="44072" name="Text Box 93">
            <a:extLst>
              <a:ext uri="{FF2B5EF4-FFF2-40B4-BE49-F238E27FC236}">
                <a16:creationId xmlns:a16="http://schemas.microsoft.com/office/drawing/2014/main" id="{5342879E-E965-40CA-9D05-567D9A329174}"/>
              </a:ext>
            </a:extLst>
          </p:cNvPr>
          <p:cNvSpPr txBox="1">
            <a:spLocks noChangeArrowheads="1"/>
          </p:cNvSpPr>
          <p:nvPr/>
        </p:nvSpPr>
        <p:spPr bwMode="auto">
          <a:xfrm>
            <a:off x="6299201" y="4198938"/>
            <a:ext cx="10318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600"/>
              <a:t>223.1.8.1</a:t>
            </a:r>
            <a:endParaRPr lang="en-US" altLang="en-US">
              <a:latin typeface="Comic Sans MS" panose="030F0702030302020204" pitchFamily="66" charset="0"/>
            </a:endParaRPr>
          </a:p>
        </p:txBody>
      </p:sp>
      <p:sp>
        <p:nvSpPr>
          <p:cNvPr id="44073" name="Text Box 94">
            <a:extLst>
              <a:ext uri="{FF2B5EF4-FFF2-40B4-BE49-F238E27FC236}">
                <a16:creationId xmlns:a16="http://schemas.microsoft.com/office/drawing/2014/main" id="{DE91CA7E-F6E7-45CE-90EE-175B1C84167F}"/>
              </a:ext>
            </a:extLst>
          </p:cNvPr>
          <p:cNvSpPr txBox="1">
            <a:spLocks noChangeArrowheads="1"/>
          </p:cNvSpPr>
          <p:nvPr/>
        </p:nvSpPr>
        <p:spPr bwMode="auto">
          <a:xfrm>
            <a:off x="5222876" y="3903663"/>
            <a:ext cx="10318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600"/>
              <a:t>223.1.9.1</a:t>
            </a:r>
            <a:endParaRPr lang="en-US" altLang="en-US">
              <a:latin typeface="Comic Sans MS" panose="030F0702030302020204" pitchFamily="66" charset="0"/>
            </a:endParaRPr>
          </a:p>
        </p:txBody>
      </p:sp>
      <p:sp>
        <p:nvSpPr>
          <p:cNvPr id="44074" name="Text Box 95">
            <a:extLst>
              <a:ext uri="{FF2B5EF4-FFF2-40B4-BE49-F238E27FC236}">
                <a16:creationId xmlns:a16="http://schemas.microsoft.com/office/drawing/2014/main" id="{C3B28AE8-1FCF-49A9-BE6B-22A1A8D26E78}"/>
              </a:ext>
            </a:extLst>
          </p:cNvPr>
          <p:cNvSpPr txBox="1">
            <a:spLocks noChangeArrowheads="1"/>
          </p:cNvSpPr>
          <p:nvPr/>
        </p:nvSpPr>
        <p:spPr bwMode="auto">
          <a:xfrm>
            <a:off x="6089651" y="2665413"/>
            <a:ext cx="10318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600"/>
              <a:t>223.1.9.2</a:t>
            </a:r>
            <a:endParaRPr lang="en-US" altLang="en-US">
              <a:latin typeface="Comic Sans MS" panose="030F0702030302020204" pitchFamily="66" charset="0"/>
            </a:endParaRPr>
          </a:p>
        </p:txBody>
      </p:sp>
      <p:sp>
        <p:nvSpPr>
          <p:cNvPr id="42031" name="Rectangle 98">
            <a:extLst>
              <a:ext uri="{FF2B5EF4-FFF2-40B4-BE49-F238E27FC236}">
                <a16:creationId xmlns:a16="http://schemas.microsoft.com/office/drawing/2014/main" id="{0354B67B-90C8-4E4E-BB19-D7AE883C0DAA}"/>
              </a:ext>
            </a:extLst>
          </p:cNvPr>
          <p:cNvSpPr>
            <a:spLocks noGrp="1" noChangeArrowheads="1"/>
          </p:cNvSpPr>
          <p:nvPr>
            <p:ph type="title"/>
          </p:nvPr>
        </p:nvSpPr>
        <p:spPr>
          <a:xfrm>
            <a:off x="2057400" y="228600"/>
            <a:ext cx="3702050" cy="763588"/>
          </a:xfrm>
        </p:spPr>
        <p:txBody>
          <a:bodyPr/>
          <a:lstStyle/>
          <a:p>
            <a:pPr>
              <a:defRPr/>
            </a:pPr>
            <a:r>
              <a:rPr lang="en-US" dirty="0">
                <a:cs typeface="+mj-cs"/>
              </a:rPr>
              <a:t>Subnets</a:t>
            </a:r>
          </a:p>
        </p:txBody>
      </p:sp>
      <p:pic>
        <p:nvPicPr>
          <p:cNvPr id="44076" name="Picture 99" descr="underline_base">
            <a:extLst>
              <a:ext uri="{FF2B5EF4-FFF2-40B4-BE49-F238E27FC236}">
                <a16:creationId xmlns:a16="http://schemas.microsoft.com/office/drawing/2014/main" id="{8AD91223-8FC0-4B42-AB9C-4FAD44BB1FFB}"/>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46301" y="855664"/>
            <a:ext cx="2011363"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4077" name="Group 100">
            <a:extLst>
              <a:ext uri="{FF2B5EF4-FFF2-40B4-BE49-F238E27FC236}">
                <a16:creationId xmlns:a16="http://schemas.microsoft.com/office/drawing/2014/main" id="{4F93C121-0BFA-4F52-8222-D44342BF8CF9}"/>
              </a:ext>
            </a:extLst>
          </p:cNvPr>
          <p:cNvGrpSpPr>
            <a:grpSpLocks/>
          </p:cNvGrpSpPr>
          <p:nvPr/>
        </p:nvGrpSpPr>
        <p:grpSpPr bwMode="auto">
          <a:xfrm>
            <a:off x="7069138" y="2379664"/>
            <a:ext cx="742950" cy="388937"/>
            <a:chOff x="4396" y="1245"/>
            <a:chExt cx="672" cy="248"/>
          </a:xfrm>
        </p:grpSpPr>
        <p:sp>
          <p:nvSpPr>
            <p:cNvPr id="44117" name="Oval 407">
              <a:extLst>
                <a:ext uri="{FF2B5EF4-FFF2-40B4-BE49-F238E27FC236}">
                  <a16:creationId xmlns:a16="http://schemas.microsoft.com/office/drawing/2014/main" id="{C9FB15BC-2E8F-43FB-AB82-DC9C1121D7B5}"/>
                </a:ext>
              </a:extLst>
            </p:cNvPr>
            <p:cNvSpPr>
              <a:spLocks noChangeArrowheads="1"/>
            </p:cNvSpPr>
            <p:nvPr/>
          </p:nvSpPr>
          <p:spPr bwMode="auto">
            <a:xfrm>
              <a:off x="4399" y="1355"/>
              <a:ext cx="666" cy="138"/>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sp>
          <p:nvSpPr>
            <p:cNvPr id="44118" name="Rectangle 410">
              <a:extLst>
                <a:ext uri="{FF2B5EF4-FFF2-40B4-BE49-F238E27FC236}">
                  <a16:creationId xmlns:a16="http://schemas.microsoft.com/office/drawing/2014/main" id="{4423B188-74B5-4469-831B-4045F3A5048E}"/>
                </a:ext>
              </a:extLst>
            </p:cNvPr>
            <p:cNvSpPr>
              <a:spLocks noChangeArrowheads="1"/>
            </p:cNvSpPr>
            <p:nvPr/>
          </p:nvSpPr>
          <p:spPr bwMode="auto">
            <a:xfrm>
              <a:off x="4399" y="1339"/>
              <a:ext cx="669" cy="86"/>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latin typeface="Times New Roman" panose="02020603050405020304" pitchFamily="18" charset="0"/>
                <a:cs typeface="Arial" panose="020B0604020202020204" pitchFamily="34" charset="0"/>
              </a:endParaRPr>
            </a:p>
          </p:txBody>
        </p:sp>
        <p:sp>
          <p:nvSpPr>
            <p:cNvPr id="44119" name="Oval 411">
              <a:extLst>
                <a:ext uri="{FF2B5EF4-FFF2-40B4-BE49-F238E27FC236}">
                  <a16:creationId xmlns:a16="http://schemas.microsoft.com/office/drawing/2014/main" id="{D9E1A351-AF68-46E5-A6D2-08193885D6D6}"/>
                </a:ext>
              </a:extLst>
            </p:cNvPr>
            <p:cNvSpPr>
              <a:spLocks noChangeArrowheads="1"/>
            </p:cNvSpPr>
            <p:nvPr/>
          </p:nvSpPr>
          <p:spPr bwMode="auto">
            <a:xfrm>
              <a:off x="4396" y="1245"/>
              <a:ext cx="667" cy="162"/>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grpSp>
          <p:nvGrpSpPr>
            <p:cNvPr id="44120" name="Group 104">
              <a:extLst>
                <a:ext uri="{FF2B5EF4-FFF2-40B4-BE49-F238E27FC236}">
                  <a16:creationId xmlns:a16="http://schemas.microsoft.com/office/drawing/2014/main" id="{20CF2DBF-6F9C-45CA-BAA9-7E4575D5BD33}"/>
                </a:ext>
              </a:extLst>
            </p:cNvPr>
            <p:cNvGrpSpPr>
              <a:grpSpLocks/>
            </p:cNvGrpSpPr>
            <p:nvPr/>
          </p:nvGrpSpPr>
          <p:grpSpPr bwMode="auto">
            <a:xfrm>
              <a:off x="4530" y="1287"/>
              <a:ext cx="377" cy="75"/>
              <a:chOff x="2468" y="1332"/>
              <a:chExt cx="310" cy="60"/>
            </a:xfrm>
          </p:grpSpPr>
          <p:sp>
            <p:nvSpPr>
              <p:cNvPr id="44123" name="Freeform 105">
                <a:extLst>
                  <a:ext uri="{FF2B5EF4-FFF2-40B4-BE49-F238E27FC236}">
                    <a16:creationId xmlns:a16="http://schemas.microsoft.com/office/drawing/2014/main" id="{84D45466-1648-4F36-9C59-82ACAC9ED7A1}"/>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44124" name="Freeform 106">
                <a:extLst>
                  <a:ext uri="{FF2B5EF4-FFF2-40B4-BE49-F238E27FC236}">
                    <a16:creationId xmlns:a16="http://schemas.microsoft.com/office/drawing/2014/main" id="{B1B7FE6B-1693-4F9A-9B50-766CCE4C21F0}"/>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sp>
          <p:nvSpPr>
            <p:cNvPr id="44121" name="Line 107">
              <a:extLst>
                <a:ext uri="{FF2B5EF4-FFF2-40B4-BE49-F238E27FC236}">
                  <a16:creationId xmlns:a16="http://schemas.microsoft.com/office/drawing/2014/main" id="{692EB9F3-8D86-4861-BD90-B7441AB323E3}"/>
                </a:ext>
              </a:extLst>
            </p:cNvPr>
            <p:cNvSpPr>
              <a:spLocks noChangeShapeType="1"/>
            </p:cNvSpPr>
            <p:nvPr/>
          </p:nvSpPr>
          <p:spPr bwMode="auto">
            <a:xfrm>
              <a:off x="4399" y="1321"/>
              <a:ext cx="0" cy="109"/>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4122" name="Line 108">
              <a:extLst>
                <a:ext uri="{FF2B5EF4-FFF2-40B4-BE49-F238E27FC236}">
                  <a16:creationId xmlns:a16="http://schemas.microsoft.com/office/drawing/2014/main" id="{3A822455-0354-4894-8F66-D086812CCF9C}"/>
                </a:ext>
              </a:extLst>
            </p:cNvPr>
            <p:cNvSpPr>
              <a:spLocks noChangeShapeType="1"/>
            </p:cNvSpPr>
            <p:nvPr/>
          </p:nvSpPr>
          <p:spPr bwMode="auto">
            <a:xfrm>
              <a:off x="5064" y="1326"/>
              <a:ext cx="0" cy="10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4078" name="Group 109">
            <a:extLst>
              <a:ext uri="{FF2B5EF4-FFF2-40B4-BE49-F238E27FC236}">
                <a16:creationId xmlns:a16="http://schemas.microsoft.com/office/drawing/2014/main" id="{5BE799D1-D445-44BB-884F-643665658D51}"/>
              </a:ext>
            </a:extLst>
          </p:cNvPr>
          <p:cNvGrpSpPr>
            <a:grpSpLocks/>
          </p:cNvGrpSpPr>
          <p:nvPr/>
        </p:nvGrpSpPr>
        <p:grpSpPr bwMode="auto">
          <a:xfrm>
            <a:off x="8604250" y="4271964"/>
            <a:ext cx="742950" cy="388937"/>
            <a:chOff x="4396" y="1245"/>
            <a:chExt cx="672" cy="248"/>
          </a:xfrm>
        </p:grpSpPr>
        <p:sp>
          <p:nvSpPr>
            <p:cNvPr id="44109" name="Oval 407">
              <a:extLst>
                <a:ext uri="{FF2B5EF4-FFF2-40B4-BE49-F238E27FC236}">
                  <a16:creationId xmlns:a16="http://schemas.microsoft.com/office/drawing/2014/main" id="{E6414918-D593-4667-B6FE-0174FE9CB90B}"/>
                </a:ext>
              </a:extLst>
            </p:cNvPr>
            <p:cNvSpPr>
              <a:spLocks noChangeArrowheads="1"/>
            </p:cNvSpPr>
            <p:nvPr/>
          </p:nvSpPr>
          <p:spPr bwMode="auto">
            <a:xfrm>
              <a:off x="4399" y="1355"/>
              <a:ext cx="666" cy="138"/>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sp>
          <p:nvSpPr>
            <p:cNvPr id="44110" name="Rectangle 410">
              <a:extLst>
                <a:ext uri="{FF2B5EF4-FFF2-40B4-BE49-F238E27FC236}">
                  <a16:creationId xmlns:a16="http://schemas.microsoft.com/office/drawing/2014/main" id="{F3BB3D58-98BD-463A-8C66-B076087BC12D}"/>
                </a:ext>
              </a:extLst>
            </p:cNvPr>
            <p:cNvSpPr>
              <a:spLocks noChangeArrowheads="1"/>
            </p:cNvSpPr>
            <p:nvPr/>
          </p:nvSpPr>
          <p:spPr bwMode="auto">
            <a:xfrm>
              <a:off x="4399" y="1339"/>
              <a:ext cx="669" cy="86"/>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latin typeface="Times New Roman" panose="02020603050405020304" pitchFamily="18" charset="0"/>
                <a:cs typeface="Arial" panose="020B0604020202020204" pitchFamily="34" charset="0"/>
              </a:endParaRPr>
            </a:p>
          </p:txBody>
        </p:sp>
        <p:sp>
          <p:nvSpPr>
            <p:cNvPr id="44111" name="Oval 411">
              <a:extLst>
                <a:ext uri="{FF2B5EF4-FFF2-40B4-BE49-F238E27FC236}">
                  <a16:creationId xmlns:a16="http://schemas.microsoft.com/office/drawing/2014/main" id="{C7F2810E-F1F5-4FA1-9564-5FF1533483CD}"/>
                </a:ext>
              </a:extLst>
            </p:cNvPr>
            <p:cNvSpPr>
              <a:spLocks noChangeArrowheads="1"/>
            </p:cNvSpPr>
            <p:nvPr/>
          </p:nvSpPr>
          <p:spPr bwMode="auto">
            <a:xfrm>
              <a:off x="4396" y="1245"/>
              <a:ext cx="667" cy="162"/>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grpSp>
          <p:nvGrpSpPr>
            <p:cNvPr id="44112" name="Group 113">
              <a:extLst>
                <a:ext uri="{FF2B5EF4-FFF2-40B4-BE49-F238E27FC236}">
                  <a16:creationId xmlns:a16="http://schemas.microsoft.com/office/drawing/2014/main" id="{9F9A9CA0-ED97-455D-AF4B-03A4882A43AF}"/>
                </a:ext>
              </a:extLst>
            </p:cNvPr>
            <p:cNvGrpSpPr>
              <a:grpSpLocks/>
            </p:cNvGrpSpPr>
            <p:nvPr/>
          </p:nvGrpSpPr>
          <p:grpSpPr bwMode="auto">
            <a:xfrm>
              <a:off x="4530" y="1287"/>
              <a:ext cx="377" cy="75"/>
              <a:chOff x="2468" y="1332"/>
              <a:chExt cx="310" cy="60"/>
            </a:xfrm>
          </p:grpSpPr>
          <p:sp>
            <p:nvSpPr>
              <p:cNvPr id="44115" name="Freeform 114">
                <a:extLst>
                  <a:ext uri="{FF2B5EF4-FFF2-40B4-BE49-F238E27FC236}">
                    <a16:creationId xmlns:a16="http://schemas.microsoft.com/office/drawing/2014/main" id="{246107B1-66D3-46FC-9B62-034C9B1B919C}"/>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44116" name="Freeform 115">
                <a:extLst>
                  <a:ext uri="{FF2B5EF4-FFF2-40B4-BE49-F238E27FC236}">
                    <a16:creationId xmlns:a16="http://schemas.microsoft.com/office/drawing/2014/main" id="{6A3F7A91-1235-42C1-8FBE-BE6E28EB836C}"/>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sp>
          <p:nvSpPr>
            <p:cNvPr id="44113" name="Line 116">
              <a:extLst>
                <a:ext uri="{FF2B5EF4-FFF2-40B4-BE49-F238E27FC236}">
                  <a16:creationId xmlns:a16="http://schemas.microsoft.com/office/drawing/2014/main" id="{26804D2E-EB66-4907-991E-5FC30175BEA6}"/>
                </a:ext>
              </a:extLst>
            </p:cNvPr>
            <p:cNvSpPr>
              <a:spLocks noChangeShapeType="1"/>
            </p:cNvSpPr>
            <p:nvPr/>
          </p:nvSpPr>
          <p:spPr bwMode="auto">
            <a:xfrm>
              <a:off x="4399" y="1321"/>
              <a:ext cx="0" cy="109"/>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4114" name="Line 117">
              <a:extLst>
                <a:ext uri="{FF2B5EF4-FFF2-40B4-BE49-F238E27FC236}">
                  <a16:creationId xmlns:a16="http://schemas.microsoft.com/office/drawing/2014/main" id="{BEF973C8-7050-4B1F-B8E0-64EAA2BFF24D}"/>
                </a:ext>
              </a:extLst>
            </p:cNvPr>
            <p:cNvSpPr>
              <a:spLocks noChangeShapeType="1"/>
            </p:cNvSpPr>
            <p:nvPr/>
          </p:nvSpPr>
          <p:spPr bwMode="auto">
            <a:xfrm>
              <a:off x="5064" y="1326"/>
              <a:ext cx="0" cy="10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4079" name="Group 118">
            <a:extLst>
              <a:ext uri="{FF2B5EF4-FFF2-40B4-BE49-F238E27FC236}">
                <a16:creationId xmlns:a16="http://schemas.microsoft.com/office/drawing/2014/main" id="{38D65807-6B2E-40E0-AD50-DB477FD05BDE}"/>
              </a:ext>
            </a:extLst>
          </p:cNvPr>
          <p:cNvGrpSpPr>
            <a:grpSpLocks/>
          </p:cNvGrpSpPr>
          <p:nvPr/>
        </p:nvGrpSpPr>
        <p:grpSpPr bwMode="auto">
          <a:xfrm>
            <a:off x="5611813" y="4279900"/>
            <a:ext cx="742950" cy="388938"/>
            <a:chOff x="4396" y="1245"/>
            <a:chExt cx="672" cy="248"/>
          </a:xfrm>
        </p:grpSpPr>
        <p:sp>
          <p:nvSpPr>
            <p:cNvPr id="44101" name="Oval 407">
              <a:extLst>
                <a:ext uri="{FF2B5EF4-FFF2-40B4-BE49-F238E27FC236}">
                  <a16:creationId xmlns:a16="http://schemas.microsoft.com/office/drawing/2014/main" id="{5CE4164B-3AC4-41EE-AAB8-C9440D4D1E6F}"/>
                </a:ext>
              </a:extLst>
            </p:cNvPr>
            <p:cNvSpPr>
              <a:spLocks noChangeArrowheads="1"/>
            </p:cNvSpPr>
            <p:nvPr/>
          </p:nvSpPr>
          <p:spPr bwMode="auto">
            <a:xfrm>
              <a:off x="4399" y="1355"/>
              <a:ext cx="666" cy="138"/>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sp>
          <p:nvSpPr>
            <p:cNvPr id="44102" name="Rectangle 410">
              <a:extLst>
                <a:ext uri="{FF2B5EF4-FFF2-40B4-BE49-F238E27FC236}">
                  <a16:creationId xmlns:a16="http://schemas.microsoft.com/office/drawing/2014/main" id="{CB0E3767-C093-48B9-87BC-ADAFE5819EFA}"/>
                </a:ext>
              </a:extLst>
            </p:cNvPr>
            <p:cNvSpPr>
              <a:spLocks noChangeArrowheads="1"/>
            </p:cNvSpPr>
            <p:nvPr/>
          </p:nvSpPr>
          <p:spPr bwMode="auto">
            <a:xfrm>
              <a:off x="4399" y="1339"/>
              <a:ext cx="669" cy="86"/>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latin typeface="Times New Roman" panose="02020603050405020304" pitchFamily="18" charset="0"/>
                <a:cs typeface="Arial" panose="020B0604020202020204" pitchFamily="34" charset="0"/>
              </a:endParaRPr>
            </a:p>
          </p:txBody>
        </p:sp>
        <p:sp>
          <p:nvSpPr>
            <p:cNvPr id="44103" name="Oval 411">
              <a:extLst>
                <a:ext uri="{FF2B5EF4-FFF2-40B4-BE49-F238E27FC236}">
                  <a16:creationId xmlns:a16="http://schemas.microsoft.com/office/drawing/2014/main" id="{0EB23DF0-72A6-4EC4-90CC-61C2BF600FB2}"/>
                </a:ext>
              </a:extLst>
            </p:cNvPr>
            <p:cNvSpPr>
              <a:spLocks noChangeArrowheads="1"/>
            </p:cNvSpPr>
            <p:nvPr/>
          </p:nvSpPr>
          <p:spPr bwMode="auto">
            <a:xfrm>
              <a:off x="4396" y="1245"/>
              <a:ext cx="667" cy="162"/>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grpSp>
          <p:nvGrpSpPr>
            <p:cNvPr id="44104" name="Group 122">
              <a:extLst>
                <a:ext uri="{FF2B5EF4-FFF2-40B4-BE49-F238E27FC236}">
                  <a16:creationId xmlns:a16="http://schemas.microsoft.com/office/drawing/2014/main" id="{BDCCCD03-4051-4D93-9742-CDB67C5FC066}"/>
                </a:ext>
              </a:extLst>
            </p:cNvPr>
            <p:cNvGrpSpPr>
              <a:grpSpLocks/>
            </p:cNvGrpSpPr>
            <p:nvPr/>
          </p:nvGrpSpPr>
          <p:grpSpPr bwMode="auto">
            <a:xfrm>
              <a:off x="4530" y="1287"/>
              <a:ext cx="377" cy="75"/>
              <a:chOff x="2468" y="1332"/>
              <a:chExt cx="310" cy="60"/>
            </a:xfrm>
          </p:grpSpPr>
          <p:sp>
            <p:nvSpPr>
              <p:cNvPr id="44107" name="Freeform 123">
                <a:extLst>
                  <a:ext uri="{FF2B5EF4-FFF2-40B4-BE49-F238E27FC236}">
                    <a16:creationId xmlns:a16="http://schemas.microsoft.com/office/drawing/2014/main" id="{BB2C7692-CAB4-464F-8597-1BE2D37AADC8}"/>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44108" name="Freeform 124">
                <a:extLst>
                  <a:ext uri="{FF2B5EF4-FFF2-40B4-BE49-F238E27FC236}">
                    <a16:creationId xmlns:a16="http://schemas.microsoft.com/office/drawing/2014/main" id="{452E0C84-EFB7-4DB1-B65A-784AC6F82123}"/>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sp>
          <p:nvSpPr>
            <p:cNvPr id="44105" name="Line 125">
              <a:extLst>
                <a:ext uri="{FF2B5EF4-FFF2-40B4-BE49-F238E27FC236}">
                  <a16:creationId xmlns:a16="http://schemas.microsoft.com/office/drawing/2014/main" id="{AF0C0831-FF54-49C3-A747-DDFF30C614B8}"/>
                </a:ext>
              </a:extLst>
            </p:cNvPr>
            <p:cNvSpPr>
              <a:spLocks noChangeShapeType="1"/>
            </p:cNvSpPr>
            <p:nvPr/>
          </p:nvSpPr>
          <p:spPr bwMode="auto">
            <a:xfrm>
              <a:off x="4399" y="1321"/>
              <a:ext cx="0" cy="109"/>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4106" name="Line 126">
              <a:extLst>
                <a:ext uri="{FF2B5EF4-FFF2-40B4-BE49-F238E27FC236}">
                  <a16:creationId xmlns:a16="http://schemas.microsoft.com/office/drawing/2014/main" id="{3061FDD4-AC35-4C85-9848-CE20D57CC22C}"/>
                </a:ext>
              </a:extLst>
            </p:cNvPr>
            <p:cNvSpPr>
              <a:spLocks noChangeShapeType="1"/>
            </p:cNvSpPr>
            <p:nvPr/>
          </p:nvSpPr>
          <p:spPr bwMode="auto">
            <a:xfrm>
              <a:off x="5064" y="1326"/>
              <a:ext cx="0" cy="10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4080" name="Group 127">
            <a:extLst>
              <a:ext uri="{FF2B5EF4-FFF2-40B4-BE49-F238E27FC236}">
                <a16:creationId xmlns:a16="http://schemas.microsoft.com/office/drawing/2014/main" id="{D4180C5E-6F6E-4581-9F6A-2AB0B1260F3A}"/>
              </a:ext>
            </a:extLst>
          </p:cNvPr>
          <p:cNvGrpSpPr>
            <a:grpSpLocks/>
          </p:cNvGrpSpPr>
          <p:nvPr/>
        </p:nvGrpSpPr>
        <p:grpSpPr bwMode="auto">
          <a:xfrm>
            <a:off x="7839075" y="881063"/>
            <a:ext cx="641350" cy="558800"/>
            <a:chOff x="-44" y="1473"/>
            <a:chExt cx="981" cy="1105"/>
          </a:xfrm>
        </p:grpSpPr>
        <p:pic>
          <p:nvPicPr>
            <p:cNvPr id="44099" name="Picture 128" descr="desktop_computer_stylized_medium">
              <a:extLst>
                <a:ext uri="{FF2B5EF4-FFF2-40B4-BE49-F238E27FC236}">
                  <a16:creationId xmlns:a16="http://schemas.microsoft.com/office/drawing/2014/main" id="{08521770-AD62-4D03-AC5B-190794359A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100" name="Freeform 129">
              <a:extLst>
                <a:ext uri="{FF2B5EF4-FFF2-40B4-BE49-F238E27FC236}">
                  <a16:creationId xmlns:a16="http://schemas.microsoft.com/office/drawing/2014/main" id="{5C02FA54-1DA9-4891-BFFA-C310FCA961CA}"/>
                </a:ext>
              </a:extLst>
            </p:cNvPr>
            <p:cNvSpPr>
              <a:spLocks/>
            </p:cNvSpPr>
            <p:nvPr/>
          </p:nvSpPr>
          <p:spPr bwMode="auto">
            <a:xfrm flipH="1">
              <a:off x="374" y="1579"/>
              <a:ext cx="477" cy="506"/>
            </a:xfrm>
            <a:custGeom>
              <a:avLst/>
              <a:gdLst>
                <a:gd name="T0" fmla="*/ 0 w 356"/>
                <a:gd name="T1" fmla="*/ 0 h 368"/>
                <a:gd name="T2" fmla="*/ 187350 w 356"/>
                <a:gd name="T3" fmla="*/ 15587 h 368"/>
                <a:gd name="T4" fmla="*/ 222251 w 356"/>
                <a:gd name="T5" fmla="*/ 324849 h 368"/>
                <a:gd name="T6" fmla="*/ 48981 w 356"/>
                <a:gd name="T7" fmla="*/ 406259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grpSp>
        <p:nvGrpSpPr>
          <p:cNvPr id="44081" name="Group 130">
            <a:extLst>
              <a:ext uri="{FF2B5EF4-FFF2-40B4-BE49-F238E27FC236}">
                <a16:creationId xmlns:a16="http://schemas.microsoft.com/office/drawing/2014/main" id="{E4CDA159-58BE-4254-9A44-2D8748B0BF98}"/>
              </a:ext>
            </a:extLst>
          </p:cNvPr>
          <p:cNvGrpSpPr>
            <a:grpSpLocks/>
          </p:cNvGrpSpPr>
          <p:nvPr/>
        </p:nvGrpSpPr>
        <p:grpSpPr bwMode="auto">
          <a:xfrm>
            <a:off x="6442075" y="898525"/>
            <a:ext cx="641350" cy="558800"/>
            <a:chOff x="-44" y="1473"/>
            <a:chExt cx="981" cy="1105"/>
          </a:xfrm>
        </p:grpSpPr>
        <p:pic>
          <p:nvPicPr>
            <p:cNvPr id="44097" name="Picture 131" descr="desktop_computer_stylized_medium">
              <a:extLst>
                <a:ext uri="{FF2B5EF4-FFF2-40B4-BE49-F238E27FC236}">
                  <a16:creationId xmlns:a16="http://schemas.microsoft.com/office/drawing/2014/main" id="{A59BA902-6C58-4692-AA85-9D7E117528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098" name="Freeform 132">
              <a:extLst>
                <a:ext uri="{FF2B5EF4-FFF2-40B4-BE49-F238E27FC236}">
                  <a16:creationId xmlns:a16="http://schemas.microsoft.com/office/drawing/2014/main" id="{668A00FB-4A77-4BBE-AA1D-E81DE8E3FE1D}"/>
                </a:ext>
              </a:extLst>
            </p:cNvPr>
            <p:cNvSpPr>
              <a:spLocks/>
            </p:cNvSpPr>
            <p:nvPr/>
          </p:nvSpPr>
          <p:spPr bwMode="auto">
            <a:xfrm flipH="1">
              <a:off x="374" y="1579"/>
              <a:ext cx="477" cy="506"/>
            </a:xfrm>
            <a:custGeom>
              <a:avLst/>
              <a:gdLst>
                <a:gd name="T0" fmla="*/ 0 w 356"/>
                <a:gd name="T1" fmla="*/ 0 h 368"/>
                <a:gd name="T2" fmla="*/ 187350 w 356"/>
                <a:gd name="T3" fmla="*/ 15587 h 368"/>
                <a:gd name="T4" fmla="*/ 222251 w 356"/>
                <a:gd name="T5" fmla="*/ 324849 h 368"/>
                <a:gd name="T6" fmla="*/ 48981 w 356"/>
                <a:gd name="T7" fmla="*/ 406259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grpSp>
        <p:nvGrpSpPr>
          <p:cNvPr id="44082" name="Group 133">
            <a:extLst>
              <a:ext uri="{FF2B5EF4-FFF2-40B4-BE49-F238E27FC236}">
                <a16:creationId xmlns:a16="http://schemas.microsoft.com/office/drawing/2014/main" id="{1A4FB5C6-E5ED-448D-9BDD-5D3760201C9F}"/>
              </a:ext>
            </a:extLst>
          </p:cNvPr>
          <p:cNvGrpSpPr>
            <a:grpSpLocks/>
          </p:cNvGrpSpPr>
          <p:nvPr/>
        </p:nvGrpSpPr>
        <p:grpSpPr bwMode="auto">
          <a:xfrm>
            <a:off x="7273925" y="849313"/>
            <a:ext cx="641350" cy="558800"/>
            <a:chOff x="-44" y="1473"/>
            <a:chExt cx="981" cy="1105"/>
          </a:xfrm>
        </p:grpSpPr>
        <p:pic>
          <p:nvPicPr>
            <p:cNvPr id="44095" name="Picture 134" descr="desktop_computer_stylized_medium">
              <a:extLst>
                <a:ext uri="{FF2B5EF4-FFF2-40B4-BE49-F238E27FC236}">
                  <a16:creationId xmlns:a16="http://schemas.microsoft.com/office/drawing/2014/main" id="{C7B22BB0-661B-41BF-81D2-1557B5F85D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096" name="Freeform 135">
              <a:extLst>
                <a:ext uri="{FF2B5EF4-FFF2-40B4-BE49-F238E27FC236}">
                  <a16:creationId xmlns:a16="http://schemas.microsoft.com/office/drawing/2014/main" id="{0BFA0AC8-3479-42F7-8D0B-53519A472346}"/>
                </a:ext>
              </a:extLst>
            </p:cNvPr>
            <p:cNvSpPr>
              <a:spLocks/>
            </p:cNvSpPr>
            <p:nvPr/>
          </p:nvSpPr>
          <p:spPr bwMode="auto">
            <a:xfrm flipH="1">
              <a:off x="374" y="1579"/>
              <a:ext cx="477" cy="506"/>
            </a:xfrm>
            <a:custGeom>
              <a:avLst/>
              <a:gdLst>
                <a:gd name="T0" fmla="*/ 0 w 356"/>
                <a:gd name="T1" fmla="*/ 0 h 368"/>
                <a:gd name="T2" fmla="*/ 187350 w 356"/>
                <a:gd name="T3" fmla="*/ 15587 h 368"/>
                <a:gd name="T4" fmla="*/ 222251 w 356"/>
                <a:gd name="T5" fmla="*/ 324849 h 368"/>
                <a:gd name="T6" fmla="*/ 48981 w 356"/>
                <a:gd name="T7" fmla="*/ 406259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grpSp>
        <p:nvGrpSpPr>
          <p:cNvPr id="44083" name="Group 136">
            <a:extLst>
              <a:ext uri="{FF2B5EF4-FFF2-40B4-BE49-F238E27FC236}">
                <a16:creationId xmlns:a16="http://schemas.microsoft.com/office/drawing/2014/main" id="{2BF5A8F2-6BFF-4E88-925C-008379CF3026}"/>
              </a:ext>
            </a:extLst>
          </p:cNvPr>
          <p:cNvGrpSpPr>
            <a:grpSpLocks/>
          </p:cNvGrpSpPr>
          <p:nvPr/>
        </p:nvGrpSpPr>
        <p:grpSpPr bwMode="auto">
          <a:xfrm>
            <a:off x="8997950" y="5551488"/>
            <a:ext cx="641350" cy="558800"/>
            <a:chOff x="-44" y="1473"/>
            <a:chExt cx="981" cy="1105"/>
          </a:xfrm>
        </p:grpSpPr>
        <p:pic>
          <p:nvPicPr>
            <p:cNvPr id="44093" name="Picture 137" descr="desktop_computer_stylized_medium">
              <a:extLst>
                <a:ext uri="{FF2B5EF4-FFF2-40B4-BE49-F238E27FC236}">
                  <a16:creationId xmlns:a16="http://schemas.microsoft.com/office/drawing/2014/main" id="{30BE6F75-A5FC-4C50-A7E3-450C8C3734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094" name="Freeform 138">
              <a:extLst>
                <a:ext uri="{FF2B5EF4-FFF2-40B4-BE49-F238E27FC236}">
                  <a16:creationId xmlns:a16="http://schemas.microsoft.com/office/drawing/2014/main" id="{6E4B1927-B313-4A10-BA32-EB90D1679D1A}"/>
                </a:ext>
              </a:extLst>
            </p:cNvPr>
            <p:cNvSpPr>
              <a:spLocks/>
            </p:cNvSpPr>
            <p:nvPr/>
          </p:nvSpPr>
          <p:spPr bwMode="auto">
            <a:xfrm flipH="1">
              <a:off x="374" y="1579"/>
              <a:ext cx="477" cy="506"/>
            </a:xfrm>
            <a:custGeom>
              <a:avLst/>
              <a:gdLst>
                <a:gd name="T0" fmla="*/ 0 w 356"/>
                <a:gd name="T1" fmla="*/ 0 h 368"/>
                <a:gd name="T2" fmla="*/ 187350 w 356"/>
                <a:gd name="T3" fmla="*/ 15587 h 368"/>
                <a:gd name="T4" fmla="*/ 222251 w 356"/>
                <a:gd name="T5" fmla="*/ 324849 h 368"/>
                <a:gd name="T6" fmla="*/ 48981 w 356"/>
                <a:gd name="T7" fmla="*/ 406259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grpSp>
        <p:nvGrpSpPr>
          <p:cNvPr id="44084" name="Group 139">
            <a:extLst>
              <a:ext uri="{FF2B5EF4-FFF2-40B4-BE49-F238E27FC236}">
                <a16:creationId xmlns:a16="http://schemas.microsoft.com/office/drawing/2014/main" id="{70C456EF-FA37-464E-8648-41DE426D9FFF}"/>
              </a:ext>
            </a:extLst>
          </p:cNvPr>
          <p:cNvGrpSpPr>
            <a:grpSpLocks/>
          </p:cNvGrpSpPr>
          <p:nvPr/>
        </p:nvGrpSpPr>
        <p:grpSpPr bwMode="auto">
          <a:xfrm>
            <a:off x="8047038" y="5514975"/>
            <a:ext cx="641350" cy="558800"/>
            <a:chOff x="-44" y="1473"/>
            <a:chExt cx="981" cy="1105"/>
          </a:xfrm>
        </p:grpSpPr>
        <p:pic>
          <p:nvPicPr>
            <p:cNvPr id="44091" name="Picture 140" descr="desktop_computer_stylized_medium">
              <a:extLst>
                <a:ext uri="{FF2B5EF4-FFF2-40B4-BE49-F238E27FC236}">
                  <a16:creationId xmlns:a16="http://schemas.microsoft.com/office/drawing/2014/main" id="{0631178A-E4DA-40A1-BC8D-0AC9BF1A14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092" name="Freeform 141">
              <a:extLst>
                <a:ext uri="{FF2B5EF4-FFF2-40B4-BE49-F238E27FC236}">
                  <a16:creationId xmlns:a16="http://schemas.microsoft.com/office/drawing/2014/main" id="{938DD3BC-F9DA-4877-BB02-4C0A97AB9F83}"/>
                </a:ext>
              </a:extLst>
            </p:cNvPr>
            <p:cNvSpPr>
              <a:spLocks/>
            </p:cNvSpPr>
            <p:nvPr/>
          </p:nvSpPr>
          <p:spPr bwMode="auto">
            <a:xfrm flipH="1">
              <a:off x="374" y="1579"/>
              <a:ext cx="477" cy="506"/>
            </a:xfrm>
            <a:custGeom>
              <a:avLst/>
              <a:gdLst>
                <a:gd name="T0" fmla="*/ 0 w 356"/>
                <a:gd name="T1" fmla="*/ 0 h 368"/>
                <a:gd name="T2" fmla="*/ 187350 w 356"/>
                <a:gd name="T3" fmla="*/ 15587 h 368"/>
                <a:gd name="T4" fmla="*/ 222251 w 356"/>
                <a:gd name="T5" fmla="*/ 324849 h 368"/>
                <a:gd name="T6" fmla="*/ 48981 w 356"/>
                <a:gd name="T7" fmla="*/ 406259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grpSp>
        <p:nvGrpSpPr>
          <p:cNvPr id="44085" name="Group 142">
            <a:extLst>
              <a:ext uri="{FF2B5EF4-FFF2-40B4-BE49-F238E27FC236}">
                <a16:creationId xmlns:a16="http://schemas.microsoft.com/office/drawing/2014/main" id="{4E51C629-9BA4-405D-B072-64D9E8876D53}"/>
              </a:ext>
            </a:extLst>
          </p:cNvPr>
          <p:cNvGrpSpPr>
            <a:grpSpLocks/>
          </p:cNvGrpSpPr>
          <p:nvPr/>
        </p:nvGrpSpPr>
        <p:grpSpPr bwMode="auto">
          <a:xfrm>
            <a:off x="5021263" y="5522913"/>
            <a:ext cx="641350" cy="558800"/>
            <a:chOff x="-44" y="1473"/>
            <a:chExt cx="981" cy="1105"/>
          </a:xfrm>
        </p:grpSpPr>
        <p:pic>
          <p:nvPicPr>
            <p:cNvPr id="44089" name="Picture 143" descr="desktop_computer_stylized_medium">
              <a:extLst>
                <a:ext uri="{FF2B5EF4-FFF2-40B4-BE49-F238E27FC236}">
                  <a16:creationId xmlns:a16="http://schemas.microsoft.com/office/drawing/2014/main" id="{6CAB2E73-8041-4B5F-9522-B773C45643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090" name="Freeform 144">
              <a:extLst>
                <a:ext uri="{FF2B5EF4-FFF2-40B4-BE49-F238E27FC236}">
                  <a16:creationId xmlns:a16="http://schemas.microsoft.com/office/drawing/2014/main" id="{8F264D3A-4E0D-4B95-BB6C-20325FA25D55}"/>
                </a:ext>
              </a:extLst>
            </p:cNvPr>
            <p:cNvSpPr>
              <a:spLocks/>
            </p:cNvSpPr>
            <p:nvPr/>
          </p:nvSpPr>
          <p:spPr bwMode="auto">
            <a:xfrm flipH="1">
              <a:off x="374" y="1579"/>
              <a:ext cx="477" cy="506"/>
            </a:xfrm>
            <a:custGeom>
              <a:avLst/>
              <a:gdLst>
                <a:gd name="T0" fmla="*/ 0 w 356"/>
                <a:gd name="T1" fmla="*/ 0 h 368"/>
                <a:gd name="T2" fmla="*/ 187350 w 356"/>
                <a:gd name="T3" fmla="*/ 15587 h 368"/>
                <a:gd name="T4" fmla="*/ 222251 w 356"/>
                <a:gd name="T5" fmla="*/ 324849 h 368"/>
                <a:gd name="T6" fmla="*/ 48981 w 356"/>
                <a:gd name="T7" fmla="*/ 406259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grpSp>
        <p:nvGrpSpPr>
          <p:cNvPr id="44086" name="Group 145">
            <a:extLst>
              <a:ext uri="{FF2B5EF4-FFF2-40B4-BE49-F238E27FC236}">
                <a16:creationId xmlns:a16="http://schemas.microsoft.com/office/drawing/2014/main" id="{3B96FC34-E80F-467E-AE66-8A7F95D99913}"/>
              </a:ext>
            </a:extLst>
          </p:cNvPr>
          <p:cNvGrpSpPr>
            <a:grpSpLocks/>
          </p:cNvGrpSpPr>
          <p:nvPr/>
        </p:nvGrpSpPr>
        <p:grpSpPr bwMode="auto">
          <a:xfrm>
            <a:off x="5943600" y="5564188"/>
            <a:ext cx="641350" cy="558800"/>
            <a:chOff x="-44" y="1473"/>
            <a:chExt cx="981" cy="1105"/>
          </a:xfrm>
        </p:grpSpPr>
        <p:pic>
          <p:nvPicPr>
            <p:cNvPr id="44087" name="Picture 146" descr="desktop_computer_stylized_medium">
              <a:extLst>
                <a:ext uri="{FF2B5EF4-FFF2-40B4-BE49-F238E27FC236}">
                  <a16:creationId xmlns:a16="http://schemas.microsoft.com/office/drawing/2014/main" id="{C52B746C-DF07-4707-80DA-F25848B7D0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088" name="Freeform 147">
              <a:extLst>
                <a:ext uri="{FF2B5EF4-FFF2-40B4-BE49-F238E27FC236}">
                  <a16:creationId xmlns:a16="http://schemas.microsoft.com/office/drawing/2014/main" id="{7C051EA6-75BE-4DBA-9D5F-5BC436EA68E6}"/>
                </a:ext>
              </a:extLst>
            </p:cNvPr>
            <p:cNvSpPr>
              <a:spLocks/>
            </p:cNvSpPr>
            <p:nvPr/>
          </p:nvSpPr>
          <p:spPr bwMode="auto">
            <a:xfrm flipH="1">
              <a:off x="374" y="1579"/>
              <a:ext cx="477" cy="506"/>
            </a:xfrm>
            <a:custGeom>
              <a:avLst/>
              <a:gdLst>
                <a:gd name="T0" fmla="*/ 0 w 356"/>
                <a:gd name="T1" fmla="*/ 0 h 368"/>
                <a:gd name="T2" fmla="*/ 187350 w 356"/>
                <a:gd name="T3" fmla="*/ 15587 h 368"/>
                <a:gd name="T4" fmla="*/ 222251 w 356"/>
                <a:gd name="T5" fmla="*/ 324849 h 368"/>
                <a:gd name="T6" fmla="*/ 48981 w 356"/>
                <a:gd name="T7" fmla="*/ 406259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spTree>
    <p:extLst>
      <p:ext uri="{BB962C8B-B14F-4D97-AF65-F5344CB8AC3E}">
        <p14:creationId xmlns:p14="http://schemas.microsoft.com/office/powerpoint/2010/main" val="15593943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ame 3"/>
          <p:cNvSpPr/>
          <p:nvPr/>
        </p:nvSpPr>
        <p:spPr>
          <a:xfrm>
            <a:off x="75302" y="74294"/>
            <a:ext cx="11984019" cy="2076226"/>
          </a:xfrm>
          <a:prstGeom prst="frame">
            <a:avLst>
              <a:gd name="adj1" fmla="val 3135"/>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solidFill>
                  <a:schemeClr val="tx1"/>
                </a:solidFill>
              </a:rPr>
              <a:t>Cho </a:t>
            </a:r>
            <a:r>
              <a:rPr lang="en-US" sz="2800" b="1" dirty="0" err="1">
                <a:solidFill>
                  <a:schemeClr val="tx1"/>
                </a:solidFill>
              </a:rPr>
              <a:t>địa</a:t>
            </a:r>
            <a:r>
              <a:rPr lang="en-US" sz="2800" b="1" dirty="0">
                <a:solidFill>
                  <a:schemeClr val="tx1"/>
                </a:solidFill>
              </a:rPr>
              <a:t> </a:t>
            </a:r>
            <a:r>
              <a:rPr lang="en-US" sz="2800" b="1" dirty="0" err="1">
                <a:solidFill>
                  <a:schemeClr val="tx1"/>
                </a:solidFill>
              </a:rPr>
              <a:t>chỉ</a:t>
            </a:r>
            <a:r>
              <a:rPr lang="en-US" sz="2800" b="1" dirty="0">
                <a:solidFill>
                  <a:schemeClr val="tx1"/>
                </a:solidFill>
              </a:rPr>
              <a:t> IP: 172.16.8.159 </a:t>
            </a:r>
            <a:r>
              <a:rPr lang="en-US" sz="2800" b="1" dirty="0" err="1">
                <a:solidFill>
                  <a:schemeClr val="tx1"/>
                </a:solidFill>
              </a:rPr>
              <a:t>và</a:t>
            </a:r>
            <a:r>
              <a:rPr lang="en-US" sz="2800" b="1" dirty="0">
                <a:solidFill>
                  <a:schemeClr val="tx1"/>
                </a:solidFill>
              </a:rPr>
              <a:t> subnet mask t</a:t>
            </a:r>
            <a:r>
              <a:rPr lang="vi-VN" sz="2800" b="1" dirty="0">
                <a:solidFill>
                  <a:schemeClr val="tx1"/>
                </a:solidFill>
              </a:rPr>
              <a:t>ư</a:t>
            </a:r>
            <a:r>
              <a:rPr lang="en-US" sz="2800" b="1" dirty="0" err="1">
                <a:solidFill>
                  <a:schemeClr val="tx1"/>
                </a:solidFill>
              </a:rPr>
              <a:t>ơng</a:t>
            </a:r>
            <a:r>
              <a:rPr lang="en-US" sz="2800" b="1" dirty="0">
                <a:solidFill>
                  <a:schemeClr val="tx1"/>
                </a:solidFill>
              </a:rPr>
              <a:t> </a:t>
            </a:r>
            <a:r>
              <a:rPr lang="en-US" sz="2800" b="1" dirty="0" err="1">
                <a:solidFill>
                  <a:schemeClr val="tx1"/>
                </a:solidFill>
              </a:rPr>
              <a:t>ứng</a:t>
            </a:r>
            <a:r>
              <a:rPr lang="en-US" sz="2800" b="1" dirty="0">
                <a:solidFill>
                  <a:schemeClr val="tx1"/>
                </a:solidFill>
              </a:rPr>
              <a:t> 255.255.255.192. </a:t>
            </a:r>
            <a:r>
              <a:rPr lang="en-US" sz="2800" b="1" dirty="0" err="1">
                <a:solidFill>
                  <a:schemeClr val="tx1"/>
                </a:solidFill>
              </a:rPr>
              <a:t>Xác</a:t>
            </a:r>
            <a:r>
              <a:rPr lang="en-US" sz="2800" b="1" dirty="0">
                <a:solidFill>
                  <a:schemeClr val="tx1"/>
                </a:solidFill>
              </a:rPr>
              <a:t> </a:t>
            </a:r>
            <a:r>
              <a:rPr lang="en-US" sz="2800" b="1" dirty="0" err="1">
                <a:solidFill>
                  <a:schemeClr val="tx1"/>
                </a:solidFill>
              </a:rPr>
              <a:t>định</a:t>
            </a:r>
            <a:r>
              <a:rPr lang="en-US" sz="2800" b="1" dirty="0">
                <a:solidFill>
                  <a:schemeClr val="tx1"/>
                </a:solidFill>
              </a:rPr>
              <a:t> </a:t>
            </a:r>
            <a:r>
              <a:rPr lang="en-US" sz="2800" b="1" dirty="0" err="1">
                <a:solidFill>
                  <a:schemeClr val="tx1"/>
                </a:solidFill>
              </a:rPr>
              <a:t>địa</a:t>
            </a:r>
            <a:r>
              <a:rPr lang="en-US" sz="2800" b="1" dirty="0">
                <a:solidFill>
                  <a:schemeClr val="tx1"/>
                </a:solidFill>
              </a:rPr>
              <a:t>  </a:t>
            </a:r>
            <a:r>
              <a:rPr lang="en-US" sz="2800" b="1" dirty="0" err="1">
                <a:solidFill>
                  <a:schemeClr val="tx1"/>
                </a:solidFill>
              </a:rPr>
              <a:t>chỉ</a:t>
            </a:r>
            <a:r>
              <a:rPr lang="en-US" sz="2800" b="1" dirty="0">
                <a:solidFill>
                  <a:schemeClr val="tx1"/>
                </a:solidFill>
              </a:rPr>
              <a:t> </a:t>
            </a:r>
            <a:r>
              <a:rPr lang="en-US" sz="2800" b="1" dirty="0" err="1">
                <a:solidFill>
                  <a:schemeClr val="tx1"/>
                </a:solidFill>
              </a:rPr>
              <a:t>mạng</a:t>
            </a:r>
            <a:r>
              <a:rPr lang="en-US" sz="2800" b="1" dirty="0">
                <a:solidFill>
                  <a:schemeClr val="tx1"/>
                </a:solidFill>
              </a:rPr>
              <a:t> </a:t>
            </a:r>
            <a:r>
              <a:rPr lang="en-US" sz="2800" b="1" dirty="0" err="1">
                <a:solidFill>
                  <a:schemeClr val="tx1"/>
                </a:solidFill>
              </a:rPr>
              <a:t>của</a:t>
            </a:r>
            <a:r>
              <a:rPr lang="en-US" sz="2800" b="1" dirty="0">
                <a:solidFill>
                  <a:schemeClr val="tx1"/>
                </a:solidFill>
              </a:rPr>
              <a:t> IP </a:t>
            </a:r>
            <a:r>
              <a:rPr lang="en-US" sz="2800" b="1" dirty="0" err="1">
                <a:solidFill>
                  <a:schemeClr val="tx1"/>
                </a:solidFill>
              </a:rPr>
              <a:t>trên</a:t>
            </a:r>
            <a:r>
              <a:rPr lang="en-US" sz="2800" b="1" dirty="0">
                <a:solidFill>
                  <a:schemeClr val="tx1"/>
                </a:solidFill>
              </a:rPr>
              <a:t>? </a:t>
            </a:r>
          </a:p>
        </p:txBody>
      </p:sp>
      <p:sp>
        <p:nvSpPr>
          <p:cNvPr id="8" name="Frame 7"/>
          <p:cNvSpPr/>
          <p:nvPr/>
        </p:nvSpPr>
        <p:spPr>
          <a:xfrm>
            <a:off x="75304" y="2506532"/>
            <a:ext cx="11984017" cy="968188"/>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Frame 11"/>
          <p:cNvSpPr/>
          <p:nvPr/>
        </p:nvSpPr>
        <p:spPr>
          <a:xfrm>
            <a:off x="75302" y="3580057"/>
            <a:ext cx="11984017" cy="968188"/>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Frame 12"/>
          <p:cNvSpPr/>
          <p:nvPr/>
        </p:nvSpPr>
        <p:spPr>
          <a:xfrm>
            <a:off x="75302" y="4652402"/>
            <a:ext cx="11984017" cy="968188"/>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Frame 13"/>
          <p:cNvSpPr/>
          <p:nvPr/>
        </p:nvSpPr>
        <p:spPr>
          <a:xfrm>
            <a:off x="75303" y="5749795"/>
            <a:ext cx="11984017" cy="968188"/>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2" name="Oval 21"/>
          <p:cNvSpPr/>
          <p:nvPr/>
        </p:nvSpPr>
        <p:spPr>
          <a:xfrm>
            <a:off x="189602" y="2590928"/>
            <a:ext cx="829575" cy="7993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A</a:t>
            </a:r>
          </a:p>
        </p:txBody>
      </p:sp>
      <p:sp>
        <p:nvSpPr>
          <p:cNvPr id="23" name="Oval 22"/>
          <p:cNvSpPr/>
          <p:nvPr/>
        </p:nvSpPr>
        <p:spPr>
          <a:xfrm>
            <a:off x="189600" y="5834191"/>
            <a:ext cx="829575" cy="7993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D</a:t>
            </a:r>
          </a:p>
        </p:txBody>
      </p:sp>
      <p:sp>
        <p:nvSpPr>
          <p:cNvPr id="24" name="Oval 23"/>
          <p:cNvSpPr/>
          <p:nvPr/>
        </p:nvSpPr>
        <p:spPr>
          <a:xfrm>
            <a:off x="189599" y="4736798"/>
            <a:ext cx="829575" cy="7993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C</a:t>
            </a:r>
          </a:p>
        </p:txBody>
      </p:sp>
      <p:sp>
        <p:nvSpPr>
          <p:cNvPr id="25" name="Oval 24"/>
          <p:cNvSpPr/>
          <p:nvPr/>
        </p:nvSpPr>
        <p:spPr>
          <a:xfrm>
            <a:off x="189599" y="3664453"/>
            <a:ext cx="829575" cy="7993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B</a:t>
            </a:r>
          </a:p>
        </p:txBody>
      </p:sp>
      <p:sp>
        <p:nvSpPr>
          <p:cNvPr id="2" name="TextBox 1"/>
          <p:cNvSpPr txBox="1"/>
          <p:nvPr/>
        </p:nvSpPr>
        <p:spPr>
          <a:xfrm>
            <a:off x="1133471" y="3884631"/>
            <a:ext cx="10572750" cy="369332"/>
          </a:xfrm>
          <a:prstGeom prst="rect">
            <a:avLst/>
          </a:prstGeom>
          <a:noFill/>
        </p:spPr>
        <p:txBody>
          <a:bodyPr wrap="square" rtlCol="0">
            <a:spAutoFit/>
          </a:bodyPr>
          <a:lstStyle/>
          <a:p>
            <a:r>
              <a:rPr lang="en-US" dirty="0"/>
              <a:t>172.16.8.0</a:t>
            </a:r>
          </a:p>
        </p:txBody>
      </p:sp>
      <p:sp>
        <p:nvSpPr>
          <p:cNvPr id="15" name="TextBox 14"/>
          <p:cNvSpPr txBox="1"/>
          <p:nvPr/>
        </p:nvSpPr>
        <p:spPr>
          <a:xfrm>
            <a:off x="1133471" y="2805959"/>
            <a:ext cx="10572750" cy="369332"/>
          </a:xfrm>
          <a:prstGeom prst="rect">
            <a:avLst/>
          </a:prstGeom>
          <a:noFill/>
        </p:spPr>
        <p:txBody>
          <a:bodyPr wrap="square" rtlCol="0">
            <a:spAutoFit/>
          </a:bodyPr>
          <a:lstStyle/>
          <a:p>
            <a:r>
              <a:rPr lang="en-US" dirty="0"/>
              <a:t>172.16.8.128</a:t>
            </a:r>
          </a:p>
        </p:txBody>
      </p:sp>
      <p:sp>
        <p:nvSpPr>
          <p:cNvPr id="16" name="TextBox 15"/>
          <p:cNvSpPr txBox="1"/>
          <p:nvPr/>
        </p:nvSpPr>
        <p:spPr>
          <a:xfrm>
            <a:off x="1133471" y="4951829"/>
            <a:ext cx="10572750" cy="369332"/>
          </a:xfrm>
          <a:prstGeom prst="rect">
            <a:avLst/>
          </a:prstGeom>
          <a:noFill/>
        </p:spPr>
        <p:txBody>
          <a:bodyPr wrap="square" rtlCol="0">
            <a:spAutoFit/>
          </a:bodyPr>
          <a:lstStyle/>
          <a:p>
            <a:r>
              <a:rPr lang="en-US" dirty="0"/>
              <a:t>172.16.8.191</a:t>
            </a:r>
          </a:p>
        </p:txBody>
      </p:sp>
      <p:sp>
        <p:nvSpPr>
          <p:cNvPr id="17" name="TextBox 16"/>
          <p:cNvSpPr txBox="1"/>
          <p:nvPr/>
        </p:nvSpPr>
        <p:spPr>
          <a:xfrm>
            <a:off x="1133471" y="6068101"/>
            <a:ext cx="10572750" cy="369332"/>
          </a:xfrm>
          <a:prstGeom prst="rect">
            <a:avLst/>
          </a:prstGeom>
          <a:noFill/>
        </p:spPr>
        <p:txBody>
          <a:bodyPr wrap="square" rtlCol="0">
            <a:spAutoFit/>
          </a:bodyPr>
          <a:lstStyle/>
          <a:p>
            <a:r>
              <a:rPr lang="en-US" dirty="0"/>
              <a:t>172.16.0.128</a:t>
            </a:r>
          </a:p>
        </p:txBody>
      </p:sp>
      <p:sp>
        <p:nvSpPr>
          <p:cNvPr id="3" name="Tiêu đề 2">
            <a:extLst>
              <a:ext uri="{FF2B5EF4-FFF2-40B4-BE49-F238E27FC236}">
                <a16:creationId xmlns:a16="http://schemas.microsoft.com/office/drawing/2014/main" id="{93F9926D-D92E-4364-AB52-DB249D022DCD}"/>
              </a:ext>
            </a:extLst>
          </p:cNvPr>
          <p:cNvSpPr>
            <a:spLocks noGrp="1"/>
          </p:cNvSpPr>
          <p:nvPr>
            <p:ph type="ctrTitle"/>
          </p:nvPr>
        </p:nvSpPr>
        <p:spPr/>
        <p:txBody>
          <a:bodyPr/>
          <a:lstStyle/>
          <a:p>
            <a:endParaRPr lang="en-US"/>
          </a:p>
        </p:txBody>
      </p:sp>
      <p:sp>
        <p:nvSpPr>
          <p:cNvPr id="5" name="Tiêu đề phụ 4">
            <a:extLst>
              <a:ext uri="{FF2B5EF4-FFF2-40B4-BE49-F238E27FC236}">
                <a16:creationId xmlns:a16="http://schemas.microsoft.com/office/drawing/2014/main" id="{ECCEE44C-E62E-4FBC-9C91-69BC7CD54BA6}"/>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8252512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trips(downLeft)">
                                      <p:cBhvr>
                                        <p:cTn id="7" dur="500"/>
                                        <p:tgtEl>
                                          <p:spTgt spid="4"/>
                                        </p:tgtEl>
                                      </p:cBhvr>
                                    </p:animEffect>
                                  </p:childTnLst>
                                </p:cTn>
                              </p:par>
                              <p:par>
                                <p:cTn id="8" presetID="18" presetClass="entr" presetSubtype="12"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strips(downLeft)">
                                      <p:cBhvr>
                                        <p:cTn id="10" dur="500"/>
                                        <p:tgtEl>
                                          <p:spTgt spid="8"/>
                                        </p:tgtEl>
                                      </p:cBhvr>
                                    </p:animEffect>
                                  </p:childTnLst>
                                </p:cTn>
                              </p:par>
                              <p:par>
                                <p:cTn id="11" presetID="18" presetClass="entr" presetSubtype="12"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strips(downLeft)">
                                      <p:cBhvr>
                                        <p:cTn id="13" dur="500"/>
                                        <p:tgtEl>
                                          <p:spTgt spid="12"/>
                                        </p:tgtEl>
                                      </p:cBhvr>
                                    </p:animEffect>
                                  </p:childTnLst>
                                </p:cTn>
                              </p:par>
                              <p:par>
                                <p:cTn id="14" presetID="18" presetClass="entr" presetSubtype="12"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strips(downLeft)">
                                      <p:cBhvr>
                                        <p:cTn id="16" dur="500"/>
                                        <p:tgtEl>
                                          <p:spTgt spid="13"/>
                                        </p:tgtEl>
                                      </p:cBhvr>
                                    </p:animEffect>
                                  </p:childTnLst>
                                </p:cTn>
                              </p:par>
                              <p:par>
                                <p:cTn id="17" presetID="18" presetClass="entr" presetSubtype="12"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strips(downLeft)">
                                      <p:cBhvr>
                                        <p:cTn id="19" dur="500"/>
                                        <p:tgtEl>
                                          <p:spTgt spid="14"/>
                                        </p:tgtEl>
                                      </p:cBhvr>
                                    </p:animEffect>
                                  </p:childTnLst>
                                </p:cTn>
                              </p:par>
                              <p:par>
                                <p:cTn id="20" presetID="18" presetClass="entr" presetSubtype="12" fill="hold" grpId="0" nodeType="with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strips(downLeft)">
                                      <p:cBhvr>
                                        <p:cTn id="22" dur="500"/>
                                        <p:tgtEl>
                                          <p:spTgt spid="23"/>
                                        </p:tgtEl>
                                      </p:cBhvr>
                                    </p:animEffect>
                                  </p:childTnLst>
                                </p:cTn>
                              </p:par>
                              <p:par>
                                <p:cTn id="23" presetID="18" presetClass="entr" presetSubtype="12"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strips(downLeft)">
                                      <p:cBhvr>
                                        <p:cTn id="25" dur="500"/>
                                        <p:tgtEl>
                                          <p:spTgt spid="24"/>
                                        </p:tgtEl>
                                      </p:cBhvr>
                                    </p:animEffect>
                                  </p:childTnLst>
                                </p:cTn>
                              </p:par>
                              <p:par>
                                <p:cTn id="26" presetID="18" presetClass="entr" presetSubtype="12" fill="hold" grpId="0" nodeType="with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strips(downLeft)">
                                      <p:cBhvr>
                                        <p:cTn id="28" dur="500"/>
                                        <p:tgtEl>
                                          <p:spTgt spid="25"/>
                                        </p:tgtEl>
                                      </p:cBhvr>
                                    </p:animEffect>
                                  </p:childTnLst>
                                </p:cTn>
                              </p:par>
                              <p:par>
                                <p:cTn id="29" presetID="18" presetClass="entr" presetSubtype="12" fill="hold" grpId="0" nodeType="with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strips(downLeft)">
                                      <p:cBhvr>
                                        <p:cTn id="31" dur="500"/>
                                        <p:tgtEl>
                                          <p:spTgt spid="22"/>
                                        </p:tgtEl>
                                      </p:cBhvr>
                                    </p:animEffect>
                                  </p:childTnLst>
                                </p:cTn>
                              </p:par>
                              <p:par>
                                <p:cTn id="32" presetID="18" presetClass="entr" presetSubtype="12" fill="hold" grpId="0" nodeType="withEffect">
                                  <p:stCondLst>
                                    <p:cond delay="0"/>
                                  </p:stCondLst>
                                  <p:iterate type="lt">
                                    <p:tmPct val="0"/>
                                  </p:iterate>
                                  <p:childTnLst>
                                    <p:set>
                                      <p:cBhvr>
                                        <p:cTn id="33" dur="1" fill="hold">
                                          <p:stCondLst>
                                            <p:cond delay="0"/>
                                          </p:stCondLst>
                                        </p:cTn>
                                        <p:tgtEl>
                                          <p:spTgt spid="15"/>
                                        </p:tgtEl>
                                        <p:attrNameLst>
                                          <p:attrName>style.visibility</p:attrName>
                                        </p:attrNameLst>
                                      </p:cBhvr>
                                      <p:to>
                                        <p:strVal val="visible"/>
                                      </p:to>
                                    </p:set>
                                    <p:animEffect transition="in" filter="strips(downLeft)">
                                      <p:cBhvr>
                                        <p:cTn id="34" dur="500"/>
                                        <p:tgtEl>
                                          <p:spTgt spid="15"/>
                                        </p:tgtEl>
                                      </p:cBhvr>
                                    </p:animEffect>
                                  </p:childTnLst>
                                </p:cTn>
                              </p:par>
                              <p:par>
                                <p:cTn id="35" presetID="18" presetClass="entr" presetSubtype="12" fill="hold" grpId="0" nodeType="with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strips(downLeft)">
                                      <p:cBhvr>
                                        <p:cTn id="37" dur="500"/>
                                        <p:tgtEl>
                                          <p:spTgt spid="2"/>
                                        </p:tgtEl>
                                      </p:cBhvr>
                                    </p:animEffect>
                                  </p:childTnLst>
                                </p:cTn>
                              </p:par>
                              <p:par>
                                <p:cTn id="38" presetID="18" presetClass="entr" presetSubtype="12" fill="hold" grpId="0" nodeType="with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strips(downLeft)">
                                      <p:cBhvr>
                                        <p:cTn id="40" dur="500"/>
                                        <p:tgtEl>
                                          <p:spTgt spid="16"/>
                                        </p:tgtEl>
                                      </p:cBhvr>
                                    </p:animEffect>
                                  </p:childTnLst>
                                </p:cTn>
                              </p:par>
                              <p:par>
                                <p:cTn id="41" presetID="18" presetClass="entr" presetSubtype="12"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strips(downLeft)">
                                      <p:cBhvr>
                                        <p:cTn id="43" dur="500"/>
                                        <p:tgtEl>
                                          <p:spTgt spid="17"/>
                                        </p:tgtEl>
                                      </p:cBhvr>
                                    </p:animEffect>
                                  </p:childTnLst>
                                </p:cTn>
                              </p:par>
                            </p:childTnLst>
                          </p:cTn>
                        </p:par>
                      </p:childTnLst>
                    </p:cTn>
                  </p:par>
                  <p:par>
                    <p:cTn id="44" fill="hold">
                      <p:stCondLst>
                        <p:cond delay="indefinite"/>
                      </p:stCondLst>
                      <p:childTnLst>
                        <p:par>
                          <p:cTn id="45" fill="hold">
                            <p:stCondLst>
                              <p:cond delay="0"/>
                            </p:stCondLst>
                            <p:childTnLst>
                              <p:par>
                                <p:cTn id="46" presetID="1" presetClass="emph" presetSubtype="2" fill="hold" nodeType="clickEffect">
                                  <p:stCondLst>
                                    <p:cond delay="0"/>
                                  </p:stCondLst>
                                  <p:childTnLst>
                                    <p:animClr clrSpc="rgb" dir="cw">
                                      <p:cBhvr>
                                        <p:cTn id="47" dur="2000" fill="hold"/>
                                        <p:tgtEl>
                                          <p:spTgt spid="22"/>
                                        </p:tgtEl>
                                        <p:attrNameLst>
                                          <p:attrName>fillcolor</p:attrName>
                                        </p:attrNameLst>
                                      </p:cBhvr>
                                      <p:to>
                                        <a:schemeClr val="accent2"/>
                                      </p:to>
                                    </p:animClr>
                                    <p:set>
                                      <p:cBhvr>
                                        <p:cTn id="48" dur="2000" fill="hold"/>
                                        <p:tgtEl>
                                          <p:spTgt spid="22"/>
                                        </p:tgtEl>
                                        <p:attrNameLst>
                                          <p:attrName>fill.type</p:attrName>
                                        </p:attrNameLst>
                                      </p:cBhvr>
                                      <p:to>
                                        <p:strVal val="solid"/>
                                      </p:to>
                                    </p:set>
                                    <p:set>
                                      <p:cBhvr>
                                        <p:cTn id="49" dur="2000" fill="hold"/>
                                        <p:tgtEl>
                                          <p:spTgt spid="22"/>
                                        </p:tgtEl>
                                        <p:attrNameLst>
                                          <p:attrName>fill.on</p:attrName>
                                        </p:attrNameLst>
                                      </p:cBhvr>
                                      <p:to>
                                        <p:strVal val="true"/>
                                      </p:to>
                                    </p:set>
                                  </p:childTnLst>
                                </p:cTn>
                              </p:par>
                              <p:par>
                                <p:cTn id="50" presetID="1" presetClass="emph" presetSubtype="2" fill="hold" nodeType="withEffect">
                                  <p:stCondLst>
                                    <p:cond delay="0"/>
                                  </p:stCondLst>
                                  <p:childTnLst>
                                    <p:animClr clrSpc="rgb" dir="cw">
                                      <p:cBhvr>
                                        <p:cTn id="51" dur="2000" fill="hold"/>
                                        <p:tgtEl>
                                          <p:spTgt spid="8"/>
                                        </p:tgtEl>
                                        <p:attrNameLst>
                                          <p:attrName>fillcolor</p:attrName>
                                        </p:attrNameLst>
                                      </p:cBhvr>
                                      <p:to>
                                        <a:schemeClr val="accent2"/>
                                      </p:to>
                                    </p:animClr>
                                    <p:set>
                                      <p:cBhvr>
                                        <p:cTn id="52" dur="2000" fill="hold"/>
                                        <p:tgtEl>
                                          <p:spTgt spid="8"/>
                                        </p:tgtEl>
                                        <p:attrNameLst>
                                          <p:attrName>fill.type</p:attrName>
                                        </p:attrNameLst>
                                      </p:cBhvr>
                                      <p:to>
                                        <p:strVal val="solid"/>
                                      </p:to>
                                    </p:set>
                                    <p:set>
                                      <p:cBhvr>
                                        <p:cTn id="53" dur="2000" fill="hold"/>
                                        <p:tgtEl>
                                          <p:spTgt spid="8"/>
                                        </p:tgtEl>
                                        <p:attrNameLst>
                                          <p:attrName>fill.on</p:attrName>
                                        </p:attrNameLst>
                                      </p:cBhvr>
                                      <p:to>
                                        <p:strVal val="true"/>
                                      </p:to>
                                    </p:set>
                                  </p:childTnLst>
                                </p:cTn>
                              </p:par>
                              <p:par>
                                <p:cTn id="54" presetID="36" presetClass="emph" presetSubtype="0" fill="hold" grpId="1" nodeType="withEffect">
                                  <p:stCondLst>
                                    <p:cond delay="0"/>
                                  </p:stCondLst>
                                  <p:iterate type="lt">
                                    <p:tmPct val="10000"/>
                                  </p:iterate>
                                  <p:childTnLst>
                                    <p:animScale>
                                      <p:cBhvr>
                                        <p:cTn id="55" dur="250" autoRev="1" fill="hold">
                                          <p:stCondLst>
                                            <p:cond delay="0"/>
                                          </p:stCondLst>
                                        </p:cTn>
                                        <p:tgtEl>
                                          <p:spTgt spid="15"/>
                                        </p:tgtEl>
                                      </p:cBhvr>
                                      <p:to x="80000" y="100000"/>
                                    </p:animScale>
                                    <p:anim by="(#ppt_w*0.10)" calcmode="lin" valueType="num">
                                      <p:cBhvr>
                                        <p:cTn id="56" dur="250" autoRev="1" fill="hold">
                                          <p:stCondLst>
                                            <p:cond delay="0"/>
                                          </p:stCondLst>
                                        </p:cTn>
                                        <p:tgtEl>
                                          <p:spTgt spid="15"/>
                                        </p:tgtEl>
                                        <p:attrNameLst>
                                          <p:attrName>ppt_x</p:attrName>
                                        </p:attrNameLst>
                                      </p:cBhvr>
                                    </p:anim>
                                    <p:anim by="(-#ppt_w*0.10)" calcmode="lin" valueType="num">
                                      <p:cBhvr>
                                        <p:cTn id="57" dur="250" autoRev="1" fill="hold">
                                          <p:stCondLst>
                                            <p:cond delay="0"/>
                                          </p:stCondLst>
                                        </p:cTn>
                                        <p:tgtEl>
                                          <p:spTgt spid="15"/>
                                        </p:tgtEl>
                                        <p:attrNameLst>
                                          <p:attrName>ppt_y</p:attrName>
                                        </p:attrNameLst>
                                      </p:cBhvr>
                                    </p:anim>
                                    <p:animRot by="-480000">
                                      <p:cBhvr>
                                        <p:cTn id="58" dur="250" autoRev="1" fill="hold">
                                          <p:stCondLst>
                                            <p:cond delay="0"/>
                                          </p:stCondLst>
                                        </p:cTn>
                                        <p:tgtEl>
                                          <p:spTgt spid="15"/>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P spid="12" grpId="0" animBg="1"/>
      <p:bldP spid="13" grpId="0" animBg="1"/>
      <p:bldP spid="14" grpId="0" animBg="1"/>
      <p:bldP spid="22" grpId="0" animBg="1"/>
      <p:bldP spid="23" grpId="0" animBg="1"/>
      <p:bldP spid="24" grpId="0" animBg="1"/>
      <p:bldP spid="25" grpId="0" animBg="1"/>
      <p:bldP spid="2" grpId="0"/>
      <p:bldP spid="15" grpId="0"/>
      <p:bldP spid="15" grpId="1"/>
      <p:bldP spid="16" grpId="0"/>
      <p:bldP spid="17"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ame 3"/>
          <p:cNvSpPr/>
          <p:nvPr/>
        </p:nvSpPr>
        <p:spPr>
          <a:xfrm>
            <a:off x="75302" y="74294"/>
            <a:ext cx="11984019" cy="2076226"/>
          </a:xfrm>
          <a:prstGeom prst="frame">
            <a:avLst>
              <a:gd name="adj1" fmla="val 3135"/>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solidFill>
                  <a:schemeClr val="tx1"/>
                </a:solidFill>
              </a:rPr>
              <a:t>Cho </a:t>
            </a:r>
            <a:r>
              <a:rPr lang="en-US" sz="2800" b="1" dirty="0" err="1">
                <a:solidFill>
                  <a:schemeClr val="tx1"/>
                </a:solidFill>
              </a:rPr>
              <a:t>địa</a:t>
            </a:r>
            <a:r>
              <a:rPr lang="en-US" sz="2800" b="1" dirty="0">
                <a:solidFill>
                  <a:schemeClr val="tx1"/>
                </a:solidFill>
              </a:rPr>
              <a:t> </a:t>
            </a:r>
            <a:r>
              <a:rPr lang="en-US" sz="2800" b="1" dirty="0" err="1">
                <a:solidFill>
                  <a:schemeClr val="tx1"/>
                </a:solidFill>
              </a:rPr>
              <a:t>chỉ</a:t>
            </a:r>
            <a:r>
              <a:rPr lang="en-US" sz="2800" b="1" dirty="0">
                <a:solidFill>
                  <a:schemeClr val="tx1"/>
                </a:solidFill>
              </a:rPr>
              <a:t> IP 192.168.25.91/26, Subnet Mask </a:t>
            </a:r>
            <a:r>
              <a:rPr lang="en-US" sz="2800" b="1" dirty="0" err="1">
                <a:solidFill>
                  <a:schemeClr val="tx1"/>
                </a:solidFill>
              </a:rPr>
              <a:t>sẽ</a:t>
            </a:r>
            <a:r>
              <a:rPr lang="en-US" sz="2800" b="1" dirty="0">
                <a:solidFill>
                  <a:schemeClr val="tx1"/>
                </a:solidFill>
              </a:rPr>
              <a:t> </a:t>
            </a:r>
            <a:r>
              <a:rPr lang="en-US" sz="2800" b="1" dirty="0" err="1">
                <a:solidFill>
                  <a:schemeClr val="tx1"/>
                </a:solidFill>
              </a:rPr>
              <a:t>là</a:t>
            </a:r>
            <a:r>
              <a:rPr lang="en-US" sz="2800" b="1" dirty="0">
                <a:solidFill>
                  <a:schemeClr val="tx1"/>
                </a:solidFill>
              </a:rPr>
              <a:t>: </a:t>
            </a:r>
          </a:p>
        </p:txBody>
      </p:sp>
      <p:sp>
        <p:nvSpPr>
          <p:cNvPr id="8" name="Frame 7"/>
          <p:cNvSpPr/>
          <p:nvPr/>
        </p:nvSpPr>
        <p:spPr>
          <a:xfrm>
            <a:off x="75304" y="2506532"/>
            <a:ext cx="11984017" cy="968188"/>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Frame 11"/>
          <p:cNvSpPr/>
          <p:nvPr/>
        </p:nvSpPr>
        <p:spPr>
          <a:xfrm>
            <a:off x="75302" y="3580057"/>
            <a:ext cx="11984017" cy="968188"/>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Frame 12"/>
          <p:cNvSpPr/>
          <p:nvPr/>
        </p:nvSpPr>
        <p:spPr>
          <a:xfrm>
            <a:off x="75302" y="4652402"/>
            <a:ext cx="11984017" cy="968188"/>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Frame 13"/>
          <p:cNvSpPr/>
          <p:nvPr/>
        </p:nvSpPr>
        <p:spPr>
          <a:xfrm>
            <a:off x="75303" y="5749795"/>
            <a:ext cx="11984017" cy="968188"/>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2" name="Oval 21"/>
          <p:cNvSpPr/>
          <p:nvPr/>
        </p:nvSpPr>
        <p:spPr>
          <a:xfrm>
            <a:off x="189602" y="2590928"/>
            <a:ext cx="829575" cy="7993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A</a:t>
            </a:r>
          </a:p>
        </p:txBody>
      </p:sp>
      <p:sp>
        <p:nvSpPr>
          <p:cNvPr id="23" name="Oval 22"/>
          <p:cNvSpPr/>
          <p:nvPr/>
        </p:nvSpPr>
        <p:spPr>
          <a:xfrm>
            <a:off x="189600" y="5834191"/>
            <a:ext cx="829575" cy="7993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D</a:t>
            </a:r>
          </a:p>
        </p:txBody>
      </p:sp>
      <p:sp>
        <p:nvSpPr>
          <p:cNvPr id="24" name="Oval 23"/>
          <p:cNvSpPr/>
          <p:nvPr/>
        </p:nvSpPr>
        <p:spPr>
          <a:xfrm>
            <a:off x="189599" y="4736798"/>
            <a:ext cx="829575" cy="7993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C</a:t>
            </a:r>
          </a:p>
        </p:txBody>
      </p:sp>
      <p:sp>
        <p:nvSpPr>
          <p:cNvPr id="25" name="Oval 24"/>
          <p:cNvSpPr/>
          <p:nvPr/>
        </p:nvSpPr>
        <p:spPr>
          <a:xfrm>
            <a:off x="189599" y="3664453"/>
            <a:ext cx="829575" cy="7993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B</a:t>
            </a:r>
          </a:p>
        </p:txBody>
      </p:sp>
      <p:sp>
        <p:nvSpPr>
          <p:cNvPr id="2" name="TextBox 1"/>
          <p:cNvSpPr txBox="1"/>
          <p:nvPr/>
        </p:nvSpPr>
        <p:spPr>
          <a:xfrm>
            <a:off x="1133471" y="3884631"/>
            <a:ext cx="10572750" cy="369332"/>
          </a:xfrm>
          <a:prstGeom prst="rect">
            <a:avLst/>
          </a:prstGeom>
          <a:noFill/>
        </p:spPr>
        <p:txBody>
          <a:bodyPr wrap="square" rtlCol="0">
            <a:spAutoFit/>
          </a:bodyPr>
          <a:lstStyle/>
          <a:p>
            <a:r>
              <a:rPr lang="en-US" dirty="0"/>
              <a:t>255.255.255.224</a:t>
            </a:r>
          </a:p>
        </p:txBody>
      </p:sp>
      <p:sp>
        <p:nvSpPr>
          <p:cNvPr id="15" name="TextBox 14"/>
          <p:cNvSpPr txBox="1"/>
          <p:nvPr/>
        </p:nvSpPr>
        <p:spPr>
          <a:xfrm>
            <a:off x="1133471" y="2805959"/>
            <a:ext cx="10572750" cy="369332"/>
          </a:xfrm>
          <a:prstGeom prst="rect">
            <a:avLst/>
          </a:prstGeom>
          <a:noFill/>
        </p:spPr>
        <p:txBody>
          <a:bodyPr wrap="square" rtlCol="0">
            <a:spAutoFit/>
          </a:bodyPr>
          <a:lstStyle/>
          <a:p>
            <a:r>
              <a:rPr lang="en-US" dirty="0"/>
              <a:t>255.255.255.128</a:t>
            </a:r>
          </a:p>
        </p:txBody>
      </p:sp>
      <p:sp>
        <p:nvSpPr>
          <p:cNvPr id="16" name="TextBox 15"/>
          <p:cNvSpPr txBox="1"/>
          <p:nvPr/>
        </p:nvSpPr>
        <p:spPr>
          <a:xfrm>
            <a:off x="1133471" y="4951829"/>
            <a:ext cx="10572750" cy="369332"/>
          </a:xfrm>
          <a:prstGeom prst="rect">
            <a:avLst/>
          </a:prstGeom>
          <a:noFill/>
        </p:spPr>
        <p:txBody>
          <a:bodyPr wrap="square" rtlCol="0">
            <a:spAutoFit/>
          </a:bodyPr>
          <a:lstStyle/>
          <a:p>
            <a:r>
              <a:rPr lang="en-US" dirty="0"/>
              <a:t>225.224.255.240</a:t>
            </a:r>
          </a:p>
        </p:txBody>
      </p:sp>
      <p:sp>
        <p:nvSpPr>
          <p:cNvPr id="17" name="TextBox 16"/>
          <p:cNvSpPr txBox="1"/>
          <p:nvPr/>
        </p:nvSpPr>
        <p:spPr>
          <a:xfrm>
            <a:off x="1133471" y="6068101"/>
            <a:ext cx="10572750" cy="369332"/>
          </a:xfrm>
          <a:prstGeom prst="rect">
            <a:avLst/>
          </a:prstGeom>
          <a:noFill/>
        </p:spPr>
        <p:txBody>
          <a:bodyPr wrap="square" rtlCol="0">
            <a:spAutoFit/>
          </a:bodyPr>
          <a:lstStyle/>
          <a:p>
            <a:r>
              <a:rPr lang="en-US" dirty="0"/>
              <a:t>255.255.255.192</a:t>
            </a:r>
          </a:p>
        </p:txBody>
      </p:sp>
      <p:sp>
        <p:nvSpPr>
          <p:cNvPr id="6" name="Tiêu đề 5">
            <a:extLst>
              <a:ext uri="{FF2B5EF4-FFF2-40B4-BE49-F238E27FC236}">
                <a16:creationId xmlns:a16="http://schemas.microsoft.com/office/drawing/2014/main" id="{FF182973-1C37-417E-A614-92E4C3718A00}"/>
              </a:ext>
            </a:extLst>
          </p:cNvPr>
          <p:cNvSpPr>
            <a:spLocks noGrp="1"/>
          </p:cNvSpPr>
          <p:nvPr>
            <p:ph type="ctrTitle"/>
          </p:nvPr>
        </p:nvSpPr>
        <p:spPr/>
        <p:txBody>
          <a:bodyPr/>
          <a:lstStyle/>
          <a:p>
            <a:endParaRPr lang="en-US"/>
          </a:p>
        </p:txBody>
      </p:sp>
      <p:sp>
        <p:nvSpPr>
          <p:cNvPr id="7" name="Tiêu đề phụ 6">
            <a:extLst>
              <a:ext uri="{FF2B5EF4-FFF2-40B4-BE49-F238E27FC236}">
                <a16:creationId xmlns:a16="http://schemas.microsoft.com/office/drawing/2014/main" id="{7975D415-CADD-4710-A66C-4EE5B2C5ACA4}"/>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7138618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trips(downLeft)">
                                      <p:cBhvr>
                                        <p:cTn id="7" dur="500"/>
                                        <p:tgtEl>
                                          <p:spTgt spid="4"/>
                                        </p:tgtEl>
                                      </p:cBhvr>
                                    </p:animEffect>
                                  </p:childTnLst>
                                </p:cTn>
                              </p:par>
                              <p:par>
                                <p:cTn id="8" presetID="18" presetClass="entr" presetSubtype="12"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strips(downLeft)">
                                      <p:cBhvr>
                                        <p:cTn id="10" dur="500"/>
                                        <p:tgtEl>
                                          <p:spTgt spid="8"/>
                                        </p:tgtEl>
                                      </p:cBhvr>
                                    </p:animEffect>
                                  </p:childTnLst>
                                </p:cTn>
                              </p:par>
                              <p:par>
                                <p:cTn id="11" presetID="18" presetClass="entr" presetSubtype="12"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strips(downLeft)">
                                      <p:cBhvr>
                                        <p:cTn id="13" dur="500"/>
                                        <p:tgtEl>
                                          <p:spTgt spid="12"/>
                                        </p:tgtEl>
                                      </p:cBhvr>
                                    </p:animEffect>
                                  </p:childTnLst>
                                </p:cTn>
                              </p:par>
                              <p:par>
                                <p:cTn id="14" presetID="18" presetClass="entr" presetSubtype="12"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strips(downLeft)">
                                      <p:cBhvr>
                                        <p:cTn id="16" dur="500"/>
                                        <p:tgtEl>
                                          <p:spTgt spid="13"/>
                                        </p:tgtEl>
                                      </p:cBhvr>
                                    </p:animEffect>
                                  </p:childTnLst>
                                </p:cTn>
                              </p:par>
                              <p:par>
                                <p:cTn id="17" presetID="18" presetClass="entr" presetSubtype="12"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strips(downLeft)">
                                      <p:cBhvr>
                                        <p:cTn id="19" dur="500"/>
                                        <p:tgtEl>
                                          <p:spTgt spid="14"/>
                                        </p:tgtEl>
                                      </p:cBhvr>
                                    </p:animEffect>
                                  </p:childTnLst>
                                </p:cTn>
                              </p:par>
                              <p:par>
                                <p:cTn id="20" presetID="18" presetClass="entr" presetSubtype="12" fill="hold" grpId="0" nodeType="with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strips(downLeft)">
                                      <p:cBhvr>
                                        <p:cTn id="22" dur="500"/>
                                        <p:tgtEl>
                                          <p:spTgt spid="23"/>
                                        </p:tgtEl>
                                      </p:cBhvr>
                                    </p:animEffect>
                                  </p:childTnLst>
                                </p:cTn>
                              </p:par>
                              <p:par>
                                <p:cTn id="23" presetID="18" presetClass="entr" presetSubtype="12"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strips(downLeft)">
                                      <p:cBhvr>
                                        <p:cTn id="25" dur="500"/>
                                        <p:tgtEl>
                                          <p:spTgt spid="24"/>
                                        </p:tgtEl>
                                      </p:cBhvr>
                                    </p:animEffect>
                                  </p:childTnLst>
                                </p:cTn>
                              </p:par>
                              <p:par>
                                <p:cTn id="26" presetID="18" presetClass="entr" presetSubtype="12" fill="hold" grpId="0" nodeType="with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strips(downLeft)">
                                      <p:cBhvr>
                                        <p:cTn id="28" dur="500"/>
                                        <p:tgtEl>
                                          <p:spTgt spid="25"/>
                                        </p:tgtEl>
                                      </p:cBhvr>
                                    </p:animEffect>
                                  </p:childTnLst>
                                </p:cTn>
                              </p:par>
                              <p:par>
                                <p:cTn id="29" presetID="18" presetClass="entr" presetSubtype="12" fill="hold" grpId="0" nodeType="with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strips(downLeft)">
                                      <p:cBhvr>
                                        <p:cTn id="31" dur="500"/>
                                        <p:tgtEl>
                                          <p:spTgt spid="22"/>
                                        </p:tgtEl>
                                      </p:cBhvr>
                                    </p:animEffect>
                                  </p:childTnLst>
                                </p:cTn>
                              </p:par>
                              <p:par>
                                <p:cTn id="32" presetID="18" presetClass="entr" presetSubtype="12"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strips(downLeft)">
                                      <p:cBhvr>
                                        <p:cTn id="34" dur="500"/>
                                        <p:tgtEl>
                                          <p:spTgt spid="15"/>
                                        </p:tgtEl>
                                      </p:cBhvr>
                                    </p:animEffect>
                                  </p:childTnLst>
                                </p:cTn>
                              </p:par>
                              <p:par>
                                <p:cTn id="35" presetID="18" presetClass="entr" presetSubtype="12" fill="hold" grpId="0" nodeType="with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strips(downLeft)">
                                      <p:cBhvr>
                                        <p:cTn id="37" dur="500"/>
                                        <p:tgtEl>
                                          <p:spTgt spid="2"/>
                                        </p:tgtEl>
                                      </p:cBhvr>
                                    </p:animEffect>
                                  </p:childTnLst>
                                </p:cTn>
                              </p:par>
                              <p:par>
                                <p:cTn id="38" presetID="18" presetClass="entr" presetSubtype="12" fill="hold" grpId="0" nodeType="with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strips(downLeft)">
                                      <p:cBhvr>
                                        <p:cTn id="40" dur="500"/>
                                        <p:tgtEl>
                                          <p:spTgt spid="16"/>
                                        </p:tgtEl>
                                      </p:cBhvr>
                                    </p:animEffect>
                                  </p:childTnLst>
                                </p:cTn>
                              </p:par>
                              <p:par>
                                <p:cTn id="41" presetID="18" presetClass="entr" presetSubtype="12" fill="hold" grpId="0" nodeType="withEffect">
                                  <p:stCondLst>
                                    <p:cond delay="0"/>
                                  </p:stCondLst>
                                  <p:iterate type="lt">
                                    <p:tmPct val="0"/>
                                  </p:iterate>
                                  <p:childTnLst>
                                    <p:set>
                                      <p:cBhvr>
                                        <p:cTn id="42" dur="1" fill="hold">
                                          <p:stCondLst>
                                            <p:cond delay="0"/>
                                          </p:stCondLst>
                                        </p:cTn>
                                        <p:tgtEl>
                                          <p:spTgt spid="17"/>
                                        </p:tgtEl>
                                        <p:attrNameLst>
                                          <p:attrName>style.visibility</p:attrName>
                                        </p:attrNameLst>
                                      </p:cBhvr>
                                      <p:to>
                                        <p:strVal val="visible"/>
                                      </p:to>
                                    </p:set>
                                    <p:animEffect transition="in" filter="strips(downLeft)">
                                      <p:cBhvr>
                                        <p:cTn id="43" dur="500"/>
                                        <p:tgtEl>
                                          <p:spTgt spid="17"/>
                                        </p:tgtEl>
                                      </p:cBhvr>
                                    </p:animEffect>
                                  </p:childTnLst>
                                </p:cTn>
                              </p:par>
                            </p:childTnLst>
                          </p:cTn>
                        </p:par>
                      </p:childTnLst>
                    </p:cTn>
                  </p:par>
                  <p:par>
                    <p:cTn id="44" fill="hold">
                      <p:stCondLst>
                        <p:cond delay="indefinite"/>
                      </p:stCondLst>
                      <p:childTnLst>
                        <p:par>
                          <p:cTn id="45" fill="hold">
                            <p:stCondLst>
                              <p:cond delay="0"/>
                            </p:stCondLst>
                            <p:childTnLst>
                              <p:par>
                                <p:cTn id="46" presetID="1" presetClass="emph" presetSubtype="2" fill="hold" nodeType="clickEffect">
                                  <p:stCondLst>
                                    <p:cond delay="0"/>
                                  </p:stCondLst>
                                  <p:childTnLst>
                                    <p:animClr clrSpc="rgb" dir="cw">
                                      <p:cBhvr>
                                        <p:cTn id="47" dur="2000" fill="hold"/>
                                        <p:tgtEl>
                                          <p:spTgt spid="14"/>
                                        </p:tgtEl>
                                        <p:attrNameLst>
                                          <p:attrName>fillcolor</p:attrName>
                                        </p:attrNameLst>
                                      </p:cBhvr>
                                      <p:to>
                                        <a:schemeClr val="accent2"/>
                                      </p:to>
                                    </p:animClr>
                                    <p:set>
                                      <p:cBhvr>
                                        <p:cTn id="48" dur="2000" fill="hold"/>
                                        <p:tgtEl>
                                          <p:spTgt spid="14"/>
                                        </p:tgtEl>
                                        <p:attrNameLst>
                                          <p:attrName>fill.type</p:attrName>
                                        </p:attrNameLst>
                                      </p:cBhvr>
                                      <p:to>
                                        <p:strVal val="solid"/>
                                      </p:to>
                                    </p:set>
                                    <p:set>
                                      <p:cBhvr>
                                        <p:cTn id="49" dur="2000" fill="hold"/>
                                        <p:tgtEl>
                                          <p:spTgt spid="14"/>
                                        </p:tgtEl>
                                        <p:attrNameLst>
                                          <p:attrName>fill.on</p:attrName>
                                        </p:attrNameLst>
                                      </p:cBhvr>
                                      <p:to>
                                        <p:strVal val="true"/>
                                      </p:to>
                                    </p:set>
                                  </p:childTnLst>
                                </p:cTn>
                              </p:par>
                              <p:par>
                                <p:cTn id="50" presetID="1" presetClass="emph" presetSubtype="2" fill="hold" nodeType="withEffect">
                                  <p:stCondLst>
                                    <p:cond delay="0"/>
                                  </p:stCondLst>
                                  <p:childTnLst>
                                    <p:animClr clrSpc="rgb" dir="cw">
                                      <p:cBhvr>
                                        <p:cTn id="51" dur="2000" fill="hold"/>
                                        <p:tgtEl>
                                          <p:spTgt spid="23"/>
                                        </p:tgtEl>
                                        <p:attrNameLst>
                                          <p:attrName>fillcolor</p:attrName>
                                        </p:attrNameLst>
                                      </p:cBhvr>
                                      <p:to>
                                        <a:schemeClr val="accent2"/>
                                      </p:to>
                                    </p:animClr>
                                    <p:set>
                                      <p:cBhvr>
                                        <p:cTn id="52" dur="2000" fill="hold"/>
                                        <p:tgtEl>
                                          <p:spTgt spid="23"/>
                                        </p:tgtEl>
                                        <p:attrNameLst>
                                          <p:attrName>fill.type</p:attrName>
                                        </p:attrNameLst>
                                      </p:cBhvr>
                                      <p:to>
                                        <p:strVal val="solid"/>
                                      </p:to>
                                    </p:set>
                                    <p:set>
                                      <p:cBhvr>
                                        <p:cTn id="53" dur="2000" fill="hold"/>
                                        <p:tgtEl>
                                          <p:spTgt spid="23"/>
                                        </p:tgtEl>
                                        <p:attrNameLst>
                                          <p:attrName>fill.on</p:attrName>
                                        </p:attrNameLst>
                                      </p:cBhvr>
                                      <p:to>
                                        <p:strVal val="true"/>
                                      </p:to>
                                    </p:set>
                                  </p:childTnLst>
                                </p:cTn>
                              </p:par>
                              <p:par>
                                <p:cTn id="54" presetID="36" presetClass="emph" presetSubtype="0" fill="hold" grpId="1" nodeType="withEffect">
                                  <p:stCondLst>
                                    <p:cond delay="0"/>
                                  </p:stCondLst>
                                  <p:iterate type="lt">
                                    <p:tmPct val="10000"/>
                                  </p:iterate>
                                  <p:childTnLst>
                                    <p:animScale>
                                      <p:cBhvr>
                                        <p:cTn id="55" dur="250" autoRev="1" fill="hold">
                                          <p:stCondLst>
                                            <p:cond delay="0"/>
                                          </p:stCondLst>
                                        </p:cTn>
                                        <p:tgtEl>
                                          <p:spTgt spid="17"/>
                                        </p:tgtEl>
                                      </p:cBhvr>
                                      <p:to x="80000" y="100000"/>
                                    </p:animScale>
                                    <p:anim by="(#ppt_w*0.10)" calcmode="lin" valueType="num">
                                      <p:cBhvr>
                                        <p:cTn id="56" dur="250" autoRev="1" fill="hold">
                                          <p:stCondLst>
                                            <p:cond delay="0"/>
                                          </p:stCondLst>
                                        </p:cTn>
                                        <p:tgtEl>
                                          <p:spTgt spid="17"/>
                                        </p:tgtEl>
                                        <p:attrNameLst>
                                          <p:attrName>ppt_x</p:attrName>
                                        </p:attrNameLst>
                                      </p:cBhvr>
                                    </p:anim>
                                    <p:anim by="(-#ppt_w*0.10)" calcmode="lin" valueType="num">
                                      <p:cBhvr>
                                        <p:cTn id="57" dur="250" autoRev="1" fill="hold">
                                          <p:stCondLst>
                                            <p:cond delay="0"/>
                                          </p:stCondLst>
                                        </p:cTn>
                                        <p:tgtEl>
                                          <p:spTgt spid="17"/>
                                        </p:tgtEl>
                                        <p:attrNameLst>
                                          <p:attrName>ppt_y</p:attrName>
                                        </p:attrNameLst>
                                      </p:cBhvr>
                                    </p:anim>
                                    <p:animRot by="-480000">
                                      <p:cBhvr>
                                        <p:cTn id="58" dur="250" autoRev="1" fill="hold">
                                          <p:stCondLst>
                                            <p:cond delay="0"/>
                                          </p:stCondLst>
                                        </p:cTn>
                                        <p:tgtEl>
                                          <p:spTgt spid="17"/>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P spid="12" grpId="0" animBg="1"/>
      <p:bldP spid="13" grpId="0" animBg="1"/>
      <p:bldP spid="14" grpId="0" animBg="1"/>
      <p:bldP spid="22" grpId="0" animBg="1"/>
      <p:bldP spid="23" grpId="0" animBg="1"/>
      <p:bldP spid="24" grpId="0" animBg="1"/>
      <p:bldP spid="25" grpId="0" animBg="1"/>
      <p:bldP spid="2" grpId="0"/>
      <p:bldP spid="15" grpId="0"/>
      <p:bldP spid="16" grpId="0"/>
      <p:bldP spid="17" grpId="0"/>
      <p:bldP spid="17" grpId="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ame 3"/>
          <p:cNvSpPr/>
          <p:nvPr/>
        </p:nvSpPr>
        <p:spPr>
          <a:xfrm>
            <a:off x="75302" y="74294"/>
            <a:ext cx="11984019" cy="2076226"/>
          </a:xfrm>
          <a:prstGeom prst="frame">
            <a:avLst>
              <a:gd name="adj1" fmla="val 3135"/>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solidFill>
                  <a:schemeClr val="tx1"/>
                </a:solidFill>
              </a:rPr>
              <a:t>Subnet Mask </a:t>
            </a:r>
            <a:r>
              <a:rPr lang="en-US" sz="2800" b="1" dirty="0" err="1">
                <a:solidFill>
                  <a:schemeClr val="tx1"/>
                </a:solidFill>
              </a:rPr>
              <a:t>nào</a:t>
            </a:r>
            <a:r>
              <a:rPr lang="en-US" sz="2800" b="1" dirty="0">
                <a:solidFill>
                  <a:schemeClr val="tx1"/>
                </a:solidFill>
              </a:rPr>
              <a:t> </a:t>
            </a:r>
            <a:r>
              <a:rPr lang="en-US" sz="2800" b="1" dirty="0" err="1">
                <a:solidFill>
                  <a:schemeClr val="tx1"/>
                </a:solidFill>
              </a:rPr>
              <a:t>sau</a:t>
            </a:r>
            <a:r>
              <a:rPr lang="en-US" sz="2800" b="1" dirty="0">
                <a:solidFill>
                  <a:schemeClr val="tx1"/>
                </a:solidFill>
              </a:rPr>
              <a:t> </a:t>
            </a:r>
            <a:r>
              <a:rPr lang="en-US" sz="2800" b="1" dirty="0" err="1">
                <a:solidFill>
                  <a:schemeClr val="tx1"/>
                </a:solidFill>
              </a:rPr>
              <a:t>đây</a:t>
            </a:r>
            <a:r>
              <a:rPr lang="en-US" sz="2800" b="1" dirty="0">
                <a:solidFill>
                  <a:schemeClr val="tx1"/>
                </a:solidFill>
              </a:rPr>
              <a:t> </a:t>
            </a:r>
            <a:r>
              <a:rPr lang="en-US" sz="2800" b="1" dirty="0" err="1">
                <a:solidFill>
                  <a:schemeClr val="tx1"/>
                </a:solidFill>
              </a:rPr>
              <a:t>là</a:t>
            </a:r>
            <a:r>
              <a:rPr lang="en-US" sz="2800" b="1" dirty="0">
                <a:solidFill>
                  <a:schemeClr val="tx1"/>
                </a:solidFill>
              </a:rPr>
              <a:t> </a:t>
            </a:r>
            <a:r>
              <a:rPr lang="en-US" sz="2800" b="1" dirty="0" err="1">
                <a:solidFill>
                  <a:schemeClr val="tx1"/>
                </a:solidFill>
              </a:rPr>
              <a:t>hợp</a:t>
            </a:r>
            <a:r>
              <a:rPr lang="en-US" sz="2800" b="1" dirty="0">
                <a:solidFill>
                  <a:schemeClr val="tx1"/>
                </a:solidFill>
              </a:rPr>
              <a:t> </a:t>
            </a:r>
            <a:r>
              <a:rPr lang="en-US" sz="2800" b="1" dirty="0" err="1">
                <a:solidFill>
                  <a:schemeClr val="tx1"/>
                </a:solidFill>
              </a:rPr>
              <a:t>lệ</a:t>
            </a:r>
            <a:r>
              <a:rPr lang="en-US" sz="2800" b="1" dirty="0">
                <a:solidFill>
                  <a:schemeClr val="tx1"/>
                </a:solidFill>
              </a:rPr>
              <a:t>:  </a:t>
            </a:r>
          </a:p>
        </p:txBody>
      </p:sp>
      <p:sp>
        <p:nvSpPr>
          <p:cNvPr id="8" name="Frame 7"/>
          <p:cNvSpPr/>
          <p:nvPr/>
        </p:nvSpPr>
        <p:spPr>
          <a:xfrm>
            <a:off x="75304" y="2506532"/>
            <a:ext cx="11984017" cy="968188"/>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Frame 11"/>
          <p:cNvSpPr/>
          <p:nvPr/>
        </p:nvSpPr>
        <p:spPr>
          <a:xfrm>
            <a:off x="75302" y="3580057"/>
            <a:ext cx="11984017" cy="968188"/>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Frame 12"/>
          <p:cNvSpPr/>
          <p:nvPr/>
        </p:nvSpPr>
        <p:spPr>
          <a:xfrm>
            <a:off x="75302" y="4652402"/>
            <a:ext cx="11984017" cy="968188"/>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Frame 13"/>
          <p:cNvSpPr/>
          <p:nvPr/>
        </p:nvSpPr>
        <p:spPr>
          <a:xfrm>
            <a:off x="75303" y="5749795"/>
            <a:ext cx="11984017" cy="968188"/>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2" name="Oval 21"/>
          <p:cNvSpPr/>
          <p:nvPr/>
        </p:nvSpPr>
        <p:spPr>
          <a:xfrm>
            <a:off x="189602" y="2590928"/>
            <a:ext cx="829575" cy="7993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A</a:t>
            </a:r>
          </a:p>
        </p:txBody>
      </p:sp>
      <p:sp>
        <p:nvSpPr>
          <p:cNvPr id="23" name="Oval 22"/>
          <p:cNvSpPr/>
          <p:nvPr/>
        </p:nvSpPr>
        <p:spPr>
          <a:xfrm>
            <a:off x="189600" y="5834191"/>
            <a:ext cx="829575" cy="7993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D</a:t>
            </a:r>
          </a:p>
        </p:txBody>
      </p:sp>
      <p:sp>
        <p:nvSpPr>
          <p:cNvPr id="24" name="Oval 23"/>
          <p:cNvSpPr/>
          <p:nvPr/>
        </p:nvSpPr>
        <p:spPr>
          <a:xfrm>
            <a:off x="189599" y="4736798"/>
            <a:ext cx="829575" cy="7993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C</a:t>
            </a:r>
          </a:p>
        </p:txBody>
      </p:sp>
      <p:sp>
        <p:nvSpPr>
          <p:cNvPr id="25" name="Oval 24"/>
          <p:cNvSpPr/>
          <p:nvPr/>
        </p:nvSpPr>
        <p:spPr>
          <a:xfrm>
            <a:off x="189599" y="3664453"/>
            <a:ext cx="829575" cy="7993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B</a:t>
            </a:r>
          </a:p>
        </p:txBody>
      </p:sp>
      <p:sp>
        <p:nvSpPr>
          <p:cNvPr id="2" name="TextBox 1"/>
          <p:cNvSpPr txBox="1"/>
          <p:nvPr/>
        </p:nvSpPr>
        <p:spPr>
          <a:xfrm>
            <a:off x="1133471" y="3884631"/>
            <a:ext cx="10572750" cy="369332"/>
          </a:xfrm>
          <a:prstGeom prst="rect">
            <a:avLst/>
          </a:prstGeom>
          <a:noFill/>
        </p:spPr>
        <p:txBody>
          <a:bodyPr wrap="square" rtlCol="0">
            <a:spAutoFit/>
          </a:bodyPr>
          <a:lstStyle/>
          <a:p>
            <a:r>
              <a:rPr lang="en-US" dirty="0"/>
              <a:t>0.0.0.255</a:t>
            </a:r>
          </a:p>
        </p:txBody>
      </p:sp>
      <p:sp>
        <p:nvSpPr>
          <p:cNvPr id="15" name="TextBox 14"/>
          <p:cNvSpPr txBox="1"/>
          <p:nvPr/>
        </p:nvSpPr>
        <p:spPr>
          <a:xfrm>
            <a:off x="1133471" y="2805959"/>
            <a:ext cx="10572750" cy="369332"/>
          </a:xfrm>
          <a:prstGeom prst="rect">
            <a:avLst/>
          </a:prstGeom>
          <a:noFill/>
        </p:spPr>
        <p:txBody>
          <a:bodyPr wrap="square" rtlCol="0">
            <a:spAutoFit/>
          </a:bodyPr>
          <a:lstStyle/>
          <a:p>
            <a:r>
              <a:rPr lang="en-US" dirty="0"/>
              <a:t>0.255.255.255</a:t>
            </a:r>
          </a:p>
        </p:txBody>
      </p:sp>
      <p:sp>
        <p:nvSpPr>
          <p:cNvPr id="16" name="TextBox 15"/>
          <p:cNvSpPr txBox="1"/>
          <p:nvPr/>
        </p:nvSpPr>
        <p:spPr>
          <a:xfrm>
            <a:off x="1133471" y="4951829"/>
            <a:ext cx="10572750" cy="369332"/>
          </a:xfrm>
          <a:prstGeom prst="rect">
            <a:avLst/>
          </a:prstGeom>
          <a:noFill/>
        </p:spPr>
        <p:txBody>
          <a:bodyPr wrap="square" rtlCol="0">
            <a:spAutoFit/>
          </a:bodyPr>
          <a:lstStyle/>
          <a:p>
            <a:r>
              <a:rPr lang="en-US" dirty="0"/>
              <a:t>255.0.0.255</a:t>
            </a:r>
          </a:p>
        </p:txBody>
      </p:sp>
      <p:sp>
        <p:nvSpPr>
          <p:cNvPr id="17" name="TextBox 16"/>
          <p:cNvSpPr txBox="1"/>
          <p:nvPr/>
        </p:nvSpPr>
        <p:spPr>
          <a:xfrm>
            <a:off x="1133471" y="6068101"/>
            <a:ext cx="10572750" cy="369332"/>
          </a:xfrm>
          <a:prstGeom prst="rect">
            <a:avLst/>
          </a:prstGeom>
          <a:noFill/>
        </p:spPr>
        <p:txBody>
          <a:bodyPr wrap="square" rtlCol="0">
            <a:spAutoFit/>
          </a:bodyPr>
          <a:lstStyle/>
          <a:p>
            <a:r>
              <a:rPr lang="en-US" dirty="0"/>
              <a:t>255.255.255.0</a:t>
            </a:r>
          </a:p>
        </p:txBody>
      </p:sp>
      <p:sp>
        <p:nvSpPr>
          <p:cNvPr id="6" name="Tiêu đề 5">
            <a:extLst>
              <a:ext uri="{FF2B5EF4-FFF2-40B4-BE49-F238E27FC236}">
                <a16:creationId xmlns:a16="http://schemas.microsoft.com/office/drawing/2014/main" id="{154D4D2C-8F50-4095-82E9-AD60D6D7644A}"/>
              </a:ext>
            </a:extLst>
          </p:cNvPr>
          <p:cNvSpPr>
            <a:spLocks noGrp="1"/>
          </p:cNvSpPr>
          <p:nvPr>
            <p:ph type="ctrTitle"/>
          </p:nvPr>
        </p:nvSpPr>
        <p:spPr/>
        <p:txBody>
          <a:bodyPr/>
          <a:lstStyle/>
          <a:p>
            <a:endParaRPr lang="en-US"/>
          </a:p>
        </p:txBody>
      </p:sp>
      <p:sp>
        <p:nvSpPr>
          <p:cNvPr id="7" name="Tiêu đề phụ 6">
            <a:extLst>
              <a:ext uri="{FF2B5EF4-FFF2-40B4-BE49-F238E27FC236}">
                <a16:creationId xmlns:a16="http://schemas.microsoft.com/office/drawing/2014/main" id="{49C03466-B986-46A5-91BE-6E3C6DBE24FD}"/>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7147066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trips(downLeft)">
                                      <p:cBhvr>
                                        <p:cTn id="7" dur="500"/>
                                        <p:tgtEl>
                                          <p:spTgt spid="4"/>
                                        </p:tgtEl>
                                      </p:cBhvr>
                                    </p:animEffect>
                                  </p:childTnLst>
                                </p:cTn>
                              </p:par>
                              <p:par>
                                <p:cTn id="8" presetID="18" presetClass="entr" presetSubtype="12"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strips(downLeft)">
                                      <p:cBhvr>
                                        <p:cTn id="10" dur="500"/>
                                        <p:tgtEl>
                                          <p:spTgt spid="8"/>
                                        </p:tgtEl>
                                      </p:cBhvr>
                                    </p:animEffect>
                                  </p:childTnLst>
                                </p:cTn>
                              </p:par>
                              <p:par>
                                <p:cTn id="11" presetID="18" presetClass="entr" presetSubtype="12"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strips(downLeft)">
                                      <p:cBhvr>
                                        <p:cTn id="13" dur="500"/>
                                        <p:tgtEl>
                                          <p:spTgt spid="12"/>
                                        </p:tgtEl>
                                      </p:cBhvr>
                                    </p:animEffect>
                                  </p:childTnLst>
                                </p:cTn>
                              </p:par>
                              <p:par>
                                <p:cTn id="14" presetID="18" presetClass="entr" presetSubtype="12"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strips(downLeft)">
                                      <p:cBhvr>
                                        <p:cTn id="16" dur="500"/>
                                        <p:tgtEl>
                                          <p:spTgt spid="13"/>
                                        </p:tgtEl>
                                      </p:cBhvr>
                                    </p:animEffect>
                                  </p:childTnLst>
                                </p:cTn>
                              </p:par>
                              <p:par>
                                <p:cTn id="17" presetID="18" presetClass="entr" presetSubtype="12"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strips(downLeft)">
                                      <p:cBhvr>
                                        <p:cTn id="19" dur="500"/>
                                        <p:tgtEl>
                                          <p:spTgt spid="14"/>
                                        </p:tgtEl>
                                      </p:cBhvr>
                                    </p:animEffect>
                                  </p:childTnLst>
                                </p:cTn>
                              </p:par>
                              <p:par>
                                <p:cTn id="20" presetID="18" presetClass="entr" presetSubtype="12" fill="hold" grpId="0" nodeType="with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strips(downLeft)">
                                      <p:cBhvr>
                                        <p:cTn id="22" dur="500"/>
                                        <p:tgtEl>
                                          <p:spTgt spid="23"/>
                                        </p:tgtEl>
                                      </p:cBhvr>
                                    </p:animEffect>
                                  </p:childTnLst>
                                </p:cTn>
                              </p:par>
                              <p:par>
                                <p:cTn id="23" presetID="18" presetClass="entr" presetSubtype="12"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strips(downLeft)">
                                      <p:cBhvr>
                                        <p:cTn id="25" dur="500"/>
                                        <p:tgtEl>
                                          <p:spTgt spid="24"/>
                                        </p:tgtEl>
                                      </p:cBhvr>
                                    </p:animEffect>
                                  </p:childTnLst>
                                </p:cTn>
                              </p:par>
                              <p:par>
                                <p:cTn id="26" presetID="18" presetClass="entr" presetSubtype="12" fill="hold" grpId="0" nodeType="with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strips(downLeft)">
                                      <p:cBhvr>
                                        <p:cTn id="28" dur="500"/>
                                        <p:tgtEl>
                                          <p:spTgt spid="25"/>
                                        </p:tgtEl>
                                      </p:cBhvr>
                                    </p:animEffect>
                                  </p:childTnLst>
                                </p:cTn>
                              </p:par>
                              <p:par>
                                <p:cTn id="29" presetID="18" presetClass="entr" presetSubtype="12" fill="hold" grpId="0" nodeType="with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strips(downLeft)">
                                      <p:cBhvr>
                                        <p:cTn id="31" dur="500"/>
                                        <p:tgtEl>
                                          <p:spTgt spid="22"/>
                                        </p:tgtEl>
                                      </p:cBhvr>
                                    </p:animEffect>
                                  </p:childTnLst>
                                </p:cTn>
                              </p:par>
                              <p:par>
                                <p:cTn id="32" presetID="18" presetClass="entr" presetSubtype="12"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strips(downLeft)">
                                      <p:cBhvr>
                                        <p:cTn id="34" dur="500"/>
                                        <p:tgtEl>
                                          <p:spTgt spid="15"/>
                                        </p:tgtEl>
                                      </p:cBhvr>
                                    </p:animEffect>
                                  </p:childTnLst>
                                </p:cTn>
                              </p:par>
                              <p:par>
                                <p:cTn id="35" presetID="18" presetClass="entr" presetSubtype="12" fill="hold" grpId="0" nodeType="with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strips(downLeft)">
                                      <p:cBhvr>
                                        <p:cTn id="37" dur="500"/>
                                        <p:tgtEl>
                                          <p:spTgt spid="2"/>
                                        </p:tgtEl>
                                      </p:cBhvr>
                                    </p:animEffect>
                                  </p:childTnLst>
                                </p:cTn>
                              </p:par>
                              <p:par>
                                <p:cTn id="38" presetID="18" presetClass="entr" presetSubtype="12" fill="hold" grpId="0" nodeType="with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strips(downLeft)">
                                      <p:cBhvr>
                                        <p:cTn id="40" dur="500"/>
                                        <p:tgtEl>
                                          <p:spTgt spid="16"/>
                                        </p:tgtEl>
                                      </p:cBhvr>
                                    </p:animEffect>
                                  </p:childTnLst>
                                </p:cTn>
                              </p:par>
                              <p:par>
                                <p:cTn id="41" presetID="18" presetClass="entr" presetSubtype="12" fill="hold" grpId="0" nodeType="withEffect">
                                  <p:stCondLst>
                                    <p:cond delay="0"/>
                                  </p:stCondLst>
                                  <p:iterate type="lt">
                                    <p:tmPct val="0"/>
                                  </p:iterate>
                                  <p:childTnLst>
                                    <p:set>
                                      <p:cBhvr>
                                        <p:cTn id="42" dur="1" fill="hold">
                                          <p:stCondLst>
                                            <p:cond delay="0"/>
                                          </p:stCondLst>
                                        </p:cTn>
                                        <p:tgtEl>
                                          <p:spTgt spid="17"/>
                                        </p:tgtEl>
                                        <p:attrNameLst>
                                          <p:attrName>style.visibility</p:attrName>
                                        </p:attrNameLst>
                                      </p:cBhvr>
                                      <p:to>
                                        <p:strVal val="visible"/>
                                      </p:to>
                                    </p:set>
                                    <p:animEffect transition="in" filter="strips(downLeft)">
                                      <p:cBhvr>
                                        <p:cTn id="43" dur="500"/>
                                        <p:tgtEl>
                                          <p:spTgt spid="17"/>
                                        </p:tgtEl>
                                      </p:cBhvr>
                                    </p:animEffect>
                                  </p:childTnLst>
                                </p:cTn>
                              </p:par>
                            </p:childTnLst>
                          </p:cTn>
                        </p:par>
                      </p:childTnLst>
                    </p:cTn>
                  </p:par>
                  <p:par>
                    <p:cTn id="44" fill="hold">
                      <p:stCondLst>
                        <p:cond delay="indefinite"/>
                      </p:stCondLst>
                      <p:childTnLst>
                        <p:par>
                          <p:cTn id="45" fill="hold">
                            <p:stCondLst>
                              <p:cond delay="0"/>
                            </p:stCondLst>
                            <p:childTnLst>
                              <p:par>
                                <p:cTn id="46" presetID="1" presetClass="emph" presetSubtype="2" fill="hold" nodeType="clickEffect">
                                  <p:stCondLst>
                                    <p:cond delay="0"/>
                                  </p:stCondLst>
                                  <p:childTnLst>
                                    <p:animClr clrSpc="rgb" dir="cw">
                                      <p:cBhvr>
                                        <p:cTn id="47" dur="2000" fill="hold"/>
                                        <p:tgtEl>
                                          <p:spTgt spid="14"/>
                                        </p:tgtEl>
                                        <p:attrNameLst>
                                          <p:attrName>fillcolor</p:attrName>
                                        </p:attrNameLst>
                                      </p:cBhvr>
                                      <p:to>
                                        <a:schemeClr val="accent2"/>
                                      </p:to>
                                    </p:animClr>
                                    <p:set>
                                      <p:cBhvr>
                                        <p:cTn id="48" dur="2000" fill="hold"/>
                                        <p:tgtEl>
                                          <p:spTgt spid="14"/>
                                        </p:tgtEl>
                                        <p:attrNameLst>
                                          <p:attrName>fill.type</p:attrName>
                                        </p:attrNameLst>
                                      </p:cBhvr>
                                      <p:to>
                                        <p:strVal val="solid"/>
                                      </p:to>
                                    </p:set>
                                    <p:set>
                                      <p:cBhvr>
                                        <p:cTn id="49" dur="2000" fill="hold"/>
                                        <p:tgtEl>
                                          <p:spTgt spid="14"/>
                                        </p:tgtEl>
                                        <p:attrNameLst>
                                          <p:attrName>fill.on</p:attrName>
                                        </p:attrNameLst>
                                      </p:cBhvr>
                                      <p:to>
                                        <p:strVal val="true"/>
                                      </p:to>
                                    </p:set>
                                  </p:childTnLst>
                                </p:cTn>
                              </p:par>
                              <p:par>
                                <p:cTn id="50" presetID="1" presetClass="emph" presetSubtype="2" fill="hold" nodeType="withEffect">
                                  <p:stCondLst>
                                    <p:cond delay="0"/>
                                  </p:stCondLst>
                                  <p:childTnLst>
                                    <p:animClr clrSpc="rgb" dir="cw">
                                      <p:cBhvr>
                                        <p:cTn id="51" dur="2000" fill="hold"/>
                                        <p:tgtEl>
                                          <p:spTgt spid="23"/>
                                        </p:tgtEl>
                                        <p:attrNameLst>
                                          <p:attrName>fillcolor</p:attrName>
                                        </p:attrNameLst>
                                      </p:cBhvr>
                                      <p:to>
                                        <a:schemeClr val="accent2"/>
                                      </p:to>
                                    </p:animClr>
                                    <p:set>
                                      <p:cBhvr>
                                        <p:cTn id="52" dur="2000" fill="hold"/>
                                        <p:tgtEl>
                                          <p:spTgt spid="23"/>
                                        </p:tgtEl>
                                        <p:attrNameLst>
                                          <p:attrName>fill.type</p:attrName>
                                        </p:attrNameLst>
                                      </p:cBhvr>
                                      <p:to>
                                        <p:strVal val="solid"/>
                                      </p:to>
                                    </p:set>
                                    <p:set>
                                      <p:cBhvr>
                                        <p:cTn id="53" dur="2000" fill="hold"/>
                                        <p:tgtEl>
                                          <p:spTgt spid="23"/>
                                        </p:tgtEl>
                                        <p:attrNameLst>
                                          <p:attrName>fill.on</p:attrName>
                                        </p:attrNameLst>
                                      </p:cBhvr>
                                      <p:to>
                                        <p:strVal val="true"/>
                                      </p:to>
                                    </p:set>
                                  </p:childTnLst>
                                </p:cTn>
                              </p:par>
                              <p:par>
                                <p:cTn id="54" presetID="36" presetClass="emph" presetSubtype="0" fill="hold" grpId="1" nodeType="withEffect">
                                  <p:stCondLst>
                                    <p:cond delay="0"/>
                                  </p:stCondLst>
                                  <p:iterate type="lt">
                                    <p:tmPct val="10000"/>
                                  </p:iterate>
                                  <p:childTnLst>
                                    <p:animScale>
                                      <p:cBhvr>
                                        <p:cTn id="55" dur="250" autoRev="1" fill="hold">
                                          <p:stCondLst>
                                            <p:cond delay="0"/>
                                          </p:stCondLst>
                                        </p:cTn>
                                        <p:tgtEl>
                                          <p:spTgt spid="17"/>
                                        </p:tgtEl>
                                      </p:cBhvr>
                                      <p:to x="80000" y="100000"/>
                                    </p:animScale>
                                    <p:anim by="(#ppt_w*0.10)" calcmode="lin" valueType="num">
                                      <p:cBhvr>
                                        <p:cTn id="56" dur="250" autoRev="1" fill="hold">
                                          <p:stCondLst>
                                            <p:cond delay="0"/>
                                          </p:stCondLst>
                                        </p:cTn>
                                        <p:tgtEl>
                                          <p:spTgt spid="17"/>
                                        </p:tgtEl>
                                        <p:attrNameLst>
                                          <p:attrName>ppt_x</p:attrName>
                                        </p:attrNameLst>
                                      </p:cBhvr>
                                    </p:anim>
                                    <p:anim by="(-#ppt_w*0.10)" calcmode="lin" valueType="num">
                                      <p:cBhvr>
                                        <p:cTn id="57" dur="250" autoRev="1" fill="hold">
                                          <p:stCondLst>
                                            <p:cond delay="0"/>
                                          </p:stCondLst>
                                        </p:cTn>
                                        <p:tgtEl>
                                          <p:spTgt spid="17"/>
                                        </p:tgtEl>
                                        <p:attrNameLst>
                                          <p:attrName>ppt_y</p:attrName>
                                        </p:attrNameLst>
                                      </p:cBhvr>
                                    </p:anim>
                                    <p:animRot by="-480000">
                                      <p:cBhvr>
                                        <p:cTn id="58" dur="250" autoRev="1" fill="hold">
                                          <p:stCondLst>
                                            <p:cond delay="0"/>
                                          </p:stCondLst>
                                        </p:cTn>
                                        <p:tgtEl>
                                          <p:spTgt spid="17"/>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P spid="12" grpId="0" animBg="1"/>
      <p:bldP spid="13" grpId="0" animBg="1"/>
      <p:bldP spid="14" grpId="0" animBg="1"/>
      <p:bldP spid="22" grpId="0" animBg="1"/>
      <p:bldP spid="23" grpId="0" animBg="1"/>
      <p:bldP spid="24" grpId="0" animBg="1"/>
      <p:bldP spid="25" grpId="0" animBg="1"/>
      <p:bldP spid="2" grpId="0"/>
      <p:bldP spid="15" grpId="0"/>
      <p:bldP spid="16" grpId="0"/>
      <p:bldP spid="17" grpId="0"/>
      <p:bldP spid="17" grpId="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Footer Placeholder 4">
            <a:extLst>
              <a:ext uri="{FF2B5EF4-FFF2-40B4-BE49-F238E27FC236}">
                <a16:creationId xmlns:a16="http://schemas.microsoft.com/office/drawing/2014/main" id="{E9837A91-41CF-4E1C-9C46-5B3728C83FB5}"/>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Tầng Network</a:t>
            </a:r>
          </a:p>
        </p:txBody>
      </p:sp>
      <p:sp>
        <p:nvSpPr>
          <p:cNvPr id="45059" name="Slide Number Placeholder 5">
            <a:extLst>
              <a:ext uri="{FF2B5EF4-FFF2-40B4-BE49-F238E27FC236}">
                <a16:creationId xmlns:a16="http://schemas.microsoft.com/office/drawing/2014/main" id="{1B5442F2-099D-47EF-9C8D-7E9E71F277D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4-</a:t>
            </a:r>
            <a:fld id="{82E5BEAA-FE7F-4D17-8EB0-A5E19BC70ADF}" type="slidenum">
              <a:rPr lang="en-US" altLang="en-US">
                <a:latin typeface="Tahoma" panose="020B0604030504040204" pitchFamily="34" charset="0"/>
              </a:rPr>
              <a:pPr/>
              <a:t>45</a:t>
            </a:fld>
            <a:endParaRPr lang="en-US" altLang="en-US">
              <a:latin typeface="Tahoma" panose="020B0604030504040204" pitchFamily="34" charset="0"/>
            </a:endParaRPr>
          </a:p>
        </p:txBody>
      </p:sp>
      <p:pic>
        <p:nvPicPr>
          <p:cNvPr id="45060" name="Picture 13" descr="underline_base">
            <a:extLst>
              <a:ext uri="{FF2B5EF4-FFF2-40B4-BE49-F238E27FC236}">
                <a16:creationId xmlns:a16="http://schemas.microsoft.com/office/drawing/2014/main" id="{79A2E998-D49D-4B33-AE6D-AF55F68F8421}"/>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5338" y="873125"/>
            <a:ext cx="5027612"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3" name="Rectangle 2">
            <a:extLst>
              <a:ext uri="{FF2B5EF4-FFF2-40B4-BE49-F238E27FC236}">
                <a16:creationId xmlns:a16="http://schemas.microsoft.com/office/drawing/2014/main" id="{62FF062F-39F3-41C0-BD6E-A1C021190E70}"/>
              </a:ext>
            </a:extLst>
          </p:cNvPr>
          <p:cNvSpPr>
            <a:spLocks noGrp="1" noChangeArrowheads="1"/>
          </p:cNvSpPr>
          <p:nvPr>
            <p:ph type="title"/>
          </p:nvPr>
        </p:nvSpPr>
        <p:spPr>
          <a:xfrm>
            <a:off x="2024063" y="195263"/>
            <a:ext cx="7772400" cy="850900"/>
          </a:xfrm>
        </p:spPr>
        <p:txBody>
          <a:bodyPr/>
          <a:lstStyle/>
          <a:p>
            <a:pPr>
              <a:defRPr/>
            </a:pPr>
            <a:r>
              <a:rPr lang="en-US" dirty="0" err="1">
                <a:cs typeface="+mj-cs"/>
              </a:rPr>
              <a:t>Định</a:t>
            </a:r>
            <a:r>
              <a:rPr lang="en-US" dirty="0">
                <a:cs typeface="+mj-cs"/>
              </a:rPr>
              <a:t> </a:t>
            </a:r>
            <a:r>
              <a:rPr lang="en-US" dirty="0" err="1">
                <a:cs typeface="+mj-cs"/>
              </a:rPr>
              <a:t>địa</a:t>
            </a:r>
            <a:r>
              <a:rPr lang="en-US" dirty="0">
                <a:cs typeface="+mj-cs"/>
              </a:rPr>
              <a:t> </a:t>
            </a:r>
            <a:r>
              <a:rPr lang="en-US" dirty="0" err="1">
                <a:cs typeface="+mj-cs"/>
              </a:rPr>
              <a:t>chỉ</a:t>
            </a:r>
            <a:r>
              <a:rPr lang="en-US" dirty="0">
                <a:cs typeface="+mj-cs"/>
              </a:rPr>
              <a:t> IP: CIDR</a:t>
            </a:r>
          </a:p>
        </p:txBody>
      </p:sp>
      <p:sp>
        <p:nvSpPr>
          <p:cNvPr id="43014" name="Rectangle 3">
            <a:extLst>
              <a:ext uri="{FF2B5EF4-FFF2-40B4-BE49-F238E27FC236}">
                <a16:creationId xmlns:a16="http://schemas.microsoft.com/office/drawing/2014/main" id="{8950AF6C-A3A8-46CF-8A7A-BC56B4CF9E2B}"/>
              </a:ext>
            </a:extLst>
          </p:cNvPr>
          <p:cNvSpPr>
            <a:spLocks noGrp="1" noChangeArrowheads="1"/>
          </p:cNvSpPr>
          <p:nvPr>
            <p:ph type="body" idx="1"/>
          </p:nvPr>
        </p:nvSpPr>
        <p:spPr>
          <a:xfrm>
            <a:off x="1840706" y="434182"/>
            <a:ext cx="8107363" cy="3171825"/>
          </a:xfrm>
        </p:spPr>
        <p:txBody>
          <a:bodyPr/>
          <a:lstStyle/>
          <a:p>
            <a:pPr>
              <a:buFont typeface="Wingdings" charset="0"/>
              <a:buNone/>
              <a:defRPr/>
            </a:pPr>
            <a:r>
              <a:rPr lang="en-US" sz="3200" dirty="0">
                <a:solidFill>
                  <a:srgbClr val="CC0000"/>
                </a:solidFill>
                <a:latin typeface="Comic Sans MS" pitchFamily="66" charset="0"/>
              </a:rPr>
              <a:t>CIDR:</a:t>
            </a:r>
            <a:r>
              <a:rPr lang="en-US" sz="3200" dirty="0">
                <a:latin typeface="Comic Sans MS" pitchFamily="66" charset="0"/>
              </a:rPr>
              <a:t> </a:t>
            </a:r>
            <a:r>
              <a:rPr lang="en-US" sz="3200" dirty="0">
                <a:solidFill>
                  <a:srgbClr val="CC0000"/>
                </a:solidFill>
                <a:latin typeface="Comic Sans MS" pitchFamily="66" charset="0"/>
              </a:rPr>
              <a:t>C</a:t>
            </a:r>
            <a:r>
              <a:rPr lang="en-US" sz="3200" dirty="0">
                <a:latin typeface="Comic Sans MS" pitchFamily="66" charset="0"/>
              </a:rPr>
              <a:t>lassless </a:t>
            </a:r>
            <a:r>
              <a:rPr lang="en-US" sz="3200" dirty="0" err="1">
                <a:solidFill>
                  <a:srgbClr val="CC0000"/>
                </a:solidFill>
                <a:latin typeface="Comic Sans MS" pitchFamily="66" charset="0"/>
              </a:rPr>
              <a:t>I</a:t>
            </a:r>
            <a:r>
              <a:rPr lang="en-US" sz="3200" dirty="0" err="1">
                <a:latin typeface="Comic Sans MS" pitchFamily="66" charset="0"/>
              </a:rPr>
              <a:t>nter</a:t>
            </a:r>
            <a:r>
              <a:rPr lang="en-US" sz="3200" dirty="0" err="1">
                <a:solidFill>
                  <a:srgbClr val="CC0000"/>
                </a:solidFill>
                <a:latin typeface="Comic Sans MS" pitchFamily="66" charset="0"/>
              </a:rPr>
              <a:t>D</a:t>
            </a:r>
            <a:r>
              <a:rPr lang="en-US" sz="3200" dirty="0" err="1">
                <a:latin typeface="Comic Sans MS" pitchFamily="66" charset="0"/>
              </a:rPr>
              <a:t>omain</a:t>
            </a:r>
            <a:r>
              <a:rPr lang="en-US" sz="3200" dirty="0">
                <a:latin typeface="Comic Sans MS" pitchFamily="66" charset="0"/>
              </a:rPr>
              <a:t> </a:t>
            </a:r>
            <a:r>
              <a:rPr lang="en-US" sz="3200" dirty="0">
                <a:solidFill>
                  <a:srgbClr val="CC0000"/>
                </a:solidFill>
                <a:latin typeface="Comic Sans MS" pitchFamily="66" charset="0"/>
              </a:rPr>
              <a:t>R</a:t>
            </a:r>
            <a:r>
              <a:rPr lang="en-US" sz="3200" dirty="0">
                <a:latin typeface="Comic Sans MS" pitchFamily="66" charset="0"/>
              </a:rPr>
              <a:t>outing</a:t>
            </a:r>
          </a:p>
          <a:p>
            <a:pPr lvl="1">
              <a:buFont typeface="Wingdings" charset="0"/>
              <a:buChar char="§"/>
              <a:defRPr/>
            </a:pPr>
            <a:r>
              <a:rPr lang="en-US" sz="2800" dirty="0" err="1">
                <a:latin typeface="Comic Sans MS" pitchFamily="66" charset="0"/>
              </a:rPr>
              <a:t>Phần</a:t>
            </a:r>
            <a:r>
              <a:rPr lang="en-US" sz="2800" dirty="0">
                <a:latin typeface="Comic Sans MS" pitchFamily="66" charset="0"/>
              </a:rPr>
              <a:t> subnet </a:t>
            </a:r>
            <a:r>
              <a:rPr lang="en-US" sz="2800" dirty="0" err="1">
                <a:latin typeface="Comic Sans MS" pitchFamily="66" charset="0"/>
              </a:rPr>
              <a:t>của</a:t>
            </a:r>
            <a:r>
              <a:rPr lang="en-US" sz="2800" dirty="0">
                <a:latin typeface="Comic Sans MS" pitchFamily="66" charset="0"/>
              </a:rPr>
              <a:t> </a:t>
            </a:r>
            <a:r>
              <a:rPr lang="en-US" sz="2800" dirty="0" err="1">
                <a:latin typeface="Comic Sans MS" pitchFamily="66" charset="0"/>
              </a:rPr>
              <a:t>địa</a:t>
            </a:r>
            <a:r>
              <a:rPr lang="en-US" sz="2800" dirty="0">
                <a:latin typeface="Comic Sans MS" pitchFamily="66" charset="0"/>
              </a:rPr>
              <a:t> </a:t>
            </a:r>
            <a:r>
              <a:rPr lang="en-US" sz="2800" dirty="0" err="1">
                <a:latin typeface="Comic Sans MS" pitchFamily="66" charset="0"/>
              </a:rPr>
              <a:t>chỉ</a:t>
            </a:r>
            <a:r>
              <a:rPr lang="en-US" sz="2800" dirty="0">
                <a:latin typeface="Comic Sans MS" pitchFamily="66" charset="0"/>
              </a:rPr>
              <a:t> </a:t>
            </a:r>
            <a:r>
              <a:rPr lang="en-US" sz="2800" dirty="0" err="1">
                <a:latin typeface="Comic Sans MS" pitchFamily="66" charset="0"/>
              </a:rPr>
              <a:t>có</a:t>
            </a:r>
            <a:r>
              <a:rPr lang="en-US" sz="2800" dirty="0">
                <a:latin typeface="Comic Sans MS" pitchFamily="66" charset="0"/>
              </a:rPr>
              <a:t> </a:t>
            </a:r>
            <a:r>
              <a:rPr lang="en-US" sz="2800" dirty="0" err="1">
                <a:latin typeface="Comic Sans MS" pitchFamily="66" charset="0"/>
              </a:rPr>
              <a:t>độ</a:t>
            </a:r>
            <a:r>
              <a:rPr lang="en-US" sz="2800" dirty="0">
                <a:latin typeface="Comic Sans MS" pitchFamily="66" charset="0"/>
              </a:rPr>
              <a:t> </a:t>
            </a:r>
            <a:r>
              <a:rPr lang="en-US" sz="2800" dirty="0" err="1">
                <a:latin typeface="Comic Sans MS" pitchFamily="66" charset="0"/>
              </a:rPr>
              <a:t>dài</a:t>
            </a:r>
            <a:r>
              <a:rPr lang="en-US" sz="2800" dirty="0">
                <a:latin typeface="Comic Sans MS" pitchFamily="66" charset="0"/>
              </a:rPr>
              <a:t> </a:t>
            </a:r>
            <a:r>
              <a:rPr lang="en-US" sz="2800" dirty="0" err="1">
                <a:latin typeface="Comic Sans MS" pitchFamily="66" charset="0"/>
              </a:rPr>
              <a:t>bất</a:t>
            </a:r>
            <a:r>
              <a:rPr lang="en-US" sz="2800" dirty="0">
                <a:latin typeface="Comic Sans MS" pitchFamily="66" charset="0"/>
              </a:rPr>
              <a:t> </a:t>
            </a:r>
            <a:r>
              <a:rPr lang="en-US" sz="2800" dirty="0" err="1">
                <a:latin typeface="Comic Sans MS" pitchFamily="66" charset="0"/>
              </a:rPr>
              <a:t>kỳ</a:t>
            </a:r>
            <a:endParaRPr lang="en-US" sz="2800" dirty="0">
              <a:latin typeface="Comic Sans MS" pitchFamily="66" charset="0"/>
            </a:endParaRPr>
          </a:p>
          <a:p>
            <a:pPr lvl="1">
              <a:buFont typeface="Wingdings" charset="0"/>
              <a:buChar char="§"/>
              <a:defRPr/>
            </a:pPr>
            <a:r>
              <a:rPr lang="en-US" sz="2800" dirty="0" err="1">
                <a:latin typeface="Comic Sans MS" pitchFamily="66" charset="0"/>
              </a:rPr>
              <a:t>Định</a:t>
            </a:r>
            <a:r>
              <a:rPr lang="en-US" sz="2800" dirty="0">
                <a:latin typeface="Comic Sans MS" pitchFamily="66" charset="0"/>
              </a:rPr>
              <a:t> </a:t>
            </a:r>
            <a:r>
              <a:rPr lang="en-US" sz="2800" dirty="0" err="1">
                <a:latin typeface="Comic Sans MS" pitchFamily="66" charset="0"/>
              </a:rPr>
              <a:t>dạng</a:t>
            </a:r>
            <a:r>
              <a:rPr lang="en-US" sz="2800" dirty="0">
                <a:latin typeface="Comic Sans MS" pitchFamily="66" charset="0"/>
              </a:rPr>
              <a:t> </a:t>
            </a:r>
            <a:r>
              <a:rPr lang="en-US" sz="2800" dirty="0" err="1">
                <a:latin typeface="Comic Sans MS" pitchFamily="66" charset="0"/>
              </a:rPr>
              <a:t>địa</a:t>
            </a:r>
            <a:r>
              <a:rPr lang="en-US" sz="2800" dirty="0">
                <a:latin typeface="Comic Sans MS" pitchFamily="66" charset="0"/>
              </a:rPr>
              <a:t> </a:t>
            </a:r>
            <a:r>
              <a:rPr lang="en-US" sz="2800" dirty="0" err="1">
                <a:latin typeface="Comic Sans MS" pitchFamily="66" charset="0"/>
              </a:rPr>
              <a:t>chỉ</a:t>
            </a:r>
            <a:r>
              <a:rPr lang="en-US" sz="2800" dirty="0">
                <a:latin typeface="Comic Sans MS" pitchFamily="66" charset="0"/>
              </a:rPr>
              <a:t>: </a:t>
            </a:r>
            <a:r>
              <a:rPr lang="en-US" sz="2800" dirty="0" err="1">
                <a:solidFill>
                  <a:srgbClr val="CC0000"/>
                </a:solidFill>
                <a:latin typeface="Comic Sans MS" pitchFamily="66" charset="0"/>
              </a:rPr>
              <a:t>a.b.c.d</a:t>
            </a:r>
            <a:r>
              <a:rPr lang="en-US" sz="2800" dirty="0">
                <a:solidFill>
                  <a:srgbClr val="CC0000"/>
                </a:solidFill>
                <a:latin typeface="Comic Sans MS" pitchFamily="66" charset="0"/>
              </a:rPr>
              <a:t>/x</a:t>
            </a:r>
            <a:r>
              <a:rPr lang="en-US" sz="2800" dirty="0">
                <a:latin typeface="Comic Sans MS" pitchFamily="66" charset="0"/>
              </a:rPr>
              <a:t>, </a:t>
            </a:r>
            <a:r>
              <a:rPr lang="en-US" sz="2800" dirty="0" err="1">
                <a:latin typeface="Comic Sans MS" pitchFamily="66" charset="0"/>
              </a:rPr>
              <a:t>trong</a:t>
            </a:r>
            <a:r>
              <a:rPr lang="en-US" sz="2800" dirty="0">
                <a:latin typeface="Comic Sans MS" pitchFamily="66" charset="0"/>
              </a:rPr>
              <a:t> </a:t>
            </a:r>
            <a:r>
              <a:rPr lang="en-US" sz="2800" dirty="0" err="1">
                <a:latin typeface="Comic Sans MS" pitchFamily="66" charset="0"/>
              </a:rPr>
              <a:t>đó</a:t>
            </a:r>
            <a:r>
              <a:rPr lang="en-US" sz="2800" dirty="0">
                <a:latin typeface="Comic Sans MS" pitchFamily="66" charset="0"/>
              </a:rPr>
              <a:t> x </a:t>
            </a:r>
            <a:r>
              <a:rPr lang="en-US" sz="2800" dirty="0" err="1">
                <a:latin typeface="Comic Sans MS" pitchFamily="66" charset="0"/>
              </a:rPr>
              <a:t>là</a:t>
            </a:r>
            <a:r>
              <a:rPr lang="en-US" sz="2800" dirty="0">
                <a:latin typeface="Comic Sans MS" pitchFamily="66" charset="0"/>
              </a:rPr>
              <a:t> </a:t>
            </a:r>
            <a:r>
              <a:rPr lang="en-US" sz="2800" dirty="0" err="1">
                <a:latin typeface="Comic Sans MS" pitchFamily="66" charset="0"/>
              </a:rPr>
              <a:t>số</a:t>
            </a:r>
            <a:r>
              <a:rPr lang="en-US" sz="2800" dirty="0">
                <a:latin typeface="Comic Sans MS" pitchFamily="66" charset="0"/>
              </a:rPr>
              <a:t> </a:t>
            </a:r>
            <a:r>
              <a:rPr lang="en-US" sz="2800" dirty="0" err="1">
                <a:latin typeface="Comic Sans MS" pitchFamily="66" charset="0"/>
              </a:rPr>
              <a:t>các</a:t>
            </a:r>
            <a:r>
              <a:rPr lang="en-US" sz="2800" dirty="0">
                <a:latin typeface="Comic Sans MS" pitchFamily="66" charset="0"/>
              </a:rPr>
              <a:t> bits </a:t>
            </a:r>
            <a:r>
              <a:rPr lang="en-US" sz="2800" dirty="0" err="1">
                <a:latin typeface="Comic Sans MS" pitchFamily="66" charset="0"/>
              </a:rPr>
              <a:t>trong</a:t>
            </a:r>
            <a:r>
              <a:rPr lang="en-US" sz="2800" dirty="0">
                <a:latin typeface="Comic Sans MS" pitchFamily="66" charset="0"/>
              </a:rPr>
              <a:t> </a:t>
            </a:r>
            <a:r>
              <a:rPr lang="en-US" sz="2800" dirty="0" err="1">
                <a:latin typeface="Comic Sans MS" pitchFamily="66" charset="0"/>
              </a:rPr>
              <a:t>phần</a:t>
            </a:r>
            <a:r>
              <a:rPr lang="en-US" sz="2800" dirty="0">
                <a:latin typeface="Comic Sans MS" pitchFamily="66" charset="0"/>
              </a:rPr>
              <a:t> subnet </a:t>
            </a:r>
            <a:r>
              <a:rPr lang="en-US" sz="2800" dirty="0" err="1">
                <a:latin typeface="Comic Sans MS" pitchFamily="66" charset="0"/>
              </a:rPr>
              <a:t>của</a:t>
            </a:r>
            <a:r>
              <a:rPr lang="en-US" sz="2800" dirty="0">
                <a:latin typeface="Comic Sans MS" pitchFamily="66" charset="0"/>
              </a:rPr>
              <a:t> </a:t>
            </a:r>
            <a:r>
              <a:rPr lang="en-US" sz="2800" dirty="0" err="1">
                <a:latin typeface="Comic Sans MS" pitchFamily="66" charset="0"/>
              </a:rPr>
              <a:t>địa</a:t>
            </a:r>
            <a:r>
              <a:rPr lang="en-US" sz="2800" dirty="0">
                <a:latin typeface="Comic Sans MS" pitchFamily="66" charset="0"/>
              </a:rPr>
              <a:t> </a:t>
            </a:r>
            <a:r>
              <a:rPr lang="en-US" sz="2800" dirty="0" err="1">
                <a:latin typeface="Comic Sans MS" pitchFamily="66" charset="0"/>
              </a:rPr>
              <a:t>chỉ</a:t>
            </a:r>
            <a:endParaRPr lang="en-US" sz="2800" dirty="0">
              <a:latin typeface="Comic Sans MS" pitchFamily="66" charset="0"/>
            </a:endParaRPr>
          </a:p>
        </p:txBody>
      </p:sp>
      <p:sp>
        <p:nvSpPr>
          <p:cNvPr id="45063" name="Text Box 5">
            <a:extLst>
              <a:ext uri="{FF2B5EF4-FFF2-40B4-BE49-F238E27FC236}">
                <a16:creationId xmlns:a16="http://schemas.microsoft.com/office/drawing/2014/main" id="{A9E52AD4-B98E-40A0-BA09-F12B42640705}"/>
              </a:ext>
            </a:extLst>
          </p:cNvPr>
          <p:cNvSpPr txBox="1">
            <a:spLocks noChangeArrowheads="1"/>
          </p:cNvSpPr>
          <p:nvPr/>
        </p:nvSpPr>
        <p:spPr bwMode="auto">
          <a:xfrm>
            <a:off x="2847976" y="4459288"/>
            <a:ext cx="61245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2400" dirty="0">
                <a:solidFill>
                  <a:srgbClr val="000099"/>
                </a:solidFill>
              </a:rPr>
              <a:t>11001000  00010111  0001000</a:t>
            </a:r>
            <a:r>
              <a:rPr lang="en-US" altLang="en-US" sz="2400" dirty="0"/>
              <a:t>0  00000000</a:t>
            </a:r>
            <a:endParaRPr lang="en-US" altLang="en-US" sz="2400" dirty="0">
              <a:latin typeface="Times New Roman" panose="02020603050405020304" pitchFamily="18" charset="0"/>
            </a:endParaRPr>
          </a:p>
        </p:txBody>
      </p:sp>
      <p:sp>
        <p:nvSpPr>
          <p:cNvPr id="45064" name="Text Box 6">
            <a:extLst>
              <a:ext uri="{FF2B5EF4-FFF2-40B4-BE49-F238E27FC236}">
                <a16:creationId xmlns:a16="http://schemas.microsoft.com/office/drawing/2014/main" id="{8FB7AADA-6341-43D9-90BD-4DA22A247053}"/>
              </a:ext>
            </a:extLst>
          </p:cNvPr>
          <p:cNvSpPr txBox="1">
            <a:spLocks noChangeArrowheads="1"/>
          </p:cNvSpPr>
          <p:nvPr/>
        </p:nvSpPr>
        <p:spPr bwMode="auto">
          <a:xfrm>
            <a:off x="4510089" y="3914776"/>
            <a:ext cx="87788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dirty="0" err="1">
                <a:solidFill>
                  <a:srgbClr val="000099"/>
                </a:solidFill>
              </a:rPr>
              <a:t>Phần</a:t>
            </a:r>
            <a:endParaRPr lang="en-US" altLang="en-US" dirty="0">
              <a:solidFill>
                <a:srgbClr val="000099"/>
              </a:solidFill>
            </a:endParaRPr>
          </a:p>
          <a:p>
            <a:pPr algn="ctr"/>
            <a:r>
              <a:rPr lang="en-US" altLang="en-US" dirty="0">
                <a:solidFill>
                  <a:srgbClr val="000099"/>
                </a:solidFill>
              </a:rPr>
              <a:t>subnet</a:t>
            </a:r>
          </a:p>
        </p:txBody>
      </p:sp>
      <p:sp>
        <p:nvSpPr>
          <p:cNvPr id="45065" name="Text Box 7">
            <a:extLst>
              <a:ext uri="{FF2B5EF4-FFF2-40B4-BE49-F238E27FC236}">
                <a16:creationId xmlns:a16="http://schemas.microsoft.com/office/drawing/2014/main" id="{8E0819E2-7ECC-4740-89D7-E08CC853F43C}"/>
              </a:ext>
            </a:extLst>
          </p:cNvPr>
          <p:cNvSpPr txBox="1">
            <a:spLocks noChangeArrowheads="1"/>
          </p:cNvSpPr>
          <p:nvPr/>
        </p:nvSpPr>
        <p:spPr bwMode="auto">
          <a:xfrm>
            <a:off x="7789863" y="3878263"/>
            <a:ext cx="7239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a:t>Phần</a:t>
            </a:r>
          </a:p>
          <a:p>
            <a:pPr algn="ctr"/>
            <a:r>
              <a:rPr lang="en-US" altLang="en-US"/>
              <a:t>host</a:t>
            </a:r>
          </a:p>
        </p:txBody>
      </p:sp>
      <p:sp>
        <p:nvSpPr>
          <p:cNvPr id="45066" name="Line 8">
            <a:extLst>
              <a:ext uri="{FF2B5EF4-FFF2-40B4-BE49-F238E27FC236}">
                <a16:creationId xmlns:a16="http://schemas.microsoft.com/office/drawing/2014/main" id="{2387CF4A-348E-43A7-A021-27440B262722}"/>
              </a:ext>
            </a:extLst>
          </p:cNvPr>
          <p:cNvSpPr>
            <a:spLocks noChangeShapeType="1"/>
          </p:cNvSpPr>
          <p:nvPr/>
        </p:nvSpPr>
        <p:spPr bwMode="auto">
          <a:xfrm>
            <a:off x="5516564" y="4224338"/>
            <a:ext cx="1620837" cy="0"/>
          </a:xfrm>
          <a:prstGeom prst="line">
            <a:avLst/>
          </a:prstGeom>
          <a:noFill/>
          <a:ln w="28575">
            <a:solidFill>
              <a:srgbClr val="000099"/>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5067" name="Line 11">
            <a:extLst>
              <a:ext uri="{FF2B5EF4-FFF2-40B4-BE49-F238E27FC236}">
                <a16:creationId xmlns:a16="http://schemas.microsoft.com/office/drawing/2014/main" id="{9259A25D-5462-457B-B6FF-53AD942F088A}"/>
              </a:ext>
            </a:extLst>
          </p:cNvPr>
          <p:cNvSpPr>
            <a:spLocks noChangeShapeType="1"/>
          </p:cNvSpPr>
          <p:nvPr/>
        </p:nvSpPr>
        <p:spPr bwMode="auto">
          <a:xfrm flipV="1">
            <a:off x="8307388" y="4213225"/>
            <a:ext cx="595312"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5068" name="Text Box 12">
            <a:extLst>
              <a:ext uri="{FF2B5EF4-FFF2-40B4-BE49-F238E27FC236}">
                <a16:creationId xmlns:a16="http://schemas.microsoft.com/office/drawing/2014/main" id="{8C1D8977-F378-4425-98C5-41536A9F287B}"/>
              </a:ext>
            </a:extLst>
          </p:cNvPr>
          <p:cNvSpPr txBox="1">
            <a:spLocks noChangeArrowheads="1"/>
          </p:cNvSpPr>
          <p:nvPr/>
        </p:nvSpPr>
        <p:spPr bwMode="auto">
          <a:xfrm>
            <a:off x="4784726" y="5045075"/>
            <a:ext cx="22193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2400"/>
              <a:t>200.23.16.0/23</a:t>
            </a:r>
            <a:endParaRPr lang="en-US" altLang="en-US"/>
          </a:p>
        </p:txBody>
      </p:sp>
      <p:sp>
        <p:nvSpPr>
          <p:cNvPr id="45069" name="Line 14">
            <a:extLst>
              <a:ext uri="{FF2B5EF4-FFF2-40B4-BE49-F238E27FC236}">
                <a16:creationId xmlns:a16="http://schemas.microsoft.com/office/drawing/2014/main" id="{9EC7E717-1591-4C92-9B57-4F688DC7FE93}"/>
              </a:ext>
            </a:extLst>
          </p:cNvPr>
          <p:cNvSpPr>
            <a:spLocks noChangeShapeType="1"/>
          </p:cNvSpPr>
          <p:nvPr/>
        </p:nvSpPr>
        <p:spPr bwMode="auto">
          <a:xfrm flipH="1">
            <a:off x="2917826" y="4214813"/>
            <a:ext cx="1438275" cy="0"/>
          </a:xfrm>
          <a:prstGeom prst="line">
            <a:avLst/>
          </a:prstGeom>
          <a:noFill/>
          <a:ln w="28575">
            <a:solidFill>
              <a:srgbClr val="000099"/>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45070" name="Line 15">
            <a:extLst>
              <a:ext uri="{FF2B5EF4-FFF2-40B4-BE49-F238E27FC236}">
                <a16:creationId xmlns:a16="http://schemas.microsoft.com/office/drawing/2014/main" id="{52CCE0BC-B68C-42F1-BD05-04DFA882AC05}"/>
              </a:ext>
            </a:extLst>
          </p:cNvPr>
          <p:cNvSpPr>
            <a:spLocks noChangeShapeType="1"/>
          </p:cNvSpPr>
          <p:nvPr/>
        </p:nvSpPr>
        <p:spPr bwMode="auto">
          <a:xfrm flipH="1">
            <a:off x="7177088" y="4225925"/>
            <a:ext cx="6477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Tree>
    <p:extLst>
      <p:ext uri="{BB962C8B-B14F-4D97-AF65-F5344CB8AC3E}">
        <p14:creationId xmlns:p14="http://schemas.microsoft.com/office/powerpoint/2010/main" val="33519037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Footer Placeholder 4">
            <a:extLst>
              <a:ext uri="{FF2B5EF4-FFF2-40B4-BE49-F238E27FC236}">
                <a16:creationId xmlns:a16="http://schemas.microsoft.com/office/drawing/2014/main" id="{2D111AF7-93DE-4AE4-B8A2-14D9EC00C06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Tầng Network</a:t>
            </a:r>
          </a:p>
        </p:txBody>
      </p:sp>
      <p:sp>
        <p:nvSpPr>
          <p:cNvPr id="47107" name="Slide Number Placeholder 5">
            <a:extLst>
              <a:ext uri="{FF2B5EF4-FFF2-40B4-BE49-F238E27FC236}">
                <a16:creationId xmlns:a16="http://schemas.microsoft.com/office/drawing/2014/main" id="{6FDFF41A-79E4-4B95-815E-DCAE946FEF2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4-</a:t>
            </a:r>
            <a:fld id="{37EE4E24-6EF0-4D1B-8130-C3B2470FD3E0}" type="slidenum">
              <a:rPr lang="en-US" altLang="en-US">
                <a:latin typeface="Tahoma" panose="020B0604030504040204" pitchFamily="34" charset="0"/>
              </a:rPr>
              <a:pPr/>
              <a:t>46</a:t>
            </a:fld>
            <a:endParaRPr lang="en-US" altLang="en-US">
              <a:latin typeface="Tahoma" panose="020B0604030504040204" pitchFamily="34" charset="0"/>
            </a:endParaRPr>
          </a:p>
        </p:txBody>
      </p:sp>
      <p:pic>
        <p:nvPicPr>
          <p:cNvPr id="47108" name="Picture 4" descr="underline_base">
            <a:extLst>
              <a:ext uri="{FF2B5EF4-FFF2-40B4-BE49-F238E27FC236}">
                <a16:creationId xmlns:a16="http://schemas.microsoft.com/office/drawing/2014/main" id="{61C51DC1-7E78-478C-B927-EAAC28A55C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1963" y="1025525"/>
            <a:ext cx="8228012"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61" name="Rectangle 2">
            <a:extLst>
              <a:ext uri="{FF2B5EF4-FFF2-40B4-BE49-F238E27FC236}">
                <a16:creationId xmlns:a16="http://schemas.microsoft.com/office/drawing/2014/main" id="{3E1EC6D4-8002-4285-896B-781134C185EB}"/>
              </a:ext>
            </a:extLst>
          </p:cNvPr>
          <p:cNvSpPr>
            <a:spLocks noGrp="1" noChangeArrowheads="1"/>
          </p:cNvSpPr>
          <p:nvPr>
            <p:ph type="title"/>
          </p:nvPr>
        </p:nvSpPr>
        <p:spPr>
          <a:xfrm>
            <a:off x="1701800" y="268288"/>
            <a:ext cx="8826500" cy="1143000"/>
          </a:xfrm>
        </p:spPr>
        <p:txBody>
          <a:bodyPr>
            <a:normAutofit fontScale="90000"/>
          </a:bodyPr>
          <a:lstStyle/>
          <a:p>
            <a:pPr>
              <a:defRPr/>
            </a:pPr>
            <a:r>
              <a:rPr lang="en-US"/>
              <a:t>DHCP: </a:t>
            </a:r>
            <a:r>
              <a:rPr lang="en-US" sz="3400"/>
              <a:t>Dynamic Host Configuration Protocol</a:t>
            </a:r>
          </a:p>
        </p:txBody>
      </p:sp>
      <p:sp>
        <p:nvSpPr>
          <p:cNvPr id="47110" name="Rectangle 3">
            <a:extLst>
              <a:ext uri="{FF2B5EF4-FFF2-40B4-BE49-F238E27FC236}">
                <a16:creationId xmlns:a16="http://schemas.microsoft.com/office/drawing/2014/main" id="{48801B8E-98AE-457D-8175-7135D6FF879E}"/>
              </a:ext>
            </a:extLst>
          </p:cNvPr>
          <p:cNvSpPr>
            <a:spLocks noGrp="1" noChangeArrowheads="1"/>
          </p:cNvSpPr>
          <p:nvPr>
            <p:ph type="body" idx="1"/>
          </p:nvPr>
        </p:nvSpPr>
        <p:spPr>
          <a:xfrm>
            <a:off x="1771650" y="1430338"/>
            <a:ext cx="8896350" cy="3359150"/>
          </a:xfrm>
        </p:spPr>
        <p:txBody>
          <a:bodyPr>
            <a:normAutofit fontScale="92500" lnSpcReduction="20000"/>
          </a:bodyPr>
          <a:lstStyle/>
          <a:p>
            <a:pPr>
              <a:buFont typeface="Wingdings" panose="05000000000000000000" pitchFamily="2" charset="2"/>
              <a:buNone/>
            </a:pPr>
            <a:r>
              <a:rPr lang="en-US" altLang="en-US" i="1">
                <a:solidFill>
                  <a:srgbClr val="CC0000"/>
                </a:solidFill>
                <a:latin typeface="Comic Sans MS" panose="030F0702030302020204" pitchFamily="66" charset="0"/>
                <a:ea typeface="ＭＳ Ｐゴシック" panose="020B0600070205080204" pitchFamily="34" charset="-128"/>
              </a:rPr>
              <a:t>Mục tiêu:</a:t>
            </a:r>
            <a:r>
              <a:rPr lang="en-US" altLang="en-US" sz="2400">
                <a:latin typeface="Comic Sans MS" panose="030F0702030302020204" pitchFamily="66" charset="0"/>
                <a:ea typeface="ＭＳ Ｐゴシック" panose="020B0600070205080204" pitchFamily="34" charset="-128"/>
              </a:rPr>
              <a:t> cho phép host tự động lấy địa chỉ IP của nó từ server trong mạng khi host đó tham gia vào mạng</a:t>
            </a:r>
          </a:p>
          <a:p>
            <a:pPr lvl="1"/>
            <a:r>
              <a:rPr lang="en-US" altLang="en-US">
                <a:latin typeface="Comic Sans MS" panose="030F0702030302020204" pitchFamily="66" charset="0"/>
                <a:ea typeface="ＭＳ Ｐゴシック" panose="020B0600070205080204" pitchFamily="34" charset="-128"/>
              </a:rPr>
              <a:t>Có thể gia hạn địa chỉ IP mà host đó vừa được cấp</a:t>
            </a:r>
          </a:p>
          <a:p>
            <a:pPr lvl="1"/>
            <a:r>
              <a:rPr lang="en-US" altLang="en-US">
                <a:latin typeface="Comic Sans MS" panose="030F0702030302020204" pitchFamily="66" charset="0"/>
                <a:ea typeface="ＭＳ Ｐゴシック" panose="020B0600070205080204" pitchFamily="34" charset="-128"/>
              </a:rPr>
              <a:t>Cho phép tái sử dụng các địa chỉ IP (chỉ giữ địa chỉ trong khi được kết nối/”on”)</a:t>
            </a:r>
            <a:endParaRPr lang="en-US" altLang="ja-JP">
              <a:latin typeface="Comic Sans MS" panose="030F0702030302020204" pitchFamily="66" charset="0"/>
              <a:ea typeface="ＭＳ Ｐゴシック" panose="020B0600070205080204" pitchFamily="34" charset="-128"/>
            </a:endParaRPr>
          </a:p>
          <a:p>
            <a:pPr lvl="1"/>
            <a:r>
              <a:rPr lang="en-US" altLang="en-US">
                <a:latin typeface="Comic Sans MS" panose="030F0702030302020204" pitchFamily="66" charset="0"/>
                <a:ea typeface="ＭＳ Ｐゴシック" panose="020B0600070205080204" pitchFamily="34" charset="-128"/>
              </a:rPr>
              <a:t>Hỗ trợ cho người dùng di động muốn tham gia vào mạng (trong thời gian ngắn)</a:t>
            </a:r>
          </a:p>
          <a:p>
            <a:pPr>
              <a:buFont typeface="Wingdings" panose="05000000000000000000" pitchFamily="2" charset="2"/>
              <a:buNone/>
            </a:pPr>
            <a:r>
              <a:rPr lang="en-US" altLang="en-US" i="1">
                <a:solidFill>
                  <a:srgbClr val="CC0000"/>
                </a:solidFill>
                <a:latin typeface="Comic Sans MS" panose="030F0702030302020204" pitchFamily="66" charset="0"/>
                <a:ea typeface="ＭＳ Ｐゴシック" panose="020B0600070205080204" pitchFamily="34" charset="-128"/>
              </a:rPr>
              <a:t>Tổng quan DHCP :</a:t>
            </a:r>
          </a:p>
          <a:p>
            <a:pPr lvl="1"/>
            <a:r>
              <a:rPr lang="en-US" altLang="en-US">
                <a:latin typeface="Comic Sans MS" panose="030F0702030302020204" pitchFamily="66" charset="0"/>
                <a:ea typeface="ＭＳ Ｐゴシック" panose="020B0600070205080204" pitchFamily="34" charset="-128"/>
              </a:rPr>
              <a:t>host quảng bá (broadcasts) thông điệp </a:t>
            </a:r>
            <a:r>
              <a:rPr lang="ja-JP" altLang="en-US">
                <a:solidFill>
                  <a:srgbClr val="CC0000"/>
                </a:solidFill>
                <a:latin typeface="Comic Sans MS" panose="030F0702030302020204" pitchFamily="66" charset="0"/>
                <a:ea typeface="ＭＳ Ｐゴシック" panose="020B0600070205080204" pitchFamily="34" charset="-128"/>
              </a:rPr>
              <a:t>“</a:t>
            </a:r>
            <a:r>
              <a:rPr lang="en-US" altLang="ja-JP">
                <a:solidFill>
                  <a:srgbClr val="CC0000"/>
                </a:solidFill>
                <a:latin typeface="Comic Sans MS" panose="030F0702030302020204" pitchFamily="66" charset="0"/>
                <a:ea typeface="ＭＳ Ｐゴシック" panose="020B0600070205080204" pitchFamily="34" charset="-128"/>
              </a:rPr>
              <a:t>DHCP discover</a:t>
            </a:r>
            <a:r>
              <a:rPr lang="ja-JP" altLang="en-US">
                <a:solidFill>
                  <a:srgbClr val="CC0000"/>
                </a:solidFill>
                <a:latin typeface="Comic Sans MS" panose="030F0702030302020204" pitchFamily="66" charset="0"/>
                <a:ea typeface="ＭＳ Ｐゴシック" panose="020B0600070205080204" pitchFamily="34" charset="-128"/>
              </a:rPr>
              <a:t>”</a:t>
            </a:r>
            <a:r>
              <a:rPr lang="en-US" altLang="ja-JP">
                <a:latin typeface="Comic Sans MS" panose="030F0702030302020204" pitchFamily="66" charset="0"/>
                <a:ea typeface="ＭＳ Ｐゴシック" panose="020B0600070205080204" pitchFamily="34" charset="-128"/>
              </a:rPr>
              <a:t> [tùy chọn]</a:t>
            </a:r>
          </a:p>
          <a:p>
            <a:pPr lvl="1"/>
            <a:r>
              <a:rPr lang="en-US" altLang="en-US">
                <a:latin typeface="Comic Sans MS" panose="030F0702030302020204" pitchFamily="66" charset="0"/>
                <a:ea typeface="ＭＳ Ｐゴシック" panose="020B0600070205080204" pitchFamily="34" charset="-128"/>
              </a:rPr>
              <a:t>DHCP server đáp ứng bằng thông điệp </a:t>
            </a:r>
            <a:r>
              <a:rPr lang="ja-JP" altLang="en-US">
                <a:solidFill>
                  <a:srgbClr val="CC0000"/>
                </a:solidFill>
                <a:latin typeface="Comic Sans MS" panose="030F0702030302020204" pitchFamily="66" charset="0"/>
                <a:ea typeface="ＭＳ Ｐゴシック" panose="020B0600070205080204" pitchFamily="34" charset="-128"/>
              </a:rPr>
              <a:t>“</a:t>
            </a:r>
            <a:r>
              <a:rPr lang="en-US" altLang="ja-JP">
                <a:solidFill>
                  <a:srgbClr val="CC0000"/>
                </a:solidFill>
                <a:latin typeface="Comic Sans MS" panose="030F0702030302020204" pitchFamily="66" charset="0"/>
                <a:ea typeface="ＭＳ Ｐゴシック" panose="020B0600070205080204" pitchFamily="34" charset="-128"/>
              </a:rPr>
              <a:t>DHCP offer</a:t>
            </a:r>
            <a:r>
              <a:rPr lang="ja-JP" altLang="en-US">
                <a:solidFill>
                  <a:srgbClr val="CC0000"/>
                </a:solidFill>
                <a:latin typeface="Comic Sans MS" panose="030F0702030302020204" pitchFamily="66" charset="0"/>
                <a:ea typeface="ＭＳ Ｐゴシック" panose="020B0600070205080204" pitchFamily="34" charset="-128"/>
              </a:rPr>
              <a:t>”</a:t>
            </a:r>
            <a:r>
              <a:rPr lang="en-US" altLang="ja-JP">
                <a:latin typeface="Comic Sans MS" panose="030F0702030302020204" pitchFamily="66" charset="0"/>
                <a:ea typeface="ＭＳ Ｐゴシック" panose="020B0600070205080204" pitchFamily="34" charset="-128"/>
              </a:rPr>
              <a:t> [tùy chọn]</a:t>
            </a:r>
          </a:p>
          <a:p>
            <a:pPr lvl="1"/>
            <a:r>
              <a:rPr lang="en-US" altLang="en-US">
                <a:latin typeface="Comic Sans MS" panose="030F0702030302020204" pitchFamily="66" charset="0"/>
                <a:ea typeface="ＭＳ Ｐゴシック" panose="020B0600070205080204" pitchFamily="34" charset="-128"/>
              </a:rPr>
              <a:t>host yêu cầu địa chỉ IP: </a:t>
            </a:r>
            <a:r>
              <a:rPr lang="ja-JP" altLang="en-US">
                <a:solidFill>
                  <a:srgbClr val="CC0000"/>
                </a:solidFill>
                <a:latin typeface="Comic Sans MS" panose="030F0702030302020204" pitchFamily="66" charset="0"/>
                <a:ea typeface="ＭＳ Ｐゴシック" panose="020B0600070205080204" pitchFamily="34" charset="-128"/>
              </a:rPr>
              <a:t>“</a:t>
            </a:r>
            <a:r>
              <a:rPr lang="en-US" altLang="ja-JP">
                <a:solidFill>
                  <a:srgbClr val="CC0000"/>
                </a:solidFill>
                <a:latin typeface="Comic Sans MS" panose="030F0702030302020204" pitchFamily="66" charset="0"/>
                <a:ea typeface="ＭＳ Ｐゴシック" panose="020B0600070205080204" pitchFamily="34" charset="-128"/>
              </a:rPr>
              <a:t>DHCP request</a:t>
            </a:r>
            <a:r>
              <a:rPr lang="ja-JP" altLang="en-US">
                <a:solidFill>
                  <a:srgbClr val="CC0000"/>
                </a:solidFill>
                <a:latin typeface="Comic Sans MS" panose="030F0702030302020204" pitchFamily="66" charset="0"/>
                <a:ea typeface="ＭＳ Ｐゴシック" panose="020B0600070205080204" pitchFamily="34" charset="-128"/>
              </a:rPr>
              <a:t>”</a:t>
            </a:r>
            <a:r>
              <a:rPr lang="en-US" altLang="ja-JP">
                <a:latin typeface="Comic Sans MS" panose="030F0702030302020204" pitchFamily="66" charset="0"/>
                <a:ea typeface="ＭＳ Ｐゴシック" panose="020B0600070205080204" pitchFamily="34" charset="-128"/>
              </a:rPr>
              <a:t> msg</a:t>
            </a:r>
          </a:p>
          <a:p>
            <a:pPr lvl="1"/>
            <a:r>
              <a:rPr lang="en-US" altLang="en-US">
                <a:latin typeface="Comic Sans MS" panose="030F0702030302020204" pitchFamily="66" charset="0"/>
                <a:ea typeface="ＭＳ Ｐゴシック" panose="020B0600070205080204" pitchFamily="34" charset="-128"/>
              </a:rPr>
              <a:t>DHCP server gởi địa chỉ: </a:t>
            </a:r>
            <a:r>
              <a:rPr lang="ja-JP" altLang="en-US">
                <a:solidFill>
                  <a:srgbClr val="CC0000"/>
                </a:solidFill>
                <a:latin typeface="Comic Sans MS" panose="030F0702030302020204" pitchFamily="66" charset="0"/>
                <a:ea typeface="ＭＳ Ｐゴシック" panose="020B0600070205080204" pitchFamily="34" charset="-128"/>
              </a:rPr>
              <a:t>“</a:t>
            </a:r>
            <a:r>
              <a:rPr lang="en-US" altLang="ja-JP">
                <a:solidFill>
                  <a:srgbClr val="CC0000"/>
                </a:solidFill>
                <a:latin typeface="Comic Sans MS" panose="030F0702030302020204" pitchFamily="66" charset="0"/>
                <a:ea typeface="ＭＳ Ｐゴシック" panose="020B0600070205080204" pitchFamily="34" charset="-128"/>
              </a:rPr>
              <a:t>DHCP ack</a:t>
            </a:r>
            <a:r>
              <a:rPr lang="ja-JP" altLang="en-US">
                <a:solidFill>
                  <a:srgbClr val="CC0000"/>
                </a:solidFill>
                <a:latin typeface="Comic Sans MS" panose="030F0702030302020204" pitchFamily="66" charset="0"/>
                <a:ea typeface="ＭＳ Ｐゴシック" panose="020B0600070205080204" pitchFamily="34" charset="-128"/>
              </a:rPr>
              <a:t>”</a:t>
            </a:r>
            <a:r>
              <a:rPr lang="en-US" altLang="ja-JP">
                <a:latin typeface="Comic Sans MS" panose="030F0702030302020204" pitchFamily="66" charset="0"/>
                <a:ea typeface="ＭＳ Ｐゴシック" panose="020B0600070205080204" pitchFamily="34" charset="-128"/>
              </a:rPr>
              <a:t> msg</a:t>
            </a:r>
            <a:endParaRPr lang="en-US" altLang="en-US">
              <a:latin typeface="Comic Sans MS" panose="030F0702030302020204" pitchFamily="66" charset="0"/>
              <a:ea typeface="ＭＳ Ｐゴシック" panose="020B0600070205080204" pitchFamily="34" charset="-128"/>
            </a:endParaRPr>
          </a:p>
        </p:txBody>
      </p:sp>
    </p:spTree>
    <p:extLst>
      <p:ext uri="{BB962C8B-B14F-4D97-AF65-F5344CB8AC3E}">
        <p14:creationId xmlns:p14="http://schemas.microsoft.com/office/powerpoint/2010/main" val="22831400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Footer Placeholder 4">
            <a:extLst>
              <a:ext uri="{FF2B5EF4-FFF2-40B4-BE49-F238E27FC236}">
                <a16:creationId xmlns:a16="http://schemas.microsoft.com/office/drawing/2014/main" id="{6D08DF6F-1042-4BCC-A3F0-BF453B097484}"/>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Tầng Network</a:t>
            </a:r>
          </a:p>
        </p:txBody>
      </p:sp>
      <p:sp>
        <p:nvSpPr>
          <p:cNvPr id="48131" name="Slide Number Placeholder 5">
            <a:extLst>
              <a:ext uri="{FF2B5EF4-FFF2-40B4-BE49-F238E27FC236}">
                <a16:creationId xmlns:a16="http://schemas.microsoft.com/office/drawing/2014/main" id="{68BAACE1-5F63-4EEB-B442-10E38E39185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4-</a:t>
            </a:r>
            <a:fld id="{EBAC7607-5134-414E-91D9-30D46827B048}" type="slidenum">
              <a:rPr lang="en-US" altLang="en-US">
                <a:latin typeface="Tahoma" panose="020B0604030504040204" pitchFamily="34" charset="0"/>
              </a:rPr>
              <a:pPr/>
              <a:t>47</a:t>
            </a:fld>
            <a:endParaRPr lang="en-US" altLang="en-US">
              <a:latin typeface="Tahoma" panose="020B0604030504040204" pitchFamily="34" charset="0"/>
            </a:endParaRPr>
          </a:p>
        </p:txBody>
      </p:sp>
      <p:sp>
        <p:nvSpPr>
          <p:cNvPr id="46084" name="Rectangle 2">
            <a:extLst>
              <a:ext uri="{FF2B5EF4-FFF2-40B4-BE49-F238E27FC236}">
                <a16:creationId xmlns:a16="http://schemas.microsoft.com/office/drawing/2014/main" id="{CB7F60AC-7A06-407C-B1E0-7BADF4940D55}"/>
              </a:ext>
            </a:extLst>
          </p:cNvPr>
          <p:cNvSpPr>
            <a:spLocks noGrp="1" noChangeArrowheads="1"/>
          </p:cNvSpPr>
          <p:nvPr>
            <p:ph type="title"/>
          </p:nvPr>
        </p:nvSpPr>
        <p:spPr>
          <a:xfrm>
            <a:off x="1962150" y="255589"/>
            <a:ext cx="7778750" cy="898525"/>
          </a:xfrm>
        </p:spPr>
        <p:txBody>
          <a:bodyPr>
            <a:normAutofit/>
          </a:bodyPr>
          <a:lstStyle/>
          <a:p>
            <a:pPr>
              <a:defRPr/>
            </a:pPr>
            <a:r>
              <a:rPr lang="en-US" sz="4000" dirty="0" err="1"/>
              <a:t>Ngữ</a:t>
            </a:r>
            <a:r>
              <a:rPr lang="en-US" sz="4000" dirty="0"/>
              <a:t> </a:t>
            </a:r>
            <a:r>
              <a:rPr lang="en-US" sz="4000" dirty="0" err="1"/>
              <a:t>cảnh</a:t>
            </a:r>
            <a:r>
              <a:rPr lang="en-US" sz="4000" dirty="0"/>
              <a:t> DHCP client-server</a:t>
            </a:r>
          </a:p>
        </p:txBody>
      </p:sp>
      <p:sp>
        <p:nvSpPr>
          <p:cNvPr id="48133" name="Rectangle 3">
            <a:extLst>
              <a:ext uri="{FF2B5EF4-FFF2-40B4-BE49-F238E27FC236}">
                <a16:creationId xmlns:a16="http://schemas.microsoft.com/office/drawing/2014/main" id="{20FEA766-6A69-4913-B543-192347419CB3}"/>
              </a:ext>
            </a:extLst>
          </p:cNvPr>
          <p:cNvSpPr>
            <a:spLocks noChangeArrowheads="1"/>
          </p:cNvSpPr>
          <p:nvPr/>
        </p:nvSpPr>
        <p:spPr bwMode="auto">
          <a:xfrm>
            <a:off x="3932238" y="6037264"/>
            <a:ext cx="4978400" cy="3190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8134" name="Rectangle 63">
            <a:extLst>
              <a:ext uri="{FF2B5EF4-FFF2-40B4-BE49-F238E27FC236}">
                <a16:creationId xmlns:a16="http://schemas.microsoft.com/office/drawing/2014/main" id="{2E07B2F4-DBD9-41BC-A810-1354C88676C9}"/>
              </a:ext>
            </a:extLst>
          </p:cNvPr>
          <p:cNvSpPr>
            <a:spLocks noChangeArrowheads="1"/>
          </p:cNvSpPr>
          <p:nvPr/>
        </p:nvSpPr>
        <p:spPr bwMode="auto">
          <a:xfrm>
            <a:off x="7734300" y="6770688"/>
            <a:ext cx="86562"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2700">
                <a:solidFill>
                  <a:srgbClr val="000000"/>
                </a:solidFill>
                <a:latin typeface="Times New Roman" panose="02020603050405020304" pitchFamily="18" charset="0"/>
              </a:rPr>
              <a:t> </a:t>
            </a:r>
            <a:endParaRPr lang="en-US" altLang="en-US">
              <a:latin typeface="Comic Sans MS" panose="030F0702030302020204" pitchFamily="66" charset="0"/>
            </a:endParaRPr>
          </a:p>
        </p:txBody>
      </p:sp>
      <p:sp>
        <p:nvSpPr>
          <p:cNvPr id="48135" name="Text Box 97">
            <a:extLst>
              <a:ext uri="{FF2B5EF4-FFF2-40B4-BE49-F238E27FC236}">
                <a16:creationId xmlns:a16="http://schemas.microsoft.com/office/drawing/2014/main" id="{B3BF4EAB-2598-4D31-B1E5-0545B0AB9753}"/>
              </a:ext>
            </a:extLst>
          </p:cNvPr>
          <p:cNvSpPr txBox="1">
            <a:spLocks noChangeArrowheads="1"/>
          </p:cNvSpPr>
          <p:nvPr/>
        </p:nvSpPr>
        <p:spPr bwMode="auto">
          <a:xfrm>
            <a:off x="2393950" y="1903413"/>
            <a:ext cx="13144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600" b="1" i="1"/>
              <a:t>223.1.1.0/24</a:t>
            </a:r>
          </a:p>
        </p:txBody>
      </p:sp>
      <p:sp>
        <p:nvSpPr>
          <p:cNvPr id="48136" name="Text Box 98">
            <a:extLst>
              <a:ext uri="{FF2B5EF4-FFF2-40B4-BE49-F238E27FC236}">
                <a16:creationId xmlns:a16="http://schemas.microsoft.com/office/drawing/2014/main" id="{A7CFE6A4-50C1-48A1-BD47-F66F101D631C}"/>
              </a:ext>
            </a:extLst>
          </p:cNvPr>
          <p:cNvSpPr txBox="1">
            <a:spLocks noChangeArrowheads="1"/>
          </p:cNvSpPr>
          <p:nvPr/>
        </p:nvSpPr>
        <p:spPr bwMode="auto">
          <a:xfrm>
            <a:off x="5872163" y="4398963"/>
            <a:ext cx="13144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600" b="1" i="1"/>
              <a:t>223.1.2.0/24</a:t>
            </a:r>
          </a:p>
        </p:txBody>
      </p:sp>
      <p:sp>
        <p:nvSpPr>
          <p:cNvPr id="48137" name="Text Box 99">
            <a:extLst>
              <a:ext uri="{FF2B5EF4-FFF2-40B4-BE49-F238E27FC236}">
                <a16:creationId xmlns:a16="http://schemas.microsoft.com/office/drawing/2014/main" id="{5DEDE105-0C0D-4BFC-8011-8A7FB9673179}"/>
              </a:ext>
            </a:extLst>
          </p:cNvPr>
          <p:cNvSpPr txBox="1">
            <a:spLocks noChangeArrowheads="1"/>
          </p:cNvSpPr>
          <p:nvPr/>
        </p:nvSpPr>
        <p:spPr bwMode="auto">
          <a:xfrm>
            <a:off x="4175125" y="5992813"/>
            <a:ext cx="13144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600" b="1" i="1"/>
              <a:t>223.1.3.0/24</a:t>
            </a:r>
          </a:p>
        </p:txBody>
      </p:sp>
      <p:sp>
        <p:nvSpPr>
          <p:cNvPr id="48138" name="Rectangle 100">
            <a:extLst>
              <a:ext uri="{FF2B5EF4-FFF2-40B4-BE49-F238E27FC236}">
                <a16:creationId xmlns:a16="http://schemas.microsoft.com/office/drawing/2014/main" id="{F33D911A-3034-4B1B-88EA-D661E691B874}"/>
              </a:ext>
            </a:extLst>
          </p:cNvPr>
          <p:cNvSpPr>
            <a:spLocks noChangeArrowheads="1"/>
          </p:cNvSpPr>
          <p:nvPr/>
        </p:nvSpPr>
        <p:spPr bwMode="auto">
          <a:xfrm>
            <a:off x="3187701" y="4233864"/>
            <a:ext cx="847725" cy="1809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8139" name="Freeform 101">
            <a:extLst>
              <a:ext uri="{FF2B5EF4-FFF2-40B4-BE49-F238E27FC236}">
                <a16:creationId xmlns:a16="http://schemas.microsoft.com/office/drawing/2014/main" id="{440BA4CB-89A7-46F8-A57E-8CD662CED0DA}"/>
              </a:ext>
            </a:extLst>
          </p:cNvPr>
          <p:cNvSpPr>
            <a:spLocks/>
          </p:cNvSpPr>
          <p:nvPr/>
        </p:nvSpPr>
        <p:spPr bwMode="auto">
          <a:xfrm>
            <a:off x="2600326" y="2173288"/>
            <a:ext cx="1941513" cy="2049462"/>
          </a:xfrm>
          <a:custGeom>
            <a:avLst/>
            <a:gdLst>
              <a:gd name="T0" fmla="*/ 2147483647 w 1223"/>
              <a:gd name="T1" fmla="*/ 2147483647 h 1291"/>
              <a:gd name="T2" fmla="*/ 2147483647 w 1223"/>
              <a:gd name="T3" fmla="*/ 2147483647 h 1291"/>
              <a:gd name="T4" fmla="*/ 2147483647 w 1223"/>
              <a:gd name="T5" fmla="*/ 2147483647 h 1291"/>
              <a:gd name="T6" fmla="*/ 2147483647 w 1223"/>
              <a:gd name="T7" fmla="*/ 2147483647 h 1291"/>
              <a:gd name="T8" fmla="*/ 2147483647 w 1223"/>
              <a:gd name="T9" fmla="*/ 2147483647 h 1291"/>
              <a:gd name="T10" fmla="*/ 2147483647 w 1223"/>
              <a:gd name="T11" fmla="*/ 2147483647 h 1291"/>
              <a:gd name="T12" fmla="*/ 2147483647 w 1223"/>
              <a:gd name="T13" fmla="*/ 2147483647 h 1291"/>
              <a:gd name="T14" fmla="*/ 2147483647 w 1223"/>
              <a:gd name="T15" fmla="*/ 2147483647 h 1291"/>
              <a:gd name="T16" fmla="*/ 2147483647 w 1223"/>
              <a:gd name="T17" fmla="*/ 2147483647 h 1291"/>
              <a:gd name="T18" fmla="*/ 2147483647 w 1223"/>
              <a:gd name="T19" fmla="*/ 2147483647 h 1291"/>
              <a:gd name="T20" fmla="*/ 2147483647 w 1223"/>
              <a:gd name="T21" fmla="*/ 2147483647 h 1291"/>
              <a:gd name="T22" fmla="*/ 2147483647 w 1223"/>
              <a:gd name="T23" fmla="*/ 2147483647 h 1291"/>
              <a:gd name="T24" fmla="*/ 2147483647 w 1223"/>
              <a:gd name="T25" fmla="*/ 2147483647 h 1291"/>
              <a:gd name="T26" fmla="*/ 2147483647 w 1223"/>
              <a:gd name="T27" fmla="*/ 2147483647 h 129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223"/>
              <a:gd name="T43" fmla="*/ 0 h 1291"/>
              <a:gd name="T44" fmla="*/ 1223 w 1223"/>
              <a:gd name="T45" fmla="*/ 1291 h 129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223" h="1291">
                <a:moveTo>
                  <a:pt x="1201" y="756"/>
                </a:moveTo>
                <a:cubicBezTo>
                  <a:pt x="1180" y="640"/>
                  <a:pt x="798" y="744"/>
                  <a:pt x="702" y="670"/>
                </a:cubicBezTo>
                <a:cubicBezTo>
                  <a:pt x="603" y="561"/>
                  <a:pt x="669" y="206"/>
                  <a:pt x="608" y="103"/>
                </a:cubicBezTo>
                <a:cubicBezTo>
                  <a:pt x="547" y="0"/>
                  <a:pt x="425" y="55"/>
                  <a:pt x="335" y="52"/>
                </a:cubicBezTo>
                <a:cubicBezTo>
                  <a:pt x="245" y="49"/>
                  <a:pt x="114" y="0"/>
                  <a:pt x="65" y="82"/>
                </a:cubicBezTo>
                <a:cubicBezTo>
                  <a:pt x="16" y="164"/>
                  <a:pt x="45" y="433"/>
                  <a:pt x="41" y="544"/>
                </a:cubicBezTo>
                <a:cubicBezTo>
                  <a:pt x="37" y="655"/>
                  <a:pt x="41" y="685"/>
                  <a:pt x="38" y="751"/>
                </a:cubicBezTo>
                <a:cubicBezTo>
                  <a:pt x="35" y="817"/>
                  <a:pt x="26" y="880"/>
                  <a:pt x="23" y="940"/>
                </a:cubicBezTo>
                <a:cubicBezTo>
                  <a:pt x="20" y="1000"/>
                  <a:pt x="0" y="1068"/>
                  <a:pt x="17" y="1114"/>
                </a:cubicBezTo>
                <a:cubicBezTo>
                  <a:pt x="34" y="1160"/>
                  <a:pt x="31" y="1198"/>
                  <a:pt x="128" y="1219"/>
                </a:cubicBezTo>
                <a:cubicBezTo>
                  <a:pt x="225" y="1240"/>
                  <a:pt x="509" y="1291"/>
                  <a:pt x="602" y="1243"/>
                </a:cubicBezTo>
                <a:cubicBezTo>
                  <a:pt x="695" y="1195"/>
                  <a:pt x="590" y="984"/>
                  <a:pt x="686" y="930"/>
                </a:cubicBezTo>
                <a:cubicBezTo>
                  <a:pt x="782" y="876"/>
                  <a:pt x="1091" y="945"/>
                  <a:pt x="1177" y="916"/>
                </a:cubicBezTo>
                <a:cubicBezTo>
                  <a:pt x="1208" y="864"/>
                  <a:pt x="1223" y="871"/>
                  <a:pt x="1201" y="756"/>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48140" name="Freeform 102">
            <a:extLst>
              <a:ext uri="{FF2B5EF4-FFF2-40B4-BE49-F238E27FC236}">
                <a16:creationId xmlns:a16="http://schemas.microsoft.com/office/drawing/2014/main" id="{B10EB15C-5E31-44A2-8E97-C6B4D6450313}"/>
              </a:ext>
            </a:extLst>
          </p:cNvPr>
          <p:cNvSpPr>
            <a:spLocks/>
          </p:cNvSpPr>
          <p:nvPr/>
        </p:nvSpPr>
        <p:spPr bwMode="auto">
          <a:xfrm>
            <a:off x="5127625" y="2482851"/>
            <a:ext cx="1906588" cy="1958975"/>
          </a:xfrm>
          <a:custGeom>
            <a:avLst/>
            <a:gdLst>
              <a:gd name="T0" fmla="*/ 2147483647 w 1201"/>
              <a:gd name="T1" fmla="*/ 2147483647 h 1234"/>
              <a:gd name="T2" fmla="*/ 2147483647 w 1201"/>
              <a:gd name="T3" fmla="*/ 2147483647 h 1234"/>
              <a:gd name="T4" fmla="*/ 2147483647 w 1201"/>
              <a:gd name="T5" fmla="*/ 2147483647 h 1234"/>
              <a:gd name="T6" fmla="*/ 2147483647 w 1201"/>
              <a:gd name="T7" fmla="*/ 2147483647 h 1234"/>
              <a:gd name="T8" fmla="*/ 2147483647 w 1201"/>
              <a:gd name="T9" fmla="*/ 2147483647 h 1234"/>
              <a:gd name="T10" fmla="*/ 2147483647 w 1201"/>
              <a:gd name="T11" fmla="*/ 2147483647 h 1234"/>
              <a:gd name="T12" fmla="*/ 2147483647 w 1201"/>
              <a:gd name="T13" fmla="*/ 2147483647 h 1234"/>
              <a:gd name="T14" fmla="*/ 2147483647 w 1201"/>
              <a:gd name="T15" fmla="*/ 2147483647 h 1234"/>
              <a:gd name="T16" fmla="*/ 2147483647 w 1201"/>
              <a:gd name="T17" fmla="*/ 2147483647 h 1234"/>
              <a:gd name="T18" fmla="*/ 2147483647 w 1201"/>
              <a:gd name="T19" fmla="*/ 2147483647 h 1234"/>
              <a:gd name="T20" fmla="*/ 2147483647 w 1201"/>
              <a:gd name="T21" fmla="*/ 2147483647 h 1234"/>
              <a:gd name="T22" fmla="*/ 2147483647 w 1201"/>
              <a:gd name="T23" fmla="*/ 2147483647 h 1234"/>
              <a:gd name="T24" fmla="*/ 2147483647 w 1201"/>
              <a:gd name="T25" fmla="*/ 2147483647 h 1234"/>
              <a:gd name="T26" fmla="*/ 2147483647 w 1201"/>
              <a:gd name="T27" fmla="*/ 2147483647 h 123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201"/>
              <a:gd name="T43" fmla="*/ 0 h 1234"/>
              <a:gd name="T44" fmla="*/ 1201 w 1201"/>
              <a:gd name="T45" fmla="*/ 1234 h 123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201" h="1234">
                <a:moveTo>
                  <a:pt x="25" y="709"/>
                </a:moveTo>
                <a:cubicBezTo>
                  <a:pt x="49" y="824"/>
                  <a:pt x="428" y="709"/>
                  <a:pt x="526" y="780"/>
                </a:cubicBezTo>
                <a:cubicBezTo>
                  <a:pt x="624" y="851"/>
                  <a:pt x="543" y="1059"/>
                  <a:pt x="613" y="1134"/>
                </a:cubicBezTo>
                <a:cubicBezTo>
                  <a:pt x="683" y="1209"/>
                  <a:pt x="853" y="1234"/>
                  <a:pt x="946" y="1230"/>
                </a:cubicBezTo>
                <a:cubicBezTo>
                  <a:pt x="1039" y="1226"/>
                  <a:pt x="1141" y="1163"/>
                  <a:pt x="1171" y="1107"/>
                </a:cubicBezTo>
                <a:cubicBezTo>
                  <a:pt x="1201" y="1051"/>
                  <a:pt x="1135" y="963"/>
                  <a:pt x="1126" y="894"/>
                </a:cubicBezTo>
                <a:cubicBezTo>
                  <a:pt x="1117" y="825"/>
                  <a:pt x="1119" y="772"/>
                  <a:pt x="1114" y="693"/>
                </a:cubicBezTo>
                <a:cubicBezTo>
                  <a:pt x="1109" y="614"/>
                  <a:pt x="1095" y="502"/>
                  <a:pt x="1099" y="423"/>
                </a:cubicBezTo>
                <a:cubicBezTo>
                  <a:pt x="1103" y="344"/>
                  <a:pt x="1141" y="281"/>
                  <a:pt x="1141" y="216"/>
                </a:cubicBezTo>
                <a:cubicBezTo>
                  <a:pt x="1141" y="151"/>
                  <a:pt x="1185" y="56"/>
                  <a:pt x="1102" y="33"/>
                </a:cubicBezTo>
                <a:cubicBezTo>
                  <a:pt x="1019" y="10"/>
                  <a:pt x="740" y="0"/>
                  <a:pt x="646" y="81"/>
                </a:cubicBezTo>
                <a:cubicBezTo>
                  <a:pt x="552" y="162"/>
                  <a:pt x="635" y="441"/>
                  <a:pt x="535" y="519"/>
                </a:cubicBezTo>
                <a:cubicBezTo>
                  <a:pt x="435" y="597"/>
                  <a:pt x="129" y="516"/>
                  <a:pt x="44" y="548"/>
                </a:cubicBezTo>
                <a:cubicBezTo>
                  <a:pt x="15" y="601"/>
                  <a:pt x="0" y="594"/>
                  <a:pt x="25" y="709"/>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48141" name="Freeform 103">
            <a:extLst>
              <a:ext uri="{FF2B5EF4-FFF2-40B4-BE49-F238E27FC236}">
                <a16:creationId xmlns:a16="http://schemas.microsoft.com/office/drawing/2014/main" id="{FBB0BD67-5E00-4E21-B03C-A09A5A20D106}"/>
              </a:ext>
            </a:extLst>
          </p:cNvPr>
          <p:cNvSpPr>
            <a:spLocks/>
          </p:cNvSpPr>
          <p:nvPr/>
        </p:nvSpPr>
        <p:spPr bwMode="auto">
          <a:xfrm>
            <a:off x="3800476" y="3916363"/>
            <a:ext cx="2041525" cy="1979612"/>
          </a:xfrm>
          <a:custGeom>
            <a:avLst/>
            <a:gdLst>
              <a:gd name="T0" fmla="*/ 2147483647 w 1286"/>
              <a:gd name="T1" fmla="*/ 2147483647 h 1247"/>
              <a:gd name="T2" fmla="*/ 2147483647 w 1286"/>
              <a:gd name="T3" fmla="*/ 2147483647 h 1247"/>
              <a:gd name="T4" fmla="*/ 2147483647 w 1286"/>
              <a:gd name="T5" fmla="*/ 2147483647 h 1247"/>
              <a:gd name="T6" fmla="*/ 2147483647 w 1286"/>
              <a:gd name="T7" fmla="*/ 2147483647 h 1247"/>
              <a:gd name="T8" fmla="*/ 2147483647 w 1286"/>
              <a:gd name="T9" fmla="*/ 2147483647 h 1247"/>
              <a:gd name="T10" fmla="*/ 2147483647 w 1286"/>
              <a:gd name="T11" fmla="*/ 2147483647 h 1247"/>
              <a:gd name="T12" fmla="*/ 2147483647 w 1286"/>
              <a:gd name="T13" fmla="*/ 2147483647 h 1247"/>
              <a:gd name="T14" fmla="*/ 2147483647 w 1286"/>
              <a:gd name="T15" fmla="*/ 2147483647 h 1247"/>
              <a:gd name="T16" fmla="*/ 2147483647 w 1286"/>
              <a:gd name="T17" fmla="*/ 2147483647 h 1247"/>
              <a:gd name="T18" fmla="*/ 2147483647 w 1286"/>
              <a:gd name="T19" fmla="*/ 2147483647 h 1247"/>
              <a:gd name="T20" fmla="*/ 2147483647 w 1286"/>
              <a:gd name="T21" fmla="*/ 2147483647 h 1247"/>
              <a:gd name="T22" fmla="*/ 2147483647 w 1286"/>
              <a:gd name="T23" fmla="*/ 2147483647 h 1247"/>
              <a:gd name="T24" fmla="*/ 2147483647 w 1286"/>
              <a:gd name="T25" fmla="*/ 2147483647 h 124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286"/>
              <a:gd name="T40" fmla="*/ 0 h 1247"/>
              <a:gd name="T41" fmla="*/ 1286 w 1286"/>
              <a:gd name="T42" fmla="*/ 1247 h 124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286" h="1247">
                <a:moveTo>
                  <a:pt x="587" y="30"/>
                </a:moveTo>
                <a:cubicBezTo>
                  <a:pt x="473" y="60"/>
                  <a:pt x="601" y="475"/>
                  <a:pt x="509" y="618"/>
                </a:cubicBezTo>
                <a:cubicBezTo>
                  <a:pt x="424" y="765"/>
                  <a:pt x="154" y="830"/>
                  <a:pt x="77" y="909"/>
                </a:cubicBezTo>
                <a:cubicBezTo>
                  <a:pt x="0" y="988"/>
                  <a:pt x="37" y="1043"/>
                  <a:pt x="47" y="1095"/>
                </a:cubicBezTo>
                <a:cubicBezTo>
                  <a:pt x="57" y="1147"/>
                  <a:pt x="71" y="1205"/>
                  <a:pt x="140" y="1224"/>
                </a:cubicBezTo>
                <a:cubicBezTo>
                  <a:pt x="209" y="1243"/>
                  <a:pt x="369" y="1212"/>
                  <a:pt x="461" y="1209"/>
                </a:cubicBezTo>
                <a:cubicBezTo>
                  <a:pt x="553" y="1206"/>
                  <a:pt x="571" y="1206"/>
                  <a:pt x="692" y="1209"/>
                </a:cubicBezTo>
                <a:cubicBezTo>
                  <a:pt x="813" y="1212"/>
                  <a:pt x="1094" y="1247"/>
                  <a:pt x="1190" y="1227"/>
                </a:cubicBezTo>
                <a:cubicBezTo>
                  <a:pt x="1286" y="1207"/>
                  <a:pt x="1279" y="1170"/>
                  <a:pt x="1271" y="1089"/>
                </a:cubicBezTo>
                <a:cubicBezTo>
                  <a:pt x="1263" y="1008"/>
                  <a:pt x="1217" y="818"/>
                  <a:pt x="1139" y="741"/>
                </a:cubicBezTo>
                <a:cubicBezTo>
                  <a:pt x="1061" y="664"/>
                  <a:pt x="865" y="743"/>
                  <a:pt x="800" y="627"/>
                </a:cubicBezTo>
                <a:cubicBezTo>
                  <a:pt x="735" y="511"/>
                  <a:pt x="785" y="142"/>
                  <a:pt x="749" y="42"/>
                </a:cubicBezTo>
                <a:cubicBezTo>
                  <a:pt x="695" y="15"/>
                  <a:pt x="701" y="0"/>
                  <a:pt x="587" y="30"/>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48142" name="Line 104">
            <a:extLst>
              <a:ext uri="{FF2B5EF4-FFF2-40B4-BE49-F238E27FC236}">
                <a16:creationId xmlns:a16="http://schemas.microsoft.com/office/drawing/2014/main" id="{ED47721F-9CCF-43A2-9E6E-59299CE4B5B1}"/>
              </a:ext>
            </a:extLst>
          </p:cNvPr>
          <p:cNvSpPr>
            <a:spLocks noChangeShapeType="1"/>
          </p:cNvSpPr>
          <p:nvPr/>
        </p:nvSpPr>
        <p:spPr bwMode="auto">
          <a:xfrm>
            <a:off x="3149601" y="2695575"/>
            <a:ext cx="277813" cy="158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8143" name="Line 106">
            <a:extLst>
              <a:ext uri="{FF2B5EF4-FFF2-40B4-BE49-F238E27FC236}">
                <a16:creationId xmlns:a16="http://schemas.microsoft.com/office/drawing/2014/main" id="{C483E1D7-6C25-47A9-BE93-6597A13BB152}"/>
              </a:ext>
            </a:extLst>
          </p:cNvPr>
          <p:cNvSpPr>
            <a:spLocks noChangeShapeType="1"/>
          </p:cNvSpPr>
          <p:nvPr/>
        </p:nvSpPr>
        <p:spPr bwMode="auto">
          <a:xfrm flipV="1">
            <a:off x="3198813" y="3416301"/>
            <a:ext cx="277812" cy="31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8144" name="Line 107">
            <a:extLst>
              <a:ext uri="{FF2B5EF4-FFF2-40B4-BE49-F238E27FC236}">
                <a16:creationId xmlns:a16="http://schemas.microsoft.com/office/drawing/2014/main" id="{1BB07F62-3BD0-4589-ADFA-D9F2F0B89A92}"/>
              </a:ext>
            </a:extLst>
          </p:cNvPr>
          <p:cNvSpPr>
            <a:spLocks noChangeShapeType="1"/>
          </p:cNvSpPr>
          <p:nvPr/>
        </p:nvSpPr>
        <p:spPr bwMode="auto">
          <a:xfrm>
            <a:off x="3159125" y="3967164"/>
            <a:ext cx="273050" cy="15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8145" name="Line 108">
            <a:extLst>
              <a:ext uri="{FF2B5EF4-FFF2-40B4-BE49-F238E27FC236}">
                <a16:creationId xmlns:a16="http://schemas.microsoft.com/office/drawing/2014/main" id="{D800475C-523F-4800-9D89-1206949A65E2}"/>
              </a:ext>
            </a:extLst>
          </p:cNvPr>
          <p:cNvSpPr>
            <a:spLocks noChangeShapeType="1"/>
          </p:cNvSpPr>
          <p:nvPr/>
        </p:nvSpPr>
        <p:spPr bwMode="auto">
          <a:xfrm flipV="1">
            <a:off x="4002089" y="3544889"/>
            <a:ext cx="561975" cy="15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8146" name="Text Box 109">
            <a:extLst>
              <a:ext uri="{FF2B5EF4-FFF2-40B4-BE49-F238E27FC236}">
                <a16:creationId xmlns:a16="http://schemas.microsoft.com/office/drawing/2014/main" id="{DAF38ECC-98EA-4815-8D97-4AB49CDAA3A9}"/>
              </a:ext>
            </a:extLst>
          </p:cNvPr>
          <p:cNvSpPr txBox="1">
            <a:spLocks noChangeArrowheads="1"/>
          </p:cNvSpPr>
          <p:nvPr/>
        </p:nvSpPr>
        <p:spPr bwMode="auto">
          <a:xfrm>
            <a:off x="3197225" y="2370139"/>
            <a:ext cx="9334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400"/>
              <a:t>223.1.1.1</a:t>
            </a:r>
            <a:endParaRPr lang="en-US" altLang="en-US" sz="1400">
              <a:latin typeface="Comic Sans MS" panose="030F0702030302020204" pitchFamily="66" charset="0"/>
            </a:endParaRPr>
          </a:p>
        </p:txBody>
      </p:sp>
      <p:sp>
        <p:nvSpPr>
          <p:cNvPr id="48147" name="Text Box 111">
            <a:extLst>
              <a:ext uri="{FF2B5EF4-FFF2-40B4-BE49-F238E27FC236}">
                <a16:creationId xmlns:a16="http://schemas.microsoft.com/office/drawing/2014/main" id="{BA1BD69B-6DA8-49CF-9AB9-63E83B2D4AD4}"/>
              </a:ext>
            </a:extLst>
          </p:cNvPr>
          <p:cNvSpPr txBox="1">
            <a:spLocks noChangeArrowheads="1"/>
          </p:cNvSpPr>
          <p:nvPr/>
        </p:nvSpPr>
        <p:spPr bwMode="auto">
          <a:xfrm>
            <a:off x="3082925" y="3995739"/>
            <a:ext cx="9334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400"/>
              <a:t>223.1.1.3</a:t>
            </a:r>
            <a:endParaRPr lang="en-US" altLang="en-US" sz="1400">
              <a:latin typeface="Comic Sans MS" panose="030F0702030302020204" pitchFamily="66" charset="0"/>
            </a:endParaRPr>
          </a:p>
        </p:txBody>
      </p:sp>
      <p:sp>
        <p:nvSpPr>
          <p:cNvPr id="48148" name="Text Box 112">
            <a:extLst>
              <a:ext uri="{FF2B5EF4-FFF2-40B4-BE49-F238E27FC236}">
                <a16:creationId xmlns:a16="http://schemas.microsoft.com/office/drawing/2014/main" id="{764FB59B-CB5A-4EFC-89F0-9682A08FB246}"/>
              </a:ext>
            </a:extLst>
          </p:cNvPr>
          <p:cNvSpPr txBox="1">
            <a:spLocks noChangeArrowheads="1"/>
          </p:cNvSpPr>
          <p:nvPr/>
        </p:nvSpPr>
        <p:spPr bwMode="auto">
          <a:xfrm>
            <a:off x="3829050" y="3235326"/>
            <a:ext cx="9334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400"/>
              <a:t>223.1.1.4</a:t>
            </a:r>
            <a:endParaRPr lang="en-US" altLang="en-US" sz="1400">
              <a:latin typeface="Comic Sans MS" panose="030F0702030302020204" pitchFamily="66" charset="0"/>
            </a:endParaRPr>
          </a:p>
        </p:txBody>
      </p:sp>
      <p:sp>
        <p:nvSpPr>
          <p:cNvPr id="48149" name="Line 113">
            <a:extLst>
              <a:ext uri="{FF2B5EF4-FFF2-40B4-BE49-F238E27FC236}">
                <a16:creationId xmlns:a16="http://schemas.microsoft.com/office/drawing/2014/main" id="{16A12EF1-5171-4765-92D6-574BB9191672}"/>
              </a:ext>
            </a:extLst>
          </p:cNvPr>
          <p:cNvSpPr>
            <a:spLocks noChangeShapeType="1"/>
          </p:cNvSpPr>
          <p:nvPr/>
        </p:nvSpPr>
        <p:spPr bwMode="auto">
          <a:xfrm flipV="1">
            <a:off x="5076825" y="3546475"/>
            <a:ext cx="533400" cy="158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8150" name="Text Box 114">
            <a:extLst>
              <a:ext uri="{FF2B5EF4-FFF2-40B4-BE49-F238E27FC236}">
                <a16:creationId xmlns:a16="http://schemas.microsoft.com/office/drawing/2014/main" id="{39935CCA-2A50-4BDE-8454-C891D7A5762E}"/>
              </a:ext>
            </a:extLst>
          </p:cNvPr>
          <p:cNvSpPr txBox="1">
            <a:spLocks noChangeArrowheads="1"/>
          </p:cNvSpPr>
          <p:nvPr/>
        </p:nvSpPr>
        <p:spPr bwMode="auto">
          <a:xfrm>
            <a:off x="4949825" y="3236914"/>
            <a:ext cx="9334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400"/>
              <a:t>223.1.2.9</a:t>
            </a:r>
            <a:endParaRPr lang="en-US" altLang="en-US" sz="1400">
              <a:latin typeface="Comic Sans MS" panose="030F0702030302020204" pitchFamily="66" charset="0"/>
            </a:endParaRPr>
          </a:p>
        </p:txBody>
      </p:sp>
      <p:sp>
        <p:nvSpPr>
          <p:cNvPr id="48151" name="Line 116">
            <a:extLst>
              <a:ext uri="{FF2B5EF4-FFF2-40B4-BE49-F238E27FC236}">
                <a16:creationId xmlns:a16="http://schemas.microsoft.com/office/drawing/2014/main" id="{C7330081-FA5D-49F6-8C9E-013B6E923085}"/>
              </a:ext>
            </a:extLst>
          </p:cNvPr>
          <p:cNvSpPr>
            <a:spLocks noChangeShapeType="1"/>
          </p:cNvSpPr>
          <p:nvPr/>
        </p:nvSpPr>
        <p:spPr bwMode="auto">
          <a:xfrm>
            <a:off x="6269038" y="2857500"/>
            <a:ext cx="234950" cy="63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8152" name="Line 117">
            <a:extLst>
              <a:ext uri="{FF2B5EF4-FFF2-40B4-BE49-F238E27FC236}">
                <a16:creationId xmlns:a16="http://schemas.microsoft.com/office/drawing/2014/main" id="{65AC3400-259B-4B28-9B9D-61E16E694ED2}"/>
              </a:ext>
            </a:extLst>
          </p:cNvPr>
          <p:cNvSpPr>
            <a:spLocks noChangeShapeType="1"/>
          </p:cNvSpPr>
          <p:nvPr/>
        </p:nvSpPr>
        <p:spPr bwMode="auto">
          <a:xfrm>
            <a:off x="6323013" y="4133850"/>
            <a:ext cx="234950" cy="63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8153" name="Line 120">
            <a:extLst>
              <a:ext uri="{FF2B5EF4-FFF2-40B4-BE49-F238E27FC236}">
                <a16:creationId xmlns:a16="http://schemas.microsoft.com/office/drawing/2014/main" id="{9C0CB7CA-ABFD-449A-9EFC-BA6822F3A3FE}"/>
              </a:ext>
            </a:extLst>
          </p:cNvPr>
          <p:cNvSpPr>
            <a:spLocks noChangeShapeType="1"/>
          </p:cNvSpPr>
          <p:nvPr/>
        </p:nvSpPr>
        <p:spPr bwMode="auto">
          <a:xfrm flipH="1">
            <a:off x="4835526" y="3886201"/>
            <a:ext cx="3175" cy="7080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8154" name="Line 122">
            <a:extLst>
              <a:ext uri="{FF2B5EF4-FFF2-40B4-BE49-F238E27FC236}">
                <a16:creationId xmlns:a16="http://schemas.microsoft.com/office/drawing/2014/main" id="{9710A95D-52C9-46BF-A9B5-2CA64AD4134D}"/>
              </a:ext>
            </a:extLst>
          </p:cNvPr>
          <p:cNvSpPr>
            <a:spLocks noChangeShapeType="1"/>
          </p:cNvSpPr>
          <p:nvPr/>
        </p:nvSpPr>
        <p:spPr bwMode="auto">
          <a:xfrm flipH="1" flipV="1">
            <a:off x="4260851" y="5230813"/>
            <a:ext cx="3175" cy="2413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8155" name="Line 123">
            <a:extLst>
              <a:ext uri="{FF2B5EF4-FFF2-40B4-BE49-F238E27FC236}">
                <a16:creationId xmlns:a16="http://schemas.microsoft.com/office/drawing/2014/main" id="{A6195A7C-593F-4115-889A-818BB05E87FF}"/>
              </a:ext>
            </a:extLst>
          </p:cNvPr>
          <p:cNvSpPr>
            <a:spLocks noChangeShapeType="1"/>
          </p:cNvSpPr>
          <p:nvPr/>
        </p:nvSpPr>
        <p:spPr bwMode="auto">
          <a:xfrm flipH="1" flipV="1">
            <a:off x="5402264" y="5164138"/>
            <a:ext cx="3175" cy="2413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8156" name="Text Box 124">
            <a:extLst>
              <a:ext uri="{FF2B5EF4-FFF2-40B4-BE49-F238E27FC236}">
                <a16:creationId xmlns:a16="http://schemas.microsoft.com/office/drawing/2014/main" id="{71554993-AF05-461B-95D0-8504EB2E456B}"/>
              </a:ext>
            </a:extLst>
          </p:cNvPr>
          <p:cNvSpPr txBox="1">
            <a:spLocks noChangeArrowheads="1"/>
          </p:cNvSpPr>
          <p:nvPr/>
        </p:nvSpPr>
        <p:spPr bwMode="auto">
          <a:xfrm>
            <a:off x="5373688" y="5041901"/>
            <a:ext cx="9334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400"/>
              <a:t>223.1.3.2</a:t>
            </a:r>
            <a:endParaRPr lang="en-US" altLang="en-US" sz="1400">
              <a:latin typeface="Comic Sans MS" panose="030F0702030302020204" pitchFamily="66" charset="0"/>
            </a:endParaRPr>
          </a:p>
        </p:txBody>
      </p:sp>
      <p:sp>
        <p:nvSpPr>
          <p:cNvPr id="48157" name="Text Box 127">
            <a:extLst>
              <a:ext uri="{FF2B5EF4-FFF2-40B4-BE49-F238E27FC236}">
                <a16:creationId xmlns:a16="http://schemas.microsoft.com/office/drawing/2014/main" id="{661E4BDB-C345-4F57-8F7B-EB01A2E043BF}"/>
              </a:ext>
            </a:extLst>
          </p:cNvPr>
          <p:cNvSpPr txBox="1">
            <a:spLocks noChangeArrowheads="1"/>
          </p:cNvSpPr>
          <p:nvPr/>
        </p:nvSpPr>
        <p:spPr bwMode="auto">
          <a:xfrm>
            <a:off x="3225800" y="5053014"/>
            <a:ext cx="9334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400"/>
              <a:t>223.1.3.1</a:t>
            </a:r>
            <a:endParaRPr lang="en-US" altLang="en-US" sz="1400">
              <a:latin typeface="Comic Sans MS" panose="030F0702030302020204" pitchFamily="66" charset="0"/>
            </a:endParaRPr>
          </a:p>
        </p:txBody>
      </p:sp>
      <p:grpSp>
        <p:nvGrpSpPr>
          <p:cNvPr id="48158" name="Group 129">
            <a:extLst>
              <a:ext uri="{FF2B5EF4-FFF2-40B4-BE49-F238E27FC236}">
                <a16:creationId xmlns:a16="http://schemas.microsoft.com/office/drawing/2014/main" id="{7ECF2E64-3A90-40F9-B818-3E8E2A081FD5}"/>
              </a:ext>
            </a:extLst>
          </p:cNvPr>
          <p:cNvGrpSpPr>
            <a:grpSpLocks/>
          </p:cNvGrpSpPr>
          <p:nvPr/>
        </p:nvGrpSpPr>
        <p:grpSpPr bwMode="auto">
          <a:xfrm>
            <a:off x="2595563" y="2397125"/>
            <a:ext cx="641350" cy="558800"/>
            <a:chOff x="-44" y="1473"/>
            <a:chExt cx="981" cy="1105"/>
          </a:xfrm>
        </p:grpSpPr>
        <p:pic>
          <p:nvPicPr>
            <p:cNvPr id="48256" name="Picture 130" descr="desktop_computer_stylized_medium">
              <a:extLst>
                <a:ext uri="{FF2B5EF4-FFF2-40B4-BE49-F238E27FC236}">
                  <a16:creationId xmlns:a16="http://schemas.microsoft.com/office/drawing/2014/main" id="{F47BAFA3-700D-46A9-84DE-4C4F81E596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257" name="Freeform 131">
              <a:extLst>
                <a:ext uri="{FF2B5EF4-FFF2-40B4-BE49-F238E27FC236}">
                  <a16:creationId xmlns:a16="http://schemas.microsoft.com/office/drawing/2014/main" id="{97B5326E-C4D4-4A40-B815-E0992EE6E5CD}"/>
                </a:ext>
              </a:extLst>
            </p:cNvPr>
            <p:cNvSpPr>
              <a:spLocks/>
            </p:cNvSpPr>
            <p:nvPr/>
          </p:nvSpPr>
          <p:spPr bwMode="auto">
            <a:xfrm flipH="1">
              <a:off x="374" y="1579"/>
              <a:ext cx="477" cy="506"/>
            </a:xfrm>
            <a:custGeom>
              <a:avLst/>
              <a:gdLst>
                <a:gd name="T0" fmla="*/ 0 w 356"/>
                <a:gd name="T1" fmla="*/ 0 h 368"/>
                <a:gd name="T2" fmla="*/ 187350 w 356"/>
                <a:gd name="T3" fmla="*/ 15587 h 368"/>
                <a:gd name="T4" fmla="*/ 222251 w 356"/>
                <a:gd name="T5" fmla="*/ 324849 h 368"/>
                <a:gd name="T6" fmla="*/ 48981 w 356"/>
                <a:gd name="T7" fmla="*/ 406259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grpSp>
        <p:nvGrpSpPr>
          <p:cNvPr id="48159" name="Group 132">
            <a:extLst>
              <a:ext uri="{FF2B5EF4-FFF2-40B4-BE49-F238E27FC236}">
                <a16:creationId xmlns:a16="http://schemas.microsoft.com/office/drawing/2014/main" id="{5212AAE3-F6A5-467C-A206-C81E325A83C1}"/>
              </a:ext>
            </a:extLst>
          </p:cNvPr>
          <p:cNvGrpSpPr>
            <a:grpSpLocks/>
          </p:cNvGrpSpPr>
          <p:nvPr/>
        </p:nvGrpSpPr>
        <p:grpSpPr bwMode="auto">
          <a:xfrm>
            <a:off x="2590800" y="3006725"/>
            <a:ext cx="641350" cy="558800"/>
            <a:chOff x="-44" y="1473"/>
            <a:chExt cx="981" cy="1105"/>
          </a:xfrm>
        </p:grpSpPr>
        <p:pic>
          <p:nvPicPr>
            <p:cNvPr id="48254" name="Picture 133" descr="desktop_computer_stylized_medium">
              <a:extLst>
                <a:ext uri="{FF2B5EF4-FFF2-40B4-BE49-F238E27FC236}">
                  <a16:creationId xmlns:a16="http://schemas.microsoft.com/office/drawing/2014/main" id="{B2C07E91-D935-4BAE-B567-91624E5338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255" name="Freeform 134">
              <a:extLst>
                <a:ext uri="{FF2B5EF4-FFF2-40B4-BE49-F238E27FC236}">
                  <a16:creationId xmlns:a16="http://schemas.microsoft.com/office/drawing/2014/main" id="{F460AF1A-6CD3-4FCE-B5E5-AB1274546C0E}"/>
                </a:ext>
              </a:extLst>
            </p:cNvPr>
            <p:cNvSpPr>
              <a:spLocks/>
            </p:cNvSpPr>
            <p:nvPr/>
          </p:nvSpPr>
          <p:spPr bwMode="auto">
            <a:xfrm flipH="1">
              <a:off x="374" y="1579"/>
              <a:ext cx="477" cy="506"/>
            </a:xfrm>
            <a:custGeom>
              <a:avLst/>
              <a:gdLst>
                <a:gd name="T0" fmla="*/ 0 w 356"/>
                <a:gd name="T1" fmla="*/ 0 h 368"/>
                <a:gd name="T2" fmla="*/ 187350 w 356"/>
                <a:gd name="T3" fmla="*/ 15587 h 368"/>
                <a:gd name="T4" fmla="*/ 222251 w 356"/>
                <a:gd name="T5" fmla="*/ 324849 h 368"/>
                <a:gd name="T6" fmla="*/ 48981 w 356"/>
                <a:gd name="T7" fmla="*/ 406259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grpSp>
        <p:nvGrpSpPr>
          <p:cNvPr id="48160" name="Group 135">
            <a:extLst>
              <a:ext uri="{FF2B5EF4-FFF2-40B4-BE49-F238E27FC236}">
                <a16:creationId xmlns:a16="http://schemas.microsoft.com/office/drawing/2014/main" id="{8DD25EDC-4F87-4FC2-A073-14BED86D2B99}"/>
              </a:ext>
            </a:extLst>
          </p:cNvPr>
          <p:cNvGrpSpPr>
            <a:grpSpLocks/>
          </p:cNvGrpSpPr>
          <p:nvPr/>
        </p:nvGrpSpPr>
        <p:grpSpPr bwMode="auto">
          <a:xfrm>
            <a:off x="2619375" y="3616325"/>
            <a:ext cx="641350" cy="558800"/>
            <a:chOff x="-44" y="1473"/>
            <a:chExt cx="981" cy="1105"/>
          </a:xfrm>
        </p:grpSpPr>
        <p:pic>
          <p:nvPicPr>
            <p:cNvPr id="48252" name="Picture 136" descr="desktop_computer_stylized_medium">
              <a:extLst>
                <a:ext uri="{FF2B5EF4-FFF2-40B4-BE49-F238E27FC236}">
                  <a16:creationId xmlns:a16="http://schemas.microsoft.com/office/drawing/2014/main" id="{C95C0445-5384-4AAF-94D6-2A2DF7BC4F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253" name="Freeform 137">
              <a:extLst>
                <a:ext uri="{FF2B5EF4-FFF2-40B4-BE49-F238E27FC236}">
                  <a16:creationId xmlns:a16="http://schemas.microsoft.com/office/drawing/2014/main" id="{CAE8B199-A74B-41AF-AFC5-8D125B0F49E3}"/>
                </a:ext>
              </a:extLst>
            </p:cNvPr>
            <p:cNvSpPr>
              <a:spLocks/>
            </p:cNvSpPr>
            <p:nvPr/>
          </p:nvSpPr>
          <p:spPr bwMode="auto">
            <a:xfrm flipH="1">
              <a:off x="374" y="1579"/>
              <a:ext cx="477" cy="506"/>
            </a:xfrm>
            <a:custGeom>
              <a:avLst/>
              <a:gdLst>
                <a:gd name="T0" fmla="*/ 0 w 356"/>
                <a:gd name="T1" fmla="*/ 0 h 368"/>
                <a:gd name="T2" fmla="*/ 187350 w 356"/>
                <a:gd name="T3" fmla="*/ 15587 h 368"/>
                <a:gd name="T4" fmla="*/ 222251 w 356"/>
                <a:gd name="T5" fmla="*/ 324849 h 368"/>
                <a:gd name="T6" fmla="*/ 48981 w 356"/>
                <a:gd name="T7" fmla="*/ 406259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grpSp>
        <p:nvGrpSpPr>
          <p:cNvPr id="48161" name="Group 138">
            <a:extLst>
              <a:ext uri="{FF2B5EF4-FFF2-40B4-BE49-F238E27FC236}">
                <a16:creationId xmlns:a16="http://schemas.microsoft.com/office/drawing/2014/main" id="{EA84C4CE-04FA-421F-88A2-DDFA63FEEDBF}"/>
              </a:ext>
            </a:extLst>
          </p:cNvPr>
          <p:cNvGrpSpPr>
            <a:grpSpLocks/>
          </p:cNvGrpSpPr>
          <p:nvPr/>
        </p:nvGrpSpPr>
        <p:grpSpPr bwMode="auto">
          <a:xfrm flipH="1">
            <a:off x="6327775" y="2565400"/>
            <a:ext cx="641350" cy="558800"/>
            <a:chOff x="-44" y="1473"/>
            <a:chExt cx="981" cy="1105"/>
          </a:xfrm>
        </p:grpSpPr>
        <p:pic>
          <p:nvPicPr>
            <p:cNvPr id="48250" name="Picture 139" descr="desktop_computer_stylized_medium">
              <a:extLst>
                <a:ext uri="{FF2B5EF4-FFF2-40B4-BE49-F238E27FC236}">
                  <a16:creationId xmlns:a16="http://schemas.microsoft.com/office/drawing/2014/main" id="{E03A5AF9-E013-4A05-A8F9-8290618596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251" name="Freeform 140">
              <a:extLst>
                <a:ext uri="{FF2B5EF4-FFF2-40B4-BE49-F238E27FC236}">
                  <a16:creationId xmlns:a16="http://schemas.microsoft.com/office/drawing/2014/main" id="{C232F5C2-244C-4E71-A293-619FF334E738}"/>
                </a:ext>
              </a:extLst>
            </p:cNvPr>
            <p:cNvSpPr>
              <a:spLocks/>
            </p:cNvSpPr>
            <p:nvPr/>
          </p:nvSpPr>
          <p:spPr bwMode="auto">
            <a:xfrm flipH="1">
              <a:off x="374" y="1579"/>
              <a:ext cx="477" cy="506"/>
            </a:xfrm>
            <a:custGeom>
              <a:avLst/>
              <a:gdLst>
                <a:gd name="T0" fmla="*/ 0 w 356"/>
                <a:gd name="T1" fmla="*/ 0 h 368"/>
                <a:gd name="T2" fmla="*/ 187350 w 356"/>
                <a:gd name="T3" fmla="*/ 15587 h 368"/>
                <a:gd name="T4" fmla="*/ 222251 w 356"/>
                <a:gd name="T5" fmla="*/ 324849 h 368"/>
                <a:gd name="T6" fmla="*/ 48981 w 356"/>
                <a:gd name="T7" fmla="*/ 406259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grpSp>
        <p:nvGrpSpPr>
          <p:cNvPr id="48162" name="Group 141">
            <a:extLst>
              <a:ext uri="{FF2B5EF4-FFF2-40B4-BE49-F238E27FC236}">
                <a16:creationId xmlns:a16="http://schemas.microsoft.com/office/drawing/2014/main" id="{986232E8-05CF-4150-9432-4E20C0A0AEDF}"/>
              </a:ext>
            </a:extLst>
          </p:cNvPr>
          <p:cNvGrpSpPr>
            <a:grpSpLocks/>
          </p:cNvGrpSpPr>
          <p:nvPr/>
        </p:nvGrpSpPr>
        <p:grpSpPr bwMode="auto">
          <a:xfrm flipH="1">
            <a:off x="6402388" y="3844925"/>
            <a:ext cx="641350" cy="558800"/>
            <a:chOff x="-44" y="1473"/>
            <a:chExt cx="981" cy="1105"/>
          </a:xfrm>
        </p:grpSpPr>
        <p:pic>
          <p:nvPicPr>
            <p:cNvPr id="48248" name="Picture 142" descr="desktop_computer_stylized_medium">
              <a:extLst>
                <a:ext uri="{FF2B5EF4-FFF2-40B4-BE49-F238E27FC236}">
                  <a16:creationId xmlns:a16="http://schemas.microsoft.com/office/drawing/2014/main" id="{09C5D355-3945-437D-A702-A93ADB3FFA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249" name="Freeform 143">
              <a:extLst>
                <a:ext uri="{FF2B5EF4-FFF2-40B4-BE49-F238E27FC236}">
                  <a16:creationId xmlns:a16="http://schemas.microsoft.com/office/drawing/2014/main" id="{E0513A3B-4940-454A-8ABC-9F1562BEBEFC}"/>
                </a:ext>
              </a:extLst>
            </p:cNvPr>
            <p:cNvSpPr>
              <a:spLocks/>
            </p:cNvSpPr>
            <p:nvPr/>
          </p:nvSpPr>
          <p:spPr bwMode="auto">
            <a:xfrm flipH="1">
              <a:off x="374" y="1579"/>
              <a:ext cx="477" cy="506"/>
            </a:xfrm>
            <a:custGeom>
              <a:avLst/>
              <a:gdLst>
                <a:gd name="T0" fmla="*/ 0 w 356"/>
                <a:gd name="T1" fmla="*/ 0 h 368"/>
                <a:gd name="T2" fmla="*/ 187350 w 356"/>
                <a:gd name="T3" fmla="*/ 15587 h 368"/>
                <a:gd name="T4" fmla="*/ 222251 w 356"/>
                <a:gd name="T5" fmla="*/ 324849 h 368"/>
                <a:gd name="T6" fmla="*/ 48981 w 356"/>
                <a:gd name="T7" fmla="*/ 406259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grpSp>
        <p:nvGrpSpPr>
          <p:cNvPr id="48163" name="Group 144">
            <a:extLst>
              <a:ext uri="{FF2B5EF4-FFF2-40B4-BE49-F238E27FC236}">
                <a16:creationId xmlns:a16="http://schemas.microsoft.com/office/drawing/2014/main" id="{D42C0BAA-86EB-457B-A762-F1FC194920DA}"/>
              </a:ext>
            </a:extLst>
          </p:cNvPr>
          <p:cNvGrpSpPr>
            <a:grpSpLocks/>
          </p:cNvGrpSpPr>
          <p:nvPr/>
        </p:nvGrpSpPr>
        <p:grpSpPr bwMode="auto">
          <a:xfrm flipH="1">
            <a:off x="5194300" y="5368925"/>
            <a:ext cx="641350" cy="558800"/>
            <a:chOff x="-44" y="1473"/>
            <a:chExt cx="981" cy="1105"/>
          </a:xfrm>
        </p:grpSpPr>
        <p:pic>
          <p:nvPicPr>
            <p:cNvPr id="48246" name="Picture 145" descr="desktop_computer_stylized_medium">
              <a:extLst>
                <a:ext uri="{FF2B5EF4-FFF2-40B4-BE49-F238E27FC236}">
                  <a16:creationId xmlns:a16="http://schemas.microsoft.com/office/drawing/2014/main" id="{C61D67C2-D5EC-4CBC-A07E-98F6DBB925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247" name="Freeform 146">
              <a:extLst>
                <a:ext uri="{FF2B5EF4-FFF2-40B4-BE49-F238E27FC236}">
                  <a16:creationId xmlns:a16="http://schemas.microsoft.com/office/drawing/2014/main" id="{CA85009B-A438-4310-A80A-336339059730}"/>
                </a:ext>
              </a:extLst>
            </p:cNvPr>
            <p:cNvSpPr>
              <a:spLocks/>
            </p:cNvSpPr>
            <p:nvPr/>
          </p:nvSpPr>
          <p:spPr bwMode="auto">
            <a:xfrm flipH="1">
              <a:off x="374" y="1579"/>
              <a:ext cx="477" cy="506"/>
            </a:xfrm>
            <a:custGeom>
              <a:avLst/>
              <a:gdLst>
                <a:gd name="T0" fmla="*/ 0 w 356"/>
                <a:gd name="T1" fmla="*/ 0 h 368"/>
                <a:gd name="T2" fmla="*/ 187350 w 356"/>
                <a:gd name="T3" fmla="*/ 15587 h 368"/>
                <a:gd name="T4" fmla="*/ 222251 w 356"/>
                <a:gd name="T5" fmla="*/ 324849 h 368"/>
                <a:gd name="T6" fmla="*/ 48981 w 356"/>
                <a:gd name="T7" fmla="*/ 406259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grpSp>
        <p:nvGrpSpPr>
          <p:cNvPr id="48164" name="Group 147">
            <a:extLst>
              <a:ext uri="{FF2B5EF4-FFF2-40B4-BE49-F238E27FC236}">
                <a16:creationId xmlns:a16="http://schemas.microsoft.com/office/drawing/2014/main" id="{069BAE87-07CE-45E4-B5CF-27B0568CD4CC}"/>
              </a:ext>
            </a:extLst>
          </p:cNvPr>
          <p:cNvGrpSpPr>
            <a:grpSpLocks/>
          </p:cNvGrpSpPr>
          <p:nvPr/>
        </p:nvGrpSpPr>
        <p:grpSpPr bwMode="auto">
          <a:xfrm flipH="1">
            <a:off x="4030663" y="5410200"/>
            <a:ext cx="641350" cy="558800"/>
            <a:chOff x="-44" y="1473"/>
            <a:chExt cx="981" cy="1105"/>
          </a:xfrm>
        </p:grpSpPr>
        <p:pic>
          <p:nvPicPr>
            <p:cNvPr id="48244" name="Picture 148" descr="desktop_computer_stylized_medium">
              <a:extLst>
                <a:ext uri="{FF2B5EF4-FFF2-40B4-BE49-F238E27FC236}">
                  <a16:creationId xmlns:a16="http://schemas.microsoft.com/office/drawing/2014/main" id="{BAA67EA4-5A33-4D4D-AC97-B9C28261B2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245" name="Freeform 149">
              <a:extLst>
                <a:ext uri="{FF2B5EF4-FFF2-40B4-BE49-F238E27FC236}">
                  <a16:creationId xmlns:a16="http://schemas.microsoft.com/office/drawing/2014/main" id="{EA358670-9308-4B94-8698-0CA38E8DABE8}"/>
                </a:ext>
              </a:extLst>
            </p:cNvPr>
            <p:cNvSpPr>
              <a:spLocks/>
            </p:cNvSpPr>
            <p:nvPr/>
          </p:nvSpPr>
          <p:spPr bwMode="auto">
            <a:xfrm flipH="1">
              <a:off x="374" y="1579"/>
              <a:ext cx="477" cy="506"/>
            </a:xfrm>
            <a:custGeom>
              <a:avLst/>
              <a:gdLst>
                <a:gd name="T0" fmla="*/ 0 w 356"/>
                <a:gd name="T1" fmla="*/ 0 h 368"/>
                <a:gd name="T2" fmla="*/ 187350 w 356"/>
                <a:gd name="T3" fmla="*/ 15587 h 368"/>
                <a:gd name="T4" fmla="*/ 222251 w 356"/>
                <a:gd name="T5" fmla="*/ 324849 h 368"/>
                <a:gd name="T6" fmla="*/ 48981 w 356"/>
                <a:gd name="T7" fmla="*/ 406259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grpSp>
        <p:nvGrpSpPr>
          <p:cNvPr id="48165" name="Group 150">
            <a:extLst>
              <a:ext uri="{FF2B5EF4-FFF2-40B4-BE49-F238E27FC236}">
                <a16:creationId xmlns:a16="http://schemas.microsoft.com/office/drawing/2014/main" id="{4BE2078F-4B69-4DD4-8C6B-E3B352821E68}"/>
              </a:ext>
            </a:extLst>
          </p:cNvPr>
          <p:cNvGrpSpPr>
            <a:grpSpLocks/>
          </p:cNvGrpSpPr>
          <p:nvPr/>
        </p:nvGrpSpPr>
        <p:grpSpPr bwMode="auto">
          <a:xfrm>
            <a:off x="4459288" y="3503613"/>
            <a:ext cx="698500" cy="355600"/>
            <a:chOff x="4396" y="1245"/>
            <a:chExt cx="672" cy="248"/>
          </a:xfrm>
        </p:grpSpPr>
        <p:sp>
          <p:nvSpPr>
            <p:cNvPr id="48236" name="Oval 407">
              <a:extLst>
                <a:ext uri="{FF2B5EF4-FFF2-40B4-BE49-F238E27FC236}">
                  <a16:creationId xmlns:a16="http://schemas.microsoft.com/office/drawing/2014/main" id="{C9BB41F6-EE38-418E-ABFB-9F2435780725}"/>
                </a:ext>
              </a:extLst>
            </p:cNvPr>
            <p:cNvSpPr>
              <a:spLocks noChangeArrowheads="1"/>
            </p:cNvSpPr>
            <p:nvPr/>
          </p:nvSpPr>
          <p:spPr bwMode="auto">
            <a:xfrm>
              <a:off x="4399" y="1355"/>
              <a:ext cx="666" cy="138"/>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1400">
                <a:latin typeface="Times New Roman" panose="02020603050405020304" pitchFamily="18" charset="0"/>
                <a:cs typeface="Arial" panose="020B0604020202020204" pitchFamily="34" charset="0"/>
              </a:endParaRPr>
            </a:p>
          </p:txBody>
        </p:sp>
        <p:sp>
          <p:nvSpPr>
            <p:cNvPr id="48237" name="Rectangle 410">
              <a:extLst>
                <a:ext uri="{FF2B5EF4-FFF2-40B4-BE49-F238E27FC236}">
                  <a16:creationId xmlns:a16="http://schemas.microsoft.com/office/drawing/2014/main" id="{3C389C0C-E82A-4F50-8A7F-128767825B3F}"/>
                </a:ext>
              </a:extLst>
            </p:cNvPr>
            <p:cNvSpPr>
              <a:spLocks noChangeArrowheads="1"/>
            </p:cNvSpPr>
            <p:nvPr/>
          </p:nvSpPr>
          <p:spPr bwMode="auto">
            <a:xfrm>
              <a:off x="4399" y="1339"/>
              <a:ext cx="669" cy="86"/>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1400">
                <a:latin typeface="Times New Roman" panose="02020603050405020304" pitchFamily="18" charset="0"/>
                <a:cs typeface="Arial" panose="020B0604020202020204" pitchFamily="34" charset="0"/>
              </a:endParaRPr>
            </a:p>
          </p:txBody>
        </p:sp>
        <p:sp>
          <p:nvSpPr>
            <p:cNvPr id="48238" name="Oval 411">
              <a:extLst>
                <a:ext uri="{FF2B5EF4-FFF2-40B4-BE49-F238E27FC236}">
                  <a16:creationId xmlns:a16="http://schemas.microsoft.com/office/drawing/2014/main" id="{D42AD774-530B-4FB9-903C-90BBA6997043}"/>
                </a:ext>
              </a:extLst>
            </p:cNvPr>
            <p:cNvSpPr>
              <a:spLocks noChangeArrowheads="1"/>
            </p:cNvSpPr>
            <p:nvPr/>
          </p:nvSpPr>
          <p:spPr bwMode="auto">
            <a:xfrm>
              <a:off x="4396" y="1245"/>
              <a:ext cx="667" cy="162"/>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1400">
                <a:latin typeface="Times New Roman" panose="02020603050405020304" pitchFamily="18" charset="0"/>
                <a:cs typeface="Arial" panose="020B0604020202020204" pitchFamily="34" charset="0"/>
              </a:endParaRPr>
            </a:p>
          </p:txBody>
        </p:sp>
        <p:grpSp>
          <p:nvGrpSpPr>
            <p:cNvPr id="48239" name="Group 154">
              <a:extLst>
                <a:ext uri="{FF2B5EF4-FFF2-40B4-BE49-F238E27FC236}">
                  <a16:creationId xmlns:a16="http://schemas.microsoft.com/office/drawing/2014/main" id="{7A436B68-F100-4416-BA4D-DEE74484F64E}"/>
                </a:ext>
              </a:extLst>
            </p:cNvPr>
            <p:cNvGrpSpPr>
              <a:grpSpLocks/>
            </p:cNvGrpSpPr>
            <p:nvPr/>
          </p:nvGrpSpPr>
          <p:grpSpPr bwMode="auto">
            <a:xfrm>
              <a:off x="4530" y="1287"/>
              <a:ext cx="377" cy="75"/>
              <a:chOff x="2468" y="1332"/>
              <a:chExt cx="310" cy="60"/>
            </a:xfrm>
          </p:grpSpPr>
          <p:sp>
            <p:nvSpPr>
              <p:cNvPr id="48242" name="Freeform 155">
                <a:extLst>
                  <a:ext uri="{FF2B5EF4-FFF2-40B4-BE49-F238E27FC236}">
                    <a16:creationId xmlns:a16="http://schemas.microsoft.com/office/drawing/2014/main" id="{9EB05A23-0753-4F58-8D6A-0EB041E1704D}"/>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48243" name="Freeform 156">
                <a:extLst>
                  <a:ext uri="{FF2B5EF4-FFF2-40B4-BE49-F238E27FC236}">
                    <a16:creationId xmlns:a16="http://schemas.microsoft.com/office/drawing/2014/main" id="{FF385191-53BE-4611-BF2D-53D1D98CDB36}"/>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sp>
          <p:nvSpPr>
            <p:cNvPr id="48240" name="Line 157">
              <a:extLst>
                <a:ext uri="{FF2B5EF4-FFF2-40B4-BE49-F238E27FC236}">
                  <a16:creationId xmlns:a16="http://schemas.microsoft.com/office/drawing/2014/main" id="{C1B25EB6-54E0-4CDB-961F-EBE7CE8A02A6}"/>
                </a:ext>
              </a:extLst>
            </p:cNvPr>
            <p:cNvSpPr>
              <a:spLocks noChangeShapeType="1"/>
            </p:cNvSpPr>
            <p:nvPr/>
          </p:nvSpPr>
          <p:spPr bwMode="auto">
            <a:xfrm>
              <a:off x="4399" y="1321"/>
              <a:ext cx="0" cy="109"/>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241" name="Line 158">
              <a:extLst>
                <a:ext uri="{FF2B5EF4-FFF2-40B4-BE49-F238E27FC236}">
                  <a16:creationId xmlns:a16="http://schemas.microsoft.com/office/drawing/2014/main" id="{BC94A8B7-C131-43FD-940E-8BC3AD9AADDB}"/>
                </a:ext>
              </a:extLst>
            </p:cNvPr>
            <p:cNvSpPr>
              <a:spLocks noChangeShapeType="1"/>
            </p:cNvSpPr>
            <p:nvPr/>
          </p:nvSpPr>
          <p:spPr bwMode="auto">
            <a:xfrm>
              <a:off x="5063" y="1326"/>
              <a:ext cx="0" cy="10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48166" name="Rectangle 162">
            <a:extLst>
              <a:ext uri="{FF2B5EF4-FFF2-40B4-BE49-F238E27FC236}">
                <a16:creationId xmlns:a16="http://schemas.microsoft.com/office/drawing/2014/main" id="{1C8B1456-F3A9-4B91-82F8-4AE7816CC693}"/>
              </a:ext>
            </a:extLst>
          </p:cNvPr>
          <p:cNvSpPr>
            <a:spLocks noChangeArrowheads="1"/>
          </p:cNvSpPr>
          <p:nvPr/>
        </p:nvSpPr>
        <p:spPr bwMode="auto">
          <a:xfrm>
            <a:off x="3313114" y="3119438"/>
            <a:ext cx="288925" cy="233362"/>
          </a:xfrm>
          <a:prstGeom prst="rect">
            <a:avLst/>
          </a:prstGeom>
          <a:solidFill>
            <a:srgbClr val="66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1400"/>
          </a:p>
        </p:txBody>
      </p:sp>
      <p:sp>
        <p:nvSpPr>
          <p:cNvPr id="48167" name="Text Box 110">
            <a:extLst>
              <a:ext uri="{FF2B5EF4-FFF2-40B4-BE49-F238E27FC236}">
                <a16:creationId xmlns:a16="http://schemas.microsoft.com/office/drawing/2014/main" id="{69326E0B-BEDB-45AB-AEA0-2D96349BF351}"/>
              </a:ext>
            </a:extLst>
          </p:cNvPr>
          <p:cNvSpPr txBox="1">
            <a:spLocks noChangeArrowheads="1"/>
          </p:cNvSpPr>
          <p:nvPr/>
        </p:nvSpPr>
        <p:spPr bwMode="auto">
          <a:xfrm>
            <a:off x="3148013" y="3025776"/>
            <a:ext cx="9334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400"/>
              <a:t>223.1.1.2</a:t>
            </a:r>
            <a:endParaRPr lang="en-US" altLang="en-US" sz="1400">
              <a:latin typeface="Comic Sans MS" panose="030F0702030302020204" pitchFamily="66" charset="0"/>
            </a:endParaRPr>
          </a:p>
        </p:txBody>
      </p:sp>
      <p:sp>
        <p:nvSpPr>
          <p:cNvPr id="48168" name="Rectangle 165">
            <a:extLst>
              <a:ext uri="{FF2B5EF4-FFF2-40B4-BE49-F238E27FC236}">
                <a16:creationId xmlns:a16="http://schemas.microsoft.com/office/drawing/2014/main" id="{386ECD3A-D295-4945-BD5D-2D77B88A9119}"/>
              </a:ext>
            </a:extLst>
          </p:cNvPr>
          <p:cNvSpPr>
            <a:spLocks noChangeArrowheads="1"/>
          </p:cNvSpPr>
          <p:nvPr/>
        </p:nvSpPr>
        <p:spPr bwMode="auto">
          <a:xfrm>
            <a:off x="6054726" y="3829051"/>
            <a:ext cx="288925" cy="233363"/>
          </a:xfrm>
          <a:prstGeom prst="rect">
            <a:avLst/>
          </a:prstGeom>
          <a:solidFill>
            <a:srgbClr val="66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1400"/>
          </a:p>
        </p:txBody>
      </p:sp>
      <p:sp>
        <p:nvSpPr>
          <p:cNvPr id="48169" name="Rectangle 166">
            <a:extLst>
              <a:ext uri="{FF2B5EF4-FFF2-40B4-BE49-F238E27FC236}">
                <a16:creationId xmlns:a16="http://schemas.microsoft.com/office/drawing/2014/main" id="{226E6D1C-C61F-42C9-9F84-391EA9BE4008}"/>
              </a:ext>
            </a:extLst>
          </p:cNvPr>
          <p:cNvSpPr>
            <a:spLocks noChangeArrowheads="1"/>
          </p:cNvSpPr>
          <p:nvPr/>
        </p:nvSpPr>
        <p:spPr bwMode="auto">
          <a:xfrm>
            <a:off x="4702176" y="4014788"/>
            <a:ext cx="288925" cy="233362"/>
          </a:xfrm>
          <a:prstGeom prst="rect">
            <a:avLst/>
          </a:prstGeom>
          <a:solidFill>
            <a:srgbClr val="66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1400"/>
          </a:p>
        </p:txBody>
      </p:sp>
      <p:sp>
        <p:nvSpPr>
          <p:cNvPr id="48170" name="Text Box 128">
            <a:extLst>
              <a:ext uri="{FF2B5EF4-FFF2-40B4-BE49-F238E27FC236}">
                <a16:creationId xmlns:a16="http://schemas.microsoft.com/office/drawing/2014/main" id="{9601213D-2E5E-4EE7-9EE7-D0C96A771CFB}"/>
              </a:ext>
            </a:extLst>
          </p:cNvPr>
          <p:cNvSpPr txBox="1">
            <a:spLocks noChangeArrowheads="1"/>
          </p:cNvSpPr>
          <p:nvPr/>
        </p:nvSpPr>
        <p:spPr bwMode="auto">
          <a:xfrm>
            <a:off x="4325938" y="3976689"/>
            <a:ext cx="103346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400"/>
              <a:t>223.1.3.27</a:t>
            </a:r>
            <a:endParaRPr lang="en-US" altLang="en-US" sz="1400">
              <a:latin typeface="Comic Sans MS" panose="030F0702030302020204" pitchFamily="66" charset="0"/>
            </a:endParaRPr>
          </a:p>
        </p:txBody>
      </p:sp>
      <p:sp>
        <p:nvSpPr>
          <p:cNvPr id="48171" name="Text Box 118">
            <a:extLst>
              <a:ext uri="{FF2B5EF4-FFF2-40B4-BE49-F238E27FC236}">
                <a16:creationId xmlns:a16="http://schemas.microsoft.com/office/drawing/2014/main" id="{55BFB80C-4DB9-4B97-B275-D679CA90E4C8}"/>
              </a:ext>
            </a:extLst>
          </p:cNvPr>
          <p:cNvSpPr txBox="1">
            <a:spLocks noChangeArrowheads="1"/>
          </p:cNvSpPr>
          <p:nvPr/>
        </p:nvSpPr>
        <p:spPr bwMode="auto">
          <a:xfrm>
            <a:off x="5424488" y="3843339"/>
            <a:ext cx="9334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400"/>
              <a:t>223.1.2.2</a:t>
            </a:r>
            <a:endParaRPr lang="en-US" altLang="en-US" sz="1400">
              <a:latin typeface="Comic Sans MS" panose="030F0702030302020204" pitchFamily="66" charset="0"/>
            </a:endParaRPr>
          </a:p>
        </p:txBody>
      </p:sp>
      <p:sp>
        <p:nvSpPr>
          <p:cNvPr id="48172" name="Text Box 119">
            <a:extLst>
              <a:ext uri="{FF2B5EF4-FFF2-40B4-BE49-F238E27FC236}">
                <a16:creationId xmlns:a16="http://schemas.microsoft.com/office/drawing/2014/main" id="{35BF7F15-9C83-4361-9CFC-56BF6B0BEF56}"/>
              </a:ext>
            </a:extLst>
          </p:cNvPr>
          <p:cNvSpPr txBox="1">
            <a:spLocks noChangeArrowheads="1"/>
          </p:cNvSpPr>
          <p:nvPr/>
        </p:nvSpPr>
        <p:spPr bwMode="auto">
          <a:xfrm>
            <a:off x="6254750" y="2327276"/>
            <a:ext cx="9334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400"/>
              <a:t>223.1.2.1</a:t>
            </a:r>
            <a:endParaRPr lang="en-US" altLang="en-US" sz="1400">
              <a:latin typeface="Comic Sans MS" panose="030F0702030302020204" pitchFamily="66" charset="0"/>
            </a:endParaRPr>
          </a:p>
        </p:txBody>
      </p:sp>
      <p:sp>
        <p:nvSpPr>
          <p:cNvPr id="48173" name="Text Box 168">
            <a:extLst>
              <a:ext uri="{FF2B5EF4-FFF2-40B4-BE49-F238E27FC236}">
                <a16:creationId xmlns:a16="http://schemas.microsoft.com/office/drawing/2014/main" id="{3D4E29C1-3717-4AE0-A985-23736F9F7403}"/>
              </a:ext>
            </a:extLst>
          </p:cNvPr>
          <p:cNvSpPr txBox="1">
            <a:spLocks noChangeArrowheads="1"/>
          </p:cNvSpPr>
          <p:nvPr/>
        </p:nvSpPr>
        <p:spPr bwMode="auto">
          <a:xfrm>
            <a:off x="4989513" y="1760538"/>
            <a:ext cx="906462"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nSpc>
                <a:spcPct val="85000"/>
              </a:lnSpc>
            </a:pPr>
            <a:r>
              <a:rPr lang="en-US" altLang="en-US" sz="2000" i="1">
                <a:solidFill>
                  <a:srgbClr val="CC0000"/>
                </a:solidFill>
              </a:rPr>
              <a:t>DHCP</a:t>
            </a:r>
          </a:p>
          <a:p>
            <a:pPr>
              <a:lnSpc>
                <a:spcPct val="85000"/>
              </a:lnSpc>
            </a:pPr>
            <a:r>
              <a:rPr lang="en-US" altLang="en-US" sz="2000" i="1">
                <a:solidFill>
                  <a:srgbClr val="CC0000"/>
                </a:solidFill>
              </a:rPr>
              <a:t>server</a:t>
            </a:r>
          </a:p>
        </p:txBody>
      </p:sp>
      <p:sp>
        <p:nvSpPr>
          <p:cNvPr id="48174" name="Text Box 170">
            <a:extLst>
              <a:ext uri="{FF2B5EF4-FFF2-40B4-BE49-F238E27FC236}">
                <a16:creationId xmlns:a16="http://schemas.microsoft.com/office/drawing/2014/main" id="{B2F100BE-EE75-4B32-A2BB-B100F09E7BC9}"/>
              </a:ext>
            </a:extLst>
          </p:cNvPr>
          <p:cNvSpPr txBox="1">
            <a:spLocks noChangeArrowheads="1"/>
          </p:cNvSpPr>
          <p:nvPr/>
        </p:nvSpPr>
        <p:spPr bwMode="auto">
          <a:xfrm>
            <a:off x="8151814" y="3059114"/>
            <a:ext cx="2268537" cy="1138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nSpc>
                <a:spcPct val="85000"/>
              </a:lnSpc>
            </a:pPr>
            <a:r>
              <a:rPr lang="en-US" altLang="en-US" sz="2000" i="1"/>
              <a:t>Máy DHCP client </a:t>
            </a:r>
          </a:p>
          <a:p>
            <a:pPr>
              <a:lnSpc>
                <a:spcPct val="85000"/>
              </a:lnSpc>
            </a:pPr>
            <a:r>
              <a:rPr lang="en-US" altLang="en-US" sz="2000" i="1"/>
              <a:t>vừa tham gia vào </a:t>
            </a:r>
          </a:p>
          <a:p>
            <a:pPr>
              <a:lnSpc>
                <a:spcPct val="85000"/>
              </a:lnSpc>
            </a:pPr>
            <a:r>
              <a:rPr lang="en-US" altLang="en-US" sz="2000" i="1"/>
              <a:t>mạng cần địa chỉ </a:t>
            </a:r>
          </a:p>
          <a:p>
            <a:pPr>
              <a:lnSpc>
                <a:spcPct val="85000"/>
              </a:lnSpc>
            </a:pPr>
            <a:r>
              <a:rPr lang="en-US" altLang="en-US" sz="2000" i="1"/>
              <a:t>trong mạng này</a:t>
            </a:r>
          </a:p>
        </p:txBody>
      </p:sp>
      <p:grpSp>
        <p:nvGrpSpPr>
          <p:cNvPr id="48175" name="Group 195">
            <a:extLst>
              <a:ext uri="{FF2B5EF4-FFF2-40B4-BE49-F238E27FC236}">
                <a16:creationId xmlns:a16="http://schemas.microsoft.com/office/drawing/2014/main" id="{56BD23AB-B9EC-4AF0-B054-4A57A9D87129}"/>
              </a:ext>
            </a:extLst>
          </p:cNvPr>
          <p:cNvGrpSpPr>
            <a:grpSpLocks/>
          </p:cNvGrpSpPr>
          <p:nvPr/>
        </p:nvGrpSpPr>
        <p:grpSpPr bwMode="auto">
          <a:xfrm>
            <a:off x="5397500" y="2395539"/>
            <a:ext cx="401638" cy="681037"/>
            <a:chOff x="4140" y="429"/>
            <a:chExt cx="1425" cy="2396"/>
          </a:xfrm>
        </p:grpSpPr>
        <p:sp>
          <p:nvSpPr>
            <p:cNvPr id="48204" name="Freeform 196">
              <a:extLst>
                <a:ext uri="{FF2B5EF4-FFF2-40B4-BE49-F238E27FC236}">
                  <a16:creationId xmlns:a16="http://schemas.microsoft.com/office/drawing/2014/main" id="{E31C06CB-EA05-4111-83F5-B3AEB1D3F221}"/>
                </a:ext>
              </a:extLst>
            </p:cNvPr>
            <p:cNvSpPr>
              <a:spLocks/>
            </p:cNvSpPr>
            <p:nvPr/>
          </p:nvSpPr>
          <p:spPr bwMode="auto">
            <a:xfrm>
              <a:off x="5268" y="433"/>
              <a:ext cx="283" cy="2286"/>
            </a:xfrm>
            <a:custGeom>
              <a:avLst/>
              <a:gdLst>
                <a:gd name="T0" fmla="*/ 2 w 354"/>
                <a:gd name="T1" fmla="*/ 0 h 2742"/>
                <a:gd name="T2" fmla="*/ 2 w 354"/>
                <a:gd name="T3" fmla="*/ 7 h 2742"/>
                <a:gd name="T4" fmla="*/ 2 w 354"/>
                <a:gd name="T5" fmla="*/ 48 h 2742"/>
                <a:gd name="T6" fmla="*/ 0 w 354"/>
                <a:gd name="T7" fmla="*/ 50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48205" name="Rectangle 197">
              <a:extLst>
                <a:ext uri="{FF2B5EF4-FFF2-40B4-BE49-F238E27FC236}">
                  <a16:creationId xmlns:a16="http://schemas.microsoft.com/office/drawing/2014/main" id="{9721242C-7CD3-49D9-AEAE-43B65033DC7C}"/>
                </a:ext>
              </a:extLst>
            </p:cNvPr>
            <p:cNvSpPr>
              <a:spLocks noChangeArrowheads="1"/>
            </p:cNvSpPr>
            <p:nvPr/>
          </p:nvSpPr>
          <p:spPr bwMode="auto">
            <a:xfrm>
              <a:off x="4208" y="429"/>
              <a:ext cx="1048" cy="2284"/>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1400"/>
            </a:p>
          </p:txBody>
        </p:sp>
        <p:sp>
          <p:nvSpPr>
            <p:cNvPr id="48206" name="Freeform 198">
              <a:extLst>
                <a:ext uri="{FF2B5EF4-FFF2-40B4-BE49-F238E27FC236}">
                  <a16:creationId xmlns:a16="http://schemas.microsoft.com/office/drawing/2014/main" id="{77CE562F-2812-4CFD-987E-17E6DFE4A5C8}"/>
                </a:ext>
              </a:extLst>
            </p:cNvPr>
            <p:cNvSpPr>
              <a:spLocks/>
            </p:cNvSpPr>
            <p:nvPr/>
          </p:nvSpPr>
          <p:spPr bwMode="auto">
            <a:xfrm>
              <a:off x="5321" y="570"/>
              <a:ext cx="169" cy="2115"/>
            </a:xfrm>
            <a:custGeom>
              <a:avLst/>
              <a:gdLst>
                <a:gd name="T0" fmla="*/ 2 w 211"/>
                <a:gd name="T1" fmla="*/ 0 h 2537"/>
                <a:gd name="T2" fmla="*/ 2 w 211"/>
                <a:gd name="T3" fmla="*/ 5 h 2537"/>
                <a:gd name="T4" fmla="*/ 2 w 211"/>
                <a:gd name="T5" fmla="*/ 45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48207" name="Freeform 199">
              <a:extLst>
                <a:ext uri="{FF2B5EF4-FFF2-40B4-BE49-F238E27FC236}">
                  <a16:creationId xmlns:a16="http://schemas.microsoft.com/office/drawing/2014/main" id="{D82474E2-9F8F-4EE3-8B4F-3CD729AEFE52}"/>
                </a:ext>
              </a:extLst>
            </p:cNvPr>
            <p:cNvSpPr>
              <a:spLocks/>
            </p:cNvSpPr>
            <p:nvPr/>
          </p:nvSpPr>
          <p:spPr bwMode="auto">
            <a:xfrm>
              <a:off x="5284" y="1640"/>
              <a:ext cx="263" cy="189"/>
            </a:xfrm>
            <a:custGeom>
              <a:avLst/>
              <a:gdLst>
                <a:gd name="T0" fmla="*/ 2 w 328"/>
                <a:gd name="T1" fmla="*/ 0 h 226"/>
                <a:gd name="T2" fmla="*/ 2 w 328"/>
                <a:gd name="T3" fmla="*/ 3 h 226"/>
                <a:gd name="T4" fmla="*/ 2 w 328"/>
                <a:gd name="T5" fmla="*/ 5 h 226"/>
                <a:gd name="T6" fmla="*/ 0 w 328"/>
                <a:gd name="T7" fmla="*/ 3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48208" name="Rectangle 200">
              <a:extLst>
                <a:ext uri="{FF2B5EF4-FFF2-40B4-BE49-F238E27FC236}">
                  <a16:creationId xmlns:a16="http://schemas.microsoft.com/office/drawing/2014/main" id="{B8DAC5FC-D035-4793-B4DE-81F32EBF2C33}"/>
                </a:ext>
              </a:extLst>
            </p:cNvPr>
            <p:cNvSpPr>
              <a:spLocks noChangeArrowheads="1"/>
            </p:cNvSpPr>
            <p:nvPr/>
          </p:nvSpPr>
          <p:spPr bwMode="auto">
            <a:xfrm>
              <a:off x="4213" y="691"/>
              <a:ext cx="597" cy="50"/>
            </a:xfrm>
            <a:prstGeom prst="rect">
              <a:avLst/>
            </a:prstGeom>
            <a:solidFill>
              <a:schemeClr val="tx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1400"/>
            </a:p>
          </p:txBody>
        </p:sp>
        <p:grpSp>
          <p:nvGrpSpPr>
            <p:cNvPr id="48209" name="Group 201">
              <a:extLst>
                <a:ext uri="{FF2B5EF4-FFF2-40B4-BE49-F238E27FC236}">
                  <a16:creationId xmlns:a16="http://schemas.microsoft.com/office/drawing/2014/main" id="{D740E595-4056-4CBC-B48C-9D91E4A6CA62}"/>
                </a:ext>
              </a:extLst>
            </p:cNvPr>
            <p:cNvGrpSpPr>
              <a:grpSpLocks/>
            </p:cNvGrpSpPr>
            <p:nvPr/>
          </p:nvGrpSpPr>
          <p:grpSpPr bwMode="auto">
            <a:xfrm>
              <a:off x="4749" y="668"/>
              <a:ext cx="581" cy="145"/>
              <a:chOff x="614" y="2568"/>
              <a:chExt cx="725" cy="139"/>
            </a:xfrm>
          </p:grpSpPr>
          <p:sp>
            <p:nvSpPr>
              <p:cNvPr id="48234" name="AutoShape 202">
                <a:extLst>
                  <a:ext uri="{FF2B5EF4-FFF2-40B4-BE49-F238E27FC236}">
                    <a16:creationId xmlns:a16="http://schemas.microsoft.com/office/drawing/2014/main" id="{14A429E6-4BDF-4DF2-9174-B71AF1061FF5}"/>
                  </a:ext>
                </a:extLst>
              </p:cNvPr>
              <p:cNvSpPr>
                <a:spLocks noChangeArrowheads="1"/>
              </p:cNvSpPr>
              <p:nvPr/>
            </p:nvSpPr>
            <p:spPr bwMode="auto">
              <a:xfrm>
                <a:off x="613" y="2569"/>
                <a:ext cx="724"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1400"/>
              </a:p>
            </p:txBody>
          </p:sp>
          <p:sp>
            <p:nvSpPr>
              <p:cNvPr id="48235" name="AutoShape 203">
                <a:extLst>
                  <a:ext uri="{FF2B5EF4-FFF2-40B4-BE49-F238E27FC236}">
                    <a16:creationId xmlns:a16="http://schemas.microsoft.com/office/drawing/2014/main" id="{6BB21D23-2A73-4EDA-9622-CDD8B30DDDF0}"/>
                  </a:ext>
                </a:extLst>
              </p:cNvPr>
              <p:cNvSpPr>
                <a:spLocks noChangeArrowheads="1"/>
              </p:cNvSpPr>
              <p:nvPr/>
            </p:nvSpPr>
            <p:spPr bwMode="auto">
              <a:xfrm>
                <a:off x="627" y="2585"/>
                <a:ext cx="689"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1400"/>
              </a:p>
            </p:txBody>
          </p:sp>
        </p:grpSp>
        <p:sp>
          <p:nvSpPr>
            <p:cNvPr id="48210" name="Rectangle 204">
              <a:extLst>
                <a:ext uri="{FF2B5EF4-FFF2-40B4-BE49-F238E27FC236}">
                  <a16:creationId xmlns:a16="http://schemas.microsoft.com/office/drawing/2014/main" id="{39F75503-E8BE-4A69-BB75-FE8040135176}"/>
                </a:ext>
              </a:extLst>
            </p:cNvPr>
            <p:cNvSpPr>
              <a:spLocks noChangeArrowheads="1"/>
            </p:cNvSpPr>
            <p:nvPr/>
          </p:nvSpPr>
          <p:spPr bwMode="auto">
            <a:xfrm>
              <a:off x="4224" y="1021"/>
              <a:ext cx="597" cy="45"/>
            </a:xfrm>
            <a:prstGeom prst="rect">
              <a:avLst/>
            </a:prstGeom>
            <a:solidFill>
              <a:schemeClr val="tx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1400"/>
            </a:p>
          </p:txBody>
        </p:sp>
        <p:grpSp>
          <p:nvGrpSpPr>
            <p:cNvPr id="48211" name="Group 205">
              <a:extLst>
                <a:ext uri="{FF2B5EF4-FFF2-40B4-BE49-F238E27FC236}">
                  <a16:creationId xmlns:a16="http://schemas.microsoft.com/office/drawing/2014/main" id="{91E24D32-1442-4037-8011-F5A7B33FBA12}"/>
                </a:ext>
              </a:extLst>
            </p:cNvPr>
            <p:cNvGrpSpPr>
              <a:grpSpLocks/>
            </p:cNvGrpSpPr>
            <p:nvPr/>
          </p:nvGrpSpPr>
          <p:grpSpPr bwMode="auto">
            <a:xfrm>
              <a:off x="4747" y="994"/>
              <a:ext cx="581" cy="134"/>
              <a:chOff x="614" y="2568"/>
              <a:chExt cx="725" cy="139"/>
            </a:xfrm>
          </p:grpSpPr>
          <p:sp>
            <p:nvSpPr>
              <p:cNvPr id="48232" name="AutoShape 206">
                <a:extLst>
                  <a:ext uri="{FF2B5EF4-FFF2-40B4-BE49-F238E27FC236}">
                    <a16:creationId xmlns:a16="http://schemas.microsoft.com/office/drawing/2014/main" id="{D24C214C-31ED-4CA0-8A5C-11AFB3154104}"/>
                  </a:ext>
                </a:extLst>
              </p:cNvPr>
              <p:cNvSpPr>
                <a:spLocks noChangeArrowheads="1"/>
              </p:cNvSpPr>
              <p:nvPr/>
            </p:nvSpPr>
            <p:spPr bwMode="auto">
              <a:xfrm>
                <a:off x="616" y="2567"/>
                <a:ext cx="724"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1400"/>
              </a:p>
            </p:txBody>
          </p:sp>
          <p:sp>
            <p:nvSpPr>
              <p:cNvPr id="48233" name="AutoShape 207">
                <a:extLst>
                  <a:ext uri="{FF2B5EF4-FFF2-40B4-BE49-F238E27FC236}">
                    <a16:creationId xmlns:a16="http://schemas.microsoft.com/office/drawing/2014/main" id="{E62C08AF-8664-4617-8E08-C2D9BB24D40C}"/>
                  </a:ext>
                </a:extLst>
              </p:cNvPr>
              <p:cNvSpPr>
                <a:spLocks noChangeArrowheads="1"/>
              </p:cNvSpPr>
              <p:nvPr/>
            </p:nvSpPr>
            <p:spPr bwMode="auto">
              <a:xfrm>
                <a:off x="630" y="2584"/>
                <a:ext cx="689" cy="10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1400"/>
              </a:p>
            </p:txBody>
          </p:sp>
        </p:grpSp>
        <p:sp>
          <p:nvSpPr>
            <p:cNvPr id="48212" name="Rectangle 208">
              <a:extLst>
                <a:ext uri="{FF2B5EF4-FFF2-40B4-BE49-F238E27FC236}">
                  <a16:creationId xmlns:a16="http://schemas.microsoft.com/office/drawing/2014/main" id="{E383BA9F-3421-4544-BDB2-4B3E3D902BA8}"/>
                </a:ext>
              </a:extLst>
            </p:cNvPr>
            <p:cNvSpPr>
              <a:spLocks noChangeArrowheads="1"/>
            </p:cNvSpPr>
            <p:nvPr/>
          </p:nvSpPr>
          <p:spPr bwMode="auto">
            <a:xfrm>
              <a:off x="4219" y="1356"/>
              <a:ext cx="591" cy="50"/>
            </a:xfrm>
            <a:prstGeom prst="rect">
              <a:avLst/>
            </a:prstGeom>
            <a:solidFill>
              <a:schemeClr val="tx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1400"/>
            </a:p>
          </p:txBody>
        </p:sp>
        <p:sp>
          <p:nvSpPr>
            <p:cNvPr id="48213" name="Rectangle 209">
              <a:extLst>
                <a:ext uri="{FF2B5EF4-FFF2-40B4-BE49-F238E27FC236}">
                  <a16:creationId xmlns:a16="http://schemas.microsoft.com/office/drawing/2014/main" id="{8FF2A099-68B9-40D8-B79A-999190B0D334}"/>
                </a:ext>
              </a:extLst>
            </p:cNvPr>
            <p:cNvSpPr>
              <a:spLocks noChangeArrowheads="1"/>
            </p:cNvSpPr>
            <p:nvPr/>
          </p:nvSpPr>
          <p:spPr bwMode="auto">
            <a:xfrm>
              <a:off x="4230" y="1658"/>
              <a:ext cx="591" cy="45"/>
            </a:xfrm>
            <a:prstGeom prst="rect">
              <a:avLst/>
            </a:prstGeom>
            <a:solidFill>
              <a:schemeClr val="tx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1400"/>
            </a:p>
          </p:txBody>
        </p:sp>
        <p:grpSp>
          <p:nvGrpSpPr>
            <p:cNvPr id="48214" name="Group 210">
              <a:extLst>
                <a:ext uri="{FF2B5EF4-FFF2-40B4-BE49-F238E27FC236}">
                  <a16:creationId xmlns:a16="http://schemas.microsoft.com/office/drawing/2014/main" id="{1648CD2D-B119-46BA-B770-4CBEB4C15443}"/>
                </a:ext>
              </a:extLst>
            </p:cNvPr>
            <p:cNvGrpSpPr>
              <a:grpSpLocks/>
            </p:cNvGrpSpPr>
            <p:nvPr/>
          </p:nvGrpSpPr>
          <p:grpSpPr bwMode="auto">
            <a:xfrm>
              <a:off x="4735" y="1627"/>
              <a:ext cx="582" cy="151"/>
              <a:chOff x="614" y="2568"/>
              <a:chExt cx="725" cy="139"/>
            </a:xfrm>
          </p:grpSpPr>
          <p:sp>
            <p:nvSpPr>
              <p:cNvPr id="48230" name="AutoShape 211">
                <a:extLst>
                  <a:ext uri="{FF2B5EF4-FFF2-40B4-BE49-F238E27FC236}">
                    <a16:creationId xmlns:a16="http://schemas.microsoft.com/office/drawing/2014/main" id="{C3F2DA6E-CE9C-44F7-BD5D-5B8A625EA026}"/>
                  </a:ext>
                </a:extLst>
              </p:cNvPr>
              <p:cNvSpPr>
                <a:spLocks noChangeArrowheads="1"/>
              </p:cNvSpPr>
              <p:nvPr/>
            </p:nvSpPr>
            <p:spPr bwMode="auto">
              <a:xfrm>
                <a:off x="617" y="2576"/>
                <a:ext cx="723"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1400"/>
              </a:p>
            </p:txBody>
          </p:sp>
          <p:sp>
            <p:nvSpPr>
              <p:cNvPr id="48231" name="AutoShape 212">
                <a:extLst>
                  <a:ext uri="{FF2B5EF4-FFF2-40B4-BE49-F238E27FC236}">
                    <a16:creationId xmlns:a16="http://schemas.microsoft.com/office/drawing/2014/main" id="{629CE429-89CF-4EF6-880A-CA3289F7597F}"/>
                  </a:ext>
                </a:extLst>
              </p:cNvPr>
              <p:cNvSpPr>
                <a:spLocks noChangeArrowheads="1"/>
              </p:cNvSpPr>
              <p:nvPr/>
            </p:nvSpPr>
            <p:spPr bwMode="auto">
              <a:xfrm>
                <a:off x="631" y="2586"/>
                <a:ext cx="688" cy="108"/>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1400"/>
              </a:p>
            </p:txBody>
          </p:sp>
        </p:grpSp>
        <p:sp>
          <p:nvSpPr>
            <p:cNvPr id="48215" name="Freeform 213">
              <a:extLst>
                <a:ext uri="{FF2B5EF4-FFF2-40B4-BE49-F238E27FC236}">
                  <a16:creationId xmlns:a16="http://schemas.microsoft.com/office/drawing/2014/main" id="{8292EA89-DD3A-456C-B661-03ABEE3BF9C1}"/>
                </a:ext>
              </a:extLst>
            </p:cNvPr>
            <p:cNvSpPr>
              <a:spLocks/>
            </p:cNvSpPr>
            <p:nvPr/>
          </p:nvSpPr>
          <p:spPr bwMode="auto">
            <a:xfrm>
              <a:off x="5288" y="1354"/>
              <a:ext cx="263" cy="188"/>
            </a:xfrm>
            <a:custGeom>
              <a:avLst/>
              <a:gdLst>
                <a:gd name="T0" fmla="*/ 2 w 328"/>
                <a:gd name="T1" fmla="*/ 0 h 226"/>
                <a:gd name="T2" fmla="*/ 2 w 328"/>
                <a:gd name="T3" fmla="*/ 2 h 226"/>
                <a:gd name="T4" fmla="*/ 2 w 328"/>
                <a:gd name="T5" fmla="*/ 4 h 226"/>
                <a:gd name="T6" fmla="*/ 0 w 328"/>
                <a:gd name="T7" fmla="*/ 2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nvGrpSpPr>
            <p:cNvPr id="48216" name="Group 214">
              <a:extLst>
                <a:ext uri="{FF2B5EF4-FFF2-40B4-BE49-F238E27FC236}">
                  <a16:creationId xmlns:a16="http://schemas.microsoft.com/office/drawing/2014/main" id="{E2215F95-9B49-4704-8C50-7ED1C473A67B}"/>
                </a:ext>
              </a:extLst>
            </p:cNvPr>
            <p:cNvGrpSpPr>
              <a:grpSpLocks/>
            </p:cNvGrpSpPr>
            <p:nvPr/>
          </p:nvGrpSpPr>
          <p:grpSpPr bwMode="auto">
            <a:xfrm>
              <a:off x="4739" y="1327"/>
              <a:ext cx="582" cy="139"/>
              <a:chOff x="614" y="2568"/>
              <a:chExt cx="725" cy="139"/>
            </a:xfrm>
          </p:grpSpPr>
          <p:sp>
            <p:nvSpPr>
              <p:cNvPr id="48228" name="AutoShape 215">
                <a:extLst>
                  <a:ext uri="{FF2B5EF4-FFF2-40B4-BE49-F238E27FC236}">
                    <a16:creationId xmlns:a16="http://schemas.microsoft.com/office/drawing/2014/main" id="{6AA136DC-2DA6-42CC-9A2E-31525631029E}"/>
                  </a:ext>
                </a:extLst>
              </p:cNvPr>
              <p:cNvSpPr>
                <a:spLocks noChangeArrowheads="1"/>
              </p:cNvSpPr>
              <p:nvPr/>
            </p:nvSpPr>
            <p:spPr bwMode="auto">
              <a:xfrm>
                <a:off x="612" y="2569"/>
                <a:ext cx="730" cy="140"/>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1400"/>
              </a:p>
            </p:txBody>
          </p:sp>
          <p:sp>
            <p:nvSpPr>
              <p:cNvPr id="48229" name="AutoShape 216">
                <a:extLst>
                  <a:ext uri="{FF2B5EF4-FFF2-40B4-BE49-F238E27FC236}">
                    <a16:creationId xmlns:a16="http://schemas.microsoft.com/office/drawing/2014/main" id="{1BC7D737-CF2F-4242-9C42-7447B65CBB25}"/>
                  </a:ext>
                </a:extLst>
              </p:cNvPr>
              <p:cNvSpPr>
                <a:spLocks noChangeArrowheads="1"/>
              </p:cNvSpPr>
              <p:nvPr/>
            </p:nvSpPr>
            <p:spPr bwMode="auto">
              <a:xfrm>
                <a:off x="626" y="2586"/>
                <a:ext cx="695"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1400"/>
              </a:p>
            </p:txBody>
          </p:sp>
        </p:grpSp>
        <p:sp>
          <p:nvSpPr>
            <p:cNvPr id="48217" name="Rectangle 217">
              <a:extLst>
                <a:ext uri="{FF2B5EF4-FFF2-40B4-BE49-F238E27FC236}">
                  <a16:creationId xmlns:a16="http://schemas.microsoft.com/office/drawing/2014/main" id="{71834420-4122-447A-8A16-1138D80E531B}"/>
                </a:ext>
              </a:extLst>
            </p:cNvPr>
            <p:cNvSpPr>
              <a:spLocks noChangeArrowheads="1"/>
            </p:cNvSpPr>
            <p:nvPr/>
          </p:nvSpPr>
          <p:spPr bwMode="auto">
            <a:xfrm>
              <a:off x="5250" y="429"/>
              <a:ext cx="68" cy="2290"/>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1400"/>
            </a:p>
          </p:txBody>
        </p:sp>
        <p:sp>
          <p:nvSpPr>
            <p:cNvPr id="48218" name="Freeform 218">
              <a:extLst>
                <a:ext uri="{FF2B5EF4-FFF2-40B4-BE49-F238E27FC236}">
                  <a16:creationId xmlns:a16="http://schemas.microsoft.com/office/drawing/2014/main" id="{FA421E19-8DCA-410F-BD93-CDBC0B719970}"/>
                </a:ext>
              </a:extLst>
            </p:cNvPr>
            <p:cNvSpPr>
              <a:spLocks/>
            </p:cNvSpPr>
            <p:nvPr/>
          </p:nvSpPr>
          <p:spPr bwMode="auto">
            <a:xfrm>
              <a:off x="5312" y="1007"/>
              <a:ext cx="237" cy="213"/>
            </a:xfrm>
            <a:custGeom>
              <a:avLst/>
              <a:gdLst>
                <a:gd name="T0" fmla="*/ 2 w 296"/>
                <a:gd name="T1" fmla="*/ 0 h 256"/>
                <a:gd name="T2" fmla="*/ 2 w 296"/>
                <a:gd name="T3" fmla="*/ 2 h 256"/>
                <a:gd name="T4" fmla="*/ 2 w 296"/>
                <a:gd name="T5" fmla="*/ 4 h 256"/>
                <a:gd name="T6" fmla="*/ 0 w 296"/>
                <a:gd name="T7" fmla="*/ 2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48219" name="Freeform 219">
              <a:extLst>
                <a:ext uri="{FF2B5EF4-FFF2-40B4-BE49-F238E27FC236}">
                  <a16:creationId xmlns:a16="http://schemas.microsoft.com/office/drawing/2014/main" id="{E360AA15-6C0A-47D4-B325-4A6675C88C22}"/>
                </a:ext>
              </a:extLst>
            </p:cNvPr>
            <p:cNvSpPr>
              <a:spLocks/>
            </p:cNvSpPr>
            <p:nvPr/>
          </p:nvSpPr>
          <p:spPr bwMode="auto">
            <a:xfrm>
              <a:off x="5315" y="680"/>
              <a:ext cx="244" cy="240"/>
            </a:xfrm>
            <a:custGeom>
              <a:avLst/>
              <a:gdLst>
                <a:gd name="T0" fmla="*/ 0 w 304"/>
                <a:gd name="T1" fmla="*/ 0 h 288"/>
                <a:gd name="T2" fmla="*/ 2 w 304"/>
                <a:gd name="T3" fmla="*/ 2 h 288"/>
                <a:gd name="T4" fmla="*/ 2 w 304"/>
                <a:gd name="T5" fmla="*/ 5 h 288"/>
                <a:gd name="T6" fmla="*/ 2 w 304"/>
                <a:gd name="T7" fmla="*/ 2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48220" name="Oval 220">
              <a:extLst>
                <a:ext uri="{FF2B5EF4-FFF2-40B4-BE49-F238E27FC236}">
                  <a16:creationId xmlns:a16="http://schemas.microsoft.com/office/drawing/2014/main" id="{B36BE461-8279-48B7-99B9-B6441DA66AD6}"/>
                </a:ext>
              </a:extLst>
            </p:cNvPr>
            <p:cNvSpPr>
              <a:spLocks noChangeArrowheads="1"/>
            </p:cNvSpPr>
            <p:nvPr/>
          </p:nvSpPr>
          <p:spPr bwMode="auto">
            <a:xfrm>
              <a:off x="5514" y="2613"/>
              <a:ext cx="51"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1400"/>
            </a:p>
          </p:txBody>
        </p:sp>
        <p:sp>
          <p:nvSpPr>
            <p:cNvPr id="48221" name="Freeform 221">
              <a:extLst>
                <a:ext uri="{FF2B5EF4-FFF2-40B4-BE49-F238E27FC236}">
                  <a16:creationId xmlns:a16="http://schemas.microsoft.com/office/drawing/2014/main" id="{C78A284D-2D7D-4F7D-804C-8F0FF081425D}"/>
                </a:ext>
              </a:extLst>
            </p:cNvPr>
            <p:cNvSpPr>
              <a:spLocks/>
            </p:cNvSpPr>
            <p:nvPr/>
          </p:nvSpPr>
          <p:spPr bwMode="auto">
            <a:xfrm>
              <a:off x="5302" y="2614"/>
              <a:ext cx="245" cy="200"/>
            </a:xfrm>
            <a:custGeom>
              <a:avLst/>
              <a:gdLst>
                <a:gd name="T0" fmla="*/ 0 w 306"/>
                <a:gd name="T1" fmla="*/ 3 h 240"/>
                <a:gd name="T2" fmla="*/ 2 w 306"/>
                <a:gd name="T3" fmla="*/ 5 h 240"/>
                <a:gd name="T4" fmla="*/ 2 w 306"/>
                <a:gd name="T5" fmla="*/ 3 h 240"/>
                <a:gd name="T6" fmla="*/ 2 w 306"/>
                <a:gd name="T7" fmla="*/ 0 h 240"/>
                <a:gd name="T8" fmla="*/ 0 w 306"/>
                <a:gd name="T9" fmla="*/ 3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48222" name="AutoShape 222">
              <a:extLst>
                <a:ext uri="{FF2B5EF4-FFF2-40B4-BE49-F238E27FC236}">
                  <a16:creationId xmlns:a16="http://schemas.microsoft.com/office/drawing/2014/main" id="{CF412F8D-04CF-48A9-98F5-5A68AD14938D}"/>
                </a:ext>
              </a:extLst>
            </p:cNvPr>
            <p:cNvSpPr>
              <a:spLocks noChangeArrowheads="1"/>
            </p:cNvSpPr>
            <p:nvPr/>
          </p:nvSpPr>
          <p:spPr bwMode="auto">
            <a:xfrm>
              <a:off x="4140" y="2680"/>
              <a:ext cx="1200" cy="145"/>
            </a:xfrm>
            <a:prstGeom prst="roundRect">
              <a:avLst>
                <a:gd name="adj" fmla="val 50000"/>
              </a:avLst>
            </a:prstGeom>
            <a:solidFill>
              <a:srgbClr val="DDDDDD"/>
            </a:solidFill>
            <a:ln w="9525">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1400"/>
            </a:p>
          </p:txBody>
        </p:sp>
        <p:sp>
          <p:nvSpPr>
            <p:cNvPr id="48223" name="AutoShape 223">
              <a:extLst>
                <a:ext uri="{FF2B5EF4-FFF2-40B4-BE49-F238E27FC236}">
                  <a16:creationId xmlns:a16="http://schemas.microsoft.com/office/drawing/2014/main" id="{8DD27064-7BF0-4C12-BDD9-5C5C3FAA4DF1}"/>
                </a:ext>
              </a:extLst>
            </p:cNvPr>
            <p:cNvSpPr>
              <a:spLocks noChangeArrowheads="1"/>
            </p:cNvSpPr>
            <p:nvPr/>
          </p:nvSpPr>
          <p:spPr bwMode="auto">
            <a:xfrm>
              <a:off x="4208" y="2713"/>
              <a:ext cx="1070" cy="78"/>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1400"/>
            </a:p>
          </p:txBody>
        </p:sp>
        <p:sp>
          <p:nvSpPr>
            <p:cNvPr id="48224" name="Oval 224">
              <a:extLst>
                <a:ext uri="{FF2B5EF4-FFF2-40B4-BE49-F238E27FC236}">
                  <a16:creationId xmlns:a16="http://schemas.microsoft.com/office/drawing/2014/main" id="{FF21985D-5097-4C72-B667-4CEF8F14BA14}"/>
                </a:ext>
              </a:extLst>
            </p:cNvPr>
            <p:cNvSpPr>
              <a:spLocks noChangeArrowheads="1"/>
            </p:cNvSpPr>
            <p:nvPr/>
          </p:nvSpPr>
          <p:spPr bwMode="auto">
            <a:xfrm>
              <a:off x="4309" y="2384"/>
              <a:ext cx="158" cy="140"/>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1400"/>
            </a:p>
          </p:txBody>
        </p:sp>
        <p:sp>
          <p:nvSpPr>
            <p:cNvPr id="48225" name="Oval 225">
              <a:extLst>
                <a:ext uri="{FF2B5EF4-FFF2-40B4-BE49-F238E27FC236}">
                  <a16:creationId xmlns:a16="http://schemas.microsoft.com/office/drawing/2014/main" id="{FD378535-868B-4162-99B0-7749545F1129}"/>
                </a:ext>
              </a:extLst>
            </p:cNvPr>
            <p:cNvSpPr>
              <a:spLocks noChangeArrowheads="1"/>
            </p:cNvSpPr>
            <p:nvPr/>
          </p:nvSpPr>
          <p:spPr bwMode="auto">
            <a:xfrm>
              <a:off x="4484" y="2384"/>
              <a:ext cx="163" cy="145"/>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eaLnBrk="1" hangingPunct="1"/>
              <a:endParaRPr lang="en-US" altLang="en-US" sz="1400">
                <a:solidFill>
                  <a:srgbClr val="FF0000"/>
                </a:solidFill>
                <a:cs typeface="Arial" panose="020B0604020202020204" pitchFamily="34" charset="0"/>
              </a:endParaRPr>
            </a:p>
          </p:txBody>
        </p:sp>
        <p:sp>
          <p:nvSpPr>
            <p:cNvPr id="48226" name="Oval 226">
              <a:extLst>
                <a:ext uri="{FF2B5EF4-FFF2-40B4-BE49-F238E27FC236}">
                  <a16:creationId xmlns:a16="http://schemas.microsoft.com/office/drawing/2014/main" id="{DBD3A1B1-8B55-492C-9E75-4BB7BCB9C3B7}"/>
                </a:ext>
              </a:extLst>
            </p:cNvPr>
            <p:cNvSpPr>
              <a:spLocks noChangeArrowheads="1"/>
            </p:cNvSpPr>
            <p:nvPr/>
          </p:nvSpPr>
          <p:spPr bwMode="auto">
            <a:xfrm>
              <a:off x="4664" y="2384"/>
              <a:ext cx="158" cy="140"/>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1400"/>
            </a:p>
          </p:txBody>
        </p:sp>
        <p:sp>
          <p:nvSpPr>
            <p:cNvPr id="48227" name="Rectangle 227">
              <a:extLst>
                <a:ext uri="{FF2B5EF4-FFF2-40B4-BE49-F238E27FC236}">
                  <a16:creationId xmlns:a16="http://schemas.microsoft.com/office/drawing/2014/main" id="{C5311BA1-2B28-4B41-8C41-7BAA44ABAA3B}"/>
                </a:ext>
              </a:extLst>
            </p:cNvPr>
            <p:cNvSpPr>
              <a:spLocks noChangeArrowheads="1"/>
            </p:cNvSpPr>
            <p:nvPr/>
          </p:nvSpPr>
          <p:spPr bwMode="auto">
            <a:xfrm>
              <a:off x="5064" y="1836"/>
              <a:ext cx="84" cy="760"/>
            </a:xfrm>
            <a:prstGeom prst="rect">
              <a:avLst/>
            </a:prstGeom>
            <a:solidFill>
              <a:srgbClr val="292929"/>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1400"/>
            </a:p>
          </p:txBody>
        </p:sp>
      </p:grpSp>
      <p:grpSp>
        <p:nvGrpSpPr>
          <p:cNvPr id="48176" name="Group 231">
            <a:extLst>
              <a:ext uri="{FF2B5EF4-FFF2-40B4-BE49-F238E27FC236}">
                <a16:creationId xmlns:a16="http://schemas.microsoft.com/office/drawing/2014/main" id="{5D9A74A7-7CB2-4A20-A0A0-DCD0A6E74BB0}"/>
              </a:ext>
            </a:extLst>
          </p:cNvPr>
          <p:cNvGrpSpPr>
            <a:grpSpLocks/>
          </p:cNvGrpSpPr>
          <p:nvPr/>
        </p:nvGrpSpPr>
        <p:grpSpPr bwMode="auto">
          <a:xfrm>
            <a:off x="7010401" y="3141664"/>
            <a:ext cx="1101725" cy="549275"/>
            <a:chOff x="3428" y="1798"/>
            <a:chExt cx="694" cy="346"/>
          </a:xfrm>
        </p:grpSpPr>
        <p:grpSp>
          <p:nvGrpSpPr>
            <p:cNvPr id="48180" name="Group 229">
              <a:extLst>
                <a:ext uri="{FF2B5EF4-FFF2-40B4-BE49-F238E27FC236}">
                  <a16:creationId xmlns:a16="http://schemas.microsoft.com/office/drawing/2014/main" id="{86317B76-8835-4456-ACE0-EAF317EC6359}"/>
                </a:ext>
              </a:extLst>
            </p:cNvPr>
            <p:cNvGrpSpPr>
              <a:grpSpLocks/>
            </p:cNvGrpSpPr>
            <p:nvPr/>
          </p:nvGrpSpPr>
          <p:grpSpPr bwMode="auto">
            <a:xfrm>
              <a:off x="3628" y="1798"/>
              <a:ext cx="494" cy="346"/>
              <a:chOff x="4420" y="878"/>
              <a:chExt cx="614" cy="458"/>
            </a:xfrm>
          </p:grpSpPr>
          <p:pic>
            <p:nvPicPr>
              <p:cNvPr id="48182" name="Picture 173" descr="laptop_keyboard">
                <a:extLst>
                  <a:ext uri="{FF2B5EF4-FFF2-40B4-BE49-F238E27FC236}">
                    <a16:creationId xmlns:a16="http://schemas.microsoft.com/office/drawing/2014/main" id="{832D4954-3339-4668-9104-9DA667CD186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109064" flipH="1">
                <a:off x="4420" y="1108"/>
                <a:ext cx="527" cy="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83" name="Freeform 174">
                <a:extLst>
                  <a:ext uri="{FF2B5EF4-FFF2-40B4-BE49-F238E27FC236}">
                    <a16:creationId xmlns:a16="http://schemas.microsoft.com/office/drawing/2014/main" id="{6639A448-EF62-4B06-98AE-AF8093209B1F}"/>
                  </a:ext>
                </a:extLst>
              </p:cNvPr>
              <p:cNvSpPr>
                <a:spLocks/>
              </p:cNvSpPr>
              <p:nvPr/>
            </p:nvSpPr>
            <p:spPr bwMode="auto">
              <a:xfrm>
                <a:off x="4595" y="888"/>
                <a:ext cx="424" cy="297"/>
              </a:xfrm>
              <a:custGeom>
                <a:avLst/>
                <a:gdLst>
                  <a:gd name="T0" fmla="*/ 0 w 2982"/>
                  <a:gd name="T1" fmla="*/ 0 h 2442"/>
                  <a:gd name="T2" fmla="*/ 0 w 2982"/>
                  <a:gd name="T3" fmla="*/ 0 h 2442"/>
                  <a:gd name="T4" fmla="*/ 0 w 2982"/>
                  <a:gd name="T5" fmla="*/ 0 h 2442"/>
                  <a:gd name="T6" fmla="*/ 0 w 2982"/>
                  <a:gd name="T7" fmla="*/ 0 h 2442"/>
                  <a:gd name="T8" fmla="*/ 0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pic>
            <p:nvPicPr>
              <p:cNvPr id="48184" name="Picture 175" descr="screen">
                <a:extLst>
                  <a:ext uri="{FF2B5EF4-FFF2-40B4-BE49-F238E27FC236}">
                    <a16:creationId xmlns:a16="http://schemas.microsoft.com/office/drawing/2014/main" id="{3A780C00-7887-42CB-BB59-C6F9B2F996C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16" y="895"/>
                <a:ext cx="385"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85" name="Freeform 176">
                <a:extLst>
                  <a:ext uri="{FF2B5EF4-FFF2-40B4-BE49-F238E27FC236}">
                    <a16:creationId xmlns:a16="http://schemas.microsoft.com/office/drawing/2014/main" id="{299BE7BE-E249-41C1-848E-9E3F45C9E42D}"/>
                  </a:ext>
                </a:extLst>
              </p:cNvPr>
              <p:cNvSpPr>
                <a:spLocks/>
              </p:cNvSpPr>
              <p:nvPr/>
            </p:nvSpPr>
            <p:spPr bwMode="auto">
              <a:xfrm>
                <a:off x="4672" y="879"/>
                <a:ext cx="359" cy="55"/>
              </a:xfrm>
              <a:custGeom>
                <a:avLst/>
                <a:gdLst>
                  <a:gd name="T0" fmla="*/ 0 w 2528"/>
                  <a:gd name="T1" fmla="*/ 0 h 455"/>
                  <a:gd name="T2" fmla="*/ 0 w 2528"/>
                  <a:gd name="T3" fmla="*/ 0 h 455"/>
                  <a:gd name="T4" fmla="*/ 0 w 2528"/>
                  <a:gd name="T5" fmla="*/ 0 h 455"/>
                  <a:gd name="T6" fmla="*/ 0 w 2528"/>
                  <a:gd name="T7" fmla="*/ 0 h 455"/>
                  <a:gd name="T8" fmla="*/ 0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48186" name="Freeform 177">
                <a:extLst>
                  <a:ext uri="{FF2B5EF4-FFF2-40B4-BE49-F238E27FC236}">
                    <a16:creationId xmlns:a16="http://schemas.microsoft.com/office/drawing/2014/main" id="{3222F36A-0141-4FDC-BF4D-EF8116F8A3F5}"/>
                  </a:ext>
                </a:extLst>
              </p:cNvPr>
              <p:cNvSpPr>
                <a:spLocks/>
              </p:cNvSpPr>
              <p:nvPr/>
            </p:nvSpPr>
            <p:spPr bwMode="auto">
              <a:xfrm>
                <a:off x="4591" y="878"/>
                <a:ext cx="100" cy="230"/>
              </a:xfrm>
              <a:custGeom>
                <a:avLst/>
                <a:gdLst>
                  <a:gd name="T0" fmla="*/ 0 w 702"/>
                  <a:gd name="T1" fmla="*/ 0 h 1893"/>
                  <a:gd name="T2" fmla="*/ 0 w 702"/>
                  <a:gd name="T3" fmla="*/ 0 h 1893"/>
                  <a:gd name="T4" fmla="*/ 0 w 702"/>
                  <a:gd name="T5" fmla="*/ 0 h 1893"/>
                  <a:gd name="T6" fmla="*/ 0 w 702"/>
                  <a:gd name="T7" fmla="*/ 0 h 1893"/>
                  <a:gd name="T8" fmla="*/ 0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48187" name="Freeform 178">
                <a:extLst>
                  <a:ext uri="{FF2B5EF4-FFF2-40B4-BE49-F238E27FC236}">
                    <a16:creationId xmlns:a16="http://schemas.microsoft.com/office/drawing/2014/main" id="{CF6DC74E-6A68-47CD-9591-A3843BA06A5B}"/>
                  </a:ext>
                </a:extLst>
              </p:cNvPr>
              <p:cNvSpPr>
                <a:spLocks/>
              </p:cNvSpPr>
              <p:nvPr/>
            </p:nvSpPr>
            <p:spPr bwMode="auto">
              <a:xfrm>
                <a:off x="4921" y="920"/>
                <a:ext cx="108" cy="265"/>
              </a:xfrm>
              <a:custGeom>
                <a:avLst/>
                <a:gdLst>
                  <a:gd name="T0" fmla="*/ 0 w 756"/>
                  <a:gd name="T1" fmla="*/ 0 h 2184"/>
                  <a:gd name="T2" fmla="*/ 0 w 756"/>
                  <a:gd name="T3" fmla="*/ 0 h 2184"/>
                  <a:gd name="T4" fmla="*/ 0 w 756"/>
                  <a:gd name="T5" fmla="*/ 0 h 2184"/>
                  <a:gd name="T6" fmla="*/ 0 w 756"/>
                  <a:gd name="T7" fmla="*/ 0 h 2184"/>
                  <a:gd name="T8" fmla="*/ 0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48188" name="Freeform 179">
                <a:extLst>
                  <a:ext uri="{FF2B5EF4-FFF2-40B4-BE49-F238E27FC236}">
                    <a16:creationId xmlns:a16="http://schemas.microsoft.com/office/drawing/2014/main" id="{B501F10A-1A45-468C-A79E-45F80953DD0C}"/>
                  </a:ext>
                </a:extLst>
              </p:cNvPr>
              <p:cNvSpPr>
                <a:spLocks/>
              </p:cNvSpPr>
              <p:nvPr/>
            </p:nvSpPr>
            <p:spPr bwMode="auto">
              <a:xfrm>
                <a:off x="4590" y="1097"/>
                <a:ext cx="394" cy="89"/>
              </a:xfrm>
              <a:custGeom>
                <a:avLst/>
                <a:gdLst>
                  <a:gd name="T0" fmla="*/ 0 w 2773"/>
                  <a:gd name="T1" fmla="*/ 0 h 738"/>
                  <a:gd name="T2" fmla="*/ 0 w 2773"/>
                  <a:gd name="T3" fmla="*/ 0 h 738"/>
                  <a:gd name="T4" fmla="*/ 0 w 2773"/>
                  <a:gd name="T5" fmla="*/ 0 h 738"/>
                  <a:gd name="T6" fmla="*/ 0 w 2773"/>
                  <a:gd name="T7" fmla="*/ 0 h 738"/>
                  <a:gd name="T8" fmla="*/ 0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48189" name="Freeform 180">
                <a:extLst>
                  <a:ext uri="{FF2B5EF4-FFF2-40B4-BE49-F238E27FC236}">
                    <a16:creationId xmlns:a16="http://schemas.microsoft.com/office/drawing/2014/main" id="{4B34444D-2D34-4E9A-85A2-9448F23BC5F6}"/>
                  </a:ext>
                </a:extLst>
              </p:cNvPr>
              <p:cNvSpPr>
                <a:spLocks/>
              </p:cNvSpPr>
              <p:nvPr/>
            </p:nvSpPr>
            <p:spPr bwMode="auto">
              <a:xfrm>
                <a:off x="4933" y="922"/>
                <a:ext cx="101" cy="266"/>
              </a:xfrm>
              <a:custGeom>
                <a:avLst/>
                <a:gdLst>
                  <a:gd name="T0" fmla="*/ 0 w 637"/>
                  <a:gd name="T1" fmla="*/ 0 h 1659"/>
                  <a:gd name="T2" fmla="*/ 0 w 637"/>
                  <a:gd name="T3" fmla="*/ 0 h 1659"/>
                  <a:gd name="T4" fmla="*/ 0 w 637"/>
                  <a:gd name="T5" fmla="*/ 0 h 1659"/>
                  <a:gd name="T6" fmla="*/ 0 w 637"/>
                  <a:gd name="T7" fmla="*/ 0 h 1659"/>
                  <a:gd name="T8" fmla="*/ 0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48190" name="Freeform 181">
                <a:extLst>
                  <a:ext uri="{FF2B5EF4-FFF2-40B4-BE49-F238E27FC236}">
                    <a16:creationId xmlns:a16="http://schemas.microsoft.com/office/drawing/2014/main" id="{F326BE54-C71A-48BD-B71E-1A05A2A478DB}"/>
                  </a:ext>
                </a:extLst>
              </p:cNvPr>
              <p:cNvSpPr>
                <a:spLocks/>
              </p:cNvSpPr>
              <p:nvPr/>
            </p:nvSpPr>
            <p:spPr bwMode="auto">
              <a:xfrm>
                <a:off x="4590" y="1109"/>
                <a:ext cx="351" cy="88"/>
              </a:xfrm>
              <a:custGeom>
                <a:avLst/>
                <a:gdLst>
                  <a:gd name="T0" fmla="*/ 0 w 2216"/>
                  <a:gd name="T1" fmla="*/ 0 h 550"/>
                  <a:gd name="T2" fmla="*/ 0 w 2216"/>
                  <a:gd name="T3" fmla="*/ 0 h 550"/>
                  <a:gd name="T4" fmla="*/ 0 w 2216"/>
                  <a:gd name="T5" fmla="*/ 0 h 550"/>
                  <a:gd name="T6" fmla="*/ 0 w 2216"/>
                  <a:gd name="T7" fmla="*/ 0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nvGrpSpPr>
              <p:cNvPr id="48191" name="Group 182">
                <a:extLst>
                  <a:ext uri="{FF2B5EF4-FFF2-40B4-BE49-F238E27FC236}">
                    <a16:creationId xmlns:a16="http://schemas.microsoft.com/office/drawing/2014/main" id="{E8A2BE79-552B-4A8A-AE1B-7279C8E13E3A}"/>
                  </a:ext>
                </a:extLst>
              </p:cNvPr>
              <p:cNvGrpSpPr>
                <a:grpSpLocks/>
              </p:cNvGrpSpPr>
              <p:nvPr/>
            </p:nvGrpSpPr>
            <p:grpSpPr bwMode="auto">
              <a:xfrm>
                <a:off x="4584" y="1203"/>
                <a:ext cx="119" cy="53"/>
                <a:chOff x="1740" y="2642"/>
                <a:chExt cx="752" cy="327"/>
              </a:xfrm>
            </p:grpSpPr>
            <p:sp>
              <p:nvSpPr>
                <p:cNvPr id="48198" name="Freeform 183">
                  <a:extLst>
                    <a:ext uri="{FF2B5EF4-FFF2-40B4-BE49-F238E27FC236}">
                      <a16:creationId xmlns:a16="http://schemas.microsoft.com/office/drawing/2014/main" id="{ED0CF21A-7F9A-45BA-86A9-6434101C75FF}"/>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48199" name="Freeform 184">
                  <a:extLst>
                    <a:ext uri="{FF2B5EF4-FFF2-40B4-BE49-F238E27FC236}">
                      <a16:creationId xmlns:a16="http://schemas.microsoft.com/office/drawing/2014/main" id="{5FA3EFF8-9A97-4B66-BFAA-B4AB6CBF9486}"/>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48200" name="Freeform 185">
                  <a:extLst>
                    <a:ext uri="{FF2B5EF4-FFF2-40B4-BE49-F238E27FC236}">
                      <a16:creationId xmlns:a16="http://schemas.microsoft.com/office/drawing/2014/main" id="{3C7AB936-2C9F-426E-A717-3C1F11F87A53}"/>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48201" name="Freeform 186">
                  <a:extLst>
                    <a:ext uri="{FF2B5EF4-FFF2-40B4-BE49-F238E27FC236}">
                      <a16:creationId xmlns:a16="http://schemas.microsoft.com/office/drawing/2014/main" id="{4257B2B5-3389-4118-9630-948682CD5E6C}"/>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48202" name="Freeform 187">
                  <a:extLst>
                    <a:ext uri="{FF2B5EF4-FFF2-40B4-BE49-F238E27FC236}">
                      <a16:creationId xmlns:a16="http://schemas.microsoft.com/office/drawing/2014/main" id="{4EBD0DB0-BC49-4CEA-BC4F-F9D0788C9D2A}"/>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48203" name="Freeform 188">
                  <a:extLst>
                    <a:ext uri="{FF2B5EF4-FFF2-40B4-BE49-F238E27FC236}">
                      <a16:creationId xmlns:a16="http://schemas.microsoft.com/office/drawing/2014/main" id="{1DD75202-8444-46E6-984B-D31FE8D361C8}"/>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sp>
            <p:nvSpPr>
              <p:cNvPr id="48192" name="Freeform 189">
                <a:extLst>
                  <a:ext uri="{FF2B5EF4-FFF2-40B4-BE49-F238E27FC236}">
                    <a16:creationId xmlns:a16="http://schemas.microsoft.com/office/drawing/2014/main" id="{4546CE4E-7AE2-47C6-9C56-713D613C5BA4}"/>
                  </a:ext>
                </a:extLst>
              </p:cNvPr>
              <p:cNvSpPr>
                <a:spLocks/>
              </p:cNvSpPr>
              <p:nvPr/>
            </p:nvSpPr>
            <p:spPr bwMode="auto">
              <a:xfrm>
                <a:off x="4788" y="1211"/>
                <a:ext cx="144" cy="116"/>
              </a:xfrm>
              <a:custGeom>
                <a:avLst/>
                <a:gdLst>
                  <a:gd name="T0" fmla="*/ 0 w 990"/>
                  <a:gd name="T1" fmla="*/ 0 h 792"/>
                  <a:gd name="T2" fmla="*/ 0 w 990"/>
                  <a:gd name="T3" fmla="*/ 0 h 792"/>
                  <a:gd name="T4" fmla="*/ 0 w 990"/>
                  <a:gd name="T5" fmla="*/ 0 h 792"/>
                  <a:gd name="T6" fmla="*/ 0 w 990"/>
                  <a:gd name="T7" fmla="*/ 0 h 792"/>
                  <a:gd name="T8" fmla="*/ 0 w 990"/>
                  <a:gd name="T9" fmla="*/ 0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48193" name="Freeform 190">
                <a:extLst>
                  <a:ext uri="{FF2B5EF4-FFF2-40B4-BE49-F238E27FC236}">
                    <a16:creationId xmlns:a16="http://schemas.microsoft.com/office/drawing/2014/main" id="{21A12E33-70BF-4FDF-9A94-20594B4AA219}"/>
                  </a:ext>
                </a:extLst>
              </p:cNvPr>
              <p:cNvSpPr>
                <a:spLocks/>
              </p:cNvSpPr>
              <p:nvPr/>
            </p:nvSpPr>
            <p:spPr bwMode="auto">
              <a:xfrm>
                <a:off x="4420" y="1220"/>
                <a:ext cx="369" cy="106"/>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48194" name="Freeform 191">
                <a:extLst>
                  <a:ext uri="{FF2B5EF4-FFF2-40B4-BE49-F238E27FC236}">
                    <a16:creationId xmlns:a16="http://schemas.microsoft.com/office/drawing/2014/main" id="{BE6ABFAF-3C72-47CE-9F4E-3392F83B0E66}"/>
                  </a:ext>
                </a:extLst>
              </p:cNvPr>
              <p:cNvSpPr>
                <a:spLocks/>
              </p:cNvSpPr>
              <p:nvPr/>
            </p:nvSpPr>
            <p:spPr bwMode="auto">
              <a:xfrm>
                <a:off x="4420" y="1201"/>
                <a:ext cx="4" cy="21"/>
              </a:xfrm>
              <a:custGeom>
                <a:avLst/>
                <a:gdLst>
                  <a:gd name="T0" fmla="*/ 0 w 26"/>
                  <a:gd name="T1" fmla="*/ 0 h 147"/>
                  <a:gd name="T2" fmla="*/ 0 w 26"/>
                  <a:gd name="T3" fmla="*/ 0 h 147"/>
                  <a:gd name="T4" fmla="*/ 0 w 26"/>
                  <a:gd name="T5" fmla="*/ 0 h 147"/>
                  <a:gd name="T6" fmla="*/ 0 w 26"/>
                  <a:gd name="T7" fmla="*/ 0 h 147"/>
                  <a:gd name="T8" fmla="*/ 0 w 26"/>
                  <a:gd name="T9" fmla="*/ 0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48195" name="Freeform 192">
                <a:extLst>
                  <a:ext uri="{FF2B5EF4-FFF2-40B4-BE49-F238E27FC236}">
                    <a16:creationId xmlns:a16="http://schemas.microsoft.com/office/drawing/2014/main" id="{B0B93DC0-6A27-4F52-B035-E208AF6CD335}"/>
                  </a:ext>
                </a:extLst>
              </p:cNvPr>
              <p:cNvSpPr>
                <a:spLocks/>
              </p:cNvSpPr>
              <p:nvPr/>
            </p:nvSpPr>
            <p:spPr bwMode="auto">
              <a:xfrm>
                <a:off x="4421" y="1114"/>
                <a:ext cx="171" cy="88"/>
              </a:xfrm>
              <a:custGeom>
                <a:avLst/>
                <a:gdLst>
                  <a:gd name="T0" fmla="*/ 0 w 1176"/>
                  <a:gd name="T1" fmla="*/ 0 h 606"/>
                  <a:gd name="T2" fmla="*/ 0 w 1176"/>
                  <a:gd name="T3" fmla="*/ 0 h 606"/>
                  <a:gd name="T4" fmla="*/ 0 w 1176"/>
                  <a:gd name="T5" fmla="*/ 0 h 606"/>
                  <a:gd name="T6" fmla="*/ 0 w 1176"/>
                  <a:gd name="T7" fmla="*/ 0 h 606"/>
                  <a:gd name="T8" fmla="*/ 0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48196" name="Freeform 193">
                <a:extLst>
                  <a:ext uri="{FF2B5EF4-FFF2-40B4-BE49-F238E27FC236}">
                    <a16:creationId xmlns:a16="http://schemas.microsoft.com/office/drawing/2014/main" id="{74C35AB4-2193-4408-9849-4B8D4E470970}"/>
                  </a:ext>
                </a:extLst>
              </p:cNvPr>
              <p:cNvSpPr>
                <a:spLocks/>
              </p:cNvSpPr>
              <p:nvPr/>
            </p:nvSpPr>
            <p:spPr bwMode="auto">
              <a:xfrm>
                <a:off x="4432" y="1205"/>
                <a:ext cx="350" cy="102"/>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48197" name="Freeform 194">
                <a:extLst>
                  <a:ext uri="{FF2B5EF4-FFF2-40B4-BE49-F238E27FC236}">
                    <a16:creationId xmlns:a16="http://schemas.microsoft.com/office/drawing/2014/main" id="{138EF71E-3568-4317-8EFE-8577C0B4430E}"/>
                  </a:ext>
                </a:extLst>
              </p:cNvPr>
              <p:cNvSpPr>
                <a:spLocks/>
              </p:cNvSpPr>
              <p:nvPr/>
            </p:nvSpPr>
            <p:spPr bwMode="auto">
              <a:xfrm flipV="1">
                <a:off x="4782" y="1198"/>
                <a:ext cx="142" cy="105"/>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sp>
          <p:nvSpPr>
            <p:cNvPr id="48181" name="Line 230">
              <a:extLst>
                <a:ext uri="{FF2B5EF4-FFF2-40B4-BE49-F238E27FC236}">
                  <a16:creationId xmlns:a16="http://schemas.microsoft.com/office/drawing/2014/main" id="{64DAF4D3-409C-4457-8EC7-8F2A52DC9B5A}"/>
                </a:ext>
              </a:extLst>
            </p:cNvPr>
            <p:cNvSpPr>
              <a:spLocks noChangeShapeType="1"/>
            </p:cNvSpPr>
            <p:nvPr/>
          </p:nvSpPr>
          <p:spPr bwMode="auto">
            <a:xfrm flipH="1">
              <a:off x="3428" y="2002"/>
              <a:ext cx="27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sp>
        <p:nvSpPr>
          <p:cNvPr id="48177" name="AutoShape 232">
            <a:extLst>
              <a:ext uri="{FF2B5EF4-FFF2-40B4-BE49-F238E27FC236}">
                <a16:creationId xmlns:a16="http://schemas.microsoft.com/office/drawing/2014/main" id="{75ACE5B2-E012-4E8E-9D62-0D3F93CD48CE}"/>
              </a:ext>
            </a:extLst>
          </p:cNvPr>
          <p:cNvSpPr>
            <a:spLocks noChangeArrowheads="1"/>
          </p:cNvSpPr>
          <p:nvPr/>
        </p:nvSpPr>
        <p:spPr bwMode="auto">
          <a:xfrm>
            <a:off x="7278688" y="3698875"/>
            <a:ext cx="976312" cy="374650"/>
          </a:xfrm>
          <a:prstGeom prst="leftArrow">
            <a:avLst>
              <a:gd name="adj1" fmla="val 50000"/>
              <a:gd name="adj2" fmla="val 65148"/>
            </a:avLst>
          </a:prstGeom>
          <a:gradFill rotWithShape="1">
            <a:gsLst>
              <a:gs pos="0">
                <a:srgbClr val="CC0000"/>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8178" name="Line 233">
            <a:extLst>
              <a:ext uri="{FF2B5EF4-FFF2-40B4-BE49-F238E27FC236}">
                <a16:creationId xmlns:a16="http://schemas.microsoft.com/office/drawing/2014/main" id="{FC27F536-162E-47FC-B450-960B7F5BBD85}"/>
              </a:ext>
            </a:extLst>
          </p:cNvPr>
          <p:cNvSpPr>
            <a:spLocks noChangeShapeType="1"/>
          </p:cNvSpPr>
          <p:nvPr/>
        </p:nvSpPr>
        <p:spPr bwMode="auto">
          <a:xfrm flipH="1">
            <a:off x="5792789" y="2954338"/>
            <a:ext cx="314325" cy="476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pic>
        <p:nvPicPr>
          <p:cNvPr id="48179" name="Picture 235" descr="underline_base">
            <a:extLst>
              <a:ext uri="{FF2B5EF4-FFF2-40B4-BE49-F238E27FC236}">
                <a16:creationId xmlns:a16="http://schemas.microsoft.com/office/drawing/2014/main" id="{30B271DA-3909-40C8-9C0D-3EE2B2B05545}"/>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38351" y="904956"/>
            <a:ext cx="6872287" cy="19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132800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ame 3"/>
          <p:cNvSpPr/>
          <p:nvPr/>
        </p:nvSpPr>
        <p:spPr>
          <a:xfrm>
            <a:off x="75302" y="74294"/>
            <a:ext cx="11984019" cy="2076226"/>
          </a:xfrm>
          <a:prstGeom prst="frame">
            <a:avLst>
              <a:gd name="adj1" fmla="val 3135"/>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err="1">
                <a:solidFill>
                  <a:schemeClr val="tx1"/>
                </a:solidFill>
              </a:rPr>
              <a:t>Chọn</a:t>
            </a:r>
            <a:r>
              <a:rPr lang="en-US" sz="2800" b="1" dirty="0">
                <a:solidFill>
                  <a:schemeClr val="tx1"/>
                </a:solidFill>
              </a:rPr>
              <a:t> </a:t>
            </a:r>
            <a:r>
              <a:rPr lang="en-US" sz="2800" b="1" dirty="0" err="1">
                <a:solidFill>
                  <a:schemeClr val="tx1"/>
                </a:solidFill>
              </a:rPr>
              <a:t>phát</a:t>
            </a:r>
            <a:r>
              <a:rPr lang="en-US" sz="2800" b="1" dirty="0">
                <a:solidFill>
                  <a:schemeClr val="tx1"/>
                </a:solidFill>
              </a:rPr>
              <a:t> </a:t>
            </a:r>
            <a:r>
              <a:rPr lang="en-US" sz="2800" b="1" dirty="0" err="1">
                <a:solidFill>
                  <a:schemeClr val="tx1"/>
                </a:solidFill>
              </a:rPr>
              <a:t>biểu</a:t>
            </a:r>
            <a:r>
              <a:rPr lang="en-US" sz="2800" b="1" dirty="0">
                <a:solidFill>
                  <a:schemeClr val="tx1"/>
                </a:solidFill>
              </a:rPr>
              <a:t> </a:t>
            </a:r>
            <a:r>
              <a:rPr lang="en-US" sz="2800" b="1" dirty="0" err="1">
                <a:solidFill>
                  <a:schemeClr val="tx1"/>
                </a:solidFill>
              </a:rPr>
              <a:t>đúng</a:t>
            </a:r>
            <a:r>
              <a:rPr lang="en-US" sz="2800" b="1" dirty="0">
                <a:solidFill>
                  <a:schemeClr val="tx1"/>
                </a:solidFill>
              </a:rPr>
              <a:t>: </a:t>
            </a:r>
          </a:p>
        </p:txBody>
      </p:sp>
      <p:sp>
        <p:nvSpPr>
          <p:cNvPr id="8" name="Frame 7"/>
          <p:cNvSpPr/>
          <p:nvPr/>
        </p:nvSpPr>
        <p:spPr>
          <a:xfrm>
            <a:off x="75304" y="2506532"/>
            <a:ext cx="11984017" cy="968188"/>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Frame 11"/>
          <p:cNvSpPr/>
          <p:nvPr/>
        </p:nvSpPr>
        <p:spPr>
          <a:xfrm>
            <a:off x="75302" y="3580057"/>
            <a:ext cx="11984017" cy="968188"/>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Frame 12"/>
          <p:cNvSpPr/>
          <p:nvPr/>
        </p:nvSpPr>
        <p:spPr>
          <a:xfrm>
            <a:off x="75302" y="4652402"/>
            <a:ext cx="11984017" cy="968188"/>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2" name="Oval 21"/>
          <p:cNvSpPr/>
          <p:nvPr/>
        </p:nvSpPr>
        <p:spPr>
          <a:xfrm>
            <a:off x="189602" y="2590928"/>
            <a:ext cx="829575" cy="7993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A</a:t>
            </a:r>
          </a:p>
        </p:txBody>
      </p:sp>
      <p:sp>
        <p:nvSpPr>
          <p:cNvPr id="24" name="Oval 23"/>
          <p:cNvSpPr/>
          <p:nvPr/>
        </p:nvSpPr>
        <p:spPr>
          <a:xfrm>
            <a:off x="189599" y="4736798"/>
            <a:ext cx="829575" cy="7993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C</a:t>
            </a:r>
          </a:p>
        </p:txBody>
      </p:sp>
      <p:sp>
        <p:nvSpPr>
          <p:cNvPr id="25" name="Oval 24"/>
          <p:cNvSpPr/>
          <p:nvPr/>
        </p:nvSpPr>
        <p:spPr>
          <a:xfrm>
            <a:off x="189599" y="3664453"/>
            <a:ext cx="829575" cy="7993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B</a:t>
            </a:r>
          </a:p>
        </p:txBody>
      </p:sp>
      <p:sp>
        <p:nvSpPr>
          <p:cNvPr id="2" name="TextBox 1"/>
          <p:cNvSpPr txBox="1"/>
          <p:nvPr/>
        </p:nvSpPr>
        <p:spPr>
          <a:xfrm>
            <a:off x="1133471" y="3884631"/>
            <a:ext cx="10572750" cy="369332"/>
          </a:xfrm>
          <a:prstGeom prst="rect">
            <a:avLst/>
          </a:prstGeom>
          <a:noFill/>
        </p:spPr>
        <p:txBody>
          <a:bodyPr wrap="square" rtlCol="0">
            <a:spAutoFit/>
          </a:bodyPr>
          <a:lstStyle/>
          <a:p>
            <a:r>
              <a:rPr lang="en-US" dirty="0" err="1"/>
              <a:t>Địa</a:t>
            </a:r>
            <a:r>
              <a:rPr lang="en-US" dirty="0"/>
              <a:t> </a:t>
            </a:r>
            <a:r>
              <a:rPr lang="en-US" dirty="0" err="1"/>
              <a:t>chỉ</a:t>
            </a:r>
            <a:r>
              <a:rPr lang="en-US" dirty="0"/>
              <a:t> </a:t>
            </a:r>
            <a:r>
              <a:rPr lang="en-US" dirty="0" err="1"/>
              <a:t>tĩnh</a:t>
            </a:r>
            <a:r>
              <a:rPr lang="en-US" dirty="0"/>
              <a:t> do </a:t>
            </a:r>
            <a:r>
              <a:rPr lang="en-US" dirty="0" err="1"/>
              <a:t>máy</a:t>
            </a:r>
            <a:r>
              <a:rPr lang="en-US" dirty="0"/>
              <a:t> </a:t>
            </a:r>
            <a:r>
              <a:rPr lang="en-US" dirty="0" err="1"/>
              <a:t>chủ</a:t>
            </a:r>
            <a:r>
              <a:rPr lang="en-US" dirty="0"/>
              <a:t> DHCP </a:t>
            </a:r>
            <a:r>
              <a:rPr lang="en-US" dirty="0" err="1"/>
              <a:t>cấp</a:t>
            </a:r>
            <a:endParaRPr lang="en-US" dirty="0"/>
          </a:p>
        </p:txBody>
      </p:sp>
      <p:sp>
        <p:nvSpPr>
          <p:cNvPr id="15" name="TextBox 14"/>
          <p:cNvSpPr txBox="1"/>
          <p:nvPr/>
        </p:nvSpPr>
        <p:spPr>
          <a:xfrm>
            <a:off x="1133471" y="2805959"/>
            <a:ext cx="10572750" cy="369332"/>
          </a:xfrm>
          <a:prstGeom prst="rect">
            <a:avLst/>
          </a:prstGeom>
          <a:noFill/>
        </p:spPr>
        <p:txBody>
          <a:bodyPr wrap="square" rtlCol="0">
            <a:spAutoFit/>
          </a:bodyPr>
          <a:lstStyle/>
          <a:p>
            <a:r>
              <a:rPr lang="en-US" b="1" dirty="0"/>
              <a:t>Đ</a:t>
            </a:r>
            <a:r>
              <a:rPr lang="vi-VN" b="1" dirty="0" err="1"/>
              <a:t>ịa</a:t>
            </a:r>
            <a:r>
              <a:rPr lang="vi-VN" b="1" dirty="0"/>
              <a:t> </a:t>
            </a:r>
            <a:r>
              <a:rPr lang="vi-VN" b="1" dirty="0" err="1"/>
              <a:t>chỉ</a:t>
            </a:r>
            <a:r>
              <a:rPr lang="vi-VN" b="1" dirty="0"/>
              <a:t> </a:t>
            </a:r>
            <a:r>
              <a:rPr lang="vi-VN" b="1" dirty="0" err="1"/>
              <a:t>động</a:t>
            </a:r>
            <a:r>
              <a:rPr lang="vi-VN" b="1" dirty="0"/>
              <a:t> </a:t>
            </a:r>
            <a:r>
              <a:rPr lang="vi-VN" b="1" dirty="0" err="1"/>
              <a:t>là</a:t>
            </a:r>
            <a:r>
              <a:rPr lang="vi-VN" b="1" dirty="0"/>
              <a:t> do </a:t>
            </a:r>
            <a:r>
              <a:rPr lang="vi-VN" b="1" dirty="0" err="1"/>
              <a:t>máy</a:t>
            </a:r>
            <a:r>
              <a:rPr lang="vi-VN" b="1" dirty="0"/>
              <a:t> </a:t>
            </a:r>
            <a:r>
              <a:rPr lang="vi-VN" b="1" dirty="0" err="1"/>
              <a:t>chủ</a:t>
            </a:r>
            <a:r>
              <a:rPr lang="vi-VN" b="1" dirty="0"/>
              <a:t> </a:t>
            </a:r>
            <a:r>
              <a:rPr lang="vi-VN" b="1" dirty="0" err="1"/>
              <a:t>DHCP</a:t>
            </a:r>
            <a:r>
              <a:rPr lang="vi-VN" b="1" dirty="0"/>
              <a:t> </a:t>
            </a:r>
            <a:r>
              <a:rPr lang="vi-VN" b="1" dirty="0" err="1"/>
              <a:t>cấp</a:t>
            </a:r>
            <a:endParaRPr lang="en-US" dirty="0"/>
          </a:p>
        </p:txBody>
      </p:sp>
      <p:sp>
        <p:nvSpPr>
          <p:cNvPr id="16" name="TextBox 15"/>
          <p:cNvSpPr txBox="1"/>
          <p:nvPr/>
        </p:nvSpPr>
        <p:spPr>
          <a:xfrm>
            <a:off x="1133471" y="4951829"/>
            <a:ext cx="10572750" cy="369332"/>
          </a:xfrm>
          <a:prstGeom prst="rect">
            <a:avLst/>
          </a:prstGeom>
          <a:noFill/>
        </p:spPr>
        <p:txBody>
          <a:bodyPr wrap="square" rtlCol="0">
            <a:spAutoFit/>
          </a:bodyPr>
          <a:lstStyle/>
          <a:p>
            <a:r>
              <a:rPr lang="en-US" dirty="0" err="1"/>
              <a:t>Dùng</a:t>
            </a:r>
            <a:r>
              <a:rPr lang="en-US" dirty="0"/>
              <a:t> </a:t>
            </a:r>
            <a:r>
              <a:rPr lang="en-US" dirty="0" err="1"/>
              <a:t>cho</a:t>
            </a:r>
            <a:r>
              <a:rPr lang="en-US" dirty="0"/>
              <a:t> </a:t>
            </a:r>
            <a:r>
              <a:rPr lang="en-US" dirty="0" err="1"/>
              <a:t>mạng</a:t>
            </a:r>
            <a:r>
              <a:rPr lang="en-US" dirty="0"/>
              <a:t> </a:t>
            </a:r>
            <a:r>
              <a:rPr lang="en-US" dirty="0" err="1"/>
              <a:t>có</a:t>
            </a:r>
            <a:r>
              <a:rPr lang="en-US" dirty="0"/>
              <a:t> </a:t>
            </a:r>
            <a:r>
              <a:rPr lang="en-US" dirty="0" err="1"/>
              <a:t>quy</a:t>
            </a:r>
            <a:r>
              <a:rPr lang="en-US" dirty="0"/>
              <a:t> </a:t>
            </a:r>
            <a:r>
              <a:rPr lang="en-US" dirty="0" err="1"/>
              <a:t>mô</a:t>
            </a:r>
            <a:r>
              <a:rPr lang="en-US" dirty="0"/>
              <a:t> </a:t>
            </a:r>
            <a:r>
              <a:rPr lang="en-US" dirty="0" err="1"/>
              <a:t>lớn</a:t>
            </a:r>
            <a:endParaRPr lang="en-US" dirty="0"/>
          </a:p>
        </p:txBody>
      </p:sp>
      <p:sp>
        <p:nvSpPr>
          <p:cNvPr id="3" name="Tiêu đề 2">
            <a:extLst>
              <a:ext uri="{FF2B5EF4-FFF2-40B4-BE49-F238E27FC236}">
                <a16:creationId xmlns:a16="http://schemas.microsoft.com/office/drawing/2014/main" id="{0484B58A-27C5-463B-A3F4-18D99D4C9038}"/>
              </a:ext>
            </a:extLst>
          </p:cNvPr>
          <p:cNvSpPr>
            <a:spLocks noGrp="1"/>
          </p:cNvSpPr>
          <p:nvPr>
            <p:ph type="ctrTitle"/>
          </p:nvPr>
        </p:nvSpPr>
        <p:spPr/>
        <p:txBody>
          <a:bodyPr/>
          <a:lstStyle/>
          <a:p>
            <a:endParaRPr lang="en-US"/>
          </a:p>
        </p:txBody>
      </p:sp>
      <p:sp>
        <p:nvSpPr>
          <p:cNvPr id="5" name="Tiêu đề phụ 4">
            <a:extLst>
              <a:ext uri="{FF2B5EF4-FFF2-40B4-BE49-F238E27FC236}">
                <a16:creationId xmlns:a16="http://schemas.microsoft.com/office/drawing/2014/main" id="{EC51D317-142E-4ACD-8E70-9D9CCBD26741}"/>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8818622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trips(downLeft)">
                                      <p:cBhvr>
                                        <p:cTn id="7" dur="500"/>
                                        <p:tgtEl>
                                          <p:spTgt spid="4"/>
                                        </p:tgtEl>
                                      </p:cBhvr>
                                    </p:animEffect>
                                  </p:childTnLst>
                                </p:cTn>
                              </p:par>
                              <p:par>
                                <p:cTn id="8" presetID="18" presetClass="entr" presetSubtype="12"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strips(downLeft)">
                                      <p:cBhvr>
                                        <p:cTn id="10" dur="500"/>
                                        <p:tgtEl>
                                          <p:spTgt spid="8"/>
                                        </p:tgtEl>
                                      </p:cBhvr>
                                    </p:animEffect>
                                  </p:childTnLst>
                                </p:cTn>
                              </p:par>
                              <p:par>
                                <p:cTn id="11" presetID="18" presetClass="entr" presetSubtype="12"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strips(downLeft)">
                                      <p:cBhvr>
                                        <p:cTn id="13" dur="500"/>
                                        <p:tgtEl>
                                          <p:spTgt spid="12"/>
                                        </p:tgtEl>
                                      </p:cBhvr>
                                    </p:animEffect>
                                  </p:childTnLst>
                                </p:cTn>
                              </p:par>
                              <p:par>
                                <p:cTn id="14" presetID="18" presetClass="entr" presetSubtype="12"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strips(downLeft)">
                                      <p:cBhvr>
                                        <p:cTn id="16" dur="500"/>
                                        <p:tgtEl>
                                          <p:spTgt spid="13"/>
                                        </p:tgtEl>
                                      </p:cBhvr>
                                    </p:animEffect>
                                  </p:childTnLst>
                                </p:cTn>
                              </p:par>
                              <p:par>
                                <p:cTn id="17" presetID="18" presetClass="entr" presetSubtype="12" fill="hold" grpId="0" nodeType="with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strips(downLeft)">
                                      <p:cBhvr>
                                        <p:cTn id="19" dur="500"/>
                                        <p:tgtEl>
                                          <p:spTgt spid="24"/>
                                        </p:tgtEl>
                                      </p:cBhvr>
                                    </p:animEffect>
                                  </p:childTnLst>
                                </p:cTn>
                              </p:par>
                              <p:par>
                                <p:cTn id="20" presetID="18" presetClass="entr" presetSubtype="12"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strips(downLeft)">
                                      <p:cBhvr>
                                        <p:cTn id="22" dur="500"/>
                                        <p:tgtEl>
                                          <p:spTgt spid="25"/>
                                        </p:tgtEl>
                                      </p:cBhvr>
                                    </p:animEffect>
                                  </p:childTnLst>
                                </p:cTn>
                              </p:par>
                              <p:par>
                                <p:cTn id="23" presetID="18" presetClass="entr" presetSubtype="12" fill="hold" grpId="0" nodeType="with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strips(downLeft)">
                                      <p:cBhvr>
                                        <p:cTn id="25" dur="500"/>
                                        <p:tgtEl>
                                          <p:spTgt spid="22"/>
                                        </p:tgtEl>
                                      </p:cBhvr>
                                    </p:animEffect>
                                  </p:childTnLst>
                                </p:cTn>
                              </p:par>
                              <p:par>
                                <p:cTn id="26" presetID="18" presetClass="entr" presetSubtype="12" fill="hold" grpId="0" nodeType="withEffect">
                                  <p:stCondLst>
                                    <p:cond delay="0"/>
                                  </p:stCondLst>
                                  <p:iterate type="lt">
                                    <p:tmPct val="0"/>
                                  </p:iterate>
                                  <p:childTnLst>
                                    <p:set>
                                      <p:cBhvr>
                                        <p:cTn id="27" dur="1" fill="hold">
                                          <p:stCondLst>
                                            <p:cond delay="0"/>
                                          </p:stCondLst>
                                        </p:cTn>
                                        <p:tgtEl>
                                          <p:spTgt spid="15"/>
                                        </p:tgtEl>
                                        <p:attrNameLst>
                                          <p:attrName>style.visibility</p:attrName>
                                        </p:attrNameLst>
                                      </p:cBhvr>
                                      <p:to>
                                        <p:strVal val="visible"/>
                                      </p:to>
                                    </p:set>
                                    <p:animEffect transition="in" filter="strips(downLeft)">
                                      <p:cBhvr>
                                        <p:cTn id="28" dur="500"/>
                                        <p:tgtEl>
                                          <p:spTgt spid="15"/>
                                        </p:tgtEl>
                                      </p:cBhvr>
                                    </p:animEffect>
                                  </p:childTnLst>
                                </p:cTn>
                              </p:par>
                              <p:par>
                                <p:cTn id="29" presetID="18" presetClass="entr" presetSubtype="12" fill="hold" grpId="0" nodeType="withEffect">
                                  <p:stCondLst>
                                    <p:cond delay="0"/>
                                  </p:stCondLst>
                                  <p:childTnLst>
                                    <p:set>
                                      <p:cBhvr>
                                        <p:cTn id="30" dur="1" fill="hold">
                                          <p:stCondLst>
                                            <p:cond delay="0"/>
                                          </p:stCondLst>
                                        </p:cTn>
                                        <p:tgtEl>
                                          <p:spTgt spid="2"/>
                                        </p:tgtEl>
                                        <p:attrNameLst>
                                          <p:attrName>style.visibility</p:attrName>
                                        </p:attrNameLst>
                                      </p:cBhvr>
                                      <p:to>
                                        <p:strVal val="visible"/>
                                      </p:to>
                                    </p:set>
                                    <p:animEffect transition="in" filter="strips(downLeft)">
                                      <p:cBhvr>
                                        <p:cTn id="31" dur="500"/>
                                        <p:tgtEl>
                                          <p:spTgt spid="2"/>
                                        </p:tgtEl>
                                      </p:cBhvr>
                                    </p:animEffect>
                                  </p:childTnLst>
                                </p:cTn>
                              </p:par>
                              <p:par>
                                <p:cTn id="32" presetID="18" presetClass="entr" presetSubtype="12" fill="hold" grpId="0" nodeType="with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strips(downLeft)">
                                      <p:cBhvr>
                                        <p:cTn id="34" dur="500"/>
                                        <p:tgtEl>
                                          <p:spTgt spid="16"/>
                                        </p:tgtEl>
                                      </p:cBhvr>
                                    </p:animEffect>
                                  </p:childTnLst>
                                </p:cTn>
                              </p:par>
                            </p:childTnLst>
                          </p:cTn>
                        </p:par>
                      </p:childTnLst>
                    </p:cTn>
                  </p:par>
                  <p:par>
                    <p:cTn id="35" fill="hold">
                      <p:stCondLst>
                        <p:cond delay="indefinite"/>
                      </p:stCondLst>
                      <p:childTnLst>
                        <p:par>
                          <p:cTn id="36" fill="hold">
                            <p:stCondLst>
                              <p:cond delay="0"/>
                            </p:stCondLst>
                            <p:childTnLst>
                              <p:par>
                                <p:cTn id="37" presetID="1" presetClass="emph" presetSubtype="2" fill="hold" nodeType="clickEffect">
                                  <p:stCondLst>
                                    <p:cond delay="0"/>
                                  </p:stCondLst>
                                  <p:childTnLst>
                                    <p:animClr clrSpc="rgb" dir="cw">
                                      <p:cBhvr>
                                        <p:cTn id="38" dur="2000" fill="hold"/>
                                        <p:tgtEl>
                                          <p:spTgt spid="22"/>
                                        </p:tgtEl>
                                        <p:attrNameLst>
                                          <p:attrName>fillcolor</p:attrName>
                                        </p:attrNameLst>
                                      </p:cBhvr>
                                      <p:to>
                                        <a:schemeClr val="accent2"/>
                                      </p:to>
                                    </p:animClr>
                                    <p:set>
                                      <p:cBhvr>
                                        <p:cTn id="39" dur="2000" fill="hold"/>
                                        <p:tgtEl>
                                          <p:spTgt spid="22"/>
                                        </p:tgtEl>
                                        <p:attrNameLst>
                                          <p:attrName>fill.type</p:attrName>
                                        </p:attrNameLst>
                                      </p:cBhvr>
                                      <p:to>
                                        <p:strVal val="solid"/>
                                      </p:to>
                                    </p:set>
                                    <p:set>
                                      <p:cBhvr>
                                        <p:cTn id="40" dur="2000" fill="hold"/>
                                        <p:tgtEl>
                                          <p:spTgt spid="22"/>
                                        </p:tgtEl>
                                        <p:attrNameLst>
                                          <p:attrName>fill.on</p:attrName>
                                        </p:attrNameLst>
                                      </p:cBhvr>
                                      <p:to>
                                        <p:strVal val="true"/>
                                      </p:to>
                                    </p:set>
                                  </p:childTnLst>
                                </p:cTn>
                              </p:par>
                              <p:par>
                                <p:cTn id="41" presetID="1" presetClass="emph" presetSubtype="2" fill="hold" nodeType="withEffect">
                                  <p:stCondLst>
                                    <p:cond delay="0"/>
                                  </p:stCondLst>
                                  <p:childTnLst>
                                    <p:animClr clrSpc="rgb" dir="cw">
                                      <p:cBhvr>
                                        <p:cTn id="42" dur="2000" fill="hold"/>
                                        <p:tgtEl>
                                          <p:spTgt spid="8"/>
                                        </p:tgtEl>
                                        <p:attrNameLst>
                                          <p:attrName>fillcolor</p:attrName>
                                        </p:attrNameLst>
                                      </p:cBhvr>
                                      <p:to>
                                        <a:schemeClr val="accent2"/>
                                      </p:to>
                                    </p:animClr>
                                    <p:set>
                                      <p:cBhvr>
                                        <p:cTn id="43" dur="2000" fill="hold"/>
                                        <p:tgtEl>
                                          <p:spTgt spid="8"/>
                                        </p:tgtEl>
                                        <p:attrNameLst>
                                          <p:attrName>fill.type</p:attrName>
                                        </p:attrNameLst>
                                      </p:cBhvr>
                                      <p:to>
                                        <p:strVal val="solid"/>
                                      </p:to>
                                    </p:set>
                                    <p:set>
                                      <p:cBhvr>
                                        <p:cTn id="44" dur="2000" fill="hold"/>
                                        <p:tgtEl>
                                          <p:spTgt spid="8"/>
                                        </p:tgtEl>
                                        <p:attrNameLst>
                                          <p:attrName>fill.on</p:attrName>
                                        </p:attrNameLst>
                                      </p:cBhvr>
                                      <p:to>
                                        <p:strVal val="true"/>
                                      </p:to>
                                    </p:set>
                                  </p:childTnLst>
                                </p:cTn>
                              </p:par>
                              <p:par>
                                <p:cTn id="45" presetID="36" presetClass="emph" presetSubtype="0" fill="hold" grpId="1" nodeType="withEffect">
                                  <p:stCondLst>
                                    <p:cond delay="0"/>
                                  </p:stCondLst>
                                  <p:iterate type="lt">
                                    <p:tmPct val="10000"/>
                                  </p:iterate>
                                  <p:childTnLst>
                                    <p:animScale>
                                      <p:cBhvr>
                                        <p:cTn id="46" dur="250" autoRev="1" fill="hold">
                                          <p:stCondLst>
                                            <p:cond delay="0"/>
                                          </p:stCondLst>
                                        </p:cTn>
                                        <p:tgtEl>
                                          <p:spTgt spid="15"/>
                                        </p:tgtEl>
                                      </p:cBhvr>
                                      <p:to x="80000" y="100000"/>
                                    </p:animScale>
                                    <p:anim by="(#ppt_w*0.10)" calcmode="lin" valueType="num">
                                      <p:cBhvr>
                                        <p:cTn id="47" dur="250" autoRev="1" fill="hold">
                                          <p:stCondLst>
                                            <p:cond delay="0"/>
                                          </p:stCondLst>
                                        </p:cTn>
                                        <p:tgtEl>
                                          <p:spTgt spid="15"/>
                                        </p:tgtEl>
                                        <p:attrNameLst>
                                          <p:attrName>ppt_x</p:attrName>
                                        </p:attrNameLst>
                                      </p:cBhvr>
                                    </p:anim>
                                    <p:anim by="(-#ppt_w*0.10)" calcmode="lin" valueType="num">
                                      <p:cBhvr>
                                        <p:cTn id="48" dur="250" autoRev="1" fill="hold">
                                          <p:stCondLst>
                                            <p:cond delay="0"/>
                                          </p:stCondLst>
                                        </p:cTn>
                                        <p:tgtEl>
                                          <p:spTgt spid="15"/>
                                        </p:tgtEl>
                                        <p:attrNameLst>
                                          <p:attrName>ppt_y</p:attrName>
                                        </p:attrNameLst>
                                      </p:cBhvr>
                                    </p:anim>
                                    <p:animRot by="-480000">
                                      <p:cBhvr>
                                        <p:cTn id="49" dur="250" autoRev="1" fill="hold">
                                          <p:stCondLst>
                                            <p:cond delay="0"/>
                                          </p:stCondLst>
                                        </p:cTn>
                                        <p:tgtEl>
                                          <p:spTgt spid="15"/>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P spid="12" grpId="0" animBg="1"/>
      <p:bldP spid="13" grpId="0" animBg="1"/>
      <p:bldP spid="22" grpId="0" animBg="1"/>
      <p:bldP spid="24" grpId="0" animBg="1"/>
      <p:bldP spid="25" grpId="0" animBg="1"/>
      <p:bldP spid="2" grpId="0"/>
      <p:bldP spid="15" grpId="0"/>
      <p:bldP spid="15" grpId="1"/>
      <p:bldP spid="16"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ame 3"/>
          <p:cNvSpPr/>
          <p:nvPr/>
        </p:nvSpPr>
        <p:spPr>
          <a:xfrm>
            <a:off x="75302" y="74294"/>
            <a:ext cx="11984019" cy="2076226"/>
          </a:xfrm>
          <a:prstGeom prst="frame">
            <a:avLst>
              <a:gd name="adj1" fmla="val 3135"/>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err="1">
                <a:solidFill>
                  <a:schemeClr val="tx1"/>
                </a:solidFill>
              </a:rPr>
              <a:t>Trong</a:t>
            </a:r>
            <a:r>
              <a:rPr lang="en-US" sz="2800" b="1" dirty="0">
                <a:solidFill>
                  <a:schemeClr val="tx1"/>
                </a:solidFill>
              </a:rPr>
              <a:t> 1 </a:t>
            </a:r>
            <a:r>
              <a:rPr lang="en-US" sz="2800" b="1" dirty="0" err="1">
                <a:solidFill>
                  <a:schemeClr val="tx1"/>
                </a:solidFill>
              </a:rPr>
              <a:t>gói</a:t>
            </a:r>
            <a:r>
              <a:rPr lang="en-US" sz="2800" b="1" dirty="0">
                <a:solidFill>
                  <a:schemeClr val="tx1"/>
                </a:solidFill>
              </a:rPr>
              <a:t> </a:t>
            </a:r>
            <a:r>
              <a:rPr lang="en-US" sz="2800" b="1" dirty="0" err="1">
                <a:solidFill>
                  <a:schemeClr val="tx1"/>
                </a:solidFill>
              </a:rPr>
              <a:t>IPV4</a:t>
            </a:r>
            <a:r>
              <a:rPr lang="en-US" sz="2800" b="1" dirty="0">
                <a:solidFill>
                  <a:schemeClr val="tx1"/>
                </a:solidFill>
              </a:rPr>
              <a:t> DHCP request, __________________________</a:t>
            </a:r>
          </a:p>
        </p:txBody>
      </p:sp>
      <p:sp>
        <p:nvSpPr>
          <p:cNvPr id="8" name="Frame 7"/>
          <p:cNvSpPr/>
          <p:nvPr/>
        </p:nvSpPr>
        <p:spPr>
          <a:xfrm>
            <a:off x="75304" y="2506532"/>
            <a:ext cx="11984017" cy="968188"/>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Frame 11"/>
          <p:cNvSpPr/>
          <p:nvPr/>
        </p:nvSpPr>
        <p:spPr>
          <a:xfrm>
            <a:off x="75302" y="3580057"/>
            <a:ext cx="11984017" cy="968188"/>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Frame 12"/>
          <p:cNvSpPr/>
          <p:nvPr/>
        </p:nvSpPr>
        <p:spPr>
          <a:xfrm>
            <a:off x="75302" y="4652402"/>
            <a:ext cx="11984017" cy="968188"/>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Frame 13"/>
          <p:cNvSpPr/>
          <p:nvPr/>
        </p:nvSpPr>
        <p:spPr>
          <a:xfrm>
            <a:off x="75303" y="5749795"/>
            <a:ext cx="11984017" cy="968188"/>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2" name="Oval 21"/>
          <p:cNvSpPr/>
          <p:nvPr/>
        </p:nvSpPr>
        <p:spPr>
          <a:xfrm>
            <a:off x="189602" y="2590928"/>
            <a:ext cx="829575" cy="7993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A</a:t>
            </a:r>
          </a:p>
        </p:txBody>
      </p:sp>
      <p:sp>
        <p:nvSpPr>
          <p:cNvPr id="23" name="Oval 22"/>
          <p:cNvSpPr/>
          <p:nvPr/>
        </p:nvSpPr>
        <p:spPr>
          <a:xfrm>
            <a:off x="189600" y="5834191"/>
            <a:ext cx="829575" cy="7993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D</a:t>
            </a:r>
          </a:p>
        </p:txBody>
      </p:sp>
      <p:sp>
        <p:nvSpPr>
          <p:cNvPr id="24" name="Oval 23"/>
          <p:cNvSpPr/>
          <p:nvPr/>
        </p:nvSpPr>
        <p:spPr>
          <a:xfrm>
            <a:off x="189599" y="4736798"/>
            <a:ext cx="829575" cy="7993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C</a:t>
            </a:r>
          </a:p>
        </p:txBody>
      </p:sp>
      <p:sp>
        <p:nvSpPr>
          <p:cNvPr id="25" name="Oval 24"/>
          <p:cNvSpPr/>
          <p:nvPr/>
        </p:nvSpPr>
        <p:spPr>
          <a:xfrm>
            <a:off x="189599" y="3664453"/>
            <a:ext cx="829575" cy="7993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B</a:t>
            </a:r>
          </a:p>
        </p:txBody>
      </p:sp>
      <p:sp>
        <p:nvSpPr>
          <p:cNvPr id="2" name="TextBox 1"/>
          <p:cNvSpPr txBox="1"/>
          <p:nvPr/>
        </p:nvSpPr>
        <p:spPr>
          <a:xfrm>
            <a:off x="1133471" y="3884631"/>
            <a:ext cx="10572750" cy="369332"/>
          </a:xfrm>
          <a:prstGeom prst="rect">
            <a:avLst/>
          </a:prstGeom>
          <a:noFill/>
        </p:spPr>
        <p:txBody>
          <a:bodyPr wrap="square" rtlCol="0">
            <a:spAutoFit/>
          </a:bodyPr>
          <a:lstStyle/>
          <a:p>
            <a:r>
              <a:rPr lang="en-US" dirty="0" err="1"/>
              <a:t>Tr</a:t>
            </a:r>
            <a:r>
              <a:rPr lang="vi-VN" dirty="0"/>
              <a:t>ư</a:t>
            </a:r>
            <a:r>
              <a:rPr lang="en-US" dirty="0" err="1"/>
              <a:t>ờng</a:t>
            </a:r>
            <a:r>
              <a:rPr lang="en-US" dirty="0"/>
              <a:t> “</a:t>
            </a:r>
            <a:r>
              <a:rPr lang="en-US" dirty="0" err="1"/>
              <a:t>src</a:t>
            </a:r>
            <a:r>
              <a:rPr lang="en-US" dirty="0"/>
              <a:t>” </a:t>
            </a:r>
            <a:r>
              <a:rPr lang="en-US" dirty="0" err="1"/>
              <a:t>chứa</a:t>
            </a:r>
            <a:r>
              <a:rPr lang="en-US" dirty="0"/>
              <a:t> </a:t>
            </a:r>
            <a:r>
              <a:rPr lang="en-US" dirty="0" err="1"/>
              <a:t>địa</a:t>
            </a:r>
            <a:r>
              <a:rPr lang="en-US" dirty="0"/>
              <a:t> </a:t>
            </a:r>
            <a:r>
              <a:rPr lang="en-US" dirty="0" err="1"/>
              <a:t>chỉ</a:t>
            </a:r>
            <a:r>
              <a:rPr lang="en-US" dirty="0"/>
              <a:t> IP </a:t>
            </a:r>
            <a:r>
              <a:rPr lang="en-US" dirty="0" err="1"/>
              <a:t>của</a:t>
            </a:r>
            <a:r>
              <a:rPr lang="en-US" dirty="0"/>
              <a:t> client</a:t>
            </a:r>
          </a:p>
        </p:txBody>
      </p:sp>
      <p:sp>
        <p:nvSpPr>
          <p:cNvPr id="15" name="TextBox 14"/>
          <p:cNvSpPr txBox="1"/>
          <p:nvPr/>
        </p:nvSpPr>
        <p:spPr>
          <a:xfrm>
            <a:off x="1133471" y="2805959"/>
            <a:ext cx="10572750" cy="369332"/>
          </a:xfrm>
          <a:prstGeom prst="rect">
            <a:avLst/>
          </a:prstGeom>
          <a:noFill/>
        </p:spPr>
        <p:txBody>
          <a:bodyPr wrap="square" rtlCol="0">
            <a:spAutoFit/>
          </a:bodyPr>
          <a:lstStyle/>
          <a:p>
            <a:r>
              <a:rPr lang="en-US" dirty="0" err="1"/>
              <a:t>Tr</a:t>
            </a:r>
            <a:r>
              <a:rPr lang="vi-VN" dirty="0"/>
              <a:t>ư</a:t>
            </a:r>
            <a:r>
              <a:rPr lang="en-US" dirty="0" err="1"/>
              <a:t>ờng</a:t>
            </a:r>
            <a:r>
              <a:rPr lang="en-US" dirty="0"/>
              <a:t> “</a:t>
            </a:r>
            <a:r>
              <a:rPr lang="en-US" dirty="0" err="1"/>
              <a:t>src</a:t>
            </a:r>
            <a:r>
              <a:rPr lang="en-US" dirty="0"/>
              <a:t>” </a:t>
            </a:r>
            <a:r>
              <a:rPr lang="en-US" dirty="0" err="1"/>
              <a:t>chứa</a:t>
            </a:r>
            <a:r>
              <a:rPr lang="en-US" dirty="0"/>
              <a:t> </a:t>
            </a:r>
            <a:r>
              <a:rPr lang="en-US" dirty="0" err="1"/>
              <a:t>giá</a:t>
            </a:r>
            <a:r>
              <a:rPr lang="en-US" dirty="0"/>
              <a:t> </a:t>
            </a:r>
            <a:r>
              <a:rPr lang="en-US" dirty="0" err="1"/>
              <a:t>trị</a:t>
            </a:r>
            <a:r>
              <a:rPr lang="en-US" dirty="0"/>
              <a:t> 255.255.255.255</a:t>
            </a:r>
          </a:p>
        </p:txBody>
      </p:sp>
      <p:sp>
        <p:nvSpPr>
          <p:cNvPr id="16" name="TextBox 15"/>
          <p:cNvSpPr txBox="1"/>
          <p:nvPr/>
        </p:nvSpPr>
        <p:spPr>
          <a:xfrm>
            <a:off x="1133471" y="4951829"/>
            <a:ext cx="10572750" cy="369332"/>
          </a:xfrm>
          <a:prstGeom prst="rect">
            <a:avLst/>
          </a:prstGeom>
          <a:noFill/>
        </p:spPr>
        <p:txBody>
          <a:bodyPr wrap="square" rtlCol="0">
            <a:spAutoFit/>
          </a:bodyPr>
          <a:lstStyle/>
          <a:p>
            <a:r>
              <a:rPr lang="en-US" dirty="0" err="1"/>
              <a:t>Tr</a:t>
            </a:r>
            <a:r>
              <a:rPr lang="vi-VN" dirty="0"/>
              <a:t>ư</a:t>
            </a:r>
            <a:r>
              <a:rPr lang="en-US" dirty="0" err="1"/>
              <a:t>ờng</a:t>
            </a:r>
            <a:r>
              <a:rPr lang="en-US" dirty="0"/>
              <a:t> “</a:t>
            </a:r>
            <a:r>
              <a:rPr lang="en-US" dirty="0" err="1"/>
              <a:t>src</a:t>
            </a:r>
            <a:r>
              <a:rPr lang="en-US" dirty="0"/>
              <a:t>” </a:t>
            </a:r>
            <a:r>
              <a:rPr lang="en-US" dirty="0" err="1"/>
              <a:t>chứa</a:t>
            </a:r>
            <a:r>
              <a:rPr lang="en-US" dirty="0"/>
              <a:t> </a:t>
            </a:r>
            <a:r>
              <a:rPr lang="en-US" dirty="0" err="1"/>
              <a:t>gái</a:t>
            </a:r>
            <a:r>
              <a:rPr lang="en-US" dirty="0"/>
              <a:t> </a:t>
            </a:r>
            <a:r>
              <a:rPr lang="en-US" dirty="0" err="1"/>
              <a:t>trị</a:t>
            </a:r>
            <a:r>
              <a:rPr lang="en-US" dirty="0"/>
              <a:t> 0.0.0.0</a:t>
            </a:r>
          </a:p>
        </p:txBody>
      </p:sp>
      <p:sp>
        <p:nvSpPr>
          <p:cNvPr id="17" name="TextBox 16"/>
          <p:cNvSpPr txBox="1"/>
          <p:nvPr/>
        </p:nvSpPr>
        <p:spPr>
          <a:xfrm>
            <a:off x="1133471" y="6068101"/>
            <a:ext cx="10572750" cy="369332"/>
          </a:xfrm>
          <a:prstGeom prst="rect">
            <a:avLst/>
          </a:prstGeom>
          <a:noFill/>
        </p:spPr>
        <p:txBody>
          <a:bodyPr wrap="square" rtlCol="0">
            <a:spAutoFit/>
          </a:bodyPr>
          <a:lstStyle/>
          <a:p>
            <a:r>
              <a:rPr lang="en-US" dirty="0" err="1"/>
              <a:t>Tr</a:t>
            </a:r>
            <a:r>
              <a:rPr lang="vi-VN" dirty="0"/>
              <a:t>ư</a:t>
            </a:r>
            <a:r>
              <a:rPr lang="en-US" dirty="0" err="1"/>
              <a:t>ờng</a:t>
            </a:r>
            <a:r>
              <a:rPr lang="en-US" dirty="0"/>
              <a:t> “</a:t>
            </a:r>
            <a:r>
              <a:rPr lang="en-US" dirty="0" err="1"/>
              <a:t>src</a:t>
            </a:r>
            <a:r>
              <a:rPr lang="en-US" dirty="0"/>
              <a:t>” </a:t>
            </a:r>
            <a:r>
              <a:rPr lang="en-US" dirty="0" err="1"/>
              <a:t>chứa</a:t>
            </a:r>
            <a:r>
              <a:rPr lang="en-US" dirty="0"/>
              <a:t> </a:t>
            </a:r>
            <a:r>
              <a:rPr lang="en-US" dirty="0" err="1"/>
              <a:t>địa</a:t>
            </a:r>
            <a:r>
              <a:rPr lang="en-US" dirty="0"/>
              <a:t> </a:t>
            </a:r>
            <a:r>
              <a:rPr lang="en-US" dirty="0" err="1"/>
              <a:t>chỉ</a:t>
            </a:r>
            <a:r>
              <a:rPr lang="en-US" dirty="0"/>
              <a:t> IP </a:t>
            </a:r>
            <a:r>
              <a:rPr lang="en-US" dirty="0" err="1"/>
              <a:t>của</a:t>
            </a:r>
            <a:r>
              <a:rPr lang="en-US" dirty="0"/>
              <a:t> DHCP server</a:t>
            </a:r>
          </a:p>
        </p:txBody>
      </p:sp>
      <p:sp>
        <p:nvSpPr>
          <p:cNvPr id="6" name="Tiêu đề 5">
            <a:extLst>
              <a:ext uri="{FF2B5EF4-FFF2-40B4-BE49-F238E27FC236}">
                <a16:creationId xmlns:a16="http://schemas.microsoft.com/office/drawing/2014/main" id="{F3DE7FA4-029A-4F46-BCB1-1A1F420AB858}"/>
              </a:ext>
            </a:extLst>
          </p:cNvPr>
          <p:cNvSpPr>
            <a:spLocks noGrp="1"/>
          </p:cNvSpPr>
          <p:nvPr>
            <p:ph type="ctrTitle"/>
          </p:nvPr>
        </p:nvSpPr>
        <p:spPr/>
        <p:txBody>
          <a:bodyPr/>
          <a:lstStyle/>
          <a:p>
            <a:endParaRPr lang="en-US"/>
          </a:p>
        </p:txBody>
      </p:sp>
      <p:sp>
        <p:nvSpPr>
          <p:cNvPr id="7" name="Tiêu đề phụ 6">
            <a:extLst>
              <a:ext uri="{FF2B5EF4-FFF2-40B4-BE49-F238E27FC236}">
                <a16:creationId xmlns:a16="http://schemas.microsoft.com/office/drawing/2014/main" id="{0DF0D756-0ECB-4FC8-8EB7-D280EEBD8CEB}"/>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9655184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trips(downLeft)">
                                      <p:cBhvr>
                                        <p:cTn id="7" dur="500"/>
                                        <p:tgtEl>
                                          <p:spTgt spid="4"/>
                                        </p:tgtEl>
                                      </p:cBhvr>
                                    </p:animEffect>
                                  </p:childTnLst>
                                </p:cTn>
                              </p:par>
                              <p:par>
                                <p:cTn id="8" presetID="18" presetClass="entr" presetSubtype="12"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strips(downLeft)">
                                      <p:cBhvr>
                                        <p:cTn id="10" dur="500"/>
                                        <p:tgtEl>
                                          <p:spTgt spid="8"/>
                                        </p:tgtEl>
                                      </p:cBhvr>
                                    </p:animEffect>
                                  </p:childTnLst>
                                </p:cTn>
                              </p:par>
                              <p:par>
                                <p:cTn id="11" presetID="18" presetClass="entr" presetSubtype="12"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strips(downLeft)">
                                      <p:cBhvr>
                                        <p:cTn id="13" dur="500"/>
                                        <p:tgtEl>
                                          <p:spTgt spid="12"/>
                                        </p:tgtEl>
                                      </p:cBhvr>
                                    </p:animEffect>
                                  </p:childTnLst>
                                </p:cTn>
                              </p:par>
                              <p:par>
                                <p:cTn id="14" presetID="18" presetClass="entr" presetSubtype="12"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strips(downLeft)">
                                      <p:cBhvr>
                                        <p:cTn id="16" dur="500"/>
                                        <p:tgtEl>
                                          <p:spTgt spid="13"/>
                                        </p:tgtEl>
                                      </p:cBhvr>
                                    </p:animEffect>
                                  </p:childTnLst>
                                </p:cTn>
                              </p:par>
                              <p:par>
                                <p:cTn id="17" presetID="18" presetClass="entr" presetSubtype="12"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strips(downLeft)">
                                      <p:cBhvr>
                                        <p:cTn id="19" dur="500"/>
                                        <p:tgtEl>
                                          <p:spTgt spid="14"/>
                                        </p:tgtEl>
                                      </p:cBhvr>
                                    </p:animEffect>
                                  </p:childTnLst>
                                </p:cTn>
                              </p:par>
                              <p:par>
                                <p:cTn id="20" presetID="18" presetClass="entr" presetSubtype="12" fill="hold" grpId="0" nodeType="with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strips(downLeft)">
                                      <p:cBhvr>
                                        <p:cTn id="22" dur="500"/>
                                        <p:tgtEl>
                                          <p:spTgt spid="23"/>
                                        </p:tgtEl>
                                      </p:cBhvr>
                                    </p:animEffect>
                                  </p:childTnLst>
                                </p:cTn>
                              </p:par>
                              <p:par>
                                <p:cTn id="23" presetID="18" presetClass="entr" presetSubtype="12"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strips(downLeft)">
                                      <p:cBhvr>
                                        <p:cTn id="25" dur="500"/>
                                        <p:tgtEl>
                                          <p:spTgt spid="24"/>
                                        </p:tgtEl>
                                      </p:cBhvr>
                                    </p:animEffect>
                                  </p:childTnLst>
                                </p:cTn>
                              </p:par>
                              <p:par>
                                <p:cTn id="26" presetID="18" presetClass="entr" presetSubtype="12" fill="hold" grpId="0" nodeType="with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strips(downLeft)">
                                      <p:cBhvr>
                                        <p:cTn id="28" dur="500"/>
                                        <p:tgtEl>
                                          <p:spTgt spid="25"/>
                                        </p:tgtEl>
                                      </p:cBhvr>
                                    </p:animEffect>
                                  </p:childTnLst>
                                </p:cTn>
                              </p:par>
                              <p:par>
                                <p:cTn id="29" presetID="18" presetClass="entr" presetSubtype="12" fill="hold" grpId="0" nodeType="with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strips(downLeft)">
                                      <p:cBhvr>
                                        <p:cTn id="31" dur="500"/>
                                        <p:tgtEl>
                                          <p:spTgt spid="22"/>
                                        </p:tgtEl>
                                      </p:cBhvr>
                                    </p:animEffect>
                                  </p:childTnLst>
                                </p:cTn>
                              </p:par>
                              <p:par>
                                <p:cTn id="32" presetID="18" presetClass="entr" presetSubtype="12"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strips(downLeft)">
                                      <p:cBhvr>
                                        <p:cTn id="34" dur="500"/>
                                        <p:tgtEl>
                                          <p:spTgt spid="15"/>
                                        </p:tgtEl>
                                      </p:cBhvr>
                                    </p:animEffect>
                                  </p:childTnLst>
                                </p:cTn>
                              </p:par>
                              <p:par>
                                <p:cTn id="35" presetID="18" presetClass="entr" presetSubtype="12" fill="hold" grpId="0" nodeType="with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strips(downLeft)">
                                      <p:cBhvr>
                                        <p:cTn id="37" dur="500"/>
                                        <p:tgtEl>
                                          <p:spTgt spid="2"/>
                                        </p:tgtEl>
                                      </p:cBhvr>
                                    </p:animEffect>
                                  </p:childTnLst>
                                </p:cTn>
                              </p:par>
                              <p:par>
                                <p:cTn id="38" presetID="18" presetClass="entr" presetSubtype="12" fill="hold" grpId="0" nodeType="withEffect">
                                  <p:stCondLst>
                                    <p:cond delay="0"/>
                                  </p:stCondLst>
                                  <p:iterate type="lt">
                                    <p:tmPct val="0"/>
                                  </p:iterate>
                                  <p:childTnLst>
                                    <p:set>
                                      <p:cBhvr>
                                        <p:cTn id="39" dur="1" fill="hold">
                                          <p:stCondLst>
                                            <p:cond delay="0"/>
                                          </p:stCondLst>
                                        </p:cTn>
                                        <p:tgtEl>
                                          <p:spTgt spid="16"/>
                                        </p:tgtEl>
                                        <p:attrNameLst>
                                          <p:attrName>style.visibility</p:attrName>
                                        </p:attrNameLst>
                                      </p:cBhvr>
                                      <p:to>
                                        <p:strVal val="visible"/>
                                      </p:to>
                                    </p:set>
                                    <p:animEffect transition="in" filter="strips(downLeft)">
                                      <p:cBhvr>
                                        <p:cTn id="40" dur="500"/>
                                        <p:tgtEl>
                                          <p:spTgt spid="16"/>
                                        </p:tgtEl>
                                      </p:cBhvr>
                                    </p:animEffect>
                                  </p:childTnLst>
                                </p:cTn>
                              </p:par>
                              <p:par>
                                <p:cTn id="41" presetID="18" presetClass="entr" presetSubtype="12"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strips(downLeft)">
                                      <p:cBhvr>
                                        <p:cTn id="43" dur="500"/>
                                        <p:tgtEl>
                                          <p:spTgt spid="17"/>
                                        </p:tgtEl>
                                      </p:cBhvr>
                                    </p:animEffect>
                                  </p:childTnLst>
                                </p:cTn>
                              </p:par>
                            </p:childTnLst>
                          </p:cTn>
                        </p:par>
                      </p:childTnLst>
                    </p:cTn>
                  </p:par>
                  <p:par>
                    <p:cTn id="44" fill="hold">
                      <p:stCondLst>
                        <p:cond delay="indefinite"/>
                      </p:stCondLst>
                      <p:childTnLst>
                        <p:par>
                          <p:cTn id="45" fill="hold">
                            <p:stCondLst>
                              <p:cond delay="0"/>
                            </p:stCondLst>
                            <p:childTnLst>
                              <p:par>
                                <p:cTn id="46" presetID="1" presetClass="emph" presetSubtype="2" fill="hold" nodeType="clickEffect">
                                  <p:stCondLst>
                                    <p:cond delay="0"/>
                                  </p:stCondLst>
                                  <p:childTnLst>
                                    <p:animClr clrSpc="rgb" dir="cw">
                                      <p:cBhvr>
                                        <p:cTn id="47" dur="2000" fill="hold"/>
                                        <p:tgtEl>
                                          <p:spTgt spid="13"/>
                                        </p:tgtEl>
                                        <p:attrNameLst>
                                          <p:attrName>fillcolor</p:attrName>
                                        </p:attrNameLst>
                                      </p:cBhvr>
                                      <p:to>
                                        <a:schemeClr val="accent2"/>
                                      </p:to>
                                    </p:animClr>
                                    <p:set>
                                      <p:cBhvr>
                                        <p:cTn id="48" dur="2000" fill="hold"/>
                                        <p:tgtEl>
                                          <p:spTgt spid="13"/>
                                        </p:tgtEl>
                                        <p:attrNameLst>
                                          <p:attrName>fill.type</p:attrName>
                                        </p:attrNameLst>
                                      </p:cBhvr>
                                      <p:to>
                                        <p:strVal val="solid"/>
                                      </p:to>
                                    </p:set>
                                    <p:set>
                                      <p:cBhvr>
                                        <p:cTn id="49" dur="2000" fill="hold"/>
                                        <p:tgtEl>
                                          <p:spTgt spid="13"/>
                                        </p:tgtEl>
                                        <p:attrNameLst>
                                          <p:attrName>fill.on</p:attrName>
                                        </p:attrNameLst>
                                      </p:cBhvr>
                                      <p:to>
                                        <p:strVal val="true"/>
                                      </p:to>
                                    </p:set>
                                  </p:childTnLst>
                                </p:cTn>
                              </p:par>
                              <p:par>
                                <p:cTn id="50" presetID="1" presetClass="emph" presetSubtype="2" fill="hold" nodeType="withEffect">
                                  <p:stCondLst>
                                    <p:cond delay="0"/>
                                  </p:stCondLst>
                                  <p:childTnLst>
                                    <p:animClr clrSpc="rgb" dir="cw">
                                      <p:cBhvr>
                                        <p:cTn id="51" dur="2000" fill="hold"/>
                                        <p:tgtEl>
                                          <p:spTgt spid="24"/>
                                        </p:tgtEl>
                                        <p:attrNameLst>
                                          <p:attrName>fillcolor</p:attrName>
                                        </p:attrNameLst>
                                      </p:cBhvr>
                                      <p:to>
                                        <a:schemeClr val="accent2"/>
                                      </p:to>
                                    </p:animClr>
                                    <p:set>
                                      <p:cBhvr>
                                        <p:cTn id="52" dur="2000" fill="hold"/>
                                        <p:tgtEl>
                                          <p:spTgt spid="24"/>
                                        </p:tgtEl>
                                        <p:attrNameLst>
                                          <p:attrName>fill.type</p:attrName>
                                        </p:attrNameLst>
                                      </p:cBhvr>
                                      <p:to>
                                        <p:strVal val="solid"/>
                                      </p:to>
                                    </p:set>
                                    <p:set>
                                      <p:cBhvr>
                                        <p:cTn id="53" dur="2000" fill="hold"/>
                                        <p:tgtEl>
                                          <p:spTgt spid="24"/>
                                        </p:tgtEl>
                                        <p:attrNameLst>
                                          <p:attrName>fill.on</p:attrName>
                                        </p:attrNameLst>
                                      </p:cBhvr>
                                      <p:to>
                                        <p:strVal val="true"/>
                                      </p:to>
                                    </p:set>
                                  </p:childTnLst>
                                </p:cTn>
                              </p:par>
                              <p:par>
                                <p:cTn id="54" presetID="36" presetClass="emph" presetSubtype="0" fill="hold" grpId="1" nodeType="withEffect">
                                  <p:stCondLst>
                                    <p:cond delay="0"/>
                                  </p:stCondLst>
                                  <p:iterate type="lt">
                                    <p:tmPct val="10000"/>
                                  </p:iterate>
                                  <p:childTnLst>
                                    <p:animScale>
                                      <p:cBhvr>
                                        <p:cTn id="55" dur="250" autoRev="1" fill="hold">
                                          <p:stCondLst>
                                            <p:cond delay="0"/>
                                          </p:stCondLst>
                                        </p:cTn>
                                        <p:tgtEl>
                                          <p:spTgt spid="16"/>
                                        </p:tgtEl>
                                      </p:cBhvr>
                                      <p:to x="80000" y="100000"/>
                                    </p:animScale>
                                    <p:anim by="(#ppt_w*0.10)" calcmode="lin" valueType="num">
                                      <p:cBhvr>
                                        <p:cTn id="56" dur="250" autoRev="1" fill="hold">
                                          <p:stCondLst>
                                            <p:cond delay="0"/>
                                          </p:stCondLst>
                                        </p:cTn>
                                        <p:tgtEl>
                                          <p:spTgt spid="16"/>
                                        </p:tgtEl>
                                        <p:attrNameLst>
                                          <p:attrName>ppt_x</p:attrName>
                                        </p:attrNameLst>
                                      </p:cBhvr>
                                    </p:anim>
                                    <p:anim by="(-#ppt_w*0.10)" calcmode="lin" valueType="num">
                                      <p:cBhvr>
                                        <p:cTn id="57" dur="250" autoRev="1" fill="hold">
                                          <p:stCondLst>
                                            <p:cond delay="0"/>
                                          </p:stCondLst>
                                        </p:cTn>
                                        <p:tgtEl>
                                          <p:spTgt spid="16"/>
                                        </p:tgtEl>
                                        <p:attrNameLst>
                                          <p:attrName>ppt_y</p:attrName>
                                        </p:attrNameLst>
                                      </p:cBhvr>
                                    </p:anim>
                                    <p:animRot by="-480000">
                                      <p:cBhvr>
                                        <p:cTn id="58" dur="250" autoRev="1" fill="hold">
                                          <p:stCondLst>
                                            <p:cond delay="0"/>
                                          </p:stCondLst>
                                        </p:cTn>
                                        <p:tgtEl>
                                          <p:spTgt spid="16"/>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P spid="12" grpId="0" animBg="1"/>
      <p:bldP spid="13" grpId="0" animBg="1"/>
      <p:bldP spid="14" grpId="0" animBg="1"/>
      <p:bldP spid="22" grpId="0" animBg="1"/>
      <p:bldP spid="23" grpId="0" animBg="1"/>
      <p:bldP spid="24" grpId="0" animBg="1"/>
      <p:bldP spid="25" grpId="0" animBg="1"/>
      <p:bldP spid="2" grpId="0"/>
      <p:bldP spid="15" grpId="0"/>
      <p:bldP spid="16" grpId="0"/>
      <p:bldP spid="16" grpId="1"/>
      <p:bldP spid="17"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Footer Placeholder 4">
            <a:extLst>
              <a:ext uri="{FF2B5EF4-FFF2-40B4-BE49-F238E27FC236}">
                <a16:creationId xmlns:a16="http://schemas.microsoft.com/office/drawing/2014/main" id="{640455AF-FF15-4BB0-8642-709E05F4455D}"/>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solidFill>
                  <a:schemeClr val="bg2">
                    <a:lumMod val="75000"/>
                  </a:schemeClr>
                </a:solidFill>
                <a:latin typeface="Comic Sans MS" panose="030F0702030302020204" pitchFamily="66" charset="0"/>
              </a:rPr>
              <a:t>Tầng Network</a:t>
            </a:r>
          </a:p>
        </p:txBody>
      </p:sp>
      <p:sp>
        <p:nvSpPr>
          <p:cNvPr id="49155" name="Slide Number Placeholder 5">
            <a:extLst>
              <a:ext uri="{FF2B5EF4-FFF2-40B4-BE49-F238E27FC236}">
                <a16:creationId xmlns:a16="http://schemas.microsoft.com/office/drawing/2014/main" id="{CB7CC55C-4A24-4D69-80D7-A3547F774D3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solidFill>
                  <a:schemeClr val="bg2">
                    <a:lumMod val="75000"/>
                  </a:schemeClr>
                </a:solidFill>
                <a:latin typeface="Comic Sans MS" panose="030F0702030302020204" pitchFamily="66" charset="0"/>
              </a:rPr>
              <a:t>4-</a:t>
            </a:r>
            <a:fld id="{F49B7B4E-DFCB-4D78-B29D-7B44DB615445}" type="slidenum">
              <a:rPr lang="en-US" altLang="en-US">
                <a:solidFill>
                  <a:schemeClr val="bg2">
                    <a:lumMod val="75000"/>
                  </a:schemeClr>
                </a:solidFill>
                <a:latin typeface="Comic Sans MS" panose="030F0702030302020204" pitchFamily="66" charset="0"/>
              </a:rPr>
              <a:pPr/>
              <a:t>50</a:t>
            </a:fld>
            <a:endParaRPr lang="en-US" altLang="en-US">
              <a:solidFill>
                <a:schemeClr val="bg2">
                  <a:lumMod val="75000"/>
                </a:schemeClr>
              </a:solidFill>
              <a:latin typeface="Comic Sans MS" panose="030F0702030302020204" pitchFamily="66" charset="0"/>
            </a:endParaRPr>
          </a:p>
        </p:txBody>
      </p:sp>
      <p:sp>
        <p:nvSpPr>
          <p:cNvPr id="49156" name="Text Box 7">
            <a:extLst>
              <a:ext uri="{FF2B5EF4-FFF2-40B4-BE49-F238E27FC236}">
                <a16:creationId xmlns:a16="http://schemas.microsoft.com/office/drawing/2014/main" id="{DAC9C285-557C-4E4E-A93E-A9EA2066EF7F}"/>
              </a:ext>
            </a:extLst>
          </p:cNvPr>
          <p:cNvSpPr txBox="1">
            <a:spLocks noChangeArrowheads="1"/>
          </p:cNvSpPr>
          <p:nvPr/>
        </p:nvSpPr>
        <p:spPr bwMode="auto">
          <a:xfrm>
            <a:off x="2405064" y="1270000"/>
            <a:ext cx="23971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1600">
                <a:solidFill>
                  <a:schemeClr val="bg2">
                    <a:lumMod val="75000"/>
                  </a:schemeClr>
                </a:solidFill>
                <a:latin typeface="Comic Sans MS" panose="030F0702030302020204" pitchFamily="66" charset="0"/>
              </a:rPr>
              <a:t>DHCP server: 223.1.2.5</a:t>
            </a:r>
          </a:p>
        </p:txBody>
      </p:sp>
      <p:sp>
        <p:nvSpPr>
          <p:cNvPr id="49157" name="Text Box 8">
            <a:extLst>
              <a:ext uri="{FF2B5EF4-FFF2-40B4-BE49-F238E27FC236}">
                <a16:creationId xmlns:a16="http://schemas.microsoft.com/office/drawing/2014/main" id="{BA0CFBE9-B504-483C-A6CA-D336D68290FB}"/>
              </a:ext>
            </a:extLst>
          </p:cNvPr>
          <p:cNvSpPr txBox="1">
            <a:spLocks noChangeArrowheads="1"/>
          </p:cNvSpPr>
          <p:nvPr/>
        </p:nvSpPr>
        <p:spPr bwMode="auto">
          <a:xfrm>
            <a:off x="7561263" y="1311276"/>
            <a:ext cx="920750"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lnSpc>
                <a:spcPct val="85000"/>
              </a:lnSpc>
            </a:pPr>
            <a:r>
              <a:rPr lang="en-US" altLang="en-US" sz="1600">
                <a:solidFill>
                  <a:schemeClr val="bg2">
                    <a:lumMod val="75000"/>
                  </a:schemeClr>
                </a:solidFill>
                <a:latin typeface="Comic Sans MS" panose="030F0702030302020204" pitchFamily="66" charset="0"/>
              </a:rPr>
              <a:t>arriving</a:t>
            </a:r>
          </a:p>
          <a:p>
            <a:pPr algn="ctr">
              <a:lnSpc>
                <a:spcPct val="85000"/>
              </a:lnSpc>
            </a:pPr>
            <a:r>
              <a:rPr lang="en-US" altLang="en-US" sz="1600">
                <a:solidFill>
                  <a:schemeClr val="bg2">
                    <a:lumMod val="75000"/>
                  </a:schemeClr>
                </a:solidFill>
                <a:latin typeface="Comic Sans MS" panose="030F0702030302020204" pitchFamily="66" charset="0"/>
              </a:rPr>
              <a:t> client</a:t>
            </a:r>
            <a:endParaRPr lang="en-US" altLang="en-US">
              <a:solidFill>
                <a:schemeClr val="bg2">
                  <a:lumMod val="75000"/>
                </a:schemeClr>
              </a:solidFill>
              <a:latin typeface="Comic Sans MS" panose="030F0702030302020204" pitchFamily="66" charset="0"/>
            </a:endParaRPr>
          </a:p>
        </p:txBody>
      </p:sp>
      <p:sp>
        <p:nvSpPr>
          <p:cNvPr id="49158" name="Line 9">
            <a:extLst>
              <a:ext uri="{FF2B5EF4-FFF2-40B4-BE49-F238E27FC236}">
                <a16:creationId xmlns:a16="http://schemas.microsoft.com/office/drawing/2014/main" id="{F1A0D15B-4BDE-4BE3-A8EC-831427C70BD6}"/>
              </a:ext>
            </a:extLst>
          </p:cNvPr>
          <p:cNvSpPr>
            <a:spLocks noChangeShapeType="1"/>
          </p:cNvSpPr>
          <p:nvPr/>
        </p:nvSpPr>
        <p:spPr bwMode="auto">
          <a:xfrm flipH="1">
            <a:off x="3384550" y="2208214"/>
            <a:ext cx="4395788" cy="536575"/>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solidFill>
                <a:schemeClr val="bg2">
                  <a:lumMod val="75000"/>
                </a:schemeClr>
              </a:solidFill>
            </a:endParaRPr>
          </a:p>
        </p:txBody>
      </p:sp>
      <p:sp>
        <p:nvSpPr>
          <p:cNvPr id="49159" name="Line 10">
            <a:extLst>
              <a:ext uri="{FF2B5EF4-FFF2-40B4-BE49-F238E27FC236}">
                <a16:creationId xmlns:a16="http://schemas.microsoft.com/office/drawing/2014/main" id="{F411FBF7-8D10-4FDE-8E4C-295F28DEE3B9}"/>
              </a:ext>
            </a:extLst>
          </p:cNvPr>
          <p:cNvSpPr>
            <a:spLocks noChangeShapeType="1"/>
          </p:cNvSpPr>
          <p:nvPr/>
        </p:nvSpPr>
        <p:spPr bwMode="auto">
          <a:xfrm flipH="1">
            <a:off x="3340101" y="2163764"/>
            <a:ext cx="11113" cy="4027487"/>
          </a:xfrm>
          <a:prstGeom prst="line">
            <a:avLst/>
          </a:prstGeom>
          <a:noFill/>
          <a:ln w="9525">
            <a:solidFill>
              <a:schemeClr val="bg2"/>
            </a:solidFill>
            <a:round/>
            <a:headEnd/>
            <a:tailEnd type="triangle" w="med" len="med"/>
          </a:ln>
          <a:extLst>
            <a:ext uri="{909E8E84-426E-40DD-AFC4-6F175D3DCCD1}">
              <a14:hiddenFill xmlns:a14="http://schemas.microsoft.com/office/drawing/2010/main">
                <a:noFill/>
              </a14:hiddenFill>
            </a:ext>
          </a:extLst>
        </p:spPr>
        <p:txBody>
          <a:bodyPr/>
          <a:lstStyle/>
          <a:p>
            <a:endParaRPr lang="en-US">
              <a:solidFill>
                <a:schemeClr val="bg2">
                  <a:lumMod val="75000"/>
                </a:schemeClr>
              </a:solidFill>
            </a:endParaRPr>
          </a:p>
        </p:txBody>
      </p:sp>
      <p:sp>
        <p:nvSpPr>
          <p:cNvPr id="49160" name="Line 11">
            <a:extLst>
              <a:ext uri="{FF2B5EF4-FFF2-40B4-BE49-F238E27FC236}">
                <a16:creationId xmlns:a16="http://schemas.microsoft.com/office/drawing/2014/main" id="{58F617E0-94C5-4D78-BD5E-EE8C1F9F30F1}"/>
              </a:ext>
            </a:extLst>
          </p:cNvPr>
          <p:cNvSpPr>
            <a:spLocks noChangeShapeType="1"/>
          </p:cNvSpPr>
          <p:nvPr/>
        </p:nvSpPr>
        <p:spPr bwMode="auto">
          <a:xfrm flipH="1">
            <a:off x="7866063" y="2239963"/>
            <a:ext cx="11112" cy="4140200"/>
          </a:xfrm>
          <a:prstGeom prst="line">
            <a:avLst/>
          </a:prstGeom>
          <a:noFill/>
          <a:ln w="9525">
            <a:solidFill>
              <a:schemeClr val="bg2"/>
            </a:solidFill>
            <a:round/>
            <a:headEnd/>
            <a:tailEnd type="triangle" w="med" len="med"/>
          </a:ln>
          <a:extLst>
            <a:ext uri="{909E8E84-426E-40DD-AFC4-6F175D3DCCD1}">
              <a14:hiddenFill xmlns:a14="http://schemas.microsoft.com/office/drawing/2010/main">
                <a:noFill/>
              </a14:hiddenFill>
            </a:ext>
          </a:extLst>
        </p:spPr>
        <p:txBody>
          <a:bodyPr/>
          <a:lstStyle/>
          <a:p>
            <a:endParaRPr lang="en-US">
              <a:solidFill>
                <a:schemeClr val="bg2">
                  <a:lumMod val="75000"/>
                </a:schemeClr>
              </a:solidFill>
            </a:endParaRPr>
          </a:p>
        </p:txBody>
      </p:sp>
      <p:grpSp>
        <p:nvGrpSpPr>
          <p:cNvPr id="49161" name="Group 23">
            <a:extLst>
              <a:ext uri="{FF2B5EF4-FFF2-40B4-BE49-F238E27FC236}">
                <a16:creationId xmlns:a16="http://schemas.microsoft.com/office/drawing/2014/main" id="{951D2712-01D0-40FD-A458-9B5C55BC4FFE}"/>
              </a:ext>
            </a:extLst>
          </p:cNvPr>
          <p:cNvGrpSpPr>
            <a:grpSpLocks/>
          </p:cNvGrpSpPr>
          <p:nvPr/>
        </p:nvGrpSpPr>
        <p:grpSpPr bwMode="auto">
          <a:xfrm>
            <a:off x="4913313" y="1343026"/>
            <a:ext cx="2673350" cy="1116013"/>
            <a:chOff x="11865" y="3885"/>
            <a:chExt cx="3720" cy="1260"/>
          </a:xfrm>
        </p:grpSpPr>
        <p:sp>
          <p:nvSpPr>
            <p:cNvPr id="49229" name="Text Box 24">
              <a:extLst>
                <a:ext uri="{FF2B5EF4-FFF2-40B4-BE49-F238E27FC236}">
                  <a16:creationId xmlns:a16="http://schemas.microsoft.com/office/drawing/2014/main" id="{33C0FA05-F461-4342-878D-7AB768FA4DCB}"/>
                </a:ext>
              </a:extLst>
            </p:cNvPr>
            <p:cNvSpPr txBox="1">
              <a:spLocks noChangeArrowheads="1"/>
            </p:cNvSpPr>
            <p:nvPr/>
          </p:nvSpPr>
          <p:spPr bwMode="auto">
            <a:xfrm>
              <a:off x="11865" y="3885"/>
              <a:ext cx="2062" cy="49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200" b="1">
                  <a:solidFill>
                    <a:schemeClr val="bg2">
                      <a:lumMod val="75000"/>
                    </a:schemeClr>
                  </a:solidFill>
                  <a:latin typeface="Comic Sans MS" panose="030F0702030302020204" pitchFamily="66" charset="0"/>
                </a:rPr>
                <a:t>DHCP discover</a:t>
              </a:r>
            </a:p>
          </p:txBody>
        </p:sp>
        <p:sp>
          <p:nvSpPr>
            <p:cNvPr id="49230" name="Text Box 25">
              <a:extLst>
                <a:ext uri="{FF2B5EF4-FFF2-40B4-BE49-F238E27FC236}">
                  <a16:creationId xmlns:a16="http://schemas.microsoft.com/office/drawing/2014/main" id="{3267CBE2-C12A-4684-94FD-2B5031713436}"/>
                </a:ext>
              </a:extLst>
            </p:cNvPr>
            <p:cNvSpPr txBox="1">
              <a:spLocks noChangeArrowheads="1"/>
            </p:cNvSpPr>
            <p:nvPr/>
          </p:nvSpPr>
          <p:spPr bwMode="auto">
            <a:xfrm>
              <a:off x="12015" y="4231"/>
              <a:ext cx="3570" cy="914"/>
            </a:xfrm>
            <a:prstGeom prst="rect">
              <a:avLst/>
            </a:prstGeom>
            <a:solidFill>
              <a:srgbClr val="FFFFFF"/>
            </a:solidFill>
            <a:ln w="9525">
              <a:solidFill>
                <a:srgbClr val="000000"/>
              </a:solidFill>
              <a:miter lim="800000"/>
              <a:headEnd/>
              <a:tailEnd/>
            </a:ln>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200" dirty="0" err="1">
                  <a:solidFill>
                    <a:schemeClr val="bg2">
                      <a:lumMod val="75000"/>
                    </a:schemeClr>
                  </a:solidFill>
                  <a:latin typeface="Comic Sans MS" panose="030F0702030302020204" pitchFamily="66" charset="0"/>
                </a:rPr>
                <a:t>src</a:t>
              </a:r>
              <a:r>
                <a:rPr lang="en-US" altLang="en-US" sz="1200" dirty="0">
                  <a:solidFill>
                    <a:schemeClr val="bg2">
                      <a:lumMod val="75000"/>
                    </a:schemeClr>
                  </a:solidFill>
                  <a:latin typeface="Comic Sans MS" panose="030F0702030302020204" pitchFamily="66" charset="0"/>
                </a:rPr>
                <a:t> : 0.0.0.0, 68     </a:t>
              </a:r>
            </a:p>
            <a:p>
              <a:r>
                <a:rPr lang="en-US" altLang="en-US" sz="1200" dirty="0" err="1">
                  <a:solidFill>
                    <a:schemeClr val="bg2">
                      <a:lumMod val="75000"/>
                    </a:schemeClr>
                  </a:solidFill>
                  <a:latin typeface="Comic Sans MS" panose="030F0702030302020204" pitchFamily="66" charset="0"/>
                </a:rPr>
                <a:t>dest</a:t>
              </a:r>
              <a:r>
                <a:rPr lang="en-US" altLang="en-US" sz="1200" dirty="0">
                  <a:solidFill>
                    <a:schemeClr val="bg2">
                      <a:lumMod val="75000"/>
                    </a:schemeClr>
                  </a:solidFill>
                  <a:latin typeface="Comic Sans MS" panose="030F0702030302020204" pitchFamily="66" charset="0"/>
                </a:rPr>
                <a:t>.: 255.255.255.255,67</a:t>
              </a:r>
            </a:p>
            <a:p>
              <a:r>
                <a:rPr lang="en-US" altLang="en-US" sz="1200" dirty="0" err="1">
                  <a:solidFill>
                    <a:schemeClr val="bg2">
                      <a:lumMod val="75000"/>
                    </a:schemeClr>
                  </a:solidFill>
                  <a:latin typeface="Comic Sans MS" panose="030F0702030302020204" pitchFamily="66" charset="0"/>
                </a:rPr>
                <a:t>yiaddr</a:t>
              </a:r>
              <a:r>
                <a:rPr lang="en-US" altLang="en-US" sz="1200" dirty="0">
                  <a:solidFill>
                    <a:schemeClr val="bg2">
                      <a:lumMod val="75000"/>
                    </a:schemeClr>
                  </a:solidFill>
                  <a:latin typeface="Comic Sans MS" panose="030F0702030302020204" pitchFamily="66" charset="0"/>
                </a:rPr>
                <a:t>:    0.0.0.0</a:t>
              </a:r>
            </a:p>
            <a:p>
              <a:r>
                <a:rPr lang="en-US" altLang="en-US" sz="1200" dirty="0">
                  <a:solidFill>
                    <a:schemeClr val="bg2">
                      <a:lumMod val="75000"/>
                    </a:schemeClr>
                  </a:solidFill>
                  <a:latin typeface="Comic Sans MS" panose="030F0702030302020204" pitchFamily="66" charset="0"/>
                </a:rPr>
                <a:t>transaction ID: 654</a:t>
              </a:r>
              <a:endParaRPr lang="en-US" altLang="en-US" dirty="0">
                <a:solidFill>
                  <a:schemeClr val="bg2">
                    <a:lumMod val="75000"/>
                  </a:schemeClr>
                </a:solidFill>
                <a:latin typeface="Comic Sans MS" panose="030F0702030302020204" pitchFamily="66" charset="0"/>
              </a:endParaRPr>
            </a:p>
          </p:txBody>
        </p:sp>
      </p:grpSp>
      <p:sp>
        <p:nvSpPr>
          <p:cNvPr id="49162" name="Line 26">
            <a:extLst>
              <a:ext uri="{FF2B5EF4-FFF2-40B4-BE49-F238E27FC236}">
                <a16:creationId xmlns:a16="http://schemas.microsoft.com/office/drawing/2014/main" id="{79C1E7DA-3DE0-4E3C-AD64-F0400FAA3A2E}"/>
              </a:ext>
            </a:extLst>
          </p:cNvPr>
          <p:cNvSpPr>
            <a:spLocks noChangeShapeType="1"/>
          </p:cNvSpPr>
          <p:nvPr/>
        </p:nvSpPr>
        <p:spPr bwMode="auto">
          <a:xfrm>
            <a:off x="3427414" y="3194051"/>
            <a:ext cx="4395787" cy="538163"/>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solidFill>
                <a:schemeClr val="bg2">
                  <a:lumMod val="75000"/>
                </a:schemeClr>
              </a:solidFill>
            </a:endParaRPr>
          </a:p>
        </p:txBody>
      </p:sp>
      <p:sp>
        <p:nvSpPr>
          <p:cNvPr id="49163" name="Text Box 27">
            <a:extLst>
              <a:ext uri="{FF2B5EF4-FFF2-40B4-BE49-F238E27FC236}">
                <a16:creationId xmlns:a16="http://schemas.microsoft.com/office/drawing/2014/main" id="{69C322BF-8065-478E-94CD-7BC30D871120}"/>
              </a:ext>
            </a:extLst>
          </p:cNvPr>
          <p:cNvSpPr txBox="1">
            <a:spLocks noChangeArrowheads="1"/>
          </p:cNvSpPr>
          <p:nvPr/>
        </p:nvSpPr>
        <p:spPr bwMode="auto">
          <a:xfrm>
            <a:off x="5086350" y="2579688"/>
            <a:ext cx="1379538" cy="3302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200" b="1">
                <a:solidFill>
                  <a:schemeClr val="bg2">
                    <a:lumMod val="75000"/>
                  </a:schemeClr>
                </a:solidFill>
                <a:latin typeface="Comic Sans MS" panose="030F0702030302020204" pitchFamily="66" charset="0"/>
              </a:rPr>
              <a:t>DHCP offer</a:t>
            </a:r>
            <a:endParaRPr lang="en-US" altLang="en-US">
              <a:solidFill>
                <a:schemeClr val="bg2">
                  <a:lumMod val="75000"/>
                </a:schemeClr>
              </a:solidFill>
              <a:latin typeface="Comic Sans MS" panose="030F0702030302020204" pitchFamily="66" charset="0"/>
            </a:endParaRPr>
          </a:p>
        </p:txBody>
      </p:sp>
      <p:sp>
        <p:nvSpPr>
          <p:cNvPr id="49164" name="Text Box 28">
            <a:extLst>
              <a:ext uri="{FF2B5EF4-FFF2-40B4-BE49-F238E27FC236}">
                <a16:creationId xmlns:a16="http://schemas.microsoft.com/office/drawing/2014/main" id="{78969D33-51FF-4FFB-80D1-490B83A9EA67}"/>
              </a:ext>
            </a:extLst>
          </p:cNvPr>
          <p:cNvSpPr txBox="1">
            <a:spLocks noChangeArrowheads="1"/>
          </p:cNvSpPr>
          <p:nvPr/>
        </p:nvSpPr>
        <p:spPr bwMode="auto">
          <a:xfrm>
            <a:off x="5183188" y="2832100"/>
            <a:ext cx="2424112" cy="965200"/>
          </a:xfrm>
          <a:prstGeom prst="rect">
            <a:avLst/>
          </a:prstGeom>
          <a:solidFill>
            <a:srgbClr val="FFFFFF"/>
          </a:solidFill>
          <a:ln w="9525">
            <a:solidFill>
              <a:srgbClr val="000000"/>
            </a:solidFill>
            <a:miter lim="800000"/>
            <a:headEnd/>
            <a:tailEnd/>
          </a:ln>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200" dirty="0" err="1">
                <a:solidFill>
                  <a:schemeClr val="bg2">
                    <a:lumMod val="75000"/>
                  </a:schemeClr>
                </a:solidFill>
                <a:latin typeface="Comic Sans MS" panose="030F0702030302020204" pitchFamily="66" charset="0"/>
              </a:rPr>
              <a:t>src</a:t>
            </a:r>
            <a:r>
              <a:rPr lang="en-US" altLang="en-US" sz="1200" dirty="0">
                <a:solidFill>
                  <a:schemeClr val="bg2">
                    <a:lumMod val="75000"/>
                  </a:schemeClr>
                </a:solidFill>
                <a:latin typeface="Comic Sans MS" panose="030F0702030302020204" pitchFamily="66" charset="0"/>
              </a:rPr>
              <a:t>: 223.1.2.5, 67      </a:t>
            </a:r>
          </a:p>
          <a:p>
            <a:r>
              <a:rPr lang="en-US" altLang="en-US" sz="1200" dirty="0" err="1">
                <a:solidFill>
                  <a:schemeClr val="bg2">
                    <a:lumMod val="75000"/>
                  </a:schemeClr>
                </a:solidFill>
                <a:latin typeface="Comic Sans MS" panose="030F0702030302020204" pitchFamily="66" charset="0"/>
              </a:rPr>
              <a:t>dest</a:t>
            </a:r>
            <a:r>
              <a:rPr lang="en-US" altLang="en-US" sz="1200" dirty="0">
                <a:solidFill>
                  <a:schemeClr val="bg2">
                    <a:lumMod val="75000"/>
                  </a:schemeClr>
                </a:solidFill>
                <a:latin typeface="Comic Sans MS" panose="030F0702030302020204" pitchFamily="66" charset="0"/>
              </a:rPr>
              <a:t>:  255.255.255.255, 68</a:t>
            </a:r>
          </a:p>
          <a:p>
            <a:r>
              <a:rPr lang="en-US" altLang="en-US" sz="1200" dirty="0" err="1">
                <a:solidFill>
                  <a:schemeClr val="bg2">
                    <a:lumMod val="75000"/>
                  </a:schemeClr>
                </a:solidFill>
                <a:latin typeface="Comic Sans MS" panose="030F0702030302020204" pitchFamily="66" charset="0"/>
              </a:rPr>
              <a:t>yiaddrr</a:t>
            </a:r>
            <a:r>
              <a:rPr lang="en-US" altLang="en-US" sz="1200" dirty="0">
                <a:solidFill>
                  <a:schemeClr val="bg2">
                    <a:lumMod val="75000"/>
                  </a:schemeClr>
                </a:solidFill>
                <a:latin typeface="Comic Sans MS" panose="030F0702030302020204" pitchFamily="66" charset="0"/>
              </a:rPr>
              <a:t>: 223.1.2.4</a:t>
            </a:r>
          </a:p>
          <a:p>
            <a:r>
              <a:rPr lang="en-US" altLang="en-US" sz="1200" dirty="0">
                <a:solidFill>
                  <a:schemeClr val="bg2">
                    <a:lumMod val="75000"/>
                  </a:schemeClr>
                </a:solidFill>
                <a:latin typeface="Comic Sans MS" panose="030F0702030302020204" pitchFamily="66" charset="0"/>
              </a:rPr>
              <a:t>transaction ID: 654</a:t>
            </a:r>
          </a:p>
          <a:p>
            <a:r>
              <a:rPr lang="en-US" altLang="en-US" sz="1200" dirty="0">
                <a:solidFill>
                  <a:schemeClr val="bg2">
                    <a:lumMod val="75000"/>
                  </a:schemeClr>
                </a:solidFill>
                <a:latin typeface="Comic Sans MS" panose="030F0702030302020204" pitchFamily="66" charset="0"/>
              </a:rPr>
              <a:t>lifetime: 3600 secs</a:t>
            </a:r>
            <a:endParaRPr lang="en-US" altLang="en-US" sz="800" dirty="0">
              <a:solidFill>
                <a:schemeClr val="bg2">
                  <a:lumMod val="75000"/>
                </a:schemeClr>
              </a:solidFill>
              <a:latin typeface="Comic Sans MS" panose="030F0702030302020204" pitchFamily="66" charset="0"/>
            </a:endParaRPr>
          </a:p>
        </p:txBody>
      </p:sp>
      <p:sp>
        <p:nvSpPr>
          <p:cNvPr id="49165" name="Line 29">
            <a:extLst>
              <a:ext uri="{FF2B5EF4-FFF2-40B4-BE49-F238E27FC236}">
                <a16:creationId xmlns:a16="http://schemas.microsoft.com/office/drawing/2014/main" id="{891E295D-3176-4B78-8870-469AEE4D2B89}"/>
              </a:ext>
            </a:extLst>
          </p:cNvPr>
          <p:cNvSpPr>
            <a:spLocks noChangeShapeType="1"/>
          </p:cNvSpPr>
          <p:nvPr/>
        </p:nvSpPr>
        <p:spPr bwMode="auto">
          <a:xfrm flipH="1">
            <a:off x="3319464" y="4422776"/>
            <a:ext cx="4395787" cy="536575"/>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solidFill>
                <a:schemeClr val="bg2">
                  <a:lumMod val="75000"/>
                </a:schemeClr>
              </a:solidFill>
            </a:endParaRPr>
          </a:p>
        </p:txBody>
      </p:sp>
      <p:sp>
        <p:nvSpPr>
          <p:cNvPr id="49166" name="Text Box 30">
            <a:extLst>
              <a:ext uri="{FF2B5EF4-FFF2-40B4-BE49-F238E27FC236}">
                <a16:creationId xmlns:a16="http://schemas.microsoft.com/office/drawing/2014/main" id="{C09CFAF7-8F21-4C45-81EE-F3303875F5CC}"/>
              </a:ext>
            </a:extLst>
          </p:cNvPr>
          <p:cNvSpPr txBox="1">
            <a:spLocks noChangeArrowheads="1"/>
          </p:cNvSpPr>
          <p:nvPr/>
        </p:nvSpPr>
        <p:spPr bwMode="auto">
          <a:xfrm>
            <a:off x="3490914" y="3765551"/>
            <a:ext cx="1379537" cy="32861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200" b="1">
                <a:solidFill>
                  <a:schemeClr val="bg2">
                    <a:lumMod val="75000"/>
                  </a:schemeClr>
                </a:solidFill>
                <a:latin typeface="Comic Sans MS" panose="030F0702030302020204" pitchFamily="66" charset="0"/>
              </a:rPr>
              <a:t>DHCP request</a:t>
            </a:r>
            <a:endParaRPr lang="en-US" altLang="en-US">
              <a:solidFill>
                <a:schemeClr val="bg2">
                  <a:lumMod val="75000"/>
                </a:schemeClr>
              </a:solidFill>
              <a:latin typeface="Comic Sans MS" panose="030F0702030302020204" pitchFamily="66" charset="0"/>
            </a:endParaRPr>
          </a:p>
        </p:txBody>
      </p:sp>
      <p:sp>
        <p:nvSpPr>
          <p:cNvPr id="49167" name="Text Box 31">
            <a:extLst>
              <a:ext uri="{FF2B5EF4-FFF2-40B4-BE49-F238E27FC236}">
                <a16:creationId xmlns:a16="http://schemas.microsoft.com/office/drawing/2014/main" id="{A24FB238-6338-4443-8441-0495E85272C6}"/>
              </a:ext>
            </a:extLst>
          </p:cNvPr>
          <p:cNvSpPr txBox="1">
            <a:spLocks noChangeArrowheads="1"/>
          </p:cNvSpPr>
          <p:nvPr/>
        </p:nvSpPr>
        <p:spPr bwMode="auto">
          <a:xfrm>
            <a:off x="3621089" y="4027489"/>
            <a:ext cx="2757487" cy="998537"/>
          </a:xfrm>
          <a:prstGeom prst="rect">
            <a:avLst/>
          </a:prstGeom>
          <a:solidFill>
            <a:srgbClr val="FFFFFF"/>
          </a:solidFill>
          <a:ln w="9525">
            <a:solidFill>
              <a:srgbClr val="000000"/>
            </a:solidFill>
            <a:miter lim="800000"/>
            <a:headEnd/>
            <a:tailEnd/>
          </a:ln>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200">
                <a:solidFill>
                  <a:schemeClr val="bg2">
                    <a:lumMod val="75000"/>
                  </a:schemeClr>
                </a:solidFill>
                <a:latin typeface="Comic Sans MS" panose="030F0702030302020204" pitchFamily="66" charset="0"/>
              </a:rPr>
              <a:t>src:  0.0.0.0, 68     </a:t>
            </a:r>
          </a:p>
          <a:p>
            <a:r>
              <a:rPr lang="en-US" altLang="en-US" sz="1200">
                <a:solidFill>
                  <a:schemeClr val="bg2">
                    <a:lumMod val="75000"/>
                  </a:schemeClr>
                </a:solidFill>
                <a:latin typeface="Comic Sans MS" panose="030F0702030302020204" pitchFamily="66" charset="0"/>
              </a:rPr>
              <a:t>dest::  255.255.255.255, 67</a:t>
            </a:r>
          </a:p>
          <a:p>
            <a:r>
              <a:rPr lang="en-US" altLang="en-US" sz="1200">
                <a:solidFill>
                  <a:schemeClr val="bg2">
                    <a:lumMod val="75000"/>
                  </a:schemeClr>
                </a:solidFill>
                <a:latin typeface="Comic Sans MS" panose="030F0702030302020204" pitchFamily="66" charset="0"/>
              </a:rPr>
              <a:t>yiaddrr: 223.1.2.4</a:t>
            </a:r>
          </a:p>
          <a:p>
            <a:r>
              <a:rPr lang="en-US" altLang="en-US" sz="1200">
                <a:solidFill>
                  <a:schemeClr val="bg2">
                    <a:lumMod val="75000"/>
                  </a:schemeClr>
                </a:solidFill>
                <a:latin typeface="Comic Sans MS" panose="030F0702030302020204" pitchFamily="66" charset="0"/>
              </a:rPr>
              <a:t>transaction ID: 655</a:t>
            </a:r>
          </a:p>
          <a:p>
            <a:r>
              <a:rPr lang="en-US" altLang="en-US" sz="1200">
                <a:solidFill>
                  <a:schemeClr val="bg2">
                    <a:lumMod val="75000"/>
                  </a:schemeClr>
                </a:solidFill>
                <a:latin typeface="Comic Sans MS" panose="030F0702030302020204" pitchFamily="66" charset="0"/>
              </a:rPr>
              <a:t>lifetime: 3600 secs</a:t>
            </a:r>
            <a:endParaRPr lang="en-US" altLang="en-US">
              <a:solidFill>
                <a:schemeClr val="bg2">
                  <a:lumMod val="75000"/>
                </a:schemeClr>
              </a:solidFill>
              <a:latin typeface="Comic Sans MS" panose="030F0702030302020204" pitchFamily="66" charset="0"/>
            </a:endParaRPr>
          </a:p>
        </p:txBody>
      </p:sp>
      <p:sp>
        <p:nvSpPr>
          <p:cNvPr id="49168" name="Line 32">
            <a:extLst>
              <a:ext uri="{FF2B5EF4-FFF2-40B4-BE49-F238E27FC236}">
                <a16:creationId xmlns:a16="http://schemas.microsoft.com/office/drawing/2014/main" id="{85C6CB22-5B11-422F-94F0-3C66D6663497}"/>
              </a:ext>
            </a:extLst>
          </p:cNvPr>
          <p:cNvSpPr>
            <a:spLocks noChangeShapeType="1"/>
          </p:cNvSpPr>
          <p:nvPr/>
        </p:nvSpPr>
        <p:spPr bwMode="auto">
          <a:xfrm>
            <a:off x="3405189" y="5453063"/>
            <a:ext cx="4395787" cy="538162"/>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solidFill>
                <a:schemeClr val="bg2">
                  <a:lumMod val="75000"/>
                </a:schemeClr>
              </a:solidFill>
            </a:endParaRPr>
          </a:p>
        </p:txBody>
      </p:sp>
      <p:sp>
        <p:nvSpPr>
          <p:cNvPr id="49169" name="Text Box 33">
            <a:extLst>
              <a:ext uri="{FF2B5EF4-FFF2-40B4-BE49-F238E27FC236}">
                <a16:creationId xmlns:a16="http://schemas.microsoft.com/office/drawing/2014/main" id="{6B0D6483-B3F0-488A-88F2-4B5E872DA45A}"/>
              </a:ext>
            </a:extLst>
          </p:cNvPr>
          <p:cNvSpPr txBox="1">
            <a:spLocks noChangeArrowheads="1"/>
          </p:cNvSpPr>
          <p:nvPr/>
        </p:nvSpPr>
        <p:spPr bwMode="auto">
          <a:xfrm>
            <a:off x="5043489" y="5168901"/>
            <a:ext cx="1379537" cy="32861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200" b="1">
                <a:solidFill>
                  <a:schemeClr val="bg2">
                    <a:lumMod val="75000"/>
                  </a:schemeClr>
                </a:solidFill>
                <a:latin typeface="Comic Sans MS" panose="030F0702030302020204" pitchFamily="66" charset="0"/>
              </a:rPr>
              <a:t>DHCP ACK</a:t>
            </a:r>
            <a:endParaRPr lang="en-US" altLang="en-US">
              <a:solidFill>
                <a:schemeClr val="bg2">
                  <a:lumMod val="75000"/>
                </a:schemeClr>
              </a:solidFill>
              <a:latin typeface="Comic Sans MS" panose="030F0702030302020204" pitchFamily="66" charset="0"/>
            </a:endParaRPr>
          </a:p>
        </p:txBody>
      </p:sp>
      <p:sp>
        <p:nvSpPr>
          <p:cNvPr id="49170" name="Text Box 34">
            <a:extLst>
              <a:ext uri="{FF2B5EF4-FFF2-40B4-BE49-F238E27FC236}">
                <a16:creationId xmlns:a16="http://schemas.microsoft.com/office/drawing/2014/main" id="{33EB4321-4B9A-40EA-80D1-54D60A383198}"/>
              </a:ext>
            </a:extLst>
          </p:cNvPr>
          <p:cNvSpPr txBox="1">
            <a:spLocks noChangeArrowheads="1"/>
          </p:cNvSpPr>
          <p:nvPr/>
        </p:nvSpPr>
        <p:spPr bwMode="auto">
          <a:xfrm>
            <a:off x="5140325" y="5421314"/>
            <a:ext cx="2413000" cy="1019175"/>
          </a:xfrm>
          <a:prstGeom prst="rect">
            <a:avLst/>
          </a:prstGeom>
          <a:solidFill>
            <a:srgbClr val="FFFFFF"/>
          </a:solidFill>
          <a:ln w="9525">
            <a:solidFill>
              <a:srgbClr val="000000"/>
            </a:solidFill>
            <a:miter lim="800000"/>
            <a:headEnd/>
            <a:tailEnd/>
          </a:ln>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200">
                <a:solidFill>
                  <a:schemeClr val="bg2">
                    <a:lumMod val="75000"/>
                  </a:schemeClr>
                </a:solidFill>
                <a:latin typeface="Comic Sans MS" panose="030F0702030302020204" pitchFamily="66" charset="0"/>
              </a:rPr>
              <a:t>src: 223.1.2.5, 67      </a:t>
            </a:r>
          </a:p>
          <a:p>
            <a:r>
              <a:rPr lang="en-US" altLang="en-US" sz="1200">
                <a:solidFill>
                  <a:schemeClr val="bg2">
                    <a:lumMod val="75000"/>
                  </a:schemeClr>
                </a:solidFill>
                <a:latin typeface="Comic Sans MS" panose="030F0702030302020204" pitchFamily="66" charset="0"/>
              </a:rPr>
              <a:t>dest:  255.255.255.255, 68</a:t>
            </a:r>
          </a:p>
          <a:p>
            <a:r>
              <a:rPr lang="en-US" altLang="en-US" sz="1200">
                <a:solidFill>
                  <a:schemeClr val="bg2">
                    <a:lumMod val="75000"/>
                  </a:schemeClr>
                </a:solidFill>
                <a:latin typeface="Comic Sans MS" panose="030F0702030302020204" pitchFamily="66" charset="0"/>
              </a:rPr>
              <a:t>yiaddrr: 223.1.2.4</a:t>
            </a:r>
          </a:p>
          <a:p>
            <a:r>
              <a:rPr lang="en-US" altLang="en-US" sz="1200">
                <a:solidFill>
                  <a:schemeClr val="bg2">
                    <a:lumMod val="75000"/>
                  </a:schemeClr>
                </a:solidFill>
                <a:latin typeface="Comic Sans MS" panose="030F0702030302020204" pitchFamily="66" charset="0"/>
              </a:rPr>
              <a:t>transaction ID: 655</a:t>
            </a:r>
          </a:p>
          <a:p>
            <a:r>
              <a:rPr lang="en-US" altLang="en-US" sz="1200">
                <a:solidFill>
                  <a:schemeClr val="bg2">
                    <a:lumMod val="75000"/>
                  </a:schemeClr>
                </a:solidFill>
                <a:latin typeface="Comic Sans MS" panose="030F0702030302020204" pitchFamily="66" charset="0"/>
              </a:rPr>
              <a:t>lifetime: 3600 secs</a:t>
            </a:r>
            <a:endParaRPr lang="en-US" altLang="en-US" sz="1000">
              <a:solidFill>
                <a:schemeClr val="bg2">
                  <a:lumMod val="75000"/>
                </a:schemeClr>
              </a:solidFill>
              <a:latin typeface="Comic Sans MS" panose="030F0702030302020204" pitchFamily="66" charset="0"/>
            </a:endParaRPr>
          </a:p>
        </p:txBody>
      </p:sp>
      <p:grpSp>
        <p:nvGrpSpPr>
          <p:cNvPr id="49171" name="Group 36">
            <a:extLst>
              <a:ext uri="{FF2B5EF4-FFF2-40B4-BE49-F238E27FC236}">
                <a16:creationId xmlns:a16="http://schemas.microsoft.com/office/drawing/2014/main" id="{3B6BA2D6-DD2E-49D0-9083-CAF432E5550E}"/>
              </a:ext>
            </a:extLst>
          </p:cNvPr>
          <p:cNvGrpSpPr>
            <a:grpSpLocks/>
          </p:cNvGrpSpPr>
          <p:nvPr/>
        </p:nvGrpSpPr>
        <p:grpSpPr bwMode="auto">
          <a:xfrm>
            <a:off x="7818439" y="1781176"/>
            <a:ext cx="784225" cy="549275"/>
            <a:chOff x="4420" y="878"/>
            <a:chExt cx="614" cy="458"/>
          </a:xfrm>
        </p:grpSpPr>
        <p:pic>
          <p:nvPicPr>
            <p:cNvPr id="49207" name="Picture 37" descr="laptop_keyboard">
              <a:extLst>
                <a:ext uri="{FF2B5EF4-FFF2-40B4-BE49-F238E27FC236}">
                  <a16:creationId xmlns:a16="http://schemas.microsoft.com/office/drawing/2014/main" id="{AA4677DC-C894-46EC-A39B-C915C7D0EA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09064" flipH="1">
              <a:off x="4420" y="1108"/>
              <a:ext cx="527" cy="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208" name="Freeform 38">
              <a:extLst>
                <a:ext uri="{FF2B5EF4-FFF2-40B4-BE49-F238E27FC236}">
                  <a16:creationId xmlns:a16="http://schemas.microsoft.com/office/drawing/2014/main" id="{14FCB16A-1F79-4D7C-A134-B79A05DBB7CC}"/>
                </a:ext>
              </a:extLst>
            </p:cNvPr>
            <p:cNvSpPr>
              <a:spLocks/>
            </p:cNvSpPr>
            <p:nvPr/>
          </p:nvSpPr>
          <p:spPr bwMode="auto">
            <a:xfrm>
              <a:off x="4595" y="888"/>
              <a:ext cx="424" cy="297"/>
            </a:xfrm>
            <a:custGeom>
              <a:avLst/>
              <a:gdLst>
                <a:gd name="T0" fmla="*/ 0 w 2982"/>
                <a:gd name="T1" fmla="*/ 0 h 2442"/>
                <a:gd name="T2" fmla="*/ 0 w 2982"/>
                <a:gd name="T3" fmla="*/ 0 h 2442"/>
                <a:gd name="T4" fmla="*/ 0 w 2982"/>
                <a:gd name="T5" fmla="*/ 0 h 2442"/>
                <a:gd name="T6" fmla="*/ 0 w 2982"/>
                <a:gd name="T7" fmla="*/ 0 h 2442"/>
                <a:gd name="T8" fmla="*/ 0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solidFill>
                  <a:schemeClr val="bg2">
                    <a:lumMod val="75000"/>
                  </a:schemeClr>
                </a:solidFill>
                <a:latin typeface="Comic Sans MS" panose="030F0702030302020204" pitchFamily="66" charset="0"/>
              </a:endParaRPr>
            </a:p>
          </p:txBody>
        </p:sp>
        <p:pic>
          <p:nvPicPr>
            <p:cNvPr id="49209" name="Picture 39" descr="screen">
              <a:extLst>
                <a:ext uri="{FF2B5EF4-FFF2-40B4-BE49-F238E27FC236}">
                  <a16:creationId xmlns:a16="http://schemas.microsoft.com/office/drawing/2014/main" id="{B78372D4-474D-420B-B17A-33033E60497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16" y="895"/>
              <a:ext cx="385"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210" name="Freeform 40">
              <a:extLst>
                <a:ext uri="{FF2B5EF4-FFF2-40B4-BE49-F238E27FC236}">
                  <a16:creationId xmlns:a16="http://schemas.microsoft.com/office/drawing/2014/main" id="{26D6C896-550B-45C9-A74B-9BCAAC405761}"/>
                </a:ext>
              </a:extLst>
            </p:cNvPr>
            <p:cNvSpPr>
              <a:spLocks/>
            </p:cNvSpPr>
            <p:nvPr/>
          </p:nvSpPr>
          <p:spPr bwMode="auto">
            <a:xfrm>
              <a:off x="4672" y="879"/>
              <a:ext cx="359" cy="55"/>
            </a:xfrm>
            <a:custGeom>
              <a:avLst/>
              <a:gdLst>
                <a:gd name="T0" fmla="*/ 0 w 2528"/>
                <a:gd name="T1" fmla="*/ 0 h 455"/>
                <a:gd name="T2" fmla="*/ 0 w 2528"/>
                <a:gd name="T3" fmla="*/ 0 h 455"/>
                <a:gd name="T4" fmla="*/ 0 w 2528"/>
                <a:gd name="T5" fmla="*/ 0 h 455"/>
                <a:gd name="T6" fmla="*/ 0 w 2528"/>
                <a:gd name="T7" fmla="*/ 0 h 455"/>
                <a:gd name="T8" fmla="*/ 0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solidFill>
                  <a:schemeClr val="bg2">
                    <a:lumMod val="75000"/>
                  </a:schemeClr>
                </a:solidFill>
                <a:latin typeface="Comic Sans MS" panose="030F0702030302020204" pitchFamily="66" charset="0"/>
              </a:endParaRPr>
            </a:p>
          </p:txBody>
        </p:sp>
        <p:sp>
          <p:nvSpPr>
            <p:cNvPr id="49211" name="Freeform 41">
              <a:extLst>
                <a:ext uri="{FF2B5EF4-FFF2-40B4-BE49-F238E27FC236}">
                  <a16:creationId xmlns:a16="http://schemas.microsoft.com/office/drawing/2014/main" id="{A65B0442-A714-4ED9-BEBA-1843123D7DB6}"/>
                </a:ext>
              </a:extLst>
            </p:cNvPr>
            <p:cNvSpPr>
              <a:spLocks/>
            </p:cNvSpPr>
            <p:nvPr/>
          </p:nvSpPr>
          <p:spPr bwMode="auto">
            <a:xfrm>
              <a:off x="4591" y="878"/>
              <a:ext cx="100" cy="230"/>
            </a:xfrm>
            <a:custGeom>
              <a:avLst/>
              <a:gdLst>
                <a:gd name="T0" fmla="*/ 0 w 702"/>
                <a:gd name="T1" fmla="*/ 0 h 1893"/>
                <a:gd name="T2" fmla="*/ 0 w 702"/>
                <a:gd name="T3" fmla="*/ 0 h 1893"/>
                <a:gd name="T4" fmla="*/ 0 w 702"/>
                <a:gd name="T5" fmla="*/ 0 h 1893"/>
                <a:gd name="T6" fmla="*/ 0 w 702"/>
                <a:gd name="T7" fmla="*/ 0 h 1893"/>
                <a:gd name="T8" fmla="*/ 0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solidFill>
                  <a:schemeClr val="bg2">
                    <a:lumMod val="75000"/>
                  </a:schemeClr>
                </a:solidFill>
                <a:latin typeface="Comic Sans MS" panose="030F0702030302020204" pitchFamily="66" charset="0"/>
              </a:endParaRPr>
            </a:p>
          </p:txBody>
        </p:sp>
        <p:sp>
          <p:nvSpPr>
            <p:cNvPr id="49212" name="Freeform 42">
              <a:extLst>
                <a:ext uri="{FF2B5EF4-FFF2-40B4-BE49-F238E27FC236}">
                  <a16:creationId xmlns:a16="http://schemas.microsoft.com/office/drawing/2014/main" id="{3FB11AE0-75B7-4E59-9B22-8A14970CDA9C}"/>
                </a:ext>
              </a:extLst>
            </p:cNvPr>
            <p:cNvSpPr>
              <a:spLocks/>
            </p:cNvSpPr>
            <p:nvPr/>
          </p:nvSpPr>
          <p:spPr bwMode="auto">
            <a:xfrm>
              <a:off x="4921" y="920"/>
              <a:ext cx="108" cy="265"/>
            </a:xfrm>
            <a:custGeom>
              <a:avLst/>
              <a:gdLst>
                <a:gd name="T0" fmla="*/ 0 w 756"/>
                <a:gd name="T1" fmla="*/ 0 h 2184"/>
                <a:gd name="T2" fmla="*/ 0 w 756"/>
                <a:gd name="T3" fmla="*/ 0 h 2184"/>
                <a:gd name="T4" fmla="*/ 0 w 756"/>
                <a:gd name="T5" fmla="*/ 0 h 2184"/>
                <a:gd name="T6" fmla="*/ 0 w 756"/>
                <a:gd name="T7" fmla="*/ 0 h 2184"/>
                <a:gd name="T8" fmla="*/ 0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solidFill>
                  <a:schemeClr val="bg2">
                    <a:lumMod val="75000"/>
                  </a:schemeClr>
                </a:solidFill>
                <a:latin typeface="Comic Sans MS" panose="030F0702030302020204" pitchFamily="66" charset="0"/>
              </a:endParaRPr>
            </a:p>
          </p:txBody>
        </p:sp>
        <p:sp>
          <p:nvSpPr>
            <p:cNvPr id="49213" name="Freeform 43">
              <a:extLst>
                <a:ext uri="{FF2B5EF4-FFF2-40B4-BE49-F238E27FC236}">
                  <a16:creationId xmlns:a16="http://schemas.microsoft.com/office/drawing/2014/main" id="{6C6DF034-DADD-440C-8072-45CDD19074D9}"/>
                </a:ext>
              </a:extLst>
            </p:cNvPr>
            <p:cNvSpPr>
              <a:spLocks/>
            </p:cNvSpPr>
            <p:nvPr/>
          </p:nvSpPr>
          <p:spPr bwMode="auto">
            <a:xfrm>
              <a:off x="4590" y="1097"/>
              <a:ext cx="394" cy="89"/>
            </a:xfrm>
            <a:custGeom>
              <a:avLst/>
              <a:gdLst>
                <a:gd name="T0" fmla="*/ 0 w 2773"/>
                <a:gd name="T1" fmla="*/ 0 h 738"/>
                <a:gd name="T2" fmla="*/ 0 w 2773"/>
                <a:gd name="T3" fmla="*/ 0 h 738"/>
                <a:gd name="T4" fmla="*/ 0 w 2773"/>
                <a:gd name="T5" fmla="*/ 0 h 738"/>
                <a:gd name="T6" fmla="*/ 0 w 2773"/>
                <a:gd name="T7" fmla="*/ 0 h 738"/>
                <a:gd name="T8" fmla="*/ 0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solidFill>
                  <a:schemeClr val="bg2">
                    <a:lumMod val="75000"/>
                  </a:schemeClr>
                </a:solidFill>
                <a:latin typeface="Comic Sans MS" panose="030F0702030302020204" pitchFamily="66" charset="0"/>
              </a:endParaRPr>
            </a:p>
          </p:txBody>
        </p:sp>
        <p:sp>
          <p:nvSpPr>
            <p:cNvPr id="49214" name="Freeform 44">
              <a:extLst>
                <a:ext uri="{FF2B5EF4-FFF2-40B4-BE49-F238E27FC236}">
                  <a16:creationId xmlns:a16="http://schemas.microsoft.com/office/drawing/2014/main" id="{49628000-1419-44D2-A57E-51E77834F72B}"/>
                </a:ext>
              </a:extLst>
            </p:cNvPr>
            <p:cNvSpPr>
              <a:spLocks/>
            </p:cNvSpPr>
            <p:nvPr/>
          </p:nvSpPr>
          <p:spPr bwMode="auto">
            <a:xfrm>
              <a:off x="4933" y="922"/>
              <a:ext cx="101" cy="266"/>
            </a:xfrm>
            <a:custGeom>
              <a:avLst/>
              <a:gdLst>
                <a:gd name="T0" fmla="*/ 0 w 637"/>
                <a:gd name="T1" fmla="*/ 0 h 1659"/>
                <a:gd name="T2" fmla="*/ 0 w 637"/>
                <a:gd name="T3" fmla="*/ 0 h 1659"/>
                <a:gd name="T4" fmla="*/ 0 w 637"/>
                <a:gd name="T5" fmla="*/ 0 h 1659"/>
                <a:gd name="T6" fmla="*/ 0 w 637"/>
                <a:gd name="T7" fmla="*/ 0 h 1659"/>
                <a:gd name="T8" fmla="*/ 0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solidFill>
                  <a:schemeClr val="bg2">
                    <a:lumMod val="75000"/>
                  </a:schemeClr>
                </a:solidFill>
                <a:latin typeface="Comic Sans MS" panose="030F0702030302020204" pitchFamily="66" charset="0"/>
              </a:endParaRPr>
            </a:p>
          </p:txBody>
        </p:sp>
        <p:sp>
          <p:nvSpPr>
            <p:cNvPr id="49215" name="Freeform 45">
              <a:extLst>
                <a:ext uri="{FF2B5EF4-FFF2-40B4-BE49-F238E27FC236}">
                  <a16:creationId xmlns:a16="http://schemas.microsoft.com/office/drawing/2014/main" id="{4AE90D44-3D5F-4FAC-A58C-3A843D9BD733}"/>
                </a:ext>
              </a:extLst>
            </p:cNvPr>
            <p:cNvSpPr>
              <a:spLocks/>
            </p:cNvSpPr>
            <p:nvPr/>
          </p:nvSpPr>
          <p:spPr bwMode="auto">
            <a:xfrm>
              <a:off x="4590" y="1109"/>
              <a:ext cx="351" cy="88"/>
            </a:xfrm>
            <a:custGeom>
              <a:avLst/>
              <a:gdLst>
                <a:gd name="T0" fmla="*/ 0 w 2216"/>
                <a:gd name="T1" fmla="*/ 0 h 550"/>
                <a:gd name="T2" fmla="*/ 0 w 2216"/>
                <a:gd name="T3" fmla="*/ 0 h 550"/>
                <a:gd name="T4" fmla="*/ 0 w 2216"/>
                <a:gd name="T5" fmla="*/ 0 h 550"/>
                <a:gd name="T6" fmla="*/ 0 w 2216"/>
                <a:gd name="T7" fmla="*/ 0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solidFill>
                  <a:schemeClr val="bg2">
                    <a:lumMod val="75000"/>
                  </a:schemeClr>
                </a:solidFill>
                <a:latin typeface="Comic Sans MS" panose="030F0702030302020204" pitchFamily="66" charset="0"/>
              </a:endParaRPr>
            </a:p>
          </p:txBody>
        </p:sp>
        <p:grpSp>
          <p:nvGrpSpPr>
            <p:cNvPr id="49216" name="Group 46">
              <a:extLst>
                <a:ext uri="{FF2B5EF4-FFF2-40B4-BE49-F238E27FC236}">
                  <a16:creationId xmlns:a16="http://schemas.microsoft.com/office/drawing/2014/main" id="{3AD5447B-9F90-4597-BCE5-51A064EB2D5E}"/>
                </a:ext>
              </a:extLst>
            </p:cNvPr>
            <p:cNvGrpSpPr>
              <a:grpSpLocks/>
            </p:cNvGrpSpPr>
            <p:nvPr/>
          </p:nvGrpSpPr>
          <p:grpSpPr bwMode="auto">
            <a:xfrm>
              <a:off x="4584" y="1203"/>
              <a:ext cx="119" cy="53"/>
              <a:chOff x="1740" y="2642"/>
              <a:chExt cx="752" cy="327"/>
            </a:xfrm>
          </p:grpSpPr>
          <p:sp>
            <p:nvSpPr>
              <p:cNvPr id="49223" name="Freeform 47">
                <a:extLst>
                  <a:ext uri="{FF2B5EF4-FFF2-40B4-BE49-F238E27FC236}">
                    <a16:creationId xmlns:a16="http://schemas.microsoft.com/office/drawing/2014/main" id="{77FC6024-006B-4F54-95F4-290EE7DDFE63}"/>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solidFill>
                    <a:schemeClr val="bg2">
                      <a:lumMod val="75000"/>
                    </a:schemeClr>
                  </a:solidFill>
                  <a:latin typeface="Comic Sans MS" panose="030F0702030302020204" pitchFamily="66" charset="0"/>
                </a:endParaRPr>
              </a:p>
            </p:txBody>
          </p:sp>
          <p:sp>
            <p:nvSpPr>
              <p:cNvPr id="49224" name="Freeform 48">
                <a:extLst>
                  <a:ext uri="{FF2B5EF4-FFF2-40B4-BE49-F238E27FC236}">
                    <a16:creationId xmlns:a16="http://schemas.microsoft.com/office/drawing/2014/main" id="{435AF3AD-FC31-489A-A893-0EA5BB2F726E}"/>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solidFill>
                    <a:schemeClr val="bg2">
                      <a:lumMod val="75000"/>
                    </a:schemeClr>
                  </a:solidFill>
                  <a:latin typeface="Comic Sans MS" panose="030F0702030302020204" pitchFamily="66" charset="0"/>
                </a:endParaRPr>
              </a:p>
            </p:txBody>
          </p:sp>
          <p:sp>
            <p:nvSpPr>
              <p:cNvPr id="49225" name="Freeform 49">
                <a:extLst>
                  <a:ext uri="{FF2B5EF4-FFF2-40B4-BE49-F238E27FC236}">
                    <a16:creationId xmlns:a16="http://schemas.microsoft.com/office/drawing/2014/main" id="{102EBEBE-C0AB-4415-9A44-D9EFEC52F3CE}"/>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solidFill>
                    <a:schemeClr val="bg2">
                      <a:lumMod val="75000"/>
                    </a:schemeClr>
                  </a:solidFill>
                  <a:latin typeface="Comic Sans MS" panose="030F0702030302020204" pitchFamily="66" charset="0"/>
                </a:endParaRPr>
              </a:p>
            </p:txBody>
          </p:sp>
          <p:sp>
            <p:nvSpPr>
              <p:cNvPr id="49226" name="Freeform 50">
                <a:extLst>
                  <a:ext uri="{FF2B5EF4-FFF2-40B4-BE49-F238E27FC236}">
                    <a16:creationId xmlns:a16="http://schemas.microsoft.com/office/drawing/2014/main" id="{224533DE-EE99-4CDE-AE83-A660F9EDF350}"/>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solidFill>
                    <a:schemeClr val="bg2">
                      <a:lumMod val="75000"/>
                    </a:schemeClr>
                  </a:solidFill>
                  <a:latin typeface="Comic Sans MS" panose="030F0702030302020204" pitchFamily="66" charset="0"/>
                </a:endParaRPr>
              </a:p>
            </p:txBody>
          </p:sp>
          <p:sp>
            <p:nvSpPr>
              <p:cNvPr id="49227" name="Freeform 51">
                <a:extLst>
                  <a:ext uri="{FF2B5EF4-FFF2-40B4-BE49-F238E27FC236}">
                    <a16:creationId xmlns:a16="http://schemas.microsoft.com/office/drawing/2014/main" id="{2E9E0E6C-4A4B-467C-A07A-E649E4BE16C5}"/>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solidFill>
                    <a:schemeClr val="bg2">
                      <a:lumMod val="75000"/>
                    </a:schemeClr>
                  </a:solidFill>
                  <a:latin typeface="Comic Sans MS" panose="030F0702030302020204" pitchFamily="66" charset="0"/>
                </a:endParaRPr>
              </a:p>
            </p:txBody>
          </p:sp>
          <p:sp>
            <p:nvSpPr>
              <p:cNvPr id="49228" name="Freeform 52">
                <a:extLst>
                  <a:ext uri="{FF2B5EF4-FFF2-40B4-BE49-F238E27FC236}">
                    <a16:creationId xmlns:a16="http://schemas.microsoft.com/office/drawing/2014/main" id="{113064FA-C4EE-4E6E-BB88-757B12F6FB74}"/>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solidFill>
                    <a:schemeClr val="bg2">
                      <a:lumMod val="75000"/>
                    </a:schemeClr>
                  </a:solidFill>
                  <a:latin typeface="Comic Sans MS" panose="030F0702030302020204" pitchFamily="66" charset="0"/>
                </a:endParaRPr>
              </a:p>
            </p:txBody>
          </p:sp>
        </p:grpSp>
        <p:sp>
          <p:nvSpPr>
            <p:cNvPr id="49217" name="Freeform 53">
              <a:extLst>
                <a:ext uri="{FF2B5EF4-FFF2-40B4-BE49-F238E27FC236}">
                  <a16:creationId xmlns:a16="http://schemas.microsoft.com/office/drawing/2014/main" id="{90D203D8-1F42-4C9F-938D-B4F814BB790F}"/>
                </a:ext>
              </a:extLst>
            </p:cNvPr>
            <p:cNvSpPr>
              <a:spLocks/>
            </p:cNvSpPr>
            <p:nvPr/>
          </p:nvSpPr>
          <p:spPr bwMode="auto">
            <a:xfrm>
              <a:off x="4788" y="1211"/>
              <a:ext cx="144" cy="116"/>
            </a:xfrm>
            <a:custGeom>
              <a:avLst/>
              <a:gdLst>
                <a:gd name="T0" fmla="*/ 0 w 990"/>
                <a:gd name="T1" fmla="*/ 0 h 792"/>
                <a:gd name="T2" fmla="*/ 0 w 990"/>
                <a:gd name="T3" fmla="*/ 0 h 792"/>
                <a:gd name="T4" fmla="*/ 0 w 990"/>
                <a:gd name="T5" fmla="*/ 0 h 792"/>
                <a:gd name="T6" fmla="*/ 0 w 990"/>
                <a:gd name="T7" fmla="*/ 0 h 792"/>
                <a:gd name="T8" fmla="*/ 0 w 990"/>
                <a:gd name="T9" fmla="*/ 0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solidFill>
                  <a:schemeClr val="bg2">
                    <a:lumMod val="75000"/>
                  </a:schemeClr>
                </a:solidFill>
                <a:latin typeface="Comic Sans MS" panose="030F0702030302020204" pitchFamily="66" charset="0"/>
              </a:endParaRPr>
            </a:p>
          </p:txBody>
        </p:sp>
        <p:sp>
          <p:nvSpPr>
            <p:cNvPr id="49218" name="Freeform 54">
              <a:extLst>
                <a:ext uri="{FF2B5EF4-FFF2-40B4-BE49-F238E27FC236}">
                  <a16:creationId xmlns:a16="http://schemas.microsoft.com/office/drawing/2014/main" id="{FB05684D-59E4-4A48-9C10-A3AD55685016}"/>
                </a:ext>
              </a:extLst>
            </p:cNvPr>
            <p:cNvSpPr>
              <a:spLocks/>
            </p:cNvSpPr>
            <p:nvPr/>
          </p:nvSpPr>
          <p:spPr bwMode="auto">
            <a:xfrm>
              <a:off x="4420" y="1220"/>
              <a:ext cx="369" cy="106"/>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solidFill>
                  <a:schemeClr val="bg2">
                    <a:lumMod val="75000"/>
                  </a:schemeClr>
                </a:solidFill>
                <a:latin typeface="Comic Sans MS" panose="030F0702030302020204" pitchFamily="66" charset="0"/>
              </a:endParaRPr>
            </a:p>
          </p:txBody>
        </p:sp>
        <p:sp>
          <p:nvSpPr>
            <p:cNvPr id="49219" name="Freeform 55">
              <a:extLst>
                <a:ext uri="{FF2B5EF4-FFF2-40B4-BE49-F238E27FC236}">
                  <a16:creationId xmlns:a16="http://schemas.microsoft.com/office/drawing/2014/main" id="{153D7EDA-BA40-4FE8-8E04-AD3B17DD1BB4}"/>
                </a:ext>
              </a:extLst>
            </p:cNvPr>
            <p:cNvSpPr>
              <a:spLocks/>
            </p:cNvSpPr>
            <p:nvPr/>
          </p:nvSpPr>
          <p:spPr bwMode="auto">
            <a:xfrm>
              <a:off x="4420" y="1201"/>
              <a:ext cx="4" cy="21"/>
            </a:xfrm>
            <a:custGeom>
              <a:avLst/>
              <a:gdLst>
                <a:gd name="T0" fmla="*/ 0 w 26"/>
                <a:gd name="T1" fmla="*/ 0 h 147"/>
                <a:gd name="T2" fmla="*/ 0 w 26"/>
                <a:gd name="T3" fmla="*/ 0 h 147"/>
                <a:gd name="T4" fmla="*/ 0 w 26"/>
                <a:gd name="T5" fmla="*/ 0 h 147"/>
                <a:gd name="T6" fmla="*/ 0 w 26"/>
                <a:gd name="T7" fmla="*/ 0 h 147"/>
                <a:gd name="T8" fmla="*/ 0 w 26"/>
                <a:gd name="T9" fmla="*/ 0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solidFill>
                  <a:schemeClr val="bg2">
                    <a:lumMod val="75000"/>
                  </a:schemeClr>
                </a:solidFill>
                <a:latin typeface="Comic Sans MS" panose="030F0702030302020204" pitchFamily="66" charset="0"/>
              </a:endParaRPr>
            </a:p>
          </p:txBody>
        </p:sp>
        <p:sp>
          <p:nvSpPr>
            <p:cNvPr id="49220" name="Freeform 56">
              <a:extLst>
                <a:ext uri="{FF2B5EF4-FFF2-40B4-BE49-F238E27FC236}">
                  <a16:creationId xmlns:a16="http://schemas.microsoft.com/office/drawing/2014/main" id="{978AFEC6-854E-4BF5-BE96-7228FD282904}"/>
                </a:ext>
              </a:extLst>
            </p:cNvPr>
            <p:cNvSpPr>
              <a:spLocks/>
            </p:cNvSpPr>
            <p:nvPr/>
          </p:nvSpPr>
          <p:spPr bwMode="auto">
            <a:xfrm>
              <a:off x="4421" y="1114"/>
              <a:ext cx="171" cy="88"/>
            </a:xfrm>
            <a:custGeom>
              <a:avLst/>
              <a:gdLst>
                <a:gd name="T0" fmla="*/ 0 w 1176"/>
                <a:gd name="T1" fmla="*/ 0 h 606"/>
                <a:gd name="T2" fmla="*/ 0 w 1176"/>
                <a:gd name="T3" fmla="*/ 0 h 606"/>
                <a:gd name="T4" fmla="*/ 0 w 1176"/>
                <a:gd name="T5" fmla="*/ 0 h 606"/>
                <a:gd name="T6" fmla="*/ 0 w 1176"/>
                <a:gd name="T7" fmla="*/ 0 h 606"/>
                <a:gd name="T8" fmla="*/ 0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solidFill>
                  <a:schemeClr val="bg2">
                    <a:lumMod val="75000"/>
                  </a:schemeClr>
                </a:solidFill>
                <a:latin typeface="Comic Sans MS" panose="030F0702030302020204" pitchFamily="66" charset="0"/>
              </a:endParaRPr>
            </a:p>
          </p:txBody>
        </p:sp>
        <p:sp>
          <p:nvSpPr>
            <p:cNvPr id="49221" name="Freeform 57">
              <a:extLst>
                <a:ext uri="{FF2B5EF4-FFF2-40B4-BE49-F238E27FC236}">
                  <a16:creationId xmlns:a16="http://schemas.microsoft.com/office/drawing/2014/main" id="{1B0336F8-B003-4696-8141-23AF168F69B8}"/>
                </a:ext>
              </a:extLst>
            </p:cNvPr>
            <p:cNvSpPr>
              <a:spLocks/>
            </p:cNvSpPr>
            <p:nvPr/>
          </p:nvSpPr>
          <p:spPr bwMode="auto">
            <a:xfrm>
              <a:off x="4432" y="1205"/>
              <a:ext cx="350" cy="102"/>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solidFill>
                  <a:schemeClr val="bg2">
                    <a:lumMod val="75000"/>
                  </a:schemeClr>
                </a:solidFill>
                <a:latin typeface="Comic Sans MS" panose="030F0702030302020204" pitchFamily="66" charset="0"/>
              </a:endParaRPr>
            </a:p>
          </p:txBody>
        </p:sp>
        <p:sp>
          <p:nvSpPr>
            <p:cNvPr id="49222" name="Freeform 58">
              <a:extLst>
                <a:ext uri="{FF2B5EF4-FFF2-40B4-BE49-F238E27FC236}">
                  <a16:creationId xmlns:a16="http://schemas.microsoft.com/office/drawing/2014/main" id="{740576B7-3CDF-46CE-A4D0-C914C0C76D88}"/>
                </a:ext>
              </a:extLst>
            </p:cNvPr>
            <p:cNvSpPr>
              <a:spLocks/>
            </p:cNvSpPr>
            <p:nvPr/>
          </p:nvSpPr>
          <p:spPr bwMode="auto">
            <a:xfrm flipV="1">
              <a:off x="4782" y="1198"/>
              <a:ext cx="142" cy="105"/>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solidFill>
                  <a:schemeClr val="bg2">
                    <a:lumMod val="75000"/>
                  </a:schemeClr>
                </a:solidFill>
                <a:latin typeface="Comic Sans MS" panose="030F0702030302020204" pitchFamily="66" charset="0"/>
              </a:endParaRPr>
            </a:p>
          </p:txBody>
        </p:sp>
      </p:grpSp>
      <p:grpSp>
        <p:nvGrpSpPr>
          <p:cNvPr id="49172" name="Group 60">
            <a:extLst>
              <a:ext uri="{FF2B5EF4-FFF2-40B4-BE49-F238E27FC236}">
                <a16:creationId xmlns:a16="http://schemas.microsoft.com/office/drawing/2014/main" id="{835B7046-B639-4E56-850D-8B806B4DBEAA}"/>
              </a:ext>
            </a:extLst>
          </p:cNvPr>
          <p:cNvGrpSpPr>
            <a:grpSpLocks/>
          </p:cNvGrpSpPr>
          <p:nvPr/>
        </p:nvGrpSpPr>
        <p:grpSpPr bwMode="auto">
          <a:xfrm>
            <a:off x="3241676" y="1590676"/>
            <a:ext cx="334963" cy="536575"/>
            <a:chOff x="4140" y="429"/>
            <a:chExt cx="1425" cy="2396"/>
          </a:xfrm>
        </p:grpSpPr>
        <p:sp>
          <p:nvSpPr>
            <p:cNvPr id="49175" name="Freeform 61">
              <a:extLst>
                <a:ext uri="{FF2B5EF4-FFF2-40B4-BE49-F238E27FC236}">
                  <a16:creationId xmlns:a16="http://schemas.microsoft.com/office/drawing/2014/main" id="{BB1AA0F7-C03E-439B-AC59-42C43451ECCB}"/>
                </a:ext>
              </a:extLst>
            </p:cNvPr>
            <p:cNvSpPr>
              <a:spLocks/>
            </p:cNvSpPr>
            <p:nvPr/>
          </p:nvSpPr>
          <p:spPr bwMode="auto">
            <a:xfrm>
              <a:off x="5268" y="433"/>
              <a:ext cx="283" cy="2286"/>
            </a:xfrm>
            <a:custGeom>
              <a:avLst/>
              <a:gdLst>
                <a:gd name="T0" fmla="*/ 2 w 354"/>
                <a:gd name="T1" fmla="*/ 0 h 2742"/>
                <a:gd name="T2" fmla="*/ 2 w 354"/>
                <a:gd name="T3" fmla="*/ 7 h 2742"/>
                <a:gd name="T4" fmla="*/ 2 w 354"/>
                <a:gd name="T5" fmla="*/ 48 h 2742"/>
                <a:gd name="T6" fmla="*/ 0 w 354"/>
                <a:gd name="T7" fmla="*/ 50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solidFill>
                  <a:schemeClr val="bg2">
                    <a:lumMod val="75000"/>
                  </a:schemeClr>
                </a:solidFill>
                <a:latin typeface="Comic Sans MS" panose="030F0702030302020204" pitchFamily="66" charset="0"/>
              </a:endParaRPr>
            </a:p>
          </p:txBody>
        </p:sp>
        <p:sp>
          <p:nvSpPr>
            <p:cNvPr id="49176" name="Rectangle 62">
              <a:extLst>
                <a:ext uri="{FF2B5EF4-FFF2-40B4-BE49-F238E27FC236}">
                  <a16:creationId xmlns:a16="http://schemas.microsoft.com/office/drawing/2014/main" id="{31F4D5E5-B7E7-44A9-B434-6B48912603D0}"/>
                </a:ext>
              </a:extLst>
            </p:cNvPr>
            <p:cNvSpPr>
              <a:spLocks noChangeArrowheads="1"/>
            </p:cNvSpPr>
            <p:nvPr/>
          </p:nvSpPr>
          <p:spPr bwMode="auto">
            <a:xfrm>
              <a:off x="4208" y="429"/>
              <a:ext cx="1047" cy="2283"/>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solidFill>
                  <a:schemeClr val="bg2">
                    <a:lumMod val="75000"/>
                  </a:schemeClr>
                </a:solidFill>
                <a:latin typeface="Comic Sans MS" panose="030F0702030302020204" pitchFamily="66" charset="0"/>
              </a:endParaRPr>
            </a:p>
          </p:txBody>
        </p:sp>
        <p:sp>
          <p:nvSpPr>
            <p:cNvPr id="49177" name="Freeform 63">
              <a:extLst>
                <a:ext uri="{FF2B5EF4-FFF2-40B4-BE49-F238E27FC236}">
                  <a16:creationId xmlns:a16="http://schemas.microsoft.com/office/drawing/2014/main" id="{DF2399B6-C241-44CB-88C5-E126D0FD1576}"/>
                </a:ext>
              </a:extLst>
            </p:cNvPr>
            <p:cNvSpPr>
              <a:spLocks/>
            </p:cNvSpPr>
            <p:nvPr/>
          </p:nvSpPr>
          <p:spPr bwMode="auto">
            <a:xfrm>
              <a:off x="5321" y="570"/>
              <a:ext cx="169" cy="2115"/>
            </a:xfrm>
            <a:custGeom>
              <a:avLst/>
              <a:gdLst>
                <a:gd name="T0" fmla="*/ 2 w 211"/>
                <a:gd name="T1" fmla="*/ 0 h 2537"/>
                <a:gd name="T2" fmla="*/ 2 w 211"/>
                <a:gd name="T3" fmla="*/ 5 h 2537"/>
                <a:gd name="T4" fmla="*/ 2 w 211"/>
                <a:gd name="T5" fmla="*/ 45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solidFill>
                  <a:schemeClr val="bg2">
                    <a:lumMod val="75000"/>
                  </a:schemeClr>
                </a:solidFill>
                <a:latin typeface="Comic Sans MS" panose="030F0702030302020204" pitchFamily="66" charset="0"/>
              </a:endParaRPr>
            </a:p>
          </p:txBody>
        </p:sp>
        <p:sp>
          <p:nvSpPr>
            <p:cNvPr id="49178" name="Freeform 64">
              <a:extLst>
                <a:ext uri="{FF2B5EF4-FFF2-40B4-BE49-F238E27FC236}">
                  <a16:creationId xmlns:a16="http://schemas.microsoft.com/office/drawing/2014/main" id="{855907CE-2E21-4CBF-90E2-5F035235FE82}"/>
                </a:ext>
              </a:extLst>
            </p:cNvPr>
            <p:cNvSpPr>
              <a:spLocks/>
            </p:cNvSpPr>
            <p:nvPr/>
          </p:nvSpPr>
          <p:spPr bwMode="auto">
            <a:xfrm>
              <a:off x="5284" y="1640"/>
              <a:ext cx="263" cy="189"/>
            </a:xfrm>
            <a:custGeom>
              <a:avLst/>
              <a:gdLst>
                <a:gd name="T0" fmla="*/ 2 w 328"/>
                <a:gd name="T1" fmla="*/ 0 h 226"/>
                <a:gd name="T2" fmla="*/ 2 w 328"/>
                <a:gd name="T3" fmla="*/ 3 h 226"/>
                <a:gd name="T4" fmla="*/ 2 w 328"/>
                <a:gd name="T5" fmla="*/ 5 h 226"/>
                <a:gd name="T6" fmla="*/ 0 w 328"/>
                <a:gd name="T7" fmla="*/ 3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solidFill>
                  <a:schemeClr val="bg2">
                    <a:lumMod val="75000"/>
                  </a:schemeClr>
                </a:solidFill>
                <a:latin typeface="Comic Sans MS" panose="030F0702030302020204" pitchFamily="66" charset="0"/>
              </a:endParaRPr>
            </a:p>
          </p:txBody>
        </p:sp>
        <p:sp>
          <p:nvSpPr>
            <p:cNvPr id="49179" name="Rectangle 65">
              <a:extLst>
                <a:ext uri="{FF2B5EF4-FFF2-40B4-BE49-F238E27FC236}">
                  <a16:creationId xmlns:a16="http://schemas.microsoft.com/office/drawing/2014/main" id="{ABD38F21-AEE3-48DB-A436-FE60DF7BB012}"/>
                </a:ext>
              </a:extLst>
            </p:cNvPr>
            <p:cNvSpPr>
              <a:spLocks noChangeArrowheads="1"/>
            </p:cNvSpPr>
            <p:nvPr/>
          </p:nvSpPr>
          <p:spPr bwMode="auto">
            <a:xfrm>
              <a:off x="4214" y="691"/>
              <a:ext cx="594" cy="50"/>
            </a:xfrm>
            <a:prstGeom prst="rect">
              <a:avLst/>
            </a:prstGeom>
            <a:solidFill>
              <a:schemeClr val="tx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solidFill>
                  <a:schemeClr val="bg2">
                    <a:lumMod val="75000"/>
                  </a:schemeClr>
                </a:solidFill>
                <a:latin typeface="Comic Sans MS" panose="030F0702030302020204" pitchFamily="66" charset="0"/>
              </a:endParaRPr>
            </a:p>
          </p:txBody>
        </p:sp>
        <p:grpSp>
          <p:nvGrpSpPr>
            <p:cNvPr id="49180" name="Group 66">
              <a:extLst>
                <a:ext uri="{FF2B5EF4-FFF2-40B4-BE49-F238E27FC236}">
                  <a16:creationId xmlns:a16="http://schemas.microsoft.com/office/drawing/2014/main" id="{0D8150C9-084C-4FA5-A912-FAD5BB4D215C}"/>
                </a:ext>
              </a:extLst>
            </p:cNvPr>
            <p:cNvGrpSpPr>
              <a:grpSpLocks/>
            </p:cNvGrpSpPr>
            <p:nvPr/>
          </p:nvGrpSpPr>
          <p:grpSpPr bwMode="auto">
            <a:xfrm>
              <a:off x="4749" y="668"/>
              <a:ext cx="581" cy="145"/>
              <a:chOff x="614" y="2568"/>
              <a:chExt cx="725" cy="139"/>
            </a:xfrm>
          </p:grpSpPr>
          <p:sp>
            <p:nvSpPr>
              <p:cNvPr id="49205" name="AutoShape 67">
                <a:extLst>
                  <a:ext uri="{FF2B5EF4-FFF2-40B4-BE49-F238E27FC236}">
                    <a16:creationId xmlns:a16="http://schemas.microsoft.com/office/drawing/2014/main" id="{B89C9FA5-4C42-4AA9-B86A-233CACD213B2}"/>
                  </a:ext>
                </a:extLst>
              </p:cNvPr>
              <p:cNvSpPr>
                <a:spLocks noChangeArrowheads="1"/>
              </p:cNvSpPr>
              <p:nvPr/>
            </p:nvSpPr>
            <p:spPr bwMode="auto">
              <a:xfrm>
                <a:off x="613" y="2570"/>
                <a:ext cx="725" cy="136"/>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solidFill>
                    <a:schemeClr val="bg2">
                      <a:lumMod val="75000"/>
                    </a:schemeClr>
                  </a:solidFill>
                  <a:latin typeface="Comic Sans MS" panose="030F0702030302020204" pitchFamily="66" charset="0"/>
                </a:endParaRPr>
              </a:p>
            </p:txBody>
          </p:sp>
          <p:sp>
            <p:nvSpPr>
              <p:cNvPr id="49206" name="AutoShape 68">
                <a:extLst>
                  <a:ext uri="{FF2B5EF4-FFF2-40B4-BE49-F238E27FC236}">
                    <a16:creationId xmlns:a16="http://schemas.microsoft.com/office/drawing/2014/main" id="{52C3FB2A-0079-4099-9D6A-F0853F22ADDF}"/>
                  </a:ext>
                </a:extLst>
              </p:cNvPr>
              <p:cNvSpPr>
                <a:spLocks noChangeArrowheads="1"/>
              </p:cNvSpPr>
              <p:nvPr/>
            </p:nvSpPr>
            <p:spPr bwMode="auto">
              <a:xfrm>
                <a:off x="629" y="2584"/>
                <a:ext cx="691"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solidFill>
                    <a:schemeClr val="bg2">
                      <a:lumMod val="75000"/>
                    </a:schemeClr>
                  </a:solidFill>
                  <a:latin typeface="Comic Sans MS" panose="030F0702030302020204" pitchFamily="66" charset="0"/>
                </a:endParaRPr>
              </a:p>
            </p:txBody>
          </p:sp>
        </p:grpSp>
        <p:sp>
          <p:nvSpPr>
            <p:cNvPr id="49181" name="Rectangle 69">
              <a:extLst>
                <a:ext uri="{FF2B5EF4-FFF2-40B4-BE49-F238E27FC236}">
                  <a16:creationId xmlns:a16="http://schemas.microsoft.com/office/drawing/2014/main" id="{592EE8B3-F3EB-4494-B4FD-6AC6FACBEE7A}"/>
                </a:ext>
              </a:extLst>
            </p:cNvPr>
            <p:cNvSpPr>
              <a:spLocks noChangeArrowheads="1"/>
            </p:cNvSpPr>
            <p:nvPr/>
          </p:nvSpPr>
          <p:spPr bwMode="auto">
            <a:xfrm>
              <a:off x="4221" y="1017"/>
              <a:ext cx="601" cy="50"/>
            </a:xfrm>
            <a:prstGeom prst="rect">
              <a:avLst/>
            </a:prstGeom>
            <a:solidFill>
              <a:schemeClr val="tx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solidFill>
                  <a:schemeClr val="bg2">
                    <a:lumMod val="75000"/>
                  </a:schemeClr>
                </a:solidFill>
                <a:latin typeface="Comic Sans MS" panose="030F0702030302020204" pitchFamily="66" charset="0"/>
              </a:endParaRPr>
            </a:p>
          </p:txBody>
        </p:sp>
        <p:grpSp>
          <p:nvGrpSpPr>
            <p:cNvPr id="49182" name="Group 70">
              <a:extLst>
                <a:ext uri="{FF2B5EF4-FFF2-40B4-BE49-F238E27FC236}">
                  <a16:creationId xmlns:a16="http://schemas.microsoft.com/office/drawing/2014/main" id="{1C57EC60-48DD-458B-B5DE-460EF1169E9C}"/>
                </a:ext>
              </a:extLst>
            </p:cNvPr>
            <p:cNvGrpSpPr>
              <a:grpSpLocks/>
            </p:cNvGrpSpPr>
            <p:nvPr/>
          </p:nvGrpSpPr>
          <p:grpSpPr bwMode="auto">
            <a:xfrm>
              <a:off x="4747" y="994"/>
              <a:ext cx="581" cy="134"/>
              <a:chOff x="614" y="2568"/>
              <a:chExt cx="725" cy="139"/>
            </a:xfrm>
          </p:grpSpPr>
          <p:sp>
            <p:nvSpPr>
              <p:cNvPr id="49203" name="AutoShape 71">
                <a:extLst>
                  <a:ext uri="{FF2B5EF4-FFF2-40B4-BE49-F238E27FC236}">
                    <a16:creationId xmlns:a16="http://schemas.microsoft.com/office/drawing/2014/main" id="{0FAF79D6-ABF8-4C49-B577-4172EA4D300E}"/>
                  </a:ext>
                </a:extLst>
              </p:cNvPr>
              <p:cNvSpPr>
                <a:spLocks noChangeArrowheads="1"/>
              </p:cNvSpPr>
              <p:nvPr/>
            </p:nvSpPr>
            <p:spPr bwMode="auto">
              <a:xfrm>
                <a:off x="615" y="2570"/>
                <a:ext cx="725" cy="140"/>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solidFill>
                    <a:schemeClr val="bg2">
                      <a:lumMod val="75000"/>
                    </a:schemeClr>
                  </a:solidFill>
                  <a:latin typeface="Comic Sans MS" panose="030F0702030302020204" pitchFamily="66" charset="0"/>
                </a:endParaRPr>
              </a:p>
            </p:txBody>
          </p:sp>
          <p:sp>
            <p:nvSpPr>
              <p:cNvPr id="49204" name="AutoShape 72">
                <a:extLst>
                  <a:ext uri="{FF2B5EF4-FFF2-40B4-BE49-F238E27FC236}">
                    <a16:creationId xmlns:a16="http://schemas.microsoft.com/office/drawing/2014/main" id="{42BDD747-1A33-4AA4-BFFF-AA61F23C6687}"/>
                  </a:ext>
                </a:extLst>
              </p:cNvPr>
              <p:cNvSpPr>
                <a:spLocks noChangeArrowheads="1"/>
              </p:cNvSpPr>
              <p:nvPr/>
            </p:nvSpPr>
            <p:spPr bwMode="auto">
              <a:xfrm>
                <a:off x="632" y="2585"/>
                <a:ext cx="691"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solidFill>
                    <a:schemeClr val="bg2">
                      <a:lumMod val="75000"/>
                    </a:schemeClr>
                  </a:solidFill>
                  <a:latin typeface="Comic Sans MS" panose="030F0702030302020204" pitchFamily="66" charset="0"/>
                </a:endParaRPr>
              </a:p>
            </p:txBody>
          </p:sp>
        </p:grpSp>
        <p:sp>
          <p:nvSpPr>
            <p:cNvPr id="49183" name="Rectangle 73">
              <a:extLst>
                <a:ext uri="{FF2B5EF4-FFF2-40B4-BE49-F238E27FC236}">
                  <a16:creationId xmlns:a16="http://schemas.microsoft.com/office/drawing/2014/main" id="{555018DA-18F7-47C6-93C1-58D6440D5394}"/>
                </a:ext>
              </a:extLst>
            </p:cNvPr>
            <p:cNvSpPr>
              <a:spLocks noChangeArrowheads="1"/>
            </p:cNvSpPr>
            <p:nvPr/>
          </p:nvSpPr>
          <p:spPr bwMode="auto">
            <a:xfrm>
              <a:off x="4214" y="1358"/>
              <a:ext cx="601" cy="50"/>
            </a:xfrm>
            <a:prstGeom prst="rect">
              <a:avLst/>
            </a:prstGeom>
            <a:solidFill>
              <a:schemeClr val="tx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solidFill>
                  <a:schemeClr val="bg2">
                    <a:lumMod val="75000"/>
                  </a:schemeClr>
                </a:solidFill>
                <a:latin typeface="Comic Sans MS" panose="030F0702030302020204" pitchFamily="66" charset="0"/>
              </a:endParaRPr>
            </a:p>
          </p:txBody>
        </p:sp>
        <p:sp>
          <p:nvSpPr>
            <p:cNvPr id="49184" name="Rectangle 74">
              <a:extLst>
                <a:ext uri="{FF2B5EF4-FFF2-40B4-BE49-F238E27FC236}">
                  <a16:creationId xmlns:a16="http://schemas.microsoft.com/office/drawing/2014/main" id="{0F31C1AF-B06B-4502-B605-3C7D7637ED18}"/>
                </a:ext>
              </a:extLst>
            </p:cNvPr>
            <p:cNvSpPr>
              <a:spLocks noChangeArrowheads="1"/>
            </p:cNvSpPr>
            <p:nvPr/>
          </p:nvSpPr>
          <p:spPr bwMode="auto">
            <a:xfrm>
              <a:off x="4228" y="1655"/>
              <a:ext cx="594" cy="50"/>
            </a:xfrm>
            <a:prstGeom prst="rect">
              <a:avLst/>
            </a:prstGeom>
            <a:solidFill>
              <a:schemeClr val="tx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solidFill>
                  <a:schemeClr val="bg2">
                    <a:lumMod val="75000"/>
                  </a:schemeClr>
                </a:solidFill>
                <a:latin typeface="Comic Sans MS" panose="030F0702030302020204" pitchFamily="66" charset="0"/>
              </a:endParaRPr>
            </a:p>
          </p:txBody>
        </p:sp>
        <p:grpSp>
          <p:nvGrpSpPr>
            <p:cNvPr id="49185" name="Group 75">
              <a:extLst>
                <a:ext uri="{FF2B5EF4-FFF2-40B4-BE49-F238E27FC236}">
                  <a16:creationId xmlns:a16="http://schemas.microsoft.com/office/drawing/2014/main" id="{CC7AE42C-31A6-412B-88DD-E0B5DE469079}"/>
                </a:ext>
              </a:extLst>
            </p:cNvPr>
            <p:cNvGrpSpPr>
              <a:grpSpLocks/>
            </p:cNvGrpSpPr>
            <p:nvPr/>
          </p:nvGrpSpPr>
          <p:grpSpPr bwMode="auto">
            <a:xfrm>
              <a:off x="4735" y="1627"/>
              <a:ext cx="582" cy="151"/>
              <a:chOff x="614" y="2568"/>
              <a:chExt cx="725" cy="139"/>
            </a:xfrm>
          </p:grpSpPr>
          <p:sp>
            <p:nvSpPr>
              <p:cNvPr id="49201" name="AutoShape 76">
                <a:extLst>
                  <a:ext uri="{FF2B5EF4-FFF2-40B4-BE49-F238E27FC236}">
                    <a16:creationId xmlns:a16="http://schemas.microsoft.com/office/drawing/2014/main" id="{69F4A123-14B7-47E0-8C33-7AF89CCED184}"/>
                  </a:ext>
                </a:extLst>
              </p:cNvPr>
              <p:cNvSpPr>
                <a:spLocks noChangeArrowheads="1"/>
              </p:cNvSpPr>
              <p:nvPr/>
            </p:nvSpPr>
            <p:spPr bwMode="auto">
              <a:xfrm>
                <a:off x="613" y="2568"/>
                <a:ext cx="724" cy="137"/>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solidFill>
                    <a:schemeClr val="bg2">
                      <a:lumMod val="75000"/>
                    </a:schemeClr>
                  </a:solidFill>
                  <a:latin typeface="Comic Sans MS" panose="030F0702030302020204" pitchFamily="66" charset="0"/>
                </a:endParaRPr>
              </a:p>
            </p:txBody>
          </p:sp>
          <p:sp>
            <p:nvSpPr>
              <p:cNvPr id="49202" name="AutoShape 77">
                <a:extLst>
                  <a:ext uri="{FF2B5EF4-FFF2-40B4-BE49-F238E27FC236}">
                    <a16:creationId xmlns:a16="http://schemas.microsoft.com/office/drawing/2014/main" id="{506144AD-29EA-4BEE-ACF6-26534445CD0E}"/>
                  </a:ext>
                </a:extLst>
              </p:cNvPr>
              <p:cNvSpPr>
                <a:spLocks noChangeArrowheads="1"/>
              </p:cNvSpPr>
              <p:nvPr/>
            </p:nvSpPr>
            <p:spPr bwMode="auto">
              <a:xfrm>
                <a:off x="630" y="2581"/>
                <a:ext cx="690" cy="10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solidFill>
                    <a:schemeClr val="bg2">
                      <a:lumMod val="75000"/>
                    </a:schemeClr>
                  </a:solidFill>
                  <a:latin typeface="Comic Sans MS" panose="030F0702030302020204" pitchFamily="66" charset="0"/>
                </a:endParaRPr>
              </a:p>
            </p:txBody>
          </p:sp>
        </p:grpSp>
        <p:sp>
          <p:nvSpPr>
            <p:cNvPr id="49186" name="Freeform 78">
              <a:extLst>
                <a:ext uri="{FF2B5EF4-FFF2-40B4-BE49-F238E27FC236}">
                  <a16:creationId xmlns:a16="http://schemas.microsoft.com/office/drawing/2014/main" id="{1A99EAF9-E817-4E0E-9665-CBBB90988684}"/>
                </a:ext>
              </a:extLst>
            </p:cNvPr>
            <p:cNvSpPr>
              <a:spLocks/>
            </p:cNvSpPr>
            <p:nvPr/>
          </p:nvSpPr>
          <p:spPr bwMode="auto">
            <a:xfrm>
              <a:off x="5288" y="1354"/>
              <a:ext cx="263" cy="188"/>
            </a:xfrm>
            <a:custGeom>
              <a:avLst/>
              <a:gdLst>
                <a:gd name="T0" fmla="*/ 2 w 328"/>
                <a:gd name="T1" fmla="*/ 0 h 226"/>
                <a:gd name="T2" fmla="*/ 2 w 328"/>
                <a:gd name="T3" fmla="*/ 2 h 226"/>
                <a:gd name="T4" fmla="*/ 2 w 328"/>
                <a:gd name="T5" fmla="*/ 4 h 226"/>
                <a:gd name="T6" fmla="*/ 0 w 328"/>
                <a:gd name="T7" fmla="*/ 2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solidFill>
                  <a:schemeClr val="bg2">
                    <a:lumMod val="75000"/>
                  </a:schemeClr>
                </a:solidFill>
                <a:latin typeface="Comic Sans MS" panose="030F0702030302020204" pitchFamily="66" charset="0"/>
              </a:endParaRPr>
            </a:p>
          </p:txBody>
        </p:sp>
        <p:grpSp>
          <p:nvGrpSpPr>
            <p:cNvPr id="49187" name="Group 79">
              <a:extLst>
                <a:ext uri="{FF2B5EF4-FFF2-40B4-BE49-F238E27FC236}">
                  <a16:creationId xmlns:a16="http://schemas.microsoft.com/office/drawing/2014/main" id="{03262AC0-FD1C-45A1-9DFE-7F8A133387C9}"/>
                </a:ext>
              </a:extLst>
            </p:cNvPr>
            <p:cNvGrpSpPr>
              <a:grpSpLocks/>
            </p:cNvGrpSpPr>
            <p:nvPr/>
          </p:nvGrpSpPr>
          <p:grpSpPr bwMode="auto">
            <a:xfrm>
              <a:off x="4739" y="1327"/>
              <a:ext cx="582" cy="139"/>
              <a:chOff x="614" y="2568"/>
              <a:chExt cx="725" cy="139"/>
            </a:xfrm>
          </p:grpSpPr>
          <p:sp>
            <p:nvSpPr>
              <p:cNvPr id="49199" name="AutoShape 80">
                <a:extLst>
                  <a:ext uri="{FF2B5EF4-FFF2-40B4-BE49-F238E27FC236}">
                    <a16:creationId xmlns:a16="http://schemas.microsoft.com/office/drawing/2014/main" id="{B1C54B03-DDB9-4B9E-A0E4-C68ACD1EBE79}"/>
                  </a:ext>
                </a:extLst>
              </p:cNvPr>
              <p:cNvSpPr>
                <a:spLocks noChangeArrowheads="1"/>
              </p:cNvSpPr>
              <p:nvPr/>
            </p:nvSpPr>
            <p:spPr bwMode="auto">
              <a:xfrm>
                <a:off x="617" y="2570"/>
                <a:ext cx="724" cy="135"/>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solidFill>
                    <a:schemeClr val="bg2">
                      <a:lumMod val="75000"/>
                    </a:schemeClr>
                  </a:solidFill>
                  <a:latin typeface="Comic Sans MS" panose="030F0702030302020204" pitchFamily="66" charset="0"/>
                </a:endParaRPr>
              </a:p>
            </p:txBody>
          </p:sp>
          <p:sp>
            <p:nvSpPr>
              <p:cNvPr id="49200" name="AutoShape 81">
                <a:extLst>
                  <a:ext uri="{FF2B5EF4-FFF2-40B4-BE49-F238E27FC236}">
                    <a16:creationId xmlns:a16="http://schemas.microsoft.com/office/drawing/2014/main" id="{6DD8D148-5FF9-4AA8-831F-70B1D280F902}"/>
                  </a:ext>
                </a:extLst>
              </p:cNvPr>
              <p:cNvSpPr>
                <a:spLocks noChangeArrowheads="1"/>
              </p:cNvSpPr>
              <p:nvPr/>
            </p:nvSpPr>
            <p:spPr bwMode="auto">
              <a:xfrm>
                <a:off x="633" y="2584"/>
                <a:ext cx="690"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solidFill>
                    <a:schemeClr val="bg2">
                      <a:lumMod val="75000"/>
                    </a:schemeClr>
                  </a:solidFill>
                  <a:latin typeface="Comic Sans MS" panose="030F0702030302020204" pitchFamily="66" charset="0"/>
                </a:endParaRPr>
              </a:p>
            </p:txBody>
          </p:sp>
        </p:grpSp>
        <p:sp>
          <p:nvSpPr>
            <p:cNvPr id="49188" name="Rectangle 82">
              <a:extLst>
                <a:ext uri="{FF2B5EF4-FFF2-40B4-BE49-F238E27FC236}">
                  <a16:creationId xmlns:a16="http://schemas.microsoft.com/office/drawing/2014/main" id="{CFF80FE1-2EC5-4722-9B00-B3BA77C19FC2}"/>
                </a:ext>
              </a:extLst>
            </p:cNvPr>
            <p:cNvSpPr>
              <a:spLocks noChangeArrowheads="1"/>
            </p:cNvSpPr>
            <p:nvPr/>
          </p:nvSpPr>
          <p:spPr bwMode="auto">
            <a:xfrm>
              <a:off x="5248" y="429"/>
              <a:ext cx="68" cy="2290"/>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solidFill>
                  <a:schemeClr val="bg2">
                    <a:lumMod val="75000"/>
                  </a:schemeClr>
                </a:solidFill>
                <a:latin typeface="Comic Sans MS" panose="030F0702030302020204" pitchFamily="66" charset="0"/>
              </a:endParaRPr>
            </a:p>
          </p:txBody>
        </p:sp>
        <p:sp>
          <p:nvSpPr>
            <p:cNvPr id="49189" name="Freeform 83">
              <a:extLst>
                <a:ext uri="{FF2B5EF4-FFF2-40B4-BE49-F238E27FC236}">
                  <a16:creationId xmlns:a16="http://schemas.microsoft.com/office/drawing/2014/main" id="{40E33516-C7C0-4F48-BEE7-959FAE7F4BB7}"/>
                </a:ext>
              </a:extLst>
            </p:cNvPr>
            <p:cNvSpPr>
              <a:spLocks/>
            </p:cNvSpPr>
            <p:nvPr/>
          </p:nvSpPr>
          <p:spPr bwMode="auto">
            <a:xfrm>
              <a:off x="5312" y="1007"/>
              <a:ext cx="237" cy="213"/>
            </a:xfrm>
            <a:custGeom>
              <a:avLst/>
              <a:gdLst>
                <a:gd name="T0" fmla="*/ 2 w 296"/>
                <a:gd name="T1" fmla="*/ 0 h 256"/>
                <a:gd name="T2" fmla="*/ 2 w 296"/>
                <a:gd name="T3" fmla="*/ 2 h 256"/>
                <a:gd name="T4" fmla="*/ 2 w 296"/>
                <a:gd name="T5" fmla="*/ 4 h 256"/>
                <a:gd name="T6" fmla="*/ 0 w 296"/>
                <a:gd name="T7" fmla="*/ 2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solidFill>
                  <a:schemeClr val="bg2">
                    <a:lumMod val="75000"/>
                  </a:schemeClr>
                </a:solidFill>
                <a:latin typeface="Comic Sans MS" panose="030F0702030302020204" pitchFamily="66" charset="0"/>
              </a:endParaRPr>
            </a:p>
          </p:txBody>
        </p:sp>
        <p:sp>
          <p:nvSpPr>
            <p:cNvPr id="49190" name="Freeform 84">
              <a:extLst>
                <a:ext uri="{FF2B5EF4-FFF2-40B4-BE49-F238E27FC236}">
                  <a16:creationId xmlns:a16="http://schemas.microsoft.com/office/drawing/2014/main" id="{30B9A566-E1A3-43A8-AEB3-2A1A9CF13B54}"/>
                </a:ext>
              </a:extLst>
            </p:cNvPr>
            <p:cNvSpPr>
              <a:spLocks/>
            </p:cNvSpPr>
            <p:nvPr/>
          </p:nvSpPr>
          <p:spPr bwMode="auto">
            <a:xfrm>
              <a:off x="5315" y="680"/>
              <a:ext cx="244" cy="240"/>
            </a:xfrm>
            <a:custGeom>
              <a:avLst/>
              <a:gdLst>
                <a:gd name="T0" fmla="*/ 0 w 304"/>
                <a:gd name="T1" fmla="*/ 0 h 288"/>
                <a:gd name="T2" fmla="*/ 2 w 304"/>
                <a:gd name="T3" fmla="*/ 2 h 288"/>
                <a:gd name="T4" fmla="*/ 2 w 304"/>
                <a:gd name="T5" fmla="*/ 5 h 288"/>
                <a:gd name="T6" fmla="*/ 2 w 304"/>
                <a:gd name="T7" fmla="*/ 2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solidFill>
                  <a:schemeClr val="bg2">
                    <a:lumMod val="75000"/>
                  </a:schemeClr>
                </a:solidFill>
                <a:latin typeface="Comic Sans MS" panose="030F0702030302020204" pitchFamily="66" charset="0"/>
              </a:endParaRPr>
            </a:p>
          </p:txBody>
        </p:sp>
        <p:sp>
          <p:nvSpPr>
            <p:cNvPr id="49191" name="Oval 85">
              <a:extLst>
                <a:ext uri="{FF2B5EF4-FFF2-40B4-BE49-F238E27FC236}">
                  <a16:creationId xmlns:a16="http://schemas.microsoft.com/office/drawing/2014/main" id="{103DBFE7-A683-474C-BD13-50753E28FD58}"/>
                </a:ext>
              </a:extLst>
            </p:cNvPr>
            <p:cNvSpPr>
              <a:spLocks noChangeArrowheads="1"/>
            </p:cNvSpPr>
            <p:nvPr/>
          </p:nvSpPr>
          <p:spPr bwMode="auto">
            <a:xfrm>
              <a:off x="5518" y="2612"/>
              <a:ext cx="47" cy="92"/>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solidFill>
                  <a:schemeClr val="bg2">
                    <a:lumMod val="75000"/>
                  </a:schemeClr>
                </a:solidFill>
                <a:latin typeface="Comic Sans MS" panose="030F0702030302020204" pitchFamily="66" charset="0"/>
              </a:endParaRPr>
            </a:p>
          </p:txBody>
        </p:sp>
        <p:sp>
          <p:nvSpPr>
            <p:cNvPr id="49192" name="Freeform 86">
              <a:extLst>
                <a:ext uri="{FF2B5EF4-FFF2-40B4-BE49-F238E27FC236}">
                  <a16:creationId xmlns:a16="http://schemas.microsoft.com/office/drawing/2014/main" id="{B2E33F61-6491-4092-876D-C3D56432CBCE}"/>
                </a:ext>
              </a:extLst>
            </p:cNvPr>
            <p:cNvSpPr>
              <a:spLocks/>
            </p:cNvSpPr>
            <p:nvPr/>
          </p:nvSpPr>
          <p:spPr bwMode="auto">
            <a:xfrm>
              <a:off x="5302" y="2614"/>
              <a:ext cx="245" cy="200"/>
            </a:xfrm>
            <a:custGeom>
              <a:avLst/>
              <a:gdLst>
                <a:gd name="T0" fmla="*/ 0 w 306"/>
                <a:gd name="T1" fmla="*/ 3 h 240"/>
                <a:gd name="T2" fmla="*/ 2 w 306"/>
                <a:gd name="T3" fmla="*/ 5 h 240"/>
                <a:gd name="T4" fmla="*/ 2 w 306"/>
                <a:gd name="T5" fmla="*/ 3 h 240"/>
                <a:gd name="T6" fmla="*/ 2 w 306"/>
                <a:gd name="T7" fmla="*/ 0 h 240"/>
                <a:gd name="T8" fmla="*/ 0 w 306"/>
                <a:gd name="T9" fmla="*/ 3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solidFill>
                  <a:schemeClr val="bg2">
                    <a:lumMod val="75000"/>
                  </a:schemeClr>
                </a:solidFill>
                <a:latin typeface="Comic Sans MS" panose="030F0702030302020204" pitchFamily="66" charset="0"/>
              </a:endParaRPr>
            </a:p>
          </p:txBody>
        </p:sp>
        <p:sp>
          <p:nvSpPr>
            <p:cNvPr id="49193" name="AutoShape 87">
              <a:extLst>
                <a:ext uri="{FF2B5EF4-FFF2-40B4-BE49-F238E27FC236}">
                  <a16:creationId xmlns:a16="http://schemas.microsoft.com/office/drawing/2014/main" id="{9605AA93-90E5-463B-8A03-FC775E01CCF7}"/>
                </a:ext>
              </a:extLst>
            </p:cNvPr>
            <p:cNvSpPr>
              <a:spLocks noChangeArrowheads="1"/>
            </p:cNvSpPr>
            <p:nvPr/>
          </p:nvSpPr>
          <p:spPr bwMode="auto">
            <a:xfrm>
              <a:off x="4140" y="2676"/>
              <a:ext cx="1202" cy="149"/>
            </a:xfrm>
            <a:prstGeom prst="roundRect">
              <a:avLst>
                <a:gd name="adj" fmla="val 50000"/>
              </a:avLst>
            </a:prstGeom>
            <a:solidFill>
              <a:srgbClr val="DDDDDD"/>
            </a:solidFill>
            <a:ln w="9525">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solidFill>
                  <a:schemeClr val="bg2">
                    <a:lumMod val="75000"/>
                  </a:schemeClr>
                </a:solidFill>
                <a:latin typeface="Comic Sans MS" panose="030F0702030302020204" pitchFamily="66" charset="0"/>
              </a:endParaRPr>
            </a:p>
          </p:txBody>
        </p:sp>
        <p:sp>
          <p:nvSpPr>
            <p:cNvPr id="49194" name="AutoShape 88">
              <a:extLst>
                <a:ext uri="{FF2B5EF4-FFF2-40B4-BE49-F238E27FC236}">
                  <a16:creationId xmlns:a16="http://schemas.microsoft.com/office/drawing/2014/main" id="{37059373-B16F-4C7C-A016-6C8E1BE3C64C}"/>
                </a:ext>
              </a:extLst>
            </p:cNvPr>
            <p:cNvSpPr>
              <a:spLocks noChangeArrowheads="1"/>
            </p:cNvSpPr>
            <p:nvPr/>
          </p:nvSpPr>
          <p:spPr bwMode="auto">
            <a:xfrm>
              <a:off x="4208" y="2712"/>
              <a:ext cx="1067" cy="78"/>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solidFill>
                  <a:schemeClr val="bg2">
                    <a:lumMod val="75000"/>
                  </a:schemeClr>
                </a:solidFill>
                <a:latin typeface="Comic Sans MS" panose="030F0702030302020204" pitchFamily="66" charset="0"/>
              </a:endParaRPr>
            </a:p>
          </p:txBody>
        </p:sp>
        <p:sp>
          <p:nvSpPr>
            <p:cNvPr id="49195" name="Oval 89">
              <a:extLst>
                <a:ext uri="{FF2B5EF4-FFF2-40B4-BE49-F238E27FC236}">
                  <a16:creationId xmlns:a16="http://schemas.microsoft.com/office/drawing/2014/main" id="{E9106B1C-6DFB-42E2-ADD6-A20BDF1B3A13}"/>
                </a:ext>
              </a:extLst>
            </p:cNvPr>
            <p:cNvSpPr>
              <a:spLocks noChangeArrowheads="1"/>
            </p:cNvSpPr>
            <p:nvPr/>
          </p:nvSpPr>
          <p:spPr bwMode="auto">
            <a:xfrm>
              <a:off x="4309" y="2385"/>
              <a:ext cx="155"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solidFill>
                  <a:schemeClr val="bg2">
                    <a:lumMod val="75000"/>
                  </a:schemeClr>
                </a:solidFill>
                <a:latin typeface="Comic Sans MS" panose="030F0702030302020204" pitchFamily="66" charset="0"/>
              </a:endParaRPr>
            </a:p>
          </p:txBody>
        </p:sp>
        <p:sp>
          <p:nvSpPr>
            <p:cNvPr id="49196" name="Oval 90">
              <a:extLst>
                <a:ext uri="{FF2B5EF4-FFF2-40B4-BE49-F238E27FC236}">
                  <a16:creationId xmlns:a16="http://schemas.microsoft.com/office/drawing/2014/main" id="{BFCB7820-92DF-4F17-AAA3-1F5040F1DFD1}"/>
                </a:ext>
              </a:extLst>
            </p:cNvPr>
            <p:cNvSpPr>
              <a:spLocks noChangeArrowheads="1"/>
            </p:cNvSpPr>
            <p:nvPr/>
          </p:nvSpPr>
          <p:spPr bwMode="auto">
            <a:xfrm>
              <a:off x="4484" y="2385"/>
              <a:ext cx="162"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eaLnBrk="1" hangingPunct="1"/>
              <a:endParaRPr lang="en-US" altLang="en-US">
                <a:solidFill>
                  <a:schemeClr val="bg2">
                    <a:lumMod val="75000"/>
                  </a:schemeClr>
                </a:solidFill>
                <a:latin typeface="Comic Sans MS" panose="030F0702030302020204" pitchFamily="66" charset="0"/>
                <a:cs typeface="Arial" panose="020B0604020202020204" pitchFamily="34" charset="0"/>
              </a:endParaRPr>
            </a:p>
          </p:txBody>
        </p:sp>
        <p:sp>
          <p:nvSpPr>
            <p:cNvPr id="49197" name="Oval 91">
              <a:extLst>
                <a:ext uri="{FF2B5EF4-FFF2-40B4-BE49-F238E27FC236}">
                  <a16:creationId xmlns:a16="http://schemas.microsoft.com/office/drawing/2014/main" id="{BE603525-F7BF-4A2D-9B3F-682F75F02ABF}"/>
                </a:ext>
              </a:extLst>
            </p:cNvPr>
            <p:cNvSpPr>
              <a:spLocks noChangeArrowheads="1"/>
            </p:cNvSpPr>
            <p:nvPr/>
          </p:nvSpPr>
          <p:spPr bwMode="auto">
            <a:xfrm>
              <a:off x="4660" y="2378"/>
              <a:ext cx="162"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solidFill>
                  <a:schemeClr val="bg2">
                    <a:lumMod val="75000"/>
                  </a:schemeClr>
                </a:solidFill>
                <a:latin typeface="Comic Sans MS" panose="030F0702030302020204" pitchFamily="66" charset="0"/>
              </a:endParaRPr>
            </a:p>
          </p:txBody>
        </p:sp>
        <p:sp>
          <p:nvSpPr>
            <p:cNvPr id="49198" name="Rectangle 92">
              <a:extLst>
                <a:ext uri="{FF2B5EF4-FFF2-40B4-BE49-F238E27FC236}">
                  <a16:creationId xmlns:a16="http://schemas.microsoft.com/office/drawing/2014/main" id="{39977695-B5E6-4A7F-A81B-41F99301A34F}"/>
                </a:ext>
              </a:extLst>
            </p:cNvPr>
            <p:cNvSpPr>
              <a:spLocks noChangeArrowheads="1"/>
            </p:cNvSpPr>
            <p:nvPr/>
          </p:nvSpPr>
          <p:spPr bwMode="auto">
            <a:xfrm>
              <a:off x="5065" y="1833"/>
              <a:ext cx="81" cy="766"/>
            </a:xfrm>
            <a:prstGeom prst="rect">
              <a:avLst/>
            </a:prstGeom>
            <a:solidFill>
              <a:srgbClr val="292929"/>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solidFill>
                  <a:schemeClr val="bg2">
                    <a:lumMod val="75000"/>
                  </a:schemeClr>
                </a:solidFill>
                <a:latin typeface="Comic Sans MS" panose="030F0702030302020204" pitchFamily="66" charset="0"/>
              </a:endParaRPr>
            </a:p>
          </p:txBody>
        </p:sp>
      </p:grpSp>
      <p:sp>
        <p:nvSpPr>
          <p:cNvPr id="47125" name="Rectangle 94">
            <a:extLst>
              <a:ext uri="{FF2B5EF4-FFF2-40B4-BE49-F238E27FC236}">
                <a16:creationId xmlns:a16="http://schemas.microsoft.com/office/drawing/2014/main" id="{F00CEC64-4D7E-4C29-8306-EB008495F25D}"/>
              </a:ext>
            </a:extLst>
          </p:cNvPr>
          <p:cNvSpPr>
            <a:spLocks noGrp="1" noChangeArrowheads="1"/>
          </p:cNvSpPr>
          <p:nvPr>
            <p:ph type="title"/>
          </p:nvPr>
        </p:nvSpPr>
        <p:spPr>
          <a:xfrm>
            <a:off x="1962150" y="255589"/>
            <a:ext cx="8223250" cy="898525"/>
          </a:xfrm>
        </p:spPr>
        <p:txBody>
          <a:bodyPr/>
          <a:lstStyle/>
          <a:p>
            <a:pPr>
              <a:defRPr/>
            </a:pPr>
            <a:r>
              <a:rPr lang="en-US" dirty="0" err="1">
                <a:solidFill>
                  <a:schemeClr val="bg2">
                    <a:lumMod val="75000"/>
                  </a:schemeClr>
                </a:solidFill>
                <a:cs typeface="+mj-cs"/>
              </a:rPr>
              <a:t>Ngữ</a:t>
            </a:r>
            <a:r>
              <a:rPr lang="en-US" dirty="0">
                <a:solidFill>
                  <a:schemeClr val="bg2">
                    <a:lumMod val="75000"/>
                  </a:schemeClr>
                </a:solidFill>
                <a:cs typeface="+mj-cs"/>
              </a:rPr>
              <a:t> </a:t>
            </a:r>
            <a:r>
              <a:rPr lang="en-US" dirty="0" err="1">
                <a:solidFill>
                  <a:schemeClr val="bg2">
                    <a:lumMod val="75000"/>
                  </a:schemeClr>
                </a:solidFill>
                <a:cs typeface="+mj-cs"/>
              </a:rPr>
              <a:t>cảnh</a:t>
            </a:r>
            <a:r>
              <a:rPr lang="en-US" dirty="0">
                <a:solidFill>
                  <a:schemeClr val="bg2">
                    <a:lumMod val="75000"/>
                  </a:schemeClr>
                </a:solidFill>
                <a:cs typeface="+mj-cs"/>
              </a:rPr>
              <a:t> DHCP client-server</a:t>
            </a:r>
          </a:p>
        </p:txBody>
      </p:sp>
      <p:pic>
        <p:nvPicPr>
          <p:cNvPr id="49174" name="Picture 95" descr="underline_base">
            <a:extLst>
              <a:ext uri="{FF2B5EF4-FFF2-40B4-BE49-F238E27FC236}">
                <a16:creationId xmlns:a16="http://schemas.microsoft.com/office/drawing/2014/main" id="{00368072-B855-46A2-ACC9-CA77E0447AB9}"/>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38351" y="931864"/>
            <a:ext cx="6399213"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4269560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Footer Placeholder 4">
            <a:extLst>
              <a:ext uri="{FF2B5EF4-FFF2-40B4-BE49-F238E27FC236}">
                <a16:creationId xmlns:a16="http://schemas.microsoft.com/office/drawing/2014/main" id="{B5054399-E1AA-45C6-B90E-290B61D2BB44}"/>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Tầng Network</a:t>
            </a:r>
          </a:p>
        </p:txBody>
      </p:sp>
      <p:sp>
        <p:nvSpPr>
          <p:cNvPr id="50179" name="Slide Number Placeholder 5">
            <a:extLst>
              <a:ext uri="{FF2B5EF4-FFF2-40B4-BE49-F238E27FC236}">
                <a16:creationId xmlns:a16="http://schemas.microsoft.com/office/drawing/2014/main" id="{1742FC7E-9711-496B-8CAF-1DD48344C4D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4-</a:t>
            </a:r>
            <a:fld id="{DA613CFA-6675-4DE6-A4A0-79F66B36D62A}" type="slidenum">
              <a:rPr lang="en-US" altLang="en-US">
                <a:latin typeface="Tahoma" panose="020B0604030504040204" pitchFamily="34" charset="0"/>
              </a:rPr>
              <a:pPr/>
              <a:t>51</a:t>
            </a:fld>
            <a:endParaRPr lang="en-US" altLang="en-US">
              <a:latin typeface="Tahoma" panose="020B0604030504040204" pitchFamily="34" charset="0"/>
            </a:endParaRPr>
          </a:p>
        </p:txBody>
      </p:sp>
      <p:sp>
        <p:nvSpPr>
          <p:cNvPr id="48132" name="Rectangle 2">
            <a:extLst>
              <a:ext uri="{FF2B5EF4-FFF2-40B4-BE49-F238E27FC236}">
                <a16:creationId xmlns:a16="http://schemas.microsoft.com/office/drawing/2014/main" id="{4C956425-3A49-457F-BC40-2E5766E3D3CE}"/>
              </a:ext>
            </a:extLst>
          </p:cNvPr>
          <p:cNvSpPr>
            <a:spLocks noGrp="1" noChangeArrowheads="1"/>
          </p:cNvSpPr>
          <p:nvPr>
            <p:ph type="title"/>
          </p:nvPr>
        </p:nvSpPr>
        <p:spPr>
          <a:xfrm>
            <a:off x="2125663" y="46892"/>
            <a:ext cx="10131425" cy="1456267"/>
          </a:xfrm>
        </p:spPr>
        <p:txBody>
          <a:bodyPr/>
          <a:lstStyle/>
          <a:p>
            <a:pPr>
              <a:defRPr/>
            </a:pPr>
            <a:r>
              <a:rPr lang="en-US" dirty="0">
                <a:cs typeface="+mj-cs"/>
              </a:rPr>
              <a:t>DHCP: </a:t>
            </a:r>
            <a:r>
              <a:rPr lang="en-US" dirty="0" err="1">
                <a:cs typeface="+mj-cs"/>
              </a:rPr>
              <a:t>nhiều</a:t>
            </a:r>
            <a:r>
              <a:rPr lang="en-US" dirty="0">
                <a:cs typeface="+mj-cs"/>
              </a:rPr>
              <a:t> </a:t>
            </a:r>
            <a:r>
              <a:rPr lang="en-US" dirty="0" err="1">
                <a:cs typeface="+mj-cs"/>
              </a:rPr>
              <a:t>thông</a:t>
            </a:r>
            <a:r>
              <a:rPr lang="en-US" dirty="0">
                <a:cs typeface="+mj-cs"/>
              </a:rPr>
              <a:t> tin</a:t>
            </a:r>
          </a:p>
        </p:txBody>
      </p:sp>
      <p:sp>
        <p:nvSpPr>
          <p:cNvPr id="48133" name="Rectangle 3">
            <a:extLst>
              <a:ext uri="{FF2B5EF4-FFF2-40B4-BE49-F238E27FC236}">
                <a16:creationId xmlns:a16="http://schemas.microsoft.com/office/drawing/2014/main" id="{FAD6CCE4-F61B-41D9-9681-5D3BE21606DC}"/>
              </a:ext>
            </a:extLst>
          </p:cNvPr>
          <p:cNvSpPr>
            <a:spLocks noGrp="1" noChangeArrowheads="1"/>
          </p:cNvSpPr>
          <p:nvPr>
            <p:ph type="body" idx="1"/>
          </p:nvPr>
        </p:nvSpPr>
        <p:spPr/>
        <p:txBody>
          <a:bodyPr/>
          <a:lstStyle/>
          <a:p>
            <a:pPr>
              <a:buFont typeface="Wingdings" charset="0"/>
              <a:buNone/>
              <a:defRPr/>
            </a:pPr>
            <a:r>
              <a:rPr lang="en-US" dirty="0">
                <a:latin typeface="Comic Sans MS" pitchFamily="66" charset="0"/>
                <a:cs typeface="+mn-cs"/>
              </a:rPr>
              <a:t>DHCP </a:t>
            </a:r>
            <a:r>
              <a:rPr lang="en-US" dirty="0" err="1">
                <a:latin typeface="Comic Sans MS" pitchFamily="66" charset="0"/>
                <a:cs typeface="+mn-cs"/>
              </a:rPr>
              <a:t>không</a:t>
            </a:r>
            <a:r>
              <a:rPr lang="en-US" dirty="0">
                <a:latin typeface="Comic Sans MS" pitchFamily="66" charset="0"/>
                <a:cs typeface="+mn-cs"/>
              </a:rPr>
              <a:t> </a:t>
            </a:r>
            <a:r>
              <a:rPr lang="en-US" dirty="0" err="1">
                <a:latin typeface="Comic Sans MS" pitchFamily="66" charset="0"/>
                <a:cs typeface="+mn-cs"/>
              </a:rPr>
              <a:t>chỉ</a:t>
            </a:r>
            <a:r>
              <a:rPr lang="en-US" dirty="0">
                <a:latin typeface="Comic Sans MS" pitchFamily="66" charset="0"/>
                <a:cs typeface="+mn-cs"/>
              </a:rPr>
              <a:t> </a:t>
            </a:r>
            <a:r>
              <a:rPr lang="en-US" dirty="0" err="1">
                <a:latin typeface="Comic Sans MS" pitchFamily="66" charset="0"/>
                <a:cs typeface="+mn-cs"/>
              </a:rPr>
              <a:t>trả</a:t>
            </a:r>
            <a:r>
              <a:rPr lang="en-US" dirty="0">
                <a:latin typeface="Comic Sans MS" pitchFamily="66" charset="0"/>
                <a:cs typeface="+mn-cs"/>
              </a:rPr>
              <a:t> </a:t>
            </a:r>
            <a:r>
              <a:rPr lang="en-US" dirty="0" err="1">
                <a:latin typeface="Comic Sans MS" pitchFamily="66" charset="0"/>
                <a:cs typeface="+mn-cs"/>
              </a:rPr>
              <a:t>về</a:t>
            </a:r>
            <a:r>
              <a:rPr lang="en-US" dirty="0">
                <a:latin typeface="Comic Sans MS" pitchFamily="66" charset="0"/>
                <a:cs typeface="+mn-cs"/>
              </a:rPr>
              <a:t> </a:t>
            </a:r>
            <a:r>
              <a:rPr lang="en-US" dirty="0" err="1">
                <a:latin typeface="Comic Sans MS" pitchFamily="66" charset="0"/>
                <a:cs typeface="+mn-cs"/>
              </a:rPr>
              <a:t>địa</a:t>
            </a:r>
            <a:r>
              <a:rPr lang="en-US" dirty="0">
                <a:latin typeface="Comic Sans MS" pitchFamily="66" charset="0"/>
                <a:cs typeface="+mn-cs"/>
              </a:rPr>
              <a:t> </a:t>
            </a:r>
            <a:r>
              <a:rPr lang="en-US" dirty="0" err="1">
                <a:latin typeface="Comic Sans MS" pitchFamily="66" charset="0"/>
                <a:cs typeface="+mn-cs"/>
              </a:rPr>
              <a:t>chỉ</a:t>
            </a:r>
            <a:r>
              <a:rPr lang="en-US" dirty="0">
                <a:latin typeface="Comic Sans MS" pitchFamily="66" charset="0"/>
                <a:cs typeface="+mn-cs"/>
              </a:rPr>
              <a:t> IP </a:t>
            </a:r>
            <a:r>
              <a:rPr lang="en-US" dirty="0" err="1">
                <a:latin typeface="Comic Sans MS" pitchFamily="66" charset="0"/>
                <a:cs typeface="+mn-cs"/>
              </a:rPr>
              <a:t>được</a:t>
            </a:r>
            <a:r>
              <a:rPr lang="en-US" dirty="0">
                <a:latin typeface="Comic Sans MS" pitchFamily="66" charset="0"/>
                <a:cs typeface="+mn-cs"/>
              </a:rPr>
              <a:t> </a:t>
            </a:r>
            <a:r>
              <a:rPr lang="en-US" dirty="0" err="1">
                <a:latin typeface="Comic Sans MS" pitchFamily="66" charset="0"/>
                <a:cs typeface="+mn-cs"/>
              </a:rPr>
              <a:t>chỉ</a:t>
            </a:r>
            <a:r>
              <a:rPr lang="en-US" dirty="0">
                <a:latin typeface="Comic Sans MS" pitchFamily="66" charset="0"/>
                <a:cs typeface="+mn-cs"/>
              </a:rPr>
              <a:t> </a:t>
            </a:r>
            <a:r>
              <a:rPr lang="en-US" dirty="0" err="1">
                <a:latin typeface="Comic Sans MS" pitchFamily="66" charset="0"/>
                <a:cs typeface="+mn-cs"/>
              </a:rPr>
              <a:t>định</a:t>
            </a:r>
            <a:r>
              <a:rPr lang="en-US" dirty="0">
                <a:latin typeface="Comic Sans MS" pitchFamily="66" charset="0"/>
                <a:cs typeface="+mn-cs"/>
              </a:rPr>
              <a:t> </a:t>
            </a:r>
            <a:r>
              <a:rPr lang="en-US" dirty="0" err="1">
                <a:latin typeface="Comic Sans MS" pitchFamily="66" charset="0"/>
                <a:cs typeface="+mn-cs"/>
              </a:rPr>
              <a:t>trên</a:t>
            </a:r>
            <a:r>
              <a:rPr lang="en-US" dirty="0">
                <a:latin typeface="Comic Sans MS" pitchFamily="66" charset="0"/>
                <a:cs typeface="+mn-cs"/>
              </a:rPr>
              <a:t> subnet, </a:t>
            </a:r>
            <a:r>
              <a:rPr lang="en-US" dirty="0" err="1">
                <a:latin typeface="Comic Sans MS" pitchFamily="66" charset="0"/>
                <a:cs typeface="+mn-cs"/>
              </a:rPr>
              <a:t>mà</a:t>
            </a:r>
            <a:r>
              <a:rPr lang="en-US" dirty="0">
                <a:latin typeface="Comic Sans MS" pitchFamily="66" charset="0"/>
                <a:cs typeface="+mn-cs"/>
              </a:rPr>
              <a:t> </a:t>
            </a:r>
            <a:r>
              <a:rPr lang="en-US" dirty="0" err="1">
                <a:latin typeface="Comic Sans MS" pitchFamily="66" charset="0"/>
                <a:cs typeface="+mn-cs"/>
              </a:rPr>
              <a:t>nó</a:t>
            </a:r>
            <a:r>
              <a:rPr lang="en-US" dirty="0">
                <a:latin typeface="Comic Sans MS" pitchFamily="66" charset="0"/>
                <a:cs typeface="+mn-cs"/>
              </a:rPr>
              <a:t> </a:t>
            </a:r>
            <a:r>
              <a:rPr lang="en-US" dirty="0" err="1">
                <a:latin typeface="Comic Sans MS" pitchFamily="66" charset="0"/>
                <a:cs typeface="+mn-cs"/>
              </a:rPr>
              <a:t>còn</a:t>
            </a:r>
            <a:r>
              <a:rPr lang="en-US" dirty="0">
                <a:latin typeface="Comic Sans MS" pitchFamily="66" charset="0"/>
                <a:cs typeface="+mn-cs"/>
              </a:rPr>
              <a:t> </a:t>
            </a:r>
            <a:r>
              <a:rPr lang="en-US" dirty="0" err="1">
                <a:latin typeface="Comic Sans MS" pitchFamily="66" charset="0"/>
                <a:cs typeface="+mn-cs"/>
              </a:rPr>
              <a:t>có</a:t>
            </a:r>
            <a:r>
              <a:rPr lang="en-US" dirty="0">
                <a:latin typeface="Comic Sans MS" pitchFamily="66" charset="0"/>
                <a:cs typeface="+mn-cs"/>
              </a:rPr>
              <a:t> </a:t>
            </a:r>
            <a:r>
              <a:rPr lang="en-US" dirty="0" err="1">
                <a:latin typeface="Comic Sans MS" pitchFamily="66" charset="0"/>
                <a:cs typeface="+mn-cs"/>
              </a:rPr>
              <a:t>thể</a:t>
            </a:r>
            <a:r>
              <a:rPr lang="en-US" dirty="0">
                <a:latin typeface="Comic Sans MS" pitchFamily="66" charset="0"/>
                <a:cs typeface="+mn-cs"/>
              </a:rPr>
              <a:t> </a:t>
            </a:r>
            <a:r>
              <a:rPr lang="en-US" dirty="0" err="1">
                <a:latin typeface="Comic Sans MS" pitchFamily="66" charset="0"/>
                <a:cs typeface="+mn-cs"/>
              </a:rPr>
              <a:t>trả</a:t>
            </a:r>
            <a:r>
              <a:rPr lang="en-US" dirty="0">
                <a:latin typeface="Comic Sans MS" pitchFamily="66" charset="0"/>
                <a:cs typeface="+mn-cs"/>
              </a:rPr>
              <a:t> </a:t>
            </a:r>
            <a:r>
              <a:rPr lang="en-US" dirty="0" err="1">
                <a:latin typeface="Comic Sans MS" pitchFamily="66" charset="0"/>
                <a:cs typeface="+mn-cs"/>
              </a:rPr>
              <a:t>về</a:t>
            </a:r>
            <a:r>
              <a:rPr lang="en-US" dirty="0">
                <a:latin typeface="Comic Sans MS" pitchFamily="66" charset="0"/>
                <a:cs typeface="+mn-cs"/>
              </a:rPr>
              <a:t> </a:t>
            </a:r>
            <a:r>
              <a:rPr lang="en-US" dirty="0" err="1">
                <a:latin typeface="Comic Sans MS" pitchFamily="66" charset="0"/>
                <a:cs typeface="+mn-cs"/>
              </a:rPr>
              <a:t>nhiều</a:t>
            </a:r>
            <a:r>
              <a:rPr lang="en-US" dirty="0">
                <a:latin typeface="Comic Sans MS" pitchFamily="66" charset="0"/>
                <a:cs typeface="+mn-cs"/>
              </a:rPr>
              <a:t> </a:t>
            </a:r>
            <a:r>
              <a:rPr lang="en-US" dirty="0" err="1">
                <a:latin typeface="Comic Sans MS" pitchFamily="66" charset="0"/>
                <a:cs typeface="+mn-cs"/>
              </a:rPr>
              <a:t>thông</a:t>
            </a:r>
            <a:r>
              <a:rPr lang="en-US" dirty="0">
                <a:latin typeface="Comic Sans MS" pitchFamily="66" charset="0"/>
                <a:cs typeface="+mn-cs"/>
              </a:rPr>
              <a:t> tin </a:t>
            </a:r>
            <a:r>
              <a:rPr lang="en-US" dirty="0" err="1">
                <a:latin typeface="Comic Sans MS" pitchFamily="66" charset="0"/>
                <a:cs typeface="+mn-cs"/>
              </a:rPr>
              <a:t>như</a:t>
            </a:r>
            <a:r>
              <a:rPr lang="en-US" dirty="0">
                <a:latin typeface="Comic Sans MS" pitchFamily="66" charset="0"/>
                <a:cs typeface="+mn-cs"/>
              </a:rPr>
              <a:t> </a:t>
            </a:r>
            <a:r>
              <a:rPr lang="en-US" dirty="0" err="1">
                <a:latin typeface="Comic Sans MS" pitchFamily="66" charset="0"/>
                <a:cs typeface="+mn-cs"/>
              </a:rPr>
              <a:t>sau</a:t>
            </a:r>
            <a:r>
              <a:rPr lang="en-US" dirty="0">
                <a:latin typeface="Comic Sans MS" pitchFamily="66" charset="0"/>
                <a:cs typeface="+mn-cs"/>
              </a:rPr>
              <a:t>:</a:t>
            </a:r>
          </a:p>
          <a:p>
            <a:pPr lvl="1">
              <a:buFont typeface="Wingdings" charset="0"/>
              <a:buChar char="§"/>
              <a:defRPr/>
            </a:pPr>
            <a:r>
              <a:rPr lang="en-US" dirty="0" err="1">
                <a:latin typeface="Comic Sans MS" pitchFamily="66" charset="0"/>
              </a:rPr>
              <a:t>Địa</a:t>
            </a:r>
            <a:r>
              <a:rPr lang="en-US" dirty="0">
                <a:latin typeface="Comic Sans MS" pitchFamily="66" charset="0"/>
              </a:rPr>
              <a:t> </a:t>
            </a:r>
            <a:r>
              <a:rPr lang="en-US" dirty="0" err="1">
                <a:latin typeface="Comic Sans MS" pitchFamily="66" charset="0"/>
              </a:rPr>
              <a:t>chỉ</a:t>
            </a:r>
            <a:r>
              <a:rPr lang="en-US" dirty="0">
                <a:latin typeface="Comic Sans MS" pitchFamily="66" charset="0"/>
              </a:rPr>
              <a:t> </a:t>
            </a:r>
            <a:r>
              <a:rPr lang="en-US" dirty="0" err="1">
                <a:latin typeface="Comic Sans MS" pitchFamily="66" charset="0"/>
              </a:rPr>
              <a:t>của</a:t>
            </a:r>
            <a:r>
              <a:rPr lang="en-US" dirty="0">
                <a:latin typeface="Comic Sans MS" pitchFamily="66" charset="0"/>
              </a:rPr>
              <a:t> router first-hop </a:t>
            </a:r>
            <a:r>
              <a:rPr lang="en-US" dirty="0" err="1">
                <a:latin typeface="Comic Sans MS" pitchFamily="66" charset="0"/>
              </a:rPr>
              <a:t>của</a:t>
            </a:r>
            <a:r>
              <a:rPr lang="en-US" dirty="0">
                <a:latin typeface="Comic Sans MS" pitchFamily="66" charset="0"/>
              </a:rPr>
              <a:t> client</a:t>
            </a:r>
          </a:p>
          <a:p>
            <a:pPr lvl="1">
              <a:buFont typeface="Wingdings" charset="0"/>
              <a:buChar char="§"/>
              <a:defRPr/>
            </a:pPr>
            <a:r>
              <a:rPr lang="en-US" dirty="0" err="1">
                <a:latin typeface="Comic Sans MS" pitchFamily="66" charset="0"/>
              </a:rPr>
              <a:t>Tên</a:t>
            </a:r>
            <a:r>
              <a:rPr lang="en-US" dirty="0">
                <a:latin typeface="Comic Sans MS" pitchFamily="66" charset="0"/>
              </a:rPr>
              <a:t> </a:t>
            </a:r>
            <a:r>
              <a:rPr lang="en-US" dirty="0" err="1">
                <a:latin typeface="Comic Sans MS" pitchFamily="66" charset="0"/>
              </a:rPr>
              <a:t>và</a:t>
            </a:r>
            <a:r>
              <a:rPr lang="en-US" dirty="0">
                <a:latin typeface="Comic Sans MS" pitchFamily="66" charset="0"/>
              </a:rPr>
              <a:t> </a:t>
            </a:r>
            <a:r>
              <a:rPr lang="en-US" dirty="0" err="1">
                <a:latin typeface="Comic Sans MS" pitchFamily="66" charset="0"/>
              </a:rPr>
              <a:t>địa</a:t>
            </a:r>
            <a:r>
              <a:rPr lang="en-US" dirty="0">
                <a:latin typeface="Comic Sans MS" pitchFamily="66" charset="0"/>
              </a:rPr>
              <a:t> </a:t>
            </a:r>
            <a:r>
              <a:rPr lang="en-US" dirty="0" err="1">
                <a:latin typeface="Comic Sans MS" pitchFamily="66" charset="0"/>
              </a:rPr>
              <a:t>chỉ</a:t>
            </a:r>
            <a:r>
              <a:rPr lang="en-US" dirty="0">
                <a:latin typeface="Comic Sans MS" pitchFamily="66" charset="0"/>
              </a:rPr>
              <a:t> IP </a:t>
            </a:r>
            <a:r>
              <a:rPr lang="en-US" dirty="0" err="1">
                <a:latin typeface="Comic Sans MS" pitchFamily="66" charset="0"/>
              </a:rPr>
              <a:t>của</a:t>
            </a:r>
            <a:r>
              <a:rPr lang="en-US" dirty="0">
                <a:latin typeface="Comic Sans MS" pitchFamily="66" charset="0"/>
              </a:rPr>
              <a:t> DNS sever</a:t>
            </a:r>
          </a:p>
          <a:p>
            <a:pPr lvl="1">
              <a:buFont typeface="Wingdings" charset="0"/>
              <a:buChar char="§"/>
              <a:defRPr/>
            </a:pPr>
            <a:r>
              <a:rPr lang="en-US" dirty="0">
                <a:latin typeface="Comic Sans MS" pitchFamily="66" charset="0"/>
              </a:rPr>
              <a:t>network mask (</a:t>
            </a:r>
            <a:r>
              <a:rPr lang="en-US" dirty="0" err="1">
                <a:latin typeface="Comic Sans MS" pitchFamily="66" charset="0"/>
              </a:rPr>
              <a:t>cho</a:t>
            </a:r>
            <a:r>
              <a:rPr lang="en-US" dirty="0">
                <a:latin typeface="Comic Sans MS" pitchFamily="66" charset="0"/>
              </a:rPr>
              <a:t> </a:t>
            </a:r>
            <a:r>
              <a:rPr lang="en-US" dirty="0" err="1">
                <a:latin typeface="Comic Sans MS" pitchFamily="66" charset="0"/>
              </a:rPr>
              <a:t>biết</a:t>
            </a:r>
            <a:r>
              <a:rPr lang="en-US" dirty="0">
                <a:latin typeface="Comic Sans MS" pitchFamily="66" charset="0"/>
              </a:rPr>
              <a:t> </a:t>
            </a:r>
            <a:r>
              <a:rPr lang="en-US" dirty="0" err="1">
                <a:latin typeface="Comic Sans MS" pitchFamily="66" charset="0"/>
              </a:rPr>
              <a:t>phần</a:t>
            </a:r>
            <a:r>
              <a:rPr lang="en-US" dirty="0">
                <a:latin typeface="Comic Sans MS" pitchFamily="66" charset="0"/>
              </a:rPr>
              <a:t> </a:t>
            </a:r>
            <a:r>
              <a:rPr lang="en-US" dirty="0" err="1">
                <a:latin typeface="Comic Sans MS" pitchFamily="66" charset="0"/>
              </a:rPr>
              <a:t>của</a:t>
            </a:r>
            <a:r>
              <a:rPr lang="en-US" dirty="0">
                <a:latin typeface="Comic Sans MS" pitchFamily="66" charset="0"/>
              </a:rPr>
              <a:t> </a:t>
            </a:r>
            <a:r>
              <a:rPr lang="en-US" dirty="0" err="1">
                <a:latin typeface="Comic Sans MS" pitchFamily="66" charset="0"/>
              </a:rPr>
              <a:t>mạng</a:t>
            </a:r>
            <a:r>
              <a:rPr lang="en-US" dirty="0">
                <a:latin typeface="Comic Sans MS" pitchFamily="66" charset="0"/>
              </a:rPr>
              <a:t> so </a:t>
            </a:r>
            <a:r>
              <a:rPr lang="en-US" dirty="0" err="1">
                <a:latin typeface="Comic Sans MS" pitchFamily="66" charset="0"/>
              </a:rPr>
              <a:t>với</a:t>
            </a:r>
            <a:r>
              <a:rPr lang="en-US" dirty="0">
                <a:latin typeface="Comic Sans MS" pitchFamily="66" charset="0"/>
              </a:rPr>
              <a:t> </a:t>
            </a:r>
            <a:r>
              <a:rPr lang="en-US" dirty="0" err="1">
                <a:latin typeface="Comic Sans MS" pitchFamily="66" charset="0"/>
              </a:rPr>
              <a:t>phần</a:t>
            </a:r>
            <a:r>
              <a:rPr lang="en-US" dirty="0">
                <a:latin typeface="Comic Sans MS" pitchFamily="66" charset="0"/>
              </a:rPr>
              <a:t> </a:t>
            </a:r>
            <a:r>
              <a:rPr lang="en-US" dirty="0" err="1">
                <a:latin typeface="Comic Sans MS" pitchFamily="66" charset="0"/>
              </a:rPr>
              <a:t>phần</a:t>
            </a:r>
            <a:r>
              <a:rPr lang="en-US" dirty="0">
                <a:latin typeface="Comic Sans MS" pitchFamily="66" charset="0"/>
              </a:rPr>
              <a:t> host </a:t>
            </a:r>
            <a:r>
              <a:rPr lang="en-US" dirty="0" err="1">
                <a:latin typeface="Comic Sans MS" pitchFamily="66" charset="0"/>
              </a:rPr>
              <a:t>của</a:t>
            </a:r>
            <a:r>
              <a:rPr lang="en-US" dirty="0">
                <a:latin typeface="Comic Sans MS" pitchFamily="66" charset="0"/>
              </a:rPr>
              <a:t> </a:t>
            </a:r>
            <a:r>
              <a:rPr lang="en-US" dirty="0" err="1">
                <a:latin typeface="Comic Sans MS" pitchFamily="66" charset="0"/>
              </a:rPr>
              <a:t>địa</a:t>
            </a:r>
            <a:r>
              <a:rPr lang="en-US" dirty="0">
                <a:latin typeface="Comic Sans MS" pitchFamily="66" charset="0"/>
              </a:rPr>
              <a:t> </a:t>
            </a:r>
            <a:r>
              <a:rPr lang="en-US" dirty="0" err="1">
                <a:latin typeface="Comic Sans MS" pitchFamily="66" charset="0"/>
              </a:rPr>
              <a:t>chỉ</a:t>
            </a:r>
            <a:r>
              <a:rPr lang="en-US" dirty="0">
                <a:latin typeface="Comic Sans MS" pitchFamily="66" charset="0"/>
              </a:rPr>
              <a:t> IP)</a:t>
            </a:r>
          </a:p>
        </p:txBody>
      </p:sp>
      <p:pic>
        <p:nvPicPr>
          <p:cNvPr id="50182" name="Picture 4" descr="underline_base">
            <a:extLst>
              <a:ext uri="{FF2B5EF4-FFF2-40B4-BE49-F238E27FC236}">
                <a16:creationId xmlns:a16="http://schemas.microsoft.com/office/drawing/2014/main" id="{8BA1B3F9-EDD2-46DA-B6E3-9CFFB6AE9898}"/>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5663" y="1047750"/>
            <a:ext cx="6856412"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270818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Footer Placeholder 4">
            <a:extLst>
              <a:ext uri="{FF2B5EF4-FFF2-40B4-BE49-F238E27FC236}">
                <a16:creationId xmlns:a16="http://schemas.microsoft.com/office/drawing/2014/main" id="{6700435F-6477-4E60-B0DC-840EB6DC8684}"/>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Tầng Network</a:t>
            </a:r>
          </a:p>
        </p:txBody>
      </p:sp>
      <p:sp>
        <p:nvSpPr>
          <p:cNvPr id="51203" name="Slide Number Placeholder 5">
            <a:extLst>
              <a:ext uri="{FF2B5EF4-FFF2-40B4-BE49-F238E27FC236}">
                <a16:creationId xmlns:a16="http://schemas.microsoft.com/office/drawing/2014/main" id="{DD696171-15E5-419A-9D58-3AF16A78888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4-</a:t>
            </a:r>
            <a:fld id="{88A23A78-FE5E-4A5F-AB60-B13680AF0256}" type="slidenum">
              <a:rPr lang="en-US" altLang="en-US">
                <a:latin typeface="Tahoma" panose="020B0604030504040204" pitchFamily="34" charset="0"/>
              </a:rPr>
              <a:pPr/>
              <a:t>52</a:t>
            </a:fld>
            <a:endParaRPr lang="en-US" altLang="en-US">
              <a:latin typeface="Tahoma" panose="020B0604030504040204" pitchFamily="34" charset="0"/>
            </a:endParaRPr>
          </a:p>
        </p:txBody>
      </p:sp>
      <p:sp>
        <p:nvSpPr>
          <p:cNvPr id="648195" name="Rectangle 3">
            <a:extLst>
              <a:ext uri="{FF2B5EF4-FFF2-40B4-BE49-F238E27FC236}">
                <a16:creationId xmlns:a16="http://schemas.microsoft.com/office/drawing/2014/main" id="{AED78797-DAA1-4932-A61C-8A372AE36A55}"/>
              </a:ext>
            </a:extLst>
          </p:cNvPr>
          <p:cNvSpPr>
            <a:spLocks noGrp="1" noChangeArrowheads="1"/>
          </p:cNvSpPr>
          <p:nvPr>
            <p:ph type="body" idx="1"/>
          </p:nvPr>
        </p:nvSpPr>
        <p:spPr>
          <a:xfrm>
            <a:off x="6561138" y="1049338"/>
            <a:ext cx="3421062" cy="1262062"/>
          </a:xfrm>
        </p:spPr>
        <p:txBody>
          <a:bodyPr>
            <a:normAutofit fontScale="92500" lnSpcReduction="10000"/>
          </a:bodyPr>
          <a:lstStyle/>
          <a:p>
            <a:pPr>
              <a:buFont typeface="Wingdings" charset="0"/>
              <a:buChar char="v"/>
              <a:defRPr/>
            </a:pPr>
            <a:r>
              <a:rPr lang="en-US" sz="2200" dirty="0">
                <a:latin typeface="Comic Sans MS" pitchFamily="66" charset="0"/>
              </a:rPr>
              <a:t>laptop </a:t>
            </a:r>
            <a:r>
              <a:rPr lang="en-US" sz="2200" dirty="0" err="1">
                <a:latin typeface="Comic Sans MS" pitchFamily="66" charset="0"/>
              </a:rPr>
              <a:t>tham</a:t>
            </a:r>
            <a:r>
              <a:rPr lang="en-US" sz="2200" dirty="0">
                <a:latin typeface="Comic Sans MS" pitchFamily="66" charset="0"/>
              </a:rPr>
              <a:t> </a:t>
            </a:r>
            <a:r>
              <a:rPr lang="en-US" sz="2200" dirty="0" err="1">
                <a:latin typeface="Comic Sans MS" pitchFamily="66" charset="0"/>
              </a:rPr>
              <a:t>gia</a:t>
            </a:r>
            <a:r>
              <a:rPr lang="en-US" sz="2200" dirty="0">
                <a:latin typeface="Comic Sans MS" pitchFamily="66" charset="0"/>
              </a:rPr>
              <a:t> </a:t>
            </a:r>
            <a:r>
              <a:rPr lang="en-US" sz="2200" dirty="0" err="1">
                <a:latin typeface="Comic Sans MS" pitchFamily="66" charset="0"/>
              </a:rPr>
              <a:t>vào</a:t>
            </a:r>
            <a:r>
              <a:rPr lang="en-US" sz="2200" dirty="0">
                <a:latin typeface="Comic Sans MS" pitchFamily="66" charset="0"/>
              </a:rPr>
              <a:t> </a:t>
            </a:r>
            <a:r>
              <a:rPr lang="en-US" sz="2200" dirty="0" err="1">
                <a:latin typeface="Comic Sans MS" pitchFamily="66" charset="0"/>
              </a:rPr>
              <a:t>mạng</a:t>
            </a:r>
            <a:r>
              <a:rPr lang="en-US" sz="2200" dirty="0">
                <a:latin typeface="Comic Sans MS" pitchFamily="66" charset="0"/>
              </a:rPr>
              <a:t> </a:t>
            </a:r>
            <a:r>
              <a:rPr lang="en-US" sz="2200" dirty="0" err="1">
                <a:latin typeface="Comic Sans MS" pitchFamily="66" charset="0"/>
              </a:rPr>
              <a:t>cần</a:t>
            </a:r>
            <a:r>
              <a:rPr lang="en-US" sz="2200" dirty="0">
                <a:latin typeface="Comic Sans MS" pitchFamily="66" charset="0"/>
              </a:rPr>
              <a:t> </a:t>
            </a:r>
            <a:r>
              <a:rPr lang="en-US" sz="2200" dirty="0" err="1">
                <a:latin typeface="Comic Sans MS" pitchFamily="66" charset="0"/>
              </a:rPr>
              <a:t>địa</a:t>
            </a:r>
            <a:r>
              <a:rPr lang="en-US" sz="2200" dirty="0">
                <a:latin typeface="Comic Sans MS" pitchFamily="66" charset="0"/>
              </a:rPr>
              <a:t> </a:t>
            </a:r>
            <a:r>
              <a:rPr lang="en-US" sz="2200" dirty="0" err="1">
                <a:latin typeface="Comic Sans MS" pitchFamily="66" charset="0"/>
              </a:rPr>
              <a:t>chỉ</a:t>
            </a:r>
            <a:r>
              <a:rPr lang="en-US" sz="2200" dirty="0">
                <a:latin typeface="Comic Sans MS" pitchFamily="66" charset="0"/>
              </a:rPr>
              <a:t> IP </a:t>
            </a:r>
            <a:r>
              <a:rPr lang="en-US" sz="2200" dirty="0" err="1">
                <a:latin typeface="Comic Sans MS" pitchFamily="66" charset="0"/>
              </a:rPr>
              <a:t>của</a:t>
            </a:r>
            <a:r>
              <a:rPr lang="en-US" sz="2200" dirty="0">
                <a:latin typeface="Comic Sans MS" pitchFamily="66" charset="0"/>
              </a:rPr>
              <a:t> </a:t>
            </a:r>
            <a:r>
              <a:rPr lang="en-US" sz="2200" dirty="0" err="1">
                <a:latin typeface="Comic Sans MS" pitchFamily="66" charset="0"/>
              </a:rPr>
              <a:t>nó</a:t>
            </a:r>
            <a:r>
              <a:rPr lang="en-US" sz="2200" dirty="0">
                <a:latin typeface="Comic Sans MS" pitchFamily="66" charset="0"/>
              </a:rPr>
              <a:t>, </a:t>
            </a:r>
            <a:r>
              <a:rPr lang="en-US" sz="2200" dirty="0" err="1">
                <a:latin typeface="Comic Sans MS" pitchFamily="66" charset="0"/>
              </a:rPr>
              <a:t>địa</a:t>
            </a:r>
            <a:r>
              <a:rPr lang="en-US" sz="2200" dirty="0">
                <a:latin typeface="Comic Sans MS" pitchFamily="66" charset="0"/>
              </a:rPr>
              <a:t> </a:t>
            </a:r>
            <a:r>
              <a:rPr lang="en-US" sz="2200" dirty="0" err="1">
                <a:latin typeface="Comic Sans MS" pitchFamily="66" charset="0"/>
              </a:rPr>
              <a:t>chỉ</a:t>
            </a:r>
            <a:r>
              <a:rPr lang="en-US" sz="2200" dirty="0">
                <a:latin typeface="Comic Sans MS" pitchFamily="66" charset="0"/>
              </a:rPr>
              <a:t> </a:t>
            </a:r>
            <a:r>
              <a:rPr lang="en-US" sz="2200" dirty="0" err="1">
                <a:latin typeface="Comic Sans MS" pitchFamily="66" charset="0"/>
              </a:rPr>
              <a:t>của</a:t>
            </a:r>
            <a:r>
              <a:rPr lang="en-US" sz="2200" dirty="0">
                <a:latin typeface="Comic Sans MS" pitchFamily="66" charset="0"/>
              </a:rPr>
              <a:t> router first-hop, </a:t>
            </a:r>
            <a:r>
              <a:rPr lang="en-US" sz="2200" dirty="0" err="1">
                <a:latin typeface="Comic Sans MS" pitchFamily="66" charset="0"/>
              </a:rPr>
              <a:t>địa</a:t>
            </a:r>
            <a:r>
              <a:rPr lang="en-US" sz="2200" dirty="0">
                <a:latin typeface="Comic Sans MS" pitchFamily="66" charset="0"/>
              </a:rPr>
              <a:t> </a:t>
            </a:r>
            <a:r>
              <a:rPr lang="en-US" sz="2200" dirty="0" err="1">
                <a:latin typeface="Comic Sans MS" pitchFamily="66" charset="0"/>
              </a:rPr>
              <a:t>chỉ</a:t>
            </a:r>
            <a:r>
              <a:rPr lang="en-US" sz="2200" dirty="0">
                <a:latin typeface="Comic Sans MS" pitchFamily="66" charset="0"/>
              </a:rPr>
              <a:t> </a:t>
            </a:r>
            <a:r>
              <a:rPr lang="en-US" sz="2200" dirty="0" err="1">
                <a:latin typeface="Comic Sans MS" pitchFamily="66" charset="0"/>
              </a:rPr>
              <a:t>của</a:t>
            </a:r>
            <a:r>
              <a:rPr lang="en-US" sz="2200" dirty="0">
                <a:latin typeface="Comic Sans MS" pitchFamily="66" charset="0"/>
              </a:rPr>
              <a:t> : </a:t>
            </a:r>
            <a:r>
              <a:rPr lang="en-US" sz="2200" dirty="0" err="1">
                <a:latin typeface="Comic Sans MS" pitchFamily="66" charset="0"/>
              </a:rPr>
              <a:t>dùng</a:t>
            </a:r>
            <a:r>
              <a:rPr lang="en-US" sz="2200" dirty="0">
                <a:latin typeface="Comic Sans MS" pitchFamily="66" charset="0"/>
              </a:rPr>
              <a:t> DHCP</a:t>
            </a:r>
          </a:p>
        </p:txBody>
      </p:sp>
      <p:sp>
        <p:nvSpPr>
          <p:cNvPr id="51205" name="Freeform 3">
            <a:extLst>
              <a:ext uri="{FF2B5EF4-FFF2-40B4-BE49-F238E27FC236}">
                <a16:creationId xmlns:a16="http://schemas.microsoft.com/office/drawing/2014/main" id="{D0189F69-7218-4EDD-AF9E-FB9356B3528B}"/>
              </a:ext>
            </a:extLst>
          </p:cNvPr>
          <p:cNvSpPr>
            <a:spLocks/>
          </p:cNvSpPr>
          <p:nvPr/>
        </p:nvSpPr>
        <p:spPr bwMode="auto">
          <a:xfrm>
            <a:off x="2297113" y="1428751"/>
            <a:ext cx="3554412" cy="2754313"/>
          </a:xfrm>
          <a:custGeom>
            <a:avLst/>
            <a:gdLst>
              <a:gd name="T0" fmla="*/ 2147483647 w 2406"/>
              <a:gd name="T1" fmla="*/ 2147483647 h 958"/>
              <a:gd name="T2" fmla="*/ 2147483647 w 2406"/>
              <a:gd name="T3" fmla="*/ 2147483647 h 958"/>
              <a:gd name="T4" fmla="*/ 2147483647 w 2406"/>
              <a:gd name="T5" fmla="*/ 2147483647 h 958"/>
              <a:gd name="T6" fmla="*/ 2147483647 w 2406"/>
              <a:gd name="T7" fmla="*/ 2147483647 h 958"/>
              <a:gd name="T8" fmla="*/ 2147483647 w 2406"/>
              <a:gd name="T9" fmla="*/ 2147483647 h 958"/>
              <a:gd name="T10" fmla="*/ 2147483647 w 2406"/>
              <a:gd name="T11" fmla="*/ 2147483647 h 958"/>
              <a:gd name="T12" fmla="*/ 2147483647 w 2406"/>
              <a:gd name="T13" fmla="*/ 2147483647 h 958"/>
              <a:gd name="T14" fmla="*/ 2147483647 w 2406"/>
              <a:gd name="T15" fmla="*/ 2147483647 h 958"/>
              <a:gd name="T16" fmla="*/ 2147483647 w 2406"/>
              <a:gd name="T17" fmla="*/ 2147483647 h 958"/>
              <a:gd name="T18" fmla="*/ 2147483647 w 2406"/>
              <a:gd name="T19" fmla="*/ 2147483647 h 958"/>
              <a:gd name="T20" fmla="*/ 2147483647 w 2406"/>
              <a:gd name="T21" fmla="*/ 2147483647 h 958"/>
              <a:gd name="T22" fmla="*/ 2147483647 w 2406"/>
              <a:gd name="T23" fmla="*/ 2147483647 h 958"/>
              <a:gd name="T24" fmla="*/ 2147483647 w 2406"/>
              <a:gd name="T25" fmla="*/ 2147483647 h 95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406"/>
              <a:gd name="T40" fmla="*/ 0 h 958"/>
              <a:gd name="T41" fmla="*/ 2406 w 2406"/>
              <a:gd name="T42" fmla="*/ 958 h 95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406" h="958">
                <a:moveTo>
                  <a:pt x="2192" y="274"/>
                </a:moveTo>
                <a:cubicBezTo>
                  <a:pt x="1978" y="94"/>
                  <a:pt x="1990" y="122"/>
                  <a:pt x="1857" y="77"/>
                </a:cubicBezTo>
                <a:cubicBezTo>
                  <a:pt x="1724" y="32"/>
                  <a:pt x="1584" y="0"/>
                  <a:pt x="1393" y="7"/>
                </a:cubicBezTo>
                <a:cubicBezTo>
                  <a:pt x="1202" y="14"/>
                  <a:pt x="898" y="84"/>
                  <a:pt x="713" y="122"/>
                </a:cubicBezTo>
                <a:cubicBezTo>
                  <a:pt x="528" y="160"/>
                  <a:pt x="395" y="168"/>
                  <a:pt x="280" y="234"/>
                </a:cubicBezTo>
                <a:cubicBezTo>
                  <a:pt x="166" y="301"/>
                  <a:pt x="52" y="432"/>
                  <a:pt x="26" y="522"/>
                </a:cubicBezTo>
                <a:cubicBezTo>
                  <a:pt x="0" y="612"/>
                  <a:pt x="81" y="711"/>
                  <a:pt x="122" y="773"/>
                </a:cubicBezTo>
                <a:cubicBezTo>
                  <a:pt x="163" y="835"/>
                  <a:pt x="99" y="877"/>
                  <a:pt x="273" y="894"/>
                </a:cubicBezTo>
                <a:cubicBezTo>
                  <a:pt x="447" y="911"/>
                  <a:pt x="938" y="866"/>
                  <a:pt x="1169" y="876"/>
                </a:cubicBezTo>
                <a:cubicBezTo>
                  <a:pt x="1400" y="886"/>
                  <a:pt x="1499" y="950"/>
                  <a:pt x="1659" y="954"/>
                </a:cubicBezTo>
                <a:cubicBezTo>
                  <a:pt x="1819" y="958"/>
                  <a:pt x="2014" y="958"/>
                  <a:pt x="2129" y="897"/>
                </a:cubicBezTo>
                <a:cubicBezTo>
                  <a:pt x="2244" y="836"/>
                  <a:pt x="2327" y="856"/>
                  <a:pt x="2350" y="591"/>
                </a:cubicBezTo>
                <a:cubicBezTo>
                  <a:pt x="2373" y="326"/>
                  <a:pt x="2406" y="454"/>
                  <a:pt x="2192" y="274"/>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1206" name="Line 36">
            <a:extLst>
              <a:ext uri="{FF2B5EF4-FFF2-40B4-BE49-F238E27FC236}">
                <a16:creationId xmlns:a16="http://schemas.microsoft.com/office/drawing/2014/main" id="{10DC052A-BFE9-458A-A7A0-0544B2C19555}"/>
              </a:ext>
            </a:extLst>
          </p:cNvPr>
          <p:cNvSpPr>
            <a:spLocks noChangeShapeType="1"/>
          </p:cNvSpPr>
          <p:nvPr/>
        </p:nvSpPr>
        <p:spPr bwMode="auto">
          <a:xfrm flipV="1">
            <a:off x="5299076" y="2500314"/>
            <a:ext cx="155575" cy="1428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07" name="Line 43">
            <a:extLst>
              <a:ext uri="{FF2B5EF4-FFF2-40B4-BE49-F238E27FC236}">
                <a16:creationId xmlns:a16="http://schemas.microsoft.com/office/drawing/2014/main" id="{72D7FC73-A239-40AF-9F76-C7928C48357F}"/>
              </a:ext>
            </a:extLst>
          </p:cNvPr>
          <p:cNvSpPr>
            <a:spLocks noChangeShapeType="1"/>
          </p:cNvSpPr>
          <p:nvPr/>
        </p:nvSpPr>
        <p:spPr bwMode="auto">
          <a:xfrm flipV="1">
            <a:off x="4189414" y="2673350"/>
            <a:ext cx="69532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08" name="Line 44">
            <a:extLst>
              <a:ext uri="{FF2B5EF4-FFF2-40B4-BE49-F238E27FC236}">
                <a16:creationId xmlns:a16="http://schemas.microsoft.com/office/drawing/2014/main" id="{E156BCEB-7283-45DC-8BCF-CF71A1C76FE5}"/>
              </a:ext>
            </a:extLst>
          </p:cNvPr>
          <p:cNvSpPr>
            <a:spLocks noChangeShapeType="1"/>
          </p:cNvSpPr>
          <p:nvPr/>
        </p:nvSpPr>
        <p:spPr bwMode="auto">
          <a:xfrm flipV="1">
            <a:off x="5448301" y="2357439"/>
            <a:ext cx="138113" cy="142875"/>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51209" name="Line 48">
            <a:extLst>
              <a:ext uri="{FF2B5EF4-FFF2-40B4-BE49-F238E27FC236}">
                <a16:creationId xmlns:a16="http://schemas.microsoft.com/office/drawing/2014/main" id="{6F40B8B0-D789-4CED-BA2A-C14C8596908F}"/>
              </a:ext>
            </a:extLst>
          </p:cNvPr>
          <p:cNvSpPr>
            <a:spLocks noChangeShapeType="1"/>
          </p:cNvSpPr>
          <p:nvPr/>
        </p:nvSpPr>
        <p:spPr bwMode="auto">
          <a:xfrm flipV="1">
            <a:off x="4803776" y="2892426"/>
            <a:ext cx="512763" cy="6127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10" name="Text Box 44">
            <a:extLst>
              <a:ext uri="{FF2B5EF4-FFF2-40B4-BE49-F238E27FC236}">
                <a16:creationId xmlns:a16="http://schemas.microsoft.com/office/drawing/2014/main" id="{DE3BE064-3BB3-470E-BB63-851840E9F43B}"/>
              </a:ext>
            </a:extLst>
          </p:cNvPr>
          <p:cNvSpPr txBox="1">
            <a:spLocks noChangeArrowheads="1"/>
          </p:cNvSpPr>
          <p:nvPr/>
        </p:nvSpPr>
        <p:spPr bwMode="auto">
          <a:xfrm>
            <a:off x="4086226" y="3967164"/>
            <a:ext cx="2379663"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i="1"/>
              <a:t>router với DHCP </a:t>
            </a:r>
          </a:p>
          <a:p>
            <a:r>
              <a:rPr lang="en-US" altLang="en-US" i="1"/>
              <a:t>server được tích hợp </a:t>
            </a:r>
          </a:p>
          <a:p>
            <a:r>
              <a:rPr lang="en-US" altLang="en-US" i="1"/>
              <a:t>vào trong router</a:t>
            </a:r>
          </a:p>
        </p:txBody>
      </p:sp>
      <p:sp>
        <p:nvSpPr>
          <p:cNvPr id="648344" name="Rectangle 152">
            <a:extLst>
              <a:ext uri="{FF2B5EF4-FFF2-40B4-BE49-F238E27FC236}">
                <a16:creationId xmlns:a16="http://schemas.microsoft.com/office/drawing/2014/main" id="{0CDE1ADC-6845-4708-8AE2-B63B1F82C2B7}"/>
              </a:ext>
            </a:extLst>
          </p:cNvPr>
          <p:cNvSpPr>
            <a:spLocks noChangeArrowheads="1"/>
          </p:cNvSpPr>
          <p:nvPr/>
        </p:nvSpPr>
        <p:spPr bwMode="auto">
          <a:xfrm>
            <a:off x="6561138" y="2574926"/>
            <a:ext cx="3892550" cy="1306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nSpc>
                <a:spcPct val="90000"/>
              </a:lnSpc>
              <a:spcBef>
                <a:spcPct val="20000"/>
              </a:spcBef>
              <a:buClr>
                <a:srgbClr val="000099"/>
              </a:buClr>
              <a:buSzPct val="65000"/>
              <a:buFont typeface="Wingdings" panose="05000000000000000000" pitchFamily="2" charset="2"/>
              <a:buChar char="v"/>
            </a:pPr>
            <a:r>
              <a:rPr lang="en-US" altLang="en-US" sz="2200">
                <a:latin typeface="Comic Sans MS" panose="030F0702030302020204" pitchFamily="66" charset="0"/>
              </a:rPr>
              <a:t>DHCP request được đóng gói trong UDP, được đóng gói trong IP, được đóng gói trong 802.1 Ethernet</a:t>
            </a:r>
          </a:p>
          <a:p>
            <a:pPr>
              <a:lnSpc>
                <a:spcPct val="90000"/>
              </a:lnSpc>
              <a:spcBef>
                <a:spcPct val="20000"/>
              </a:spcBef>
              <a:buClr>
                <a:srgbClr val="000099"/>
              </a:buClr>
              <a:buSzPct val="65000"/>
              <a:buFont typeface="Wingdings" panose="05000000000000000000" pitchFamily="2" charset="2"/>
              <a:buNone/>
            </a:pPr>
            <a:endParaRPr lang="en-US" altLang="en-US" sz="2200">
              <a:latin typeface="Comic Sans MS" panose="030F0702030302020204" pitchFamily="66" charset="0"/>
            </a:endParaRPr>
          </a:p>
        </p:txBody>
      </p:sp>
      <p:sp>
        <p:nvSpPr>
          <p:cNvPr id="648345" name="Rectangle 153">
            <a:extLst>
              <a:ext uri="{FF2B5EF4-FFF2-40B4-BE49-F238E27FC236}">
                <a16:creationId xmlns:a16="http://schemas.microsoft.com/office/drawing/2014/main" id="{572C0B04-8C35-456C-B872-07AE33DC1908}"/>
              </a:ext>
            </a:extLst>
          </p:cNvPr>
          <p:cNvSpPr>
            <a:spLocks noChangeArrowheads="1"/>
          </p:cNvSpPr>
          <p:nvPr/>
        </p:nvSpPr>
        <p:spPr bwMode="auto">
          <a:xfrm>
            <a:off x="6559550" y="3821114"/>
            <a:ext cx="4108450" cy="1563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nSpc>
                <a:spcPct val="90000"/>
              </a:lnSpc>
              <a:spcBef>
                <a:spcPct val="20000"/>
              </a:spcBef>
              <a:buClr>
                <a:srgbClr val="000099"/>
              </a:buClr>
              <a:buSzPct val="65000"/>
              <a:buFont typeface="Wingdings" panose="05000000000000000000" pitchFamily="2" charset="2"/>
              <a:buChar char="v"/>
            </a:pPr>
            <a:r>
              <a:rPr lang="en-US" altLang="en-US" sz="2200">
                <a:latin typeface="Comic Sans MS" panose="030F0702030302020204" pitchFamily="66" charset="0"/>
              </a:rPr>
              <a:t>Ethernet frame broadcast (dest: </a:t>
            </a:r>
            <a:r>
              <a:rPr lang="en-US" altLang="en-US" sz="1600">
                <a:latin typeface="Comic Sans MS" panose="030F0702030302020204" pitchFamily="66" charset="0"/>
              </a:rPr>
              <a:t>FFFFFFFFFFFF</a:t>
            </a:r>
            <a:r>
              <a:rPr lang="en-US" altLang="en-US" sz="2200">
                <a:latin typeface="Comic Sans MS" panose="030F0702030302020204" pitchFamily="66" charset="0"/>
              </a:rPr>
              <a:t>) trên LAN, được nhận tại router đang chạy DHCP server</a:t>
            </a:r>
          </a:p>
        </p:txBody>
      </p:sp>
      <p:sp>
        <p:nvSpPr>
          <p:cNvPr id="648346" name="Rectangle 154">
            <a:extLst>
              <a:ext uri="{FF2B5EF4-FFF2-40B4-BE49-F238E27FC236}">
                <a16:creationId xmlns:a16="http://schemas.microsoft.com/office/drawing/2014/main" id="{894EBB23-8961-424D-AE15-832C49E297F1}"/>
              </a:ext>
            </a:extLst>
          </p:cNvPr>
          <p:cNvSpPr>
            <a:spLocks noChangeArrowheads="1"/>
          </p:cNvSpPr>
          <p:nvPr/>
        </p:nvSpPr>
        <p:spPr bwMode="auto">
          <a:xfrm>
            <a:off x="6557963" y="5157789"/>
            <a:ext cx="3802062" cy="1292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nSpc>
                <a:spcPct val="90000"/>
              </a:lnSpc>
              <a:spcBef>
                <a:spcPct val="20000"/>
              </a:spcBef>
              <a:buClr>
                <a:srgbClr val="000099"/>
              </a:buClr>
              <a:buSzPct val="65000"/>
              <a:buFont typeface="Wingdings" panose="05000000000000000000" pitchFamily="2" charset="2"/>
              <a:buChar char="v"/>
            </a:pPr>
            <a:r>
              <a:rPr lang="en-US" altLang="en-US" sz="2200">
                <a:latin typeface="Gill Sans MT" panose="020B0502020104020203" pitchFamily="34" charset="0"/>
              </a:rPr>
              <a:t>Ethernet demuxed to IP demuxed, UDP demuxed to DHCP </a:t>
            </a:r>
          </a:p>
        </p:txBody>
      </p:sp>
      <p:sp>
        <p:nvSpPr>
          <p:cNvPr id="51214" name="Text Box 155">
            <a:extLst>
              <a:ext uri="{FF2B5EF4-FFF2-40B4-BE49-F238E27FC236}">
                <a16:creationId xmlns:a16="http://schemas.microsoft.com/office/drawing/2014/main" id="{227ABE23-9A7B-42FC-832E-461B8F304BEF}"/>
              </a:ext>
            </a:extLst>
          </p:cNvPr>
          <p:cNvSpPr txBox="1">
            <a:spLocks noChangeArrowheads="1"/>
          </p:cNvSpPr>
          <p:nvPr/>
        </p:nvSpPr>
        <p:spPr bwMode="auto">
          <a:xfrm>
            <a:off x="4851400" y="3284538"/>
            <a:ext cx="10477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400"/>
              <a:t>168.1.1.1</a:t>
            </a:r>
          </a:p>
          <a:p>
            <a:endParaRPr lang="en-US" altLang="en-US" sz="1400"/>
          </a:p>
        </p:txBody>
      </p:sp>
      <p:grpSp>
        <p:nvGrpSpPr>
          <p:cNvPr id="51215" name="Group 186">
            <a:extLst>
              <a:ext uri="{FF2B5EF4-FFF2-40B4-BE49-F238E27FC236}">
                <a16:creationId xmlns:a16="http://schemas.microsoft.com/office/drawing/2014/main" id="{25DE1D66-FFF3-4F6F-A3D6-8546273C23D3}"/>
              </a:ext>
            </a:extLst>
          </p:cNvPr>
          <p:cNvGrpSpPr>
            <a:grpSpLocks/>
          </p:cNvGrpSpPr>
          <p:nvPr/>
        </p:nvGrpSpPr>
        <p:grpSpPr bwMode="auto">
          <a:xfrm>
            <a:off x="4664076" y="2598739"/>
            <a:ext cx="963613" cy="300037"/>
            <a:chOff x="4410" y="1365"/>
            <a:chExt cx="663" cy="224"/>
          </a:xfrm>
        </p:grpSpPr>
        <p:sp>
          <p:nvSpPr>
            <p:cNvPr id="51391" name="Rectangle 187">
              <a:extLst>
                <a:ext uri="{FF2B5EF4-FFF2-40B4-BE49-F238E27FC236}">
                  <a16:creationId xmlns:a16="http://schemas.microsoft.com/office/drawing/2014/main" id="{83E08336-96EB-4B2B-9DFF-BC6505426932}"/>
                </a:ext>
              </a:extLst>
            </p:cNvPr>
            <p:cNvSpPr>
              <a:spLocks noChangeArrowheads="1"/>
            </p:cNvSpPr>
            <p:nvPr/>
          </p:nvSpPr>
          <p:spPr bwMode="auto">
            <a:xfrm>
              <a:off x="4410" y="1500"/>
              <a:ext cx="495" cy="87"/>
            </a:xfrm>
            <a:prstGeom prst="rect">
              <a:avLst/>
            </a:prstGeom>
            <a:gradFill rotWithShape="1">
              <a:gsLst>
                <a:gs pos="0">
                  <a:srgbClr val="009999"/>
                </a:gs>
                <a:gs pos="100000">
                  <a:srgbClr val="FFFFFF"/>
                </a:gs>
              </a:gsLst>
              <a:lin ang="0" scaled="1"/>
            </a:gradFill>
            <a:ln w="9525">
              <a:solidFill>
                <a:srgbClr val="000000"/>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1392" name="AutoShape 188">
              <a:extLst>
                <a:ext uri="{FF2B5EF4-FFF2-40B4-BE49-F238E27FC236}">
                  <a16:creationId xmlns:a16="http://schemas.microsoft.com/office/drawing/2014/main" id="{19EFAD28-8F76-46A6-8EFD-A6387C893A13}"/>
                </a:ext>
              </a:extLst>
            </p:cNvPr>
            <p:cNvSpPr>
              <a:spLocks noChangeArrowheads="1"/>
            </p:cNvSpPr>
            <p:nvPr/>
          </p:nvSpPr>
          <p:spPr bwMode="auto">
            <a:xfrm>
              <a:off x="4410" y="1369"/>
              <a:ext cx="663" cy="134"/>
            </a:xfrm>
            <a:prstGeom prst="parallelogram">
              <a:avLst>
                <a:gd name="adj" fmla="val 122778"/>
              </a:avLst>
            </a:prstGeom>
            <a:gradFill rotWithShape="1">
              <a:gsLst>
                <a:gs pos="0">
                  <a:srgbClr val="009999"/>
                </a:gs>
                <a:gs pos="100000">
                  <a:srgbClr val="FFFFFF"/>
                </a:gs>
              </a:gsLst>
              <a:lin ang="0" scaled="1"/>
            </a:gradFill>
            <a:ln w="9525">
              <a:solidFill>
                <a:srgbClr val="000000"/>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1393" name="Freeform 189">
              <a:extLst>
                <a:ext uri="{FF2B5EF4-FFF2-40B4-BE49-F238E27FC236}">
                  <a16:creationId xmlns:a16="http://schemas.microsoft.com/office/drawing/2014/main" id="{925A5AB4-50A9-48C3-B77A-EB28CB9B117B}"/>
                </a:ext>
              </a:extLst>
            </p:cNvPr>
            <p:cNvSpPr>
              <a:spLocks/>
            </p:cNvSpPr>
            <p:nvPr/>
          </p:nvSpPr>
          <p:spPr bwMode="auto">
            <a:xfrm>
              <a:off x="4904" y="1365"/>
              <a:ext cx="169" cy="224"/>
            </a:xfrm>
            <a:custGeom>
              <a:avLst/>
              <a:gdLst>
                <a:gd name="T0" fmla="*/ 0 w 169"/>
                <a:gd name="T1" fmla="*/ 138 h 224"/>
                <a:gd name="T2" fmla="*/ 0 w 169"/>
                <a:gd name="T3" fmla="*/ 224 h 224"/>
                <a:gd name="T4" fmla="*/ 169 w 169"/>
                <a:gd name="T5" fmla="*/ 77 h 224"/>
                <a:gd name="T6" fmla="*/ 169 w 169"/>
                <a:gd name="T7" fmla="*/ 0 h 224"/>
                <a:gd name="T8" fmla="*/ 0 w 169"/>
                <a:gd name="T9" fmla="*/ 138 h 224"/>
                <a:gd name="T10" fmla="*/ 0 60000 65536"/>
                <a:gd name="T11" fmla="*/ 0 60000 65536"/>
                <a:gd name="T12" fmla="*/ 0 60000 65536"/>
                <a:gd name="T13" fmla="*/ 0 60000 65536"/>
                <a:gd name="T14" fmla="*/ 0 60000 65536"/>
                <a:gd name="T15" fmla="*/ 0 w 169"/>
                <a:gd name="T16" fmla="*/ 0 h 224"/>
                <a:gd name="T17" fmla="*/ 169 w 169"/>
                <a:gd name="T18" fmla="*/ 224 h 224"/>
              </a:gdLst>
              <a:ahLst/>
              <a:cxnLst>
                <a:cxn ang="T10">
                  <a:pos x="T0" y="T1"/>
                </a:cxn>
                <a:cxn ang="T11">
                  <a:pos x="T2" y="T3"/>
                </a:cxn>
                <a:cxn ang="T12">
                  <a:pos x="T4" y="T5"/>
                </a:cxn>
                <a:cxn ang="T13">
                  <a:pos x="T6" y="T7"/>
                </a:cxn>
                <a:cxn ang="T14">
                  <a:pos x="T8" y="T9"/>
                </a:cxn>
              </a:cxnLst>
              <a:rect l="T15" t="T16" r="T17" b="T18"/>
              <a:pathLst>
                <a:path w="169" h="224">
                  <a:moveTo>
                    <a:pt x="0" y="138"/>
                  </a:moveTo>
                  <a:lnTo>
                    <a:pt x="0" y="224"/>
                  </a:lnTo>
                  <a:lnTo>
                    <a:pt x="169" y="77"/>
                  </a:lnTo>
                  <a:lnTo>
                    <a:pt x="169" y="0"/>
                  </a:lnTo>
                  <a:lnTo>
                    <a:pt x="0" y="138"/>
                  </a:lnTo>
                  <a:close/>
                </a:path>
              </a:pathLst>
            </a:custGeom>
            <a:solidFill>
              <a:srgbClr val="BBE0E3"/>
            </a:solidFill>
            <a:ln w="6350">
              <a:solidFill>
                <a:srgbClr val="000000"/>
              </a:solidFill>
              <a:round/>
              <a:headEnd/>
              <a:tailEnd/>
            </a:ln>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1394" name="Freeform 190">
              <a:extLst>
                <a:ext uri="{FF2B5EF4-FFF2-40B4-BE49-F238E27FC236}">
                  <a16:creationId xmlns:a16="http://schemas.microsoft.com/office/drawing/2014/main" id="{E3F12F89-DAE7-4525-858C-D988F68CAE94}"/>
                </a:ext>
              </a:extLst>
            </p:cNvPr>
            <p:cNvSpPr>
              <a:spLocks/>
            </p:cNvSpPr>
            <p:nvPr/>
          </p:nvSpPr>
          <p:spPr bwMode="auto">
            <a:xfrm>
              <a:off x="4475" y="1395"/>
              <a:ext cx="506" cy="80"/>
            </a:xfrm>
            <a:custGeom>
              <a:avLst/>
              <a:gdLst>
                <a:gd name="T0" fmla="*/ 0 w 280"/>
                <a:gd name="T1" fmla="*/ 12178 h 63"/>
                <a:gd name="T2" fmla="*/ 16738841 w 280"/>
                <a:gd name="T3" fmla="*/ 11844 h 63"/>
                <a:gd name="T4" fmla="*/ 98787551 w 280"/>
                <a:gd name="T5" fmla="*/ 0 h 63"/>
                <a:gd name="T6" fmla="*/ 126123655 w 280"/>
                <a:gd name="T7" fmla="*/ 0 h 63"/>
                <a:gd name="T8" fmla="*/ 0 60000 65536"/>
                <a:gd name="T9" fmla="*/ 0 60000 65536"/>
                <a:gd name="T10" fmla="*/ 0 60000 65536"/>
                <a:gd name="T11" fmla="*/ 0 60000 65536"/>
                <a:gd name="T12" fmla="*/ 0 w 280"/>
                <a:gd name="T13" fmla="*/ 0 h 63"/>
                <a:gd name="T14" fmla="*/ 280 w 280"/>
                <a:gd name="T15" fmla="*/ 63 h 63"/>
              </a:gdLst>
              <a:ahLst/>
              <a:cxnLst>
                <a:cxn ang="T8">
                  <a:pos x="T0" y="T1"/>
                </a:cxn>
                <a:cxn ang="T9">
                  <a:pos x="T2" y="T3"/>
                </a:cxn>
                <a:cxn ang="T10">
                  <a:pos x="T4" y="T5"/>
                </a:cxn>
                <a:cxn ang="T11">
                  <a:pos x="T6" y="T7"/>
                </a:cxn>
              </a:cxnLst>
              <a:rect l="T12" t="T13" r="T14" b="T15"/>
              <a:pathLst>
                <a:path w="280" h="63">
                  <a:moveTo>
                    <a:pt x="0" y="63"/>
                  </a:moveTo>
                  <a:lnTo>
                    <a:pt x="37" y="62"/>
                  </a:lnTo>
                  <a:lnTo>
                    <a:pt x="219" y="0"/>
                  </a:lnTo>
                  <a:lnTo>
                    <a:pt x="280" y="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1395" name="Freeform 191">
              <a:extLst>
                <a:ext uri="{FF2B5EF4-FFF2-40B4-BE49-F238E27FC236}">
                  <a16:creationId xmlns:a16="http://schemas.microsoft.com/office/drawing/2014/main" id="{C8B6FE6C-58CA-498B-88D1-F7B819E19C5B}"/>
                </a:ext>
              </a:extLst>
            </p:cNvPr>
            <p:cNvSpPr>
              <a:spLocks/>
            </p:cNvSpPr>
            <p:nvPr/>
          </p:nvSpPr>
          <p:spPr bwMode="auto">
            <a:xfrm>
              <a:off x="4593" y="1391"/>
              <a:ext cx="293" cy="93"/>
            </a:xfrm>
            <a:custGeom>
              <a:avLst/>
              <a:gdLst>
                <a:gd name="T0" fmla="*/ 0 w 293"/>
                <a:gd name="T1" fmla="*/ 0 h 93"/>
                <a:gd name="T2" fmla="*/ 67 w 293"/>
                <a:gd name="T3" fmla="*/ 1 h 93"/>
                <a:gd name="T4" fmla="*/ 195 w 293"/>
                <a:gd name="T5" fmla="*/ 93 h 93"/>
                <a:gd name="T6" fmla="*/ 293 w 293"/>
                <a:gd name="T7" fmla="*/ 93 h 93"/>
                <a:gd name="T8" fmla="*/ 0 60000 65536"/>
                <a:gd name="T9" fmla="*/ 0 60000 65536"/>
                <a:gd name="T10" fmla="*/ 0 60000 65536"/>
                <a:gd name="T11" fmla="*/ 0 60000 65536"/>
                <a:gd name="T12" fmla="*/ 0 w 293"/>
                <a:gd name="T13" fmla="*/ 0 h 93"/>
                <a:gd name="T14" fmla="*/ 293 w 293"/>
                <a:gd name="T15" fmla="*/ 93 h 93"/>
              </a:gdLst>
              <a:ahLst/>
              <a:cxnLst>
                <a:cxn ang="T8">
                  <a:pos x="T0" y="T1"/>
                </a:cxn>
                <a:cxn ang="T9">
                  <a:pos x="T2" y="T3"/>
                </a:cxn>
                <a:cxn ang="T10">
                  <a:pos x="T4" y="T5"/>
                </a:cxn>
                <a:cxn ang="T11">
                  <a:pos x="T6" y="T7"/>
                </a:cxn>
              </a:cxnLst>
              <a:rect l="T12" t="T13" r="T14" b="T15"/>
              <a:pathLst>
                <a:path w="293" h="93">
                  <a:moveTo>
                    <a:pt x="0" y="0"/>
                  </a:moveTo>
                  <a:lnTo>
                    <a:pt x="67" y="1"/>
                  </a:lnTo>
                  <a:lnTo>
                    <a:pt x="195" y="93"/>
                  </a:lnTo>
                  <a:lnTo>
                    <a:pt x="293" y="93"/>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grpSp>
        <p:nvGrpSpPr>
          <p:cNvPr id="51216" name="Group 192">
            <a:extLst>
              <a:ext uri="{FF2B5EF4-FFF2-40B4-BE49-F238E27FC236}">
                <a16:creationId xmlns:a16="http://schemas.microsoft.com/office/drawing/2014/main" id="{9799596C-9638-4284-AFE8-66F31D72ED56}"/>
              </a:ext>
            </a:extLst>
          </p:cNvPr>
          <p:cNvGrpSpPr>
            <a:grpSpLocks/>
          </p:cNvGrpSpPr>
          <p:nvPr/>
        </p:nvGrpSpPr>
        <p:grpSpPr bwMode="auto">
          <a:xfrm>
            <a:off x="4198938" y="3525838"/>
            <a:ext cx="1066800" cy="406400"/>
            <a:chOff x="4396" y="1245"/>
            <a:chExt cx="672" cy="248"/>
          </a:xfrm>
        </p:grpSpPr>
        <p:sp>
          <p:nvSpPr>
            <p:cNvPr id="51383" name="Oval 407">
              <a:extLst>
                <a:ext uri="{FF2B5EF4-FFF2-40B4-BE49-F238E27FC236}">
                  <a16:creationId xmlns:a16="http://schemas.microsoft.com/office/drawing/2014/main" id="{6F54F9E8-E36E-422D-B499-324D2417651B}"/>
                </a:ext>
              </a:extLst>
            </p:cNvPr>
            <p:cNvSpPr>
              <a:spLocks noChangeArrowheads="1"/>
            </p:cNvSpPr>
            <p:nvPr/>
          </p:nvSpPr>
          <p:spPr bwMode="auto">
            <a:xfrm>
              <a:off x="4399" y="1355"/>
              <a:ext cx="666" cy="138"/>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sp>
          <p:nvSpPr>
            <p:cNvPr id="51384" name="Rectangle 410">
              <a:extLst>
                <a:ext uri="{FF2B5EF4-FFF2-40B4-BE49-F238E27FC236}">
                  <a16:creationId xmlns:a16="http://schemas.microsoft.com/office/drawing/2014/main" id="{9BEAAF43-5186-4540-A1E0-02E0B838C9E7}"/>
                </a:ext>
              </a:extLst>
            </p:cNvPr>
            <p:cNvSpPr>
              <a:spLocks noChangeArrowheads="1"/>
            </p:cNvSpPr>
            <p:nvPr/>
          </p:nvSpPr>
          <p:spPr bwMode="auto">
            <a:xfrm>
              <a:off x="4399" y="1339"/>
              <a:ext cx="669" cy="86"/>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latin typeface="Times New Roman" panose="02020603050405020304" pitchFamily="18" charset="0"/>
                <a:cs typeface="Arial" panose="020B0604020202020204" pitchFamily="34" charset="0"/>
              </a:endParaRPr>
            </a:p>
          </p:txBody>
        </p:sp>
        <p:sp>
          <p:nvSpPr>
            <p:cNvPr id="51385" name="Oval 411">
              <a:extLst>
                <a:ext uri="{FF2B5EF4-FFF2-40B4-BE49-F238E27FC236}">
                  <a16:creationId xmlns:a16="http://schemas.microsoft.com/office/drawing/2014/main" id="{D0398C56-5863-424A-BE22-729AA7EA3542}"/>
                </a:ext>
              </a:extLst>
            </p:cNvPr>
            <p:cNvSpPr>
              <a:spLocks noChangeArrowheads="1"/>
            </p:cNvSpPr>
            <p:nvPr/>
          </p:nvSpPr>
          <p:spPr bwMode="auto">
            <a:xfrm>
              <a:off x="4396" y="1245"/>
              <a:ext cx="667" cy="162"/>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grpSp>
          <p:nvGrpSpPr>
            <p:cNvPr id="51386" name="Group 196">
              <a:extLst>
                <a:ext uri="{FF2B5EF4-FFF2-40B4-BE49-F238E27FC236}">
                  <a16:creationId xmlns:a16="http://schemas.microsoft.com/office/drawing/2014/main" id="{5EFA5F51-CDA2-41F7-AC6B-337F43216567}"/>
                </a:ext>
              </a:extLst>
            </p:cNvPr>
            <p:cNvGrpSpPr>
              <a:grpSpLocks/>
            </p:cNvGrpSpPr>
            <p:nvPr/>
          </p:nvGrpSpPr>
          <p:grpSpPr bwMode="auto">
            <a:xfrm>
              <a:off x="4530" y="1287"/>
              <a:ext cx="377" cy="75"/>
              <a:chOff x="2468" y="1332"/>
              <a:chExt cx="310" cy="60"/>
            </a:xfrm>
          </p:grpSpPr>
          <p:sp>
            <p:nvSpPr>
              <p:cNvPr id="51389" name="Freeform 197">
                <a:extLst>
                  <a:ext uri="{FF2B5EF4-FFF2-40B4-BE49-F238E27FC236}">
                    <a16:creationId xmlns:a16="http://schemas.microsoft.com/office/drawing/2014/main" id="{ED849C87-4A42-470A-98BE-04804AE16B42}"/>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1390" name="Freeform 198">
                <a:extLst>
                  <a:ext uri="{FF2B5EF4-FFF2-40B4-BE49-F238E27FC236}">
                    <a16:creationId xmlns:a16="http://schemas.microsoft.com/office/drawing/2014/main" id="{D921A707-F36F-46A9-BADD-CA4FBCE89047}"/>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sp>
          <p:nvSpPr>
            <p:cNvPr id="51387" name="Line 199">
              <a:extLst>
                <a:ext uri="{FF2B5EF4-FFF2-40B4-BE49-F238E27FC236}">
                  <a16:creationId xmlns:a16="http://schemas.microsoft.com/office/drawing/2014/main" id="{A02FE04D-293A-4C0D-9C3A-1BCD43CA7072}"/>
                </a:ext>
              </a:extLst>
            </p:cNvPr>
            <p:cNvSpPr>
              <a:spLocks noChangeShapeType="1"/>
            </p:cNvSpPr>
            <p:nvPr/>
          </p:nvSpPr>
          <p:spPr bwMode="auto">
            <a:xfrm>
              <a:off x="4399" y="1321"/>
              <a:ext cx="0" cy="109"/>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388" name="Line 200">
              <a:extLst>
                <a:ext uri="{FF2B5EF4-FFF2-40B4-BE49-F238E27FC236}">
                  <a16:creationId xmlns:a16="http://schemas.microsoft.com/office/drawing/2014/main" id="{6B3DDED2-97F6-473E-9E99-90C65F29DDC8}"/>
                </a:ext>
              </a:extLst>
            </p:cNvPr>
            <p:cNvSpPr>
              <a:spLocks noChangeShapeType="1"/>
            </p:cNvSpPr>
            <p:nvPr/>
          </p:nvSpPr>
          <p:spPr bwMode="auto">
            <a:xfrm>
              <a:off x="5063" y="1326"/>
              <a:ext cx="0" cy="10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51217" name="Group 201">
            <a:extLst>
              <a:ext uri="{FF2B5EF4-FFF2-40B4-BE49-F238E27FC236}">
                <a16:creationId xmlns:a16="http://schemas.microsoft.com/office/drawing/2014/main" id="{2AB8B5C1-598B-4B61-983B-C2F1E926EA95}"/>
              </a:ext>
            </a:extLst>
          </p:cNvPr>
          <p:cNvGrpSpPr>
            <a:grpSpLocks/>
          </p:cNvGrpSpPr>
          <p:nvPr/>
        </p:nvGrpSpPr>
        <p:grpSpPr bwMode="auto">
          <a:xfrm>
            <a:off x="4230688" y="3330575"/>
            <a:ext cx="423862" cy="647700"/>
            <a:chOff x="4140" y="429"/>
            <a:chExt cx="1425" cy="2396"/>
          </a:xfrm>
        </p:grpSpPr>
        <p:sp>
          <p:nvSpPr>
            <p:cNvPr id="51351" name="Freeform 202">
              <a:extLst>
                <a:ext uri="{FF2B5EF4-FFF2-40B4-BE49-F238E27FC236}">
                  <a16:creationId xmlns:a16="http://schemas.microsoft.com/office/drawing/2014/main" id="{BCC045C4-40B5-48EA-846C-773B566188EE}"/>
                </a:ext>
              </a:extLst>
            </p:cNvPr>
            <p:cNvSpPr>
              <a:spLocks/>
            </p:cNvSpPr>
            <p:nvPr/>
          </p:nvSpPr>
          <p:spPr bwMode="auto">
            <a:xfrm>
              <a:off x="5268" y="433"/>
              <a:ext cx="283" cy="2286"/>
            </a:xfrm>
            <a:custGeom>
              <a:avLst/>
              <a:gdLst>
                <a:gd name="T0" fmla="*/ 2 w 354"/>
                <a:gd name="T1" fmla="*/ 0 h 2742"/>
                <a:gd name="T2" fmla="*/ 2 w 354"/>
                <a:gd name="T3" fmla="*/ 7 h 2742"/>
                <a:gd name="T4" fmla="*/ 2 w 354"/>
                <a:gd name="T5" fmla="*/ 48 h 2742"/>
                <a:gd name="T6" fmla="*/ 0 w 354"/>
                <a:gd name="T7" fmla="*/ 50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1352" name="Rectangle 203">
              <a:extLst>
                <a:ext uri="{FF2B5EF4-FFF2-40B4-BE49-F238E27FC236}">
                  <a16:creationId xmlns:a16="http://schemas.microsoft.com/office/drawing/2014/main" id="{5BE50331-0D1C-4064-8AC9-F790F70F6695}"/>
                </a:ext>
              </a:extLst>
            </p:cNvPr>
            <p:cNvSpPr>
              <a:spLocks noChangeArrowheads="1"/>
            </p:cNvSpPr>
            <p:nvPr/>
          </p:nvSpPr>
          <p:spPr bwMode="auto">
            <a:xfrm>
              <a:off x="4204" y="429"/>
              <a:ext cx="1051" cy="2284"/>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1353" name="Freeform 204">
              <a:extLst>
                <a:ext uri="{FF2B5EF4-FFF2-40B4-BE49-F238E27FC236}">
                  <a16:creationId xmlns:a16="http://schemas.microsoft.com/office/drawing/2014/main" id="{4917BCC4-D127-46A1-B90D-5E863B3844F6}"/>
                </a:ext>
              </a:extLst>
            </p:cNvPr>
            <p:cNvSpPr>
              <a:spLocks/>
            </p:cNvSpPr>
            <p:nvPr/>
          </p:nvSpPr>
          <p:spPr bwMode="auto">
            <a:xfrm>
              <a:off x="5321" y="570"/>
              <a:ext cx="169" cy="2115"/>
            </a:xfrm>
            <a:custGeom>
              <a:avLst/>
              <a:gdLst>
                <a:gd name="T0" fmla="*/ 2 w 211"/>
                <a:gd name="T1" fmla="*/ 0 h 2537"/>
                <a:gd name="T2" fmla="*/ 2 w 211"/>
                <a:gd name="T3" fmla="*/ 5 h 2537"/>
                <a:gd name="T4" fmla="*/ 2 w 211"/>
                <a:gd name="T5" fmla="*/ 45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1354" name="Freeform 205">
              <a:extLst>
                <a:ext uri="{FF2B5EF4-FFF2-40B4-BE49-F238E27FC236}">
                  <a16:creationId xmlns:a16="http://schemas.microsoft.com/office/drawing/2014/main" id="{E9660A5A-12BF-40DF-B6CD-4F8E1A6EB3F1}"/>
                </a:ext>
              </a:extLst>
            </p:cNvPr>
            <p:cNvSpPr>
              <a:spLocks/>
            </p:cNvSpPr>
            <p:nvPr/>
          </p:nvSpPr>
          <p:spPr bwMode="auto">
            <a:xfrm>
              <a:off x="5284" y="1640"/>
              <a:ext cx="263" cy="189"/>
            </a:xfrm>
            <a:custGeom>
              <a:avLst/>
              <a:gdLst>
                <a:gd name="T0" fmla="*/ 2 w 328"/>
                <a:gd name="T1" fmla="*/ 0 h 226"/>
                <a:gd name="T2" fmla="*/ 2 w 328"/>
                <a:gd name="T3" fmla="*/ 3 h 226"/>
                <a:gd name="T4" fmla="*/ 2 w 328"/>
                <a:gd name="T5" fmla="*/ 5 h 226"/>
                <a:gd name="T6" fmla="*/ 0 w 328"/>
                <a:gd name="T7" fmla="*/ 3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1355" name="Rectangle 206">
              <a:extLst>
                <a:ext uri="{FF2B5EF4-FFF2-40B4-BE49-F238E27FC236}">
                  <a16:creationId xmlns:a16="http://schemas.microsoft.com/office/drawing/2014/main" id="{DBE4FA32-D838-4667-8BB7-4671DDFC1521}"/>
                </a:ext>
              </a:extLst>
            </p:cNvPr>
            <p:cNvSpPr>
              <a:spLocks noChangeArrowheads="1"/>
            </p:cNvSpPr>
            <p:nvPr/>
          </p:nvSpPr>
          <p:spPr bwMode="auto">
            <a:xfrm>
              <a:off x="4209" y="693"/>
              <a:ext cx="598" cy="47"/>
            </a:xfrm>
            <a:prstGeom prst="rect">
              <a:avLst/>
            </a:prstGeom>
            <a:solidFill>
              <a:schemeClr val="tx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nvGrpSpPr>
            <p:cNvPr id="51356" name="Group 207">
              <a:extLst>
                <a:ext uri="{FF2B5EF4-FFF2-40B4-BE49-F238E27FC236}">
                  <a16:creationId xmlns:a16="http://schemas.microsoft.com/office/drawing/2014/main" id="{289A7B88-6A2D-44BC-AEA5-70CB73C9541C}"/>
                </a:ext>
              </a:extLst>
            </p:cNvPr>
            <p:cNvGrpSpPr>
              <a:grpSpLocks/>
            </p:cNvGrpSpPr>
            <p:nvPr/>
          </p:nvGrpSpPr>
          <p:grpSpPr bwMode="auto">
            <a:xfrm>
              <a:off x="4749" y="668"/>
              <a:ext cx="581" cy="145"/>
              <a:chOff x="614" y="2568"/>
              <a:chExt cx="725" cy="139"/>
            </a:xfrm>
          </p:grpSpPr>
          <p:sp>
            <p:nvSpPr>
              <p:cNvPr id="51381" name="AutoShape 208">
                <a:extLst>
                  <a:ext uri="{FF2B5EF4-FFF2-40B4-BE49-F238E27FC236}">
                    <a16:creationId xmlns:a16="http://schemas.microsoft.com/office/drawing/2014/main" id="{9D1C37F9-384F-4362-BE88-06D822CF4268}"/>
                  </a:ext>
                </a:extLst>
              </p:cNvPr>
              <p:cNvSpPr>
                <a:spLocks noChangeArrowheads="1"/>
              </p:cNvSpPr>
              <p:nvPr/>
            </p:nvSpPr>
            <p:spPr bwMode="auto">
              <a:xfrm>
                <a:off x="613" y="2570"/>
                <a:ext cx="726" cy="135"/>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1382" name="AutoShape 209">
                <a:extLst>
                  <a:ext uri="{FF2B5EF4-FFF2-40B4-BE49-F238E27FC236}">
                    <a16:creationId xmlns:a16="http://schemas.microsoft.com/office/drawing/2014/main" id="{A19DB85B-95D3-4A2D-B9B7-359C5401D634}"/>
                  </a:ext>
                </a:extLst>
              </p:cNvPr>
              <p:cNvSpPr>
                <a:spLocks noChangeArrowheads="1"/>
              </p:cNvSpPr>
              <p:nvPr/>
            </p:nvSpPr>
            <p:spPr bwMode="auto">
              <a:xfrm>
                <a:off x="627" y="2587"/>
                <a:ext cx="693" cy="101"/>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sp>
          <p:nvSpPr>
            <p:cNvPr id="51357" name="Rectangle 210">
              <a:extLst>
                <a:ext uri="{FF2B5EF4-FFF2-40B4-BE49-F238E27FC236}">
                  <a16:creationId xmlns:a16="http://schemas.microsoft.com/office/drawing/2014/main" id="{AE1F58CF-6C40-4817-BD2D-6103B836A8B4}"/>
                </a:ext>
              </a:extLst>
            </p:cNvPr>
            <p:cNvSpPr>
              <a:spLocks noChangeArrowheads="1"/>
            </p:cNvSpPr>
            <p:nvPr/>
          </p:nvSpPr>
          <p:spPr bwMode="auto">
            <a:xfrm>
              <a:off x="4225" y="1016"/>
              <a:ext cx="592" cy="47"/>
            </a:xfrm>
            <a:prstGeom prst="rect">
              <a:avLst/>
            </a:prstGeom>
            <a:solidFill>
              <a:schemeClr val="tx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nvGrpSpPr>
            <p:cNvPr id="51358" name="Group 211">
              <a:extLst>
                <a:ext uri="{FF2B5EF4-FFF2-40B4-BE49-F238E27FC236}">
                  <a16:creationId xmlns:a16="http://schemas.microsoft.com/office/drawing/2014/main" id="{FB38163F-7F39-46D1-A3BB-3252E8FB2CDB}"/>
                </a:ext>
              </a:extLst>
            </p:cNvPr>
            <p:cNvGrpSpPr>
              <a:grpSpLocks/>
            </p:cNvGrpSpPr>
            <p:nvPr/>
          </p:nvGrpSpPr>
          <p:grpSpPr bwMode="auto">
            <a:xfrm>
              <a:off x="4747" y="994"/>
              <a:ext cx="581" cy="134"/>
              <a:chOff x="614" y="2568"/>
              <a:chExt cx="725" cy="139"/>
            </a:xfrm>
          </p:grpSpPr>
          <p:sp>
            <p:nvSpPr>
              <p:cNvPr id="51379" name="AutoShape 212">
                <a:extLst>
                  <a:ext uri="{FF2B5EF4-FFF2-40B4-BE49-F238E27FC236}">
                    <a16:creationId xmlns:a16="http://schemas.microsoft.com/office/drawing/2014/main" id="{0DD7B9FB-076C-4E68-833E-A1BB6833665F}"/>
                  </a:ext>
                </a:extLst>
              </p:cNvPr>
              <p:cNvSpPr>
                <a:spLocks noChangeArrowheads="1"/>
              </p:cNvSpPr>
              <p:nvPr/>
            </p:nvSpPr>
            <p:spPr bwMode="auto">
              <a:xfrm>
                <a:off x="616" y="2567"/>
                <a:ext cx="726" cy="140"/>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1380" name="AutoShape 213">
                <a:extLst>
                  <a:ext uri="{FF2B5EF4-FFF2-40B4-BE49-F238E27FC236}">
                    <a16:creationId xmlns:a16="http://schemas.microsoft.com/office/drawing/2014/main" id="{EB69A082-66E3-471A-85C2-FC6704D352FB}"/>
                  </a:ext>
                </a:extLst>
              </p:cNvPr>
              <p:cNvSpPr>
                <a:spLocks noChangeArrowheads="1"/>
              </p:cNvSpPr>
              <p:nvPr/>
            </p:nvSpPr>
            <p:spPr bwMode="auto">
              <a:xfrm>
                <a:off x="629" y="2585"/>
                <a:ext cx="693" cy="10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sp>
          <p:nvSpPr>
            <p:cNvPr id="51359" name="Rectangle 214">
              <a:extLst>
                <a:ext uri="{FF2B5EF4-FFF2-40B4-BE49-F238E27FC236}">
                  <a16:creationId xmlns:a16="http://schemas.microsoft.com/office/drawing/2014/main" id="{25ADC4DA-16A7-4348-B6CD-AE0B7CEF425A}"/>
                </a:ext>
              </a:extLst>
            </p:cNvPr>
            <p:cNvSpPr>
              <a:spLocks noChangeArrowheads="1"/>
            </p:cNvSpPr>
            <p:nvPr/>
          </p:nvSpPr>
          <p:spPr bwMode="auto">
            <a:xfrm>
              <a:off x="4215" y="1357"/>
              <a:ext cx="598" cy="47"/>
            </a:xfrm>
            <a:prstGeom prst="rect">
              <a:avLst/>
            </a:prstGeom>
            <a:solidFill>
              <a:schemeClr val="tx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1360" name="Rectangle 215">
              <a:extLst>
                <a:ext uri="{FF2B5EF4-FFF2-40B4-BE49-F238E27FC236}">
                  <a16:creationId xmlns:a16="http://schemas.microsoft.com/office/drawing/2014/main" id="{AA97E35A-2CD7-4B36-9400-779D5676772E}"/>
                </a:ext>
              </a:extLst>
            </p:cNvPr>
            <p:cNvSpPr>
              <a:spLocks noChangeArrowheads="1"/>
            </p:cNvSpPr>
            <p:nvPr/>
          </p:nvSpPr>
          <p:spPr bwMode="auto">
            <a:xfrm>
              <a:off x="4225" y="1656"/>
              <a:ext cx="598" cy="47"/>
            </a:xfrm>
            <a:prstGeom prst="rect">
              <a:avLst/>
            </a:prstGeom>
            <a:solidFill>
              <a:schemeClr val="tx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nvGrpSpPr>
            <p:cNvPr id="51361" name="Group 216">
              <a:extLst>
                <a:ext uri="{FF2B5EF4-FFF2-40B4-BE49-F238E27FC236}">
                  <a16:creationId xmlns:a16="http://schemas.microsoft.com/office/drawing/2014/main" id="{461E4B0D-0FE5-40DF-A2A7-820D202CAC68}"/>
                </a:ext>
              </a:extLst>
            </p:cNvPr>
            <p:cNvGrpSpPr>
              <a:grpSpLocks/>
            </p:cNvGrpSpPr>
            <p:nvPr/>
          </p:nvGrpSpPr>
          <p:grpSpPr bwMode="auto">
            <a:xfrm>
              <a:off x="4735" y="1627"/>
              <a:ext cx="582" cy="151"/>
              <a:chOff x="614" y="2568"/>
              <a:chExt cx="725" cy="139"/>
            </a:xfrm>
          </p:grpSpPr>
          <p:sp>
            <p:nvSpPr>
              <p:cNvPr id="51377" name="AutoShape 217">
                <a:extLst>
                  <a:ext uri="{FF2B5EF4-FFF2-40B4-BE49-F238E27FC236}">
                    <a16:creationId xmlns:a16="http://schemas.microsoft.com/office/drawing/2014/main" id="{1C61C91F-DA4A-4A4B-8815-99A6CF66601C}"/>
                  </a:ext>
                </a:extLst>
              </p:cNvPr>
              <p:cNvSpPr>
                <a:spLocks noChangeArrowheads="1"/>
              </p:cNvSpPr>
              <p:nvPr/>
            </p:nvSpPr>
            <p:spPr bwMode="auto">
              <a:xfrm>
                <a:off x="611" y="2568"/>
                <a:ext cx="731" cy="141"/>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1378" name="AutoShape 218">
                <a:extLst>
                  <a:ext uri="{FF2B5EF4-FFF2-40B4-BE49-F238E27FC236}">
                    <a16:creationId xmlns:a16="http://schemas.microsoft.com/office/drawing/2014/main" id="{E3392411-10E2-4FFF-A812-5335F7FC8103}"/>
                  </a:ext>
                </a:extLst>
              </p:cNvPr>
              <p:cNvSpPr>
                <a:spLocks noChangeArrowheads="1"/>
              </p:cNvSpPr>
              <p:nvPr/>
            </p:nvSpPr>
            <p:spPr bwMode="auto">
              <a:xfrm>
                <a:off x="624" y="2584"/>
                <a:ext cx="698" cy="108"/>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sp>
          <p:nvSpPr>
            <p:cNvPr id="51362" name="Freeform 219">
              <a:extLst>
                <a:ext uri="{FF2B5EF4-FFF2-40B4-BE49-F238E27FC236}">
                  <a16:creationId xmlns:a16="http://schemas.microsoft.com/office/drawing/2014/main" id="{453A11E2-DFD8-4CB0-9ABE-4FE013EA7F42}"/>
                </a:ext>
              </a:extLst>
            </p:cNvPr>
            <p:cNvSpPr>
              <a:spLocks/>
            </p:cNvSpPr>
            <p:nvPr/>
          </p:nvSpPr>
          <p:spPr bwMode="auto">
            <a:xfrm>
              <a:off x="5288" y="1354"/>
              <a:ext cx="263" cy="188"/>
            </a:xfrm>
            <a:custGeom>
              <a:avLst/>
              <a:gdLst>
                <a:gd name="T0" fmla="*/ 2 w 328"/>
                <a:gd name="T1" fmla="*/ 0 h 226"/>
                <a:gd name="T2" fmla="*/ 2 w 328"/>
                <a:gd name="T3" fmla="*/ 2 h 226"/>
                <a:gd name="T4" fmla="*/ 2 w 328"/>
                <a:gd name="T5" fmla="*/ 4 h 226"/>
                <a:gd name="T6" fmla="*/ 0 w 328"/>
                <a:gd name="T7" fmla="*/ 2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nvGrpSpPr>
            <p:cNvPr id="51363" name="Group 220">
              <a:extLst>
                <a:ext uri="{FF2B5EF4-FFF2-40B4-BE49-F238E27FC236}">
                  <a16:creationId xmlns:a16="http://schemas.microsoft.com/office/drawing/2014/main" id="{D9FF87B9-71CE-4C8A-A6B7-61060CD97815}"/>
                </a:ext>
              </a:extLst>
            </p:cNvPr>
            <p:cNvGrpSpPr>
              <a:grpSpLocks/>
            </p:cNvGrpSpPr>
            <p:nvPr/>
          </p:nvGrpSpPr>
          <p:grpSpPr bwMode="auto">
            <a:xfrm>
              <a:off x="4739" y="1327"/>
              <a:ext cx="582" cy="139"/>
              <a:chOff x="614" y="2568"/>
              <a:chExt cx="725" cy="139"/>
            </a:xfrm>
          </p:grpSpPr>
          <p:sp>
            <p:nvSpPr>
              <p:cNvPr id="51375" name="AutoShape 221">
                <a:extLst>
                  <a:ext uri="{FF2B5EF4-FFF2-40B4-BE49-F238E27FC236}">
                    <a16:creationId xmlns:a16="http://schemas.microsoft.com/office/drawing/2014/main" id="{CB2509FF-3870-443C-BDB0-0C6ADAC6929E}"/>
                  </a:ext>
                </a:extLst>
              </p:cNvPr>
              <p:cNvSpPr>
                <a:spLocks noChangeArrowheads="1"/>
              </p:cNvSpPr>
              <p:nvPr/>
            </p:nvSpPr>
            <p:spPr bwMode="auto">
              <a:xfrm>
                <a:off x="612" y="2569"/>
                <a:ext cx="725" cy="147"/>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1376" name="AutoShape 222">
                <a:extLst>
                  <a:ext uri="{FF2B5EF4-FFF2-40B4-BE49-F238E27FC236}">
                    <a16:creationId xmlns:a16="http://schemas.microsoft.com/office/drawing/2014/main" id="{196D74C6-C2E9-4FE3-8E4A-66673439AFED}"/>
                  </a:ext>
                </a:extLst>
              </p:cNvPr>
              <p:cNvSpPr>
                <a:spLocks noChangeArrowheads="1"/>
              </p:cNvSpPr>
              <p:nvPr/>
            </p:nvSpPr>
            <p:spPr bwMode="auto">
              <a:xfrm>
                <a:off x="626" y="2586"/>
                <a:ext cx="691"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sp>
          <p:nvSpPr>
            <p:cNvPr id="51364" name="Rectangle 223">
              <a:extLst>
                <a:ext uri="{FF2B5EF4-FFF2-40B4-BE49-F238E27FC236}">
                  <a16:creationId xmlns:a16="http://schemas.microsoft.com/office/drawing/2014/main" id="{CFF4EE28-783B-4A4B-8CE6-4D3137A5ADD2}"/>
                </a:ext>
              </a:extLst>
            </p:cNvPr>
            <p:cNvSpPr>
              <a:spLocks noChangeArrowheads="1"/>
            </p:cNvSpPr>
            <p:nvPr/>
          </p:nvSpPr>
          <p:spPr bwMode="auto">
            <a:xfrm>
              <a:off x="5250" y="429"/>
              <a:ext cx="69" cy="2290"/>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1365" name="Freeform 224">
              <a:extLst>
                <a:ext uri="{FF2B5EF4-FFF2-40B4-BE49-F238E27FC236}">
                  <a16:creationId xmlns:a16="http://schemas.microsoft.com/office/drawing/2014/main" id="{5123564E-39C6-4650-861B-FD75508DE5D9}"/>
                </a:ext>
              </a:extLst>
            </p:cNvPr>
            <p:cNvSpPr>
              <a:spLocks/>
            </p:cNvSpPr>
            <p:nvPr/>
          </p:nvSpPr>
          <p:spPr bwMode="auto">
            <a:xfrm>
              <a:off x="5312" y="1007"/>
              <a:ext cx="237" cy="213"/>
            </a:xfrm>
            <a:custGeom>
              <a:avLst/>
              <a:gdLst>
                <a:gd name="T0" fmla="*/ 2 w 296"/>
                <a:gd name="T1" fmla="*/ 0 h 256"/>
                <a:gd name="T2" fmla="*/ 2 w 296"/>
                <a:gd name="T3" fmla="*/ 2 h 256"/>
                <a:gd name="T4" fmla="*/ 2 w 296"/>
                <a:gd name="T5" fmla="*/ 4 h 256"/>
                <a:gd name="T6" fmla="*/ 0 w 296"/>
                <a:gd name="T7" fmla="*/ 2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1366" name="Freeform 225">
              <a:extLst>
                <a:ext uri="{FF2B5EF4-FFF2-40B4-BE49-F238E27FC236}">
                  <a16:creationId xmlns:a16="http://schemas.microsoft.com/office/drawing/2014/main" id="{89763D72-708C-4BDF-B52E-2E75E60F473F}"/>
                </a:ext>
              </a:extLst>
            </p:cNvPr>
            <p:cNvSpPr>
              <a:spLocks/>
            </p:cNvSpPr>
            <p:nvPr/>
          </p:nvSpPr>
          <p:spPr bwMode="auto">
            <a:xfrm>
              <a:off x="5315" y="680"/>
              <a:ext cx="244" cy="240"/>
            </a:xfrm>
            <a:custGeom>
              <a:avLst/>
              <a:gdLst>
                <a:gd name="T0" fmla="*/ 0 w 304"/>
                <a:gd name="T1" fmla="*/ 0 h 288"/>
                <a:gd name="T2" fmla="*/ 2 w 304"/>
                <a:gd name="T3" fmla="*/ 2 h 288"/>
                <a:gd name="T4" fmla="*/ 2 w 304"/>
                <a:gd name="T5" fmla="*/ 5 h 288"/>
                <a:gd name="T6" fmla="*/ 2 w 304"/>
                <a:gd name="T7" fmla="*/ 2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1367" name="Oval 226">
              <a:extLst>
                <a:ext uri="{FF2B5EF4-FFF2-40B4-BE49-F238E27FC236}">
                  <a16:creationId xmlns:a16="http://schemas.microsoft.com/office/drawing/2014/main" id="{18385A73-4B78-430D-A910-5DC4FD62C487}"/>
                </a:ext>
              </a:extLst>
            </p:cNvPr>
            <p:cNvSpPr>
              <a:spLocks noChangeArrowheads="1"/>
            </p:cNvSpPr>
            <p:nvPr/>
          </p:nvSpPr>
          <p:spPr bwMode="auto">
            <a:xfrm>
              <a:off x="5517" y="2614"/>
              <a:ext cx="48" cy="94"/>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1368" name="Freeform 227">
              <a:extLst>
                <a:ext uri="{FF2B5EF4-FFF2-40B4-BE49-F238E27FC236}">
                  <a16:creationId xmlns:a16="http://schemas.microsoft.com/office/drawing/2014/main" id="{7772EF59-B7E5-4B68-99CB-75746F5CFF7D}"/>
                </a:ext>
              </a:extLst>
            </p:cNvPr>
            <p:cNvSpPr>
              <a:spLocks/>
            </p:cNvSpPr>
            <p:nvPr/>
          </p:nvSpPr>
          <p:spPr bwMode="auto">
            <a:xfrm>
              <a:off x="5302" y="2614"/>
              <a:ext cx="245" cy="200"/>
            </a:xfrm>
            <a:custGeom>
              <a:avLst/>
              <a:gdLst>
                <a:gd name="T0" fmla="*/ 0 w 306"/>
                <a:gd name="T1" fmla="*/ 3 h 240"/>
                <a:gd name="T2" fmla="*/ 2 w 306"/>
                <a:gd name="T3" fmla="*/ 5 h 240"/>
                <a:gd name="T4" fmla="*/ 2 w 306"/>
                <a:gd name="T5" fmla="*/ 3 h 240"/>
                <a:gd name="T6" fmla="*/ 2 w 306"/>
                <a:gd name="T7" fmla="*/ 0 h 240"/>
                <a:gd name="T8" fmla="*/ 0 w 306"/>
                <a:gd name="T9" fmla="*/ 3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1369" name="AutoShape 228">
              <a:extLst>
                <a:ext uri="{FF2B5EF4-FFF2-40B4-BE49-F238E27FC236}">
                  <a16:creationId xmlns:a16="http://schemas.microsoft.com/office/drawing/2014/main" id="{1371E401-56E3-4737-8B51-6477AD9DA8A9}"/>
                </a:ext>
              </a:extLst>
            </p:cNvPr>
            <p:cNvSpPr>
              <a:spLocks noChangeArrowheads="1"/>
            </p:cNvSpPr>
            <p:nvPr/>
          </p:nvSpPr>
          <p:spPr bwMode="auto">
            <a:xfrm>
              <a:off x="4140" y="2678"/>
              <a:ext cx="1201" cy="147"/>
            </a:xfrm>
            <a:prstGeom prst="roundRect">
              <a:avLst>
                <a:gd name="adj" fmla="val 50000"/>
              </a:avLst>
            </a:prstGeom>
            <a:solidFill>
              <a:srgbClr val="DDDDDD"/>
            </a:solidFill>
            <a:ln w="9525">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1370" name="AutoShape 229">
              <a:extLst>
                <a:ext uri="{FF2B5EF4-FFF2-40B4-BE49-F238E27FC236}">
                  <a16:creationId xmlns:a16="http://schemas.microsoft.com/office/drawing/2014/main" id="{52FFEE06-C9F9-4334-9F23-807DB9835395}"/>
                </a:ext>
              </a:extLst>
            </p:cNvPr>
            <p:cNvSpPr>
              <a:spLocks noChangeArrowheads="1"/>
            </p:cNvSpPr>
            <p:nvPr/>
          </p:nvSpPr>
          <p:spPr bwMode="auto">
            <a:xfrm>
              <a:off x="4204" y="2713"/>
              <a:ext cx="1073" cy="82"/>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1371" name="Oval 230">
              <a:extLst>
                <a:ext uri="{FF2B5EF4-FFF2-40B4-BE49-F238E27FC236}">
                  <a16:creationId xmlns:a16="http://schemas.microsoft.com/office/drawing/2014/main" id="{C38BD67D-B412-4012-B9DB-B8F005129E74}"/>
                </a:ext>
              </a:extLst>
            </p:cNvPr>
            <p:cNvSpPr>
              <a:spLocks noChangeArrowheads="1"/>
            </p:cNvSpPr>
            <p:nvPr/>
          </p:nvSpPr>
          <p:spPr bwMode="auto">
            <a:xfrm>
              <a:off x="4305" y="2385"/>
              <a:ext cx="160" cy="141"/>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1372" name="Oval 231">
              <a:extLst>
                <a:ext uri="{FF2B5EF4-FFF2-40B4-BE49-F238E27FC236}">
                  <a16:creationId xmlns:a16="http://schemas.microsoft.com/office/drawing/2014/main" id="{8119158E-071B-44D5-A46C-A425E369F167}"/>
                </a:ext>
              </a:extLst>
            </p:cNvPr>
            <p:cNvSpPr>
              <a:spLocks noChangeArrowheads="1"/>
            </p:cNvSpPr>
            <p:nvPr/>
          </p:nvSpPr>
          <p:spPr bwMode="auto">
            <a:xfrm>
              <a:off x="4487" y="2385"/>
              <a:ext cx="160" cy="141"/>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eaLnBrk="1" hangingPunct="1"/>
              <a:endParaRPr lang="en-US" altLang="en-US">
                <a:solidFill>
                  <a:srgbClr val="FF0000"/>
                </a:solidFill>
                <a:cs typeface="Arial" panose="020B0604020202020204" pitchFamily="34" charset="0"/>
              </a:endParaRPr>
            </a:p>
          </p:txBody>
        </p:sp>
        <p:sp>
          <p:nvSpPr>
            <p:cNvPr id="51373" name="Oval 232">
              <a:extLst>
                <a:ext uri="{FF2B5EF4-FFF2-40B4-BE49-F238E27FC236}">
                  <a16:creationId xmlns:a16="http://schemas.microsoft.com/office/drawing/2014/main" id="{1A005314-9CDF-4933-8111-41FC5D34FE43}"/>
                </a:ext>
              </a:extLst>
            </p:cNvPr>
            <p:cNvSpPr>
              <a:spLocks noChangeArrowheads="1"/>
            </p:cNvSpPr>
            <p:nvPr/>
          </p:nvSpPr>
          <p:spPr bwMode="auto">
            <a:xfrm>
              <a:off x="4663" y="2379"/>
              <a:ext cx="155" cy="141"/>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1374" name="Rectangle 233">
              <a:extLst>
                <a:ext uri="{FF2B5EF4-FFF2-40B4-BE49-F238E27FC236}">
                  <a16:creationId xmlns:a16="http://schemas.microsoft.com/office/drawing/2014/main" id="{25D23FAD-3C46-4690-84AE-D2BA930445A3}"/>
                </a:ext>
              </a:extLst>
            </p:cNvPr>
            <p:cNvSpPr>
              <a:spLocks noChangeArrowheads="1"/>
            </p:cNvSpPr>
            <p:nvPr/>
          </p:nvSpPr>
          <p:spPr bwMode="auto">
            <a:xfrm>
              <a:off x="5063" y="1833"/>
              <a:ext cx="85" cy="763"/>
            </a:xfrm>
            <a:prstGeom prst="rect">
              <a:avLst/>
            </a:prstGeom>
            <a:solidFill>
              <a:srgbClr val="292929"/>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grpSp>
        <p:nvGrpSpPr>
          <p:cNvPr id="51218" name="Group 234">
            <a:extLst>
              <a:ext uri="{FF2B5EF4-FFF2-40B4-BE49-F238E27FC236}">
                <a16:creationId xmlns:a16="http://schemas.microsoft.com/office/drawing/2014/main" id="{62B7DC05-3FB9-4E6B-9136-372C309968CA}"/>
              </a:ext>
            </a:extLst>
          </p:cNvPr>
          <p:cNvGrpSpPr>
            <a:grpSpLocks/>
          </p:cNvGrpSpPr>
          <p:nvPr/>
        </p:nvGrpSpPr>
        <p:grpSpPr bwMode="auto">
          <a:xfrm>
            <a:off x="3502025" y="2295525"/>
            <a:ext cx="850900" cy="615950"/>
            <a:chOff x="4420" y="878"/>
            <a:chExt cx="614" cy="458"/>
          </a:xfrm>
        </p:grpSpPr>
        <p:pic>
          <p:nvPicPr>
            <p:cNvPr id="51329" name="Picture 235" descr="laptop_keyboard">
              <a:extLst>
                <a:ext uri="{FF2B5EF4-FFF2-40B4-BE49-F238E27FC236}">
                  <a16:creationId xmlns:a16="http://schemas.microsoft.com/office/drawing/2014/main" id="{21BBFCBA-C5EA-433D-8CE9-A38C143110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09064" flipH="1">
              <a:off x="4420" y="1108"/>
              <a:ext cx="527" cy="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330" name="Freeform 236">
              <a:extLst>
                <a:ext uri="{FF2B5EF4-FFF2-40B4-BE49-F238E27FC236}">
                  <a16:creationId xmlns:a16="http://schemas.microsoft.com/office/drawing/2014/main" id="{7927503F-CA9D-4FDF-8A66-B84B34BE035C}"/>
                </a:ext>
              </a:extLst>
            </p:cNvPr>
            <p:cNvSpPr>
              <a:spLocks/>
            </p:cNvSpPr>
            <p:nvPr/>
          </p:nvSpPr>
          <p:spPr bwMode="auto">
            <a:xfrm>
              <a:off x="4595" y="888"/>
              <a:ext cx="424" cy="297"/>
            </a:xfrm>
            <a:custGeom>
              <a:avLst/>
              <a:gdLst>
                <a:gd name="T0" fmla="*/ 0 w 2982"/>
                <a:gd name="T1" fmla="*/ 0 h 2442"/>
                <a:gd name="T2" fmla="*/ 0 w 2982"/>
                <a:gd name="T3" fmla="*/ 0 h 2442"/>
                <a:gd name="T4" fmla="*/ 0 w 2982"/>
                <a:gd name="T5" fmla="*/ 0 h 2442"/>
                <a:gd name="T6" fmla="*/ 0 w 2982"/>
                <a:gd name="T7" fmla="*/ 0 h 2442"/>
                <a:gd name="T8" fmla="*/ 0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pic>
          <p:nvPicPr>
            <p:cNvPr id="51331" name="Picture 237" descr="screen">
              <a:extLst>
                <a:ext uri="{FF2B5EF4-FFF2-40B4-BE49-F238E27FC236}">
                  <a16:creationId xmlns:a16="http://schemas.microsoft.com/office/drawing/2014/main" id="{FC2DB024-5187-4958-A106-BB76EC4AA1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16" y="895"/>
              <a:ext cx="385"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332" name="Freeform 238">
              <a:extLst>
                <a:ext uri="{FF2B5EF4-FFF2-40B4-BE49-F238E27FC236}">
                  <a16:creationId xmlns:a16="http://schemas.microsoft.com/office/drawing/2014/main" id="{81135B05-005B-4A18-B9FE-E4A0655D9B26}"/>
                </a:ext>
              </a:extLst>
            </p:cNvPr>
            <p:cNvSpPr>
              <a:spLocks/>
            </p:cNvSpPr>
            <p:nvPr/>
          </p:nvSpPr>
          <p:spPr bwMode="auto">
            <a:xfrm>
              <a:off x="4672" y="879"/>
              <a:ext cx="359" cy="55"/>
            </a:xfrm>
            <a:custGeom>
              <a:avLst/>
              <a:gdLst>
                <a:gd name="T0" fmla="*/ 0 w 2528"/>
                <a:gd name="T1" fmla="*/ 0 h 455"/>
                <a:gd name="T2" fmla="*/ 0 w 2528"/>
                <a:gd name="T3" fmla="*/ 0 h 455"/>
                <a:gd name="T4" fmla="*/ 0 w 2528"/>
                <a:gd name="T5" fmla="*/ 0 h 455"/>
                <a:gd name="T6" fmla="*/ 0 w 2528"/>
                <a:gd name="T7" fmla="*/ 0 h 455"/>
                <a:gd name="T8" fmla="*/ 0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1333" name="Freeform 239">
              <a:extLst>
                <a:ext uri="{FF2B5EF4-FFF2-40B4-BE49-F238E27FC236}">
                  <a16:creationId xmlns:a16="http://schemas.microsoft.com/office/drawing/2014/main" id="{12798A83-9852-416E-9CE8-23CD0701A3DC}"/>
                </a:ext>
              </a:extLst>
            </p:cNvPr>
            <p:cNvSpPr>
              <a:spLocks/>
            </p:cNvSpPr>
            <p:nvPr/>
          </p:nvSpPr>
          <p:spPr bwMode="auto">
            <a:xfrm>
              <a:off x="4591" y="878"/>
              <a:ext cx="100" cy="230"/>
            </a:xfrm>
            <a:custGeom>
              <a:avLst/>
              <a:gdLst>
                <a:gd name="T0" fmla="*/ 0 w 702"/>
                <a:gd name="T1" fmla="*/ 0 h 1893"/>
                <a:gd name="T2" fmla="*/ 0 w 702"/>
                <a:gd name="T3" fmla="*/ 0 h 1893"/>
                <a:gd name="T4" fmla="*/ 0 w 702"/>
                <a:gd name="T5" fmla="*/ 0 h 1893"/>
                <a:gd name="T6" fmla="*/ 0 w 702"/>
                <a:gd name="T7" fmla="*/ 0 h 1893"/>
                <a:gd name="T8" fmla="*/ 0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1334" name="Freeform 240">
              <a:extLst>
                <a:ext uri="{FF2B5EF4-FFF2-40B4-BE49-F238E27FC236}">
                  <a16:creationId xmlns:a16="http://schemas.microsoft.com/office/drawing/2014/main" id="{9347CDA6-C9C4-4B2C-A938-2C09F09CD202}"/>
                </a:ext>
              </a:extLst>
            </p:cNvPr>
            <p:cNvSpPr>
              <a:spLocks/>
            </p:cNvSpPr>
            <p:nvPr/>
          </p:nvSpPr>
          <p:spPr bwMode="auto">
            <a:xfrm>
              <a:off x="4921" y="920"/>
              <a:ext cx="108" cy="265"/>
            </a:xfrm>
            <a:custGeom>
              <a:avLst/>
              <a:gdLst>
                <a:gd name="T0" fmla="*/ 0 w 756"/>
                <a:gd name="T1" fmla="*/ 0 h 2184"/>
                <a:gd name="T2" fmla="*/ 0 w 756"/>
                <a:gd name="T3" fmla="*/ 0 h 2184"/>
                <a:gd name="T4" fmla="*/ 0 w 756"/>
                <a:gd name="T5" fmla="*/ 0 h 2184"/>
                <a:gd name="T6" fmla="*/ 0 w 756"/>
                <a:gd name="T7" fmla="*/ 0 h 2184"/>
                <a:gd name="T8" fmla="*/ 0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1335" name="Freeform 241">
              <a:extLst>
                <a:ext uri="{FF2B5EF4-FFF2-40B4-BE49-F238E27FC236}">
                  <a16:creationId xmlns:a16="http://schemas.microsoft.com/office/drawing/2014/main" id="{DC3C09D7-0C18-4C85-95EB-3CCEE3E2EE95}"/>
                </a:ext>
              </a:extLst>
            </p:cNvPr>
            <p:cNvSpPr>
              <a:spLocks/>
            </p:cNvSpPr>
            <p:nvPr/>
          </p:nvSpPr>
          <p:spPr bwMode="auto">
            <a:xfrm>
              <a:off x="4590" y="1097"/>
              <a:ext cx="394" cy="89"/>
            </a:xfrm>
            <a:custGeom>
              <a:avLst/>
              <a:gdLst>
                <a:gd name="T0" fmla="*/ 0 w 2773"/>
                <a:gd name="T1" fmla="*/ 0 h 738"/>
                <a:gd name="T2" fmla="*/ 0 w 2773"/>
                <a:gd name="T3" fmla="*/ 0 h 738"/>
                <a:gd name="T4" fmla="*/ 0 w 2773"/>
                <a:gd name="T5" fmla="*/ 0 h 738"/>
                <a:gd name="T6" fmla="*/ 0 w 2773"/>
                <a:gd name="T7" fmla="*/ 0 h 738"/>
                <a:gd name="T8" fmla="*/ 0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1336" name="Freeform 242">
              <a:extLst>
                <a:ext uri="{FF2B5EF4-FFF2-40B4-BE49-F238E27FC236}">
                  <a16:creationId xmlns:a16="http://schemas.microsoft.com/office/drawing/2014/main" id="{90D80374-AE85-4CDE-94D6-5901BA999185}"/>
                </a:ext>
              </a:extLst>
            </p:cNvPr>
            <p:cNvSpPr>
              <a:spLocks/>
            </p:cNvSpPr>
            <p:nvPr/>
          </p:nvSpPr>
          <p:spPr bwMode="auto">
            <a:xfrm>
              <a:off x="4933" y="922"/>
              <a:ext cx="101" cy="266"/>
            </a:xfrm>
            <a:custGeom>
              <a:avLst/>
              <a:gdLst>
                <a:gd name="T0" fmla="*/ 0 w 637"/>
                <a:gd name="T1" fmla="*/ 0 h 1659"/>
                <a:gd name="T2" fmla="*/ 0 w 637"/>
                <a:gd name="T3" fmla="*/ 0 h 1659"/>
                <a:gd name="T4" fmla="*/ 0 w 637"/>
                <a:gd name="T5" fmla="*/ 0 h 1659"/>
                <a:gd name="T6" fmla="*/ 0 w 637"/>
                <a:gd name="T7" fmla="*/ 0 h 1659"/>
                <a:gd name="T8" fmla="*/ 0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1337" name="Freeform 243">
              <a:extLst>
                <a:ext uri="{FF2B5EF4-FFF2-40B4-BE49-F238E27FC236}">
                  <a16:creationId xmlns:a16="http://schemas.microsoft.com/office/drawing/2014/main" id="{6C1A2AF7-C600-43CC-BC4D-90FFE89B1D2C}"/>
                </a:ext>
              </a:extLst>
            </p:cNvPr>
            <p:cNvSpPr>
              <a:spLocks/>
            </p:cNvSpPr>
            <p:nvPr/>
          </p:nvSpPr>
          <p:spPr bwMode="auto">
            <a:xfrm>
              <a:off x="4590" y="1109"/>
              <a:ext cx="351" cy="88"/>
            </a:xfrm>
            <a:custGeom>
              <a:avLst/>
              <a:gdLst>
                <a:gd name="T0" fmla="*/ 0 w 2216"/>
                <a:gd name="T1" fmla="*/ 0 h 550"/>
                <a:gd name="T2" fmla="*/ 0 w 2216"/>
                <a:gd name="T3" fmla="*/ 0 h 550"/>
                <a:gd name="T4" fmla="*/ 0 w 2216"/>
                <a:gd name="T5" fmla="*/ 0 h 550"/>
                <a:gd name="T6" fmla="*/ 0 w 2216"/>
                <a:gd name="T7" fmla="*/ 0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nvGrpSpPr>
            <p:cNvPr id="51338" name="Group 244">
              <a:extLst>
                <a:ext uri="{FF2B5EF4-FFF2-40B4-BE49-F238E27FC236}">
                  <a16:creationId xmlns:a16="http://schemas.microsoft.com/office/drawing/2014/main" id="{8A89F3CD-DD27-49F1-921E-77DE0A9C533D}"/>
                </a:ext>
              </a:extLst>
            </p:cNvPr>
            <p:cNvGrpSpPr>
              <a:grpSpLocks/>
            </p:cNvGrpSpPr>
            <p:nvPr/>
          </p:nvGrpSpPr>
          <p:grpSpPr bwMode="auto">
            <a:xfrm>
              <a:off x="4584" y="1203"/>
              <a:ext cx="119" cy="53"/>
              <a:chOff x="1740" y="2642"/>
              <a:chExt cx="752" cy="327"/>
            </a:xfrm>
          </p:grpSpPr>
          <p:sp>
            <p:nvSpPr>
              <p:cNvPr id="51345" name="Freeform 245">
                <a:extLst>
                  <a:ext uri="{FF2B5EF4-FFF2-40B4-BE49-F238E27FC236}">
                    <a16:creationId xmlns:a16="http://schemas.microsoft.com/office/drawing/2014/main" id="{A7B6D64B-8C45-485D-9A84-768CFAE8FCEE}"/>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1346" name="Freeform 246">
                <a:extLst>
                  <a:ext uri="{FF2B5EF4-FFF2-40B4-BE49-F238E27FC236}">
                    <a16:creationId xmlns:a16="http://schemas.microsoft.com/office/drawing/2014/main" id="{A4F5C24B-BF78-4E90-94F4-7EED94F5DC9A}"/>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1347" name="Freeform 247">
                <a:extLst>
                  <a:ext uri="{FF2B5EF4-FFF2-40B4-BE49-F238E27FC236}">
                    <a16:creationId xmlns:a16="http://schemas.microsoft.com/office/drawing/2014/main" id="{9A151DFE-2FE3-4FA9-A4C1-D3ED1192A616}"/>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1348" name="Freeform 248">
                <a:extLst>
                  <a:ext uri="{FF2B5EF4-FFF2-40B4-BE49-F238E27FC236}">
                    <a16:creationId xmlns:a16="http://schemas.microsoft.com/office/drawing/2014/main" id="{D861299D-DB32-4F87-998D-2B907B36270F}"/>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1349" name="Freeform 249">
                <a:extLst>
                  <a:ext uri="{FF2B5EF4-FFF2-40B4-BE49-F238E27FC236}">
                    <a16:creationId xmlns:a16="http://schemas.microsoft.com/office/drawing/2014/main" id="{C380C015-84D7-4AE8-B6A3-FC9EC4733BAC}"/>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1350" name="Freeform 250">
                <a:extLst>
                  <a:ext uri="{FF2B5EF4-FFF2-40B4-BE49-F238E27FC236}">
                    <a16:creationId xmlns:a16="http://schemas.microsoft.com/office/drawing/2014/main" id="{4DBDCBB3-4388-45E9-80B0-4C5A8B7F13A5}"/>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sp>
          <p:nvSpPr>
            <p:cNvPr id="51339" name="Freeform 251">
              <a:extLst>
                <a:ext uri="{FF2B5EF4-FFF2-40B4-BE49-F238E27FC236}">
                  <a16:creationId xmlns:a16="http://schemas.microsoft.com/office/drawing/2014/main" id="{665EEFF8-66CD-4562-B496-4C235E95FC95}"/>
                </a:ext>
              </a:extLst>
            </p:cNvPr>
            <p:cNvSpPr>
              <a:spLocks/>
            </p:cNvSpPr>
            <p:nvPr/>
          </p:nvSpPr>
          <p:spPr bwMode="auto">
            <a:xfrm>
              <a:off x="4788" y="1211"/>
              <a:ext cx="144" cy="116"/>
            </a:xfrm>
            <a:custGeom>
              <a:avLst/>
              <a:gdLst>
                <a:gd name="T0" fmla="*/ 0 w 990"/>
                <a:gd name="T1" fmla="*/ 0 h 792"/>
                <a:gd name="T2" fmla="*/ 0 w 990"/>
                <a:gd name="T3" fmla="*/ 0 h 792"/>
                <a:gd name="T4" fmla="*/ 0 w 990"/>
                <a:gd name="T5" fmla="*/ 0 h 792"/>
                <a:gd name="T6" fmla="*/ 0 w 990"/>
                <a:gd name="T7" fmla="*/ 0 h 792"/>
                <a:gd name="T8" fmla="*/ 0 w 990"/>
                <a:gd name="T9" fmla="*/ 0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1340" name="Freeform 252">
              <a:extLst>
                <a:ext uri="{FF2B5EF4-FFF2-40B4-BE49-F238E27FC236}">
                  <a16:creationId xmlns:a16="http://schemas.microsoft.com/office/drawing/2014/main" id="{08AABB90-D970-48A4-99EA-CA1A1BC02302}"/>
                </a:ext>
              </a:extLst>
            </p:cNvPr>
            <p:cNvSpPr>
              <a:spLocks/>
            </p:cNvSpPr>
            <p:nvPr/>
          </p:nvSpPr>
          <p:spPr bwMode="auto">
            <a:xfrm>
              <a:off x="4420" y="1220"/>
              <a:ext cx="369" cy="106"/>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1341" name="Freeform 253">
              <a:extLst>
                <a:ext uri="{FF2B5EF4-FFF2-40B4-BE49-F238E27FC236}">
                  <a16:creationId xmlns:a16="http://schemas.microsoft.com/office/drawing/2014/main" id="{7CCA94C8-C0BD-4732-ADA3-8D58F2E2C3F7}"/>
                </a:ext>
              </a:extLst>
            </p:cNvPr>
            <p:cNvSpPr>
              <a:spLocks/>
            </p:cNvSpPr>
            <p:nvPr/>
          </p:nvSpPr>
          <p:spPr bwMode="auto">
            <a:xfrm>
              <a:off x="4420" y="1201"/>
              <a:ext cx="4" cy="21"/>
            </a:xfrm>
            <a:custGeom>
              <a:avLst/>
              <a:gdLst>
                <a:gd name="T0" fmla="*/ 0 w 26"/>
                <a:gd name="T1" fmla="*/ 0 h 147"/>
                <a:gd name="T2" fmla="*/ 0 w 26"/>
                <a:gd name="T3" fmla="*/ 0 h 147"/>
                <a:gd name="T4" fmla="*/ 0 w 26"/>
                <a:gd name="T5" fmla="*/ 0 h 147"/>
                <a:gd name="T6" fmla="*/ 0 w 26"/>
                <a:gd name="T7" fmla="*/ 0 h 147"/>
                <a:gd name="T8" fmla="*/ 0 w 26"/>
                <a:gd name="T9" fmla="*/ 0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1342" name="Freeform 254">
              <a:extLst>
                <a:ext uri="{FF2B5EF4-FFF2-40B4-BE49-F238E27FC236}">
                  <a16:creationId xmlns:a16="http://schemas.microsoft.com/office/drawing/2014/main" id="{9CD19A20-007B-4052-9BB7-8BED96B7540B}"/>
                </a:ext>
              </a:extLst>
            </p:cNvPr>
            <p:cNvSpPr>
              <a:spLocks/>
            </p:cNvSpPr>
            <p:nvPr/>
          </p:nvSpPr>
          <p:spPr bwMode="auto">
            <a:xfrm>
              <a:off x="4421" y="1114"/>
              <a:ext cx="171" cy="88"/>
            </a:xfrm>
            <a:custGeom>
              <a:avLst/>
              <a:gdLst>
                <a:gd name="T0" fmla="*/ 0 w 1176"/>
                <a:gd name="T1" fmla="*/ 0 h 606"/>
                <a:gd name="T2" fmla="*/ 0 w 1176"/>
                <a:gd name="T3" fmla="*/ 0 h 606"/>
                <a:gd name="T4" fmla="*/ 0 w 1176"/>
                <a:gd name="T5" fmla="*/ 0 h 606"/>
                <a:gd name="T6" fmla="*/ 0 w 1176"/>
                <a:gd name="T7" fmla="*/ 0 h 606"/>
                <a:gd name="T8" fmla="*/ 0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1343" name="Freeform 255">
              <a:extLst>
                <a:ext uri="{FF2B5EF4-FFF2-40B4-BE49-F238E27FC236}">
                  <a16:creationId xmlns:a16="http://schemas.microsoft.com/office/drawing/2014/main" id="{CE3DBDAC-1EC3-4321-9BDA-1C762F396862}"/>
                </a:ext>
              </a:extLst>
            </p:cNvPr>
            <p:cNvSpPr>
              <a:spLocks/>
            </p:cNvSpPr>
            <p:nvPr/>
          </p:nvSpPr>
          <p:spPr bwMode="auto">
            <a:xfrm>
              <a:off x="4432" y="1205"/>
              <a:ext cx="350" cy="102"/>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1344" name="Freeform 256">
              <a:extLst>
                <a:ext uri="{FF2B5EF4-FFF2-40B4-BE49-F238E27FC236}">
                  <a16:creationId xmlns:a16="http://schemas.microsoft.com/office/drawing/2014/main" id="{539F159D-20BC-40D0-91B4-FB0216F72463}"/>
                </a:ext>
              </a:extLst>
            </p:cNvPr>
            <p:cNvSpPr>
              <a:spLocks/>
            </p:cNvSpPr>
            <p:nvPr/>
          </p:nvSpPr>
          <p:spPr bwMode="auto">
            <a:xfrm flipV="1">
              <a:off x="4782" y="1198"/>
              <a:ext cx="142" cy="105"/>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sp>
        <p:nvSpPr>
          <p:cNvPr id="648226" name="AutoShape 34">
            <a:extLst>
              <a:ext uri="{FF2B5EF4-FFF2-40B4-BE49-F238E27FC236}">
                <a16:creationId xmlns:a16="http://schemas.microsoft.com/office/drawing/2014/main" id="{5A67F3CC-276E-4550-89E3-FC1344E56A01}"/>
              </a:ext>
            </a:extLst>
          </p:cNvPr>
          <p:cNvSpPr>
            <a:spLocks noChangeArrowheads="1"/>
          </p:cNvSpPr>
          <p:nvPr/>
        </p:nvSpPr>
        <p:spPr bwMode="auto">
          <a:xfrm>
            <a:off x="2354263" y="2422526"/>
            <a:ext cx="976312" cy="485775"/>
          </a:xfrm>
          <a:custGeom>
            <a:avLst/>
            <a:gdLst>
              <a:gd name="T0" fmla="*/ 2147483647 w 21600"/>
              <a:gd name="T1" fmla="*/ 0 h 21600"/>
              <a:gd name="T2" fmla="*/ 0 w 21600"/>
              <a:gd name="T3" fmla="*/ 2147483647 h 21600"/>
              <a:gd name="T4" fmla="*/ 2147483647 w 21600"/>
              <a:gd name="T5" fmla="*/ 2147483647 h 21600"/>
              <a:gd name="T6" fmla="*/ 2147483647 w 21600"/>
              <a:gd name="T7" fmla="*/ 2147483647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nvGrpSpPr>
          <p:cNvPr id="12" name="Group 45">
            <a:extLst>
              <a:ext uri="{FF2B5EF4-FFF2-40B4-BE49-F238E27FC236}">
                <a16:creationId xmlns:a16="http://schemas.microsoft.com/office/drawing/2014/main" id="{1945550A-1091-4166-9194-951888527D66}"/>
              </a:ext>
            </a:extLst>
          </p:cNvPr>
          <p:cNvGrpSpPr>
            <a:grpSpLocks/>
          </p:cNvGrpSpPr>
          <p:nvPr/>
        </p:nvGrpSpPr>
        <p:grpSpPr bwMode="auto">
          <a:xfrm>
            <a:off x="2719388" y="1258888"/>
            <a:ext cx="976312" cy="1460500"/>
            <a:chOff x="651" y="681"/>
            <a:chExt cx="615" cy="920"/>
          </a:xfrm>
        </p:grpSpPr>
        <p:sp>
          <p:nvSpPr>
            <p:cNvPr id="51321" name="Freeform 46">
              <a:extLst>
                <a:ext uri="{FF2B5EF4-FFF2-40B4-BE49-F238E27FC236}">
                  <a16:creationId xmlns:a16="http://schemas.microsoft.com/office/drawing/2014/main" id="{AEC80A4B-20D8-460B-AFD3-8CBE5426D30E}"/>
                </a:ext>
              </a:extLst>
            </p:cNvPr>
            <p:cNvSpPr>
              <a:spLocks/>
            </p:cNvSpPr>
            <p:nvPr/>
          </p:nvSpPr>
          <p:spPr bwMode="auto">
            <a:xfrm>
              <a:off x="662" y="698"/>
              <a:ext cx="604" cy="903"/>
            </a:xfrm>
            <a:custGeom>
              <a:avLst/>
              <a:gdLst>
                <a:gd name="T0" fmla="*/ 496 w 604"/>
                <a:gd name="T1" fmla="*/ 0 h 903"/>
                <a:gd name="T2" fmla="*/ 604 w 604"/>
                <a:gd name="T3" fmla="*/ 903 h 903"/>
                <a:gd name="T4" fmla="*/ 0 w 604"/>
                <a:gd name="T5" fmla="*/ 788 h 903"/>
                <a:gd name="T6" fmla="*/ 456 w 604"/>
                <a:gd name="T7" fmla="*/ 750 h 903"/>
                <a:gd name="T8" fmla="*/ 496 w 604"/>
                <a:gd name="T9" fmla="*/ 0 h 903"/>
                <a:gd name="T10" fmla="*/ 0 60000 65536"/>
                <a:gd name="T11" fmla="*/ 0 60000 65536"/>
                <a:gd name="T12" fmla="*/ 0 60000 65536"/>
                <a:gd name="T13" fmla="*/ 0 60000 65536"/>
                <a:gd name="T14" fmla="*/ 0 60000 65536"/>
                <a:gd name="T15" fmla="*/ 0 w 604"/>
                <a:gd name="T16" fmla="*/ 0 h 903"/>
                <a:gd name="T17" fmla="*/ 604 w 604"/>
                <a:gd name="T18" fmla="*/ 903 h 903"/>
              </a:gdLst>
              <a:ahLst/>
              <a:cxnLst>
                <a:cxn ang="T10">
                  <a:pos x="T0" y="T1"/>
                </a:cxn>
                <a:cxn ang="T11">
                  <a:pos x="T2" y="T3"/>
                </a:cxn>
                <a:cxn ang="T12">
                  <a:pos x="T4" y="T5"/>
                </a:cxn>
                <a:cxn ang="T13">
                  <a:pos x="T6" y="T7"/>
                </a:cxn>
                <a:cxn ang="T14">
                  <a:pos x="T8" y="T9"/>
                </a:cxn>
              </a:cxnLst>
              <a:rect l="T15" t="T16" r="T17" b="T18"/>
              <a:pathLst>
                <a:path w="604" h="903">
                  <a:moveTo>
                    <a:pt x="496" y="0"/>
                  </a:moveTo>
                  <a:lnTo>
                    <a:pt x="604" y="903"/>
                  </a:lnTo>
                  <a:lnTo>
                    <a:pt x="0" y="788"/>
                  </a:lnTo>
                  <a:lnTo>
                    <a:pt x="456" y="750"/>
                  </a:lnTo>
                  <a:lnTo>
                    <a:pt x="496" y="0"/>
                  </a:lnTo>
                  <a:close/>
                </a:path>
              </a:pathLst>
            </a:custGeom>
            <a:gradFill rotWithShape="1">
              <a:gsLst>
                <a:gs pos="0">
                  <a:schemeClr val="bg1">
                    <a:alpha val="65999"/>
                  </a:schemeClr>
                </a:gs>
                <a:gs pos="100000">
                  <a:srgbClr val="000099">
                    <a:alpha val="67000"/>
                  </a:srgbClr>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nvGrpSpPr>
            <p:cNvPr id="51322" name="Group 47">
              <a:extLst>
                <a:ext uri="{FF2B5EF4-FFF2-40B4-BE49-F238E27FC236}">
                  <a16:creationId xmlns:a16="http://schemas.microsoft.com/office/drawing/2014/main" id="{80F980E0-19CF-4106-B558-E84CA2195E60}"/>
                </a:ext>
              </a:extLst>
            </p:cNvPr>
            <p:cNvGrpSpPr>
              <a:grpSpLocks/>
            </p:cNvGrpSpPr>
            <p:nvPr/>
          </p:nvGrpSpPr>
          <p:grpSpPr bwMode="auto">
            <a:xfrm>
              <a:off x="651" y="681"/>
              <a:ext cx="501" cy="828"/>
              <a:chOff x="569" y="2954"/>
              <a:chExt cx="501" cy="828"/>
            </a:xfrm>
          </p:grpSpPr>
          <p:sp>
            <p:nvSpPr>
              <p:cNvPr id="51323" name="Rectangle 48">
                <a:extLst>
                  <a:ext uri="{FF2B5EF4-FFF2-40B4-BE49-F238E27FC236}">
                    <a16:creationId xmlns:a16="http://schemas.microsoft.com/office/drawing/2014/main" id="{E79539F7-9ED3-412B-85EF-71CEBD71FA9B}"/>
                  </a:ext>
                </a:extLst>
              </p:cNvPr>
              <p:cNvSpPr>
                <a:spLocks noChangeArrowheads="1"/>
              </p:cNvSpPr>
              <p:nvPr/>
            </p:nvSpPr>
            <p:spPr bwMode="auto">
              <a:xfrm>
                <a:off x="576" y="2973"/>
                <a:ext cx="493" cy="790"/>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1324" name="Text Box 49">
                <a:extLst>
                  <a:ext uri="{FF2B5EF4-FFF2-40B4-BE49-F238E27FC236}">
                    <a16:creationId xmlns:a16="http://schemas.microsoft.com/office/drawing/2014/main" id="{CAA447A7-184F-44D7-8AA2-95D39D1AD493}"/>
                  </a:ext>
                </a:extLst>
              </p:cNvPr>
              <p:cNvSpPr txBox="1">
                <a:spLocks noChangeArrowheads="1"/>
              </p:cNvSpPr>
              <p:nvPr/>
            </p:nvSpPr>
            <p:spPr bwMode="auto">
              <a:xfrm>
                <a:off x="593" y="2954"/>
                <a:ext cx="477" cy="8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1600"/>
                  <a:t>DHCP</a:t>
                </a:r>
              </a:p>
              <a:p>
                <a:pPr algn="ctr"/>
                <a:r>
                  <a:rPr lang="en-US" altLang="en-US" sz="1600"/>
                  <a:t>UDP</a:t>
                </a:r>
              </a:p>
              <a:p>
                <a:pPr algn="ctr"/>
                <a:r>
                  <a:rPr lang="en-US" altLang="en-US" sz="1600"/>
                  <a:t>IP</a:t>
                </a:r>
              </a:p>
              <a:p>
                <a:pPr algn="ctr"/>
                <a:r>
                  <a:rPr lang="en-US" altLang="en-US" sz="1600"/>
                  <a:t>Eth</a:t>
                </a:r>
              </a:p>
              <a:p>
                <a:pPr algn="ctr"/>
                <a:r>
                  <a:rPr lang="en-US" altLang="en-US" sz="1600"/>
                  <a:t>Phy</a:t>
                </a:r>
              </a:p>
            </p:txBody>
          </p:sp>
          <p:sp>
            <p:nvSpPr>
              <p:cNvPr id="51325" name="Line 50">
                <a:extLst>
                  <a:ext uri="{FF2B5EF4-FFF2-40B4-BE49-F238E27FC236}">
                    <a16:creationId xmlns:a16="http://schemas.microsoft.com/office/drawing/2014/main" id="{307FB3CE-2DA2-43A9-9837-CE9939AD5E04}"/>
                  </a:ext>
                </a:extLst>
              </p:cNvPr>
              <p:cNvSpPr>
                <a:spLocks noChangeShapeType="1"/>
              </p:cNvSpPr>
              <p:nvPr/>
            </p:nvSpPr>
            <p:spPr bwMode="auto">
              <a:xfrm>
                <a:off x="578" y="3130"/>
                <a:ext cx="48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51326" name="Line 51">
                <a:extLst>
                  <a:ext uri="{FF2B5EF4-FFF2-40B4-BE49-F238E27FC236}">
                    <a16:creationId xmlns:a16="http://schemas.microsoft.com/office/drawing/2014/main" id="{6A9889EB-D2DC-44F7-B7D2-797C2D94DF53}"/>
                  </a:ext>
                </a:extLst>
              </p:cNvPr>
              <p:cNvSpPr>
                <a:spLocks noChangeShapeType="1"/>
              </p:cNvSpPr>
              <p:nvPr/>
            </p:nvSpPr>
            <p:spPr bwMode="auto">
              <a:xfrm>
                <a:off x="575" y="3289"/>
                <a:ext cx="48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51327" name="Line 52">
                <a:extLst>
                  <a:ext uri="{FF2B5EF4-FFF2-40B4-BE49-F238E27FC236}">
                    <a16:creationId xmlns:a16="http://schemas.microsoft.com/office/drawing/2014/main" id="{33D1BC4F-37EF-4B57-9EB9-1CD78695A046}"/>
                  </a:ext>
                </a:extLst>
              </p:cNvPr>
              <p:cNvSpPr>
                <a:spLocks noChangeShapeType="1"/>
              </p:cNvSpPr>
              <p:nvPr/>
            </p:nvSpPr>
            <p:spPr bwMode="auto">
              <a:xfrm>
                <a:off x="572" y="3448"/>
                <a:ext cx="48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51328" name="Line 53">
                <a:extLst>
                  <a:ext uri="{FF2B5EF4-FFF2-40B4-BE49-F238E27FC236}">
                    <a16:creationId xmlns:a16="http://schemas.microsoft.com/office/drawing/2014/main" id="{50ED223E-DB2E-4F72-BC1F-227D01FBCEF3}"/>
                  </a:ext>
                </a:extLst>
              </p:cNvPr>
              <p:cNvSpPr>
                <a:spLocks noChangeShapeType="1"/>
              </p:cNvSpPr>
              <p:nvPr/>
            </p:nvSpPr>
            <p:spPr bwMode="auto">
              <a:xfrm>
                <a:off x="569" y="3607"/>
                <a:ext cx="48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grpSp>
      <p:grpSp>
        <p:nvGrpSpPr>
          <p:cNvPr id="14" name="Group 54">
            <a:extLst>
              <a:ext uri="{FF2B5EF4-FFF2-40B4-BE49-F238E27FC236}">
                <a16:creationId xmlns:a16="http://schemas.microsoft.com/office/drawing/2014/main" id="{F144008C-4EAF-4B0E-B25C-2ECA7AC7A1CE}"/>
              </a:ext>
            </a:extLst>
          </p:cNvPr>
          <p:cNvGrpSpPr>
            <a:grpSpLocks/>
          </p:cNvGrpSpPr>
          <p:nvPr/>
        </p:nvGrpSpPr>
        <p:grpSpPr bwMode="auto">
          <a:xfrm>
            <a:off x="2044701" y="1317626"/>
            <a:ext cx="544513" cy="244475"/>
            <a:chOff x="844" y="3337"/>
            <a:chExt cx="343" cy="154"/>
          </a:xfrm>
        </p:grpSpPr>
        <p:sp>
          <p:nvSpPr>
            <p:cNvPr id="51319" name="Rectangle 55">
              <a:extLst>
                <a:ext uri="{FF2B5EF4-FFF2-40B4-BE49-F238E27FC236}">
                  <a16:creationId xmlns:a16="http://schemas.microsoft.com/office/drawing/2014/main" id="{676E5637-FF1F-4C18-9D2C-8443A0B90B6B}"/>
                </a:ext>
              </a:extLst>
            </p:cNvPr>
            <p:cNvSpPr>
              <a:spLocks noChangeArrowheads="1"/>
            </p:cNvSpPr>
            <p:nvPr/>
          </p:nvSpPr>
          <p:spPr bwMode="auto">
            <a:xfrm>
              <a:off x="889" y="3370"/>
              <a:ext cx="245" cy="86"/>
            </a:xfrm>
            <a:prstGeom prst="rect">
              <a:avLst/>
            </a:prstGeom>
            <a:solidFill>
              <a:srgbClr val="FF0000"/>
            </a:solidFill>
            <a:ln w="9525">
              <a:solidFill>
                <a:schemeClr val="bg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1320" name="Text Box 56">
              <a:extLst>
                <a:ext uri="{FF2B5EF4-FFF2-40B4-BE49-F238E27FC236}">
                  <a16:creationId xmlns:a16="http://schemas.microsoft.com/office/drawing/2014/main" id="{B231EFF1-87C8-41B9-AF98-7994A7A16D6C}"/>
                </a:ext>
              </a:extLst>
            </p:cNvPr>
            <p:cNvSpPr txBox="1">
              <a:spLocks noChangeArrowheads="1"/>
            </p:cNvSpPr>
            <p:nvPr/>
          </p:nvSpPr>
          <p:spPr bwMode="auto">
            <a:xfrm>
              <a:off x="844" y="3337"/>
              <a:ext cx="343"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000">
                  <a:solidFill>
                    <a:schemeClr val="bg1"/>
                  </a:solidFill>
                </a:rPr>
                <a:t>DHCP</a:t>
              </a:r>
            </a:p>
          </p:txBody>
        </p:sp>
      </p:grpSp>
      <p:grpSp>
        <p:nvGrpSpPr>
          <p:cNvPr id="15" name="Group 57">
            <a:extLst>
              <a:ext uri="{FF2B5EF4-FFF2-40B4-BE49-F238E27FC236}">
                <a16:creationId xmlns:a16="http://schemas.microsoft.com/office/drawing/2014/main" id="{26DCEF7D-4DFF-458C-985A-8FED577F49BE}"/>
              </a:ext>
            </a:extLst>
          </p:cNvPr>
          <p:cNvGrpSpPr>
            <a:grpSpLocks/>
          </p:cNvGrpSpPr>
          <p:nvPr/>
        </p:nvGrpSpPr>
        <p:grpSpPr bwMode="auto">
          <a:xfrm>
            <a:off x="1590675" y="1336676"/>
            <a:ext cx="1081088" cy="1166813"/>
            <a:chOff x="42" y="744"/>
            <a:chExt cx="681" cy="735"/>
          </a:xfrm>
        </p:grpSpPr>
        <p:grpSp>
          <p:nvGrpSpPr>
            <p:cNvPr id="51287" name="Group 58">
              <a:extLst>
                <a:ext uri="{FF2B5EF4-FFF2-40B4-BE49-F238E27FC236}">
                  <a16:creationId xmlns:a16="http://schemas.microsoft.com/office/drawing/2014/main" id="{95A5276E-7F58-43ED-B725-914F18D2F3B5}"/>
                </a:ext>
              </a:extLst>
            </p:cNvPr>
            <p:cNvGrpSpPr>
              <a:grpSpLocks/>
            </p:cNvGrpSpPr>
            <p:nvPr/>
          </p:nvGrpSpPr>
          <p:grpSpPr bwMode="auto">
            <a:xfrm>
              <a:off x="42" y="886"/>
              <a:ext cx="681" cy="468"/>
              <a:chOff x="42" y="886"/>
              <a:chExt cx="681" cy="468"/>
            </a:xfrm>
          </p:grpSpPr>
          <p:grpSp>
            <p:nvGrpSpPr>
              <p:cNvPr id="51289" name="Group 59">
                <a:extLst>
                  <a:ext uri="{FF2B5EF4-FFF2-40B4-BE49-F238E27FC236}">
                    <a16:creationId xmlns:a16="http://schemas.microsoft.com/office/drawing/2014/main" id="{A6069353-641A-4C53-BE4F-9A3A226EAD35}"/>
                  </a:ext>
                </a:extLst>
              </p:cNvPr>
              <p:cNvGrpSpPr>
                <a:grpSpLocks/>
              </p:cNvGrpSpPr>
              <p:nvPr/>
            </p:nvGrpSpPr>
            <p:grpSpPr bwMode="auto">
              <a:xfrm>
                <a:off x="278" y="886"/>
                <a:ext cx="397" cy="154"/>
                <a:chOff x="740" y="3209"/>
                <a:chExt cx="397" cy="154"/>
              </a:xfrm>
            </p:grpSpPr>
            <p:grpSp>
              <p:nvGrpSpPr>
                <p:cNvPr id="51314" name="Group 60">
                  <a:extLst>
                    <a:ext uri="{FF2B5EF4-FFF2-40B4-BE49-F238E27FC236}">
                      <a16:creationId xmlns:a16="http://schemas.microsoft.com/office/drawing/2014/main" id="{89538F37-2876-44C1-ABCE-8DA0482D1CD9}"/>
                    </a:ext>
                  </a:extLst>
                </p:cNvPr>
                <p:cNvGrpSpPr>
                  <a:grpSpLocks/>
                </p:cNvGrpSpPr>
                <p:nvPr/>
              </p:nvGrpSpPr>
              <p:grpSpPr bwMode="auto">
                <a:xfrm>
                  <a:off x="794" y="3209"/>
                  <a:ext cx="343" cy="154"/>
                  <a:chOff x="844" y="3337"/>
                  <a:chExt cx="343" cy="154"/>
                </a:xfrm>
              </p:grpSpPr>
              <p:sp>
                <p:nvSpPr>
                  <p:cNvPr id="51317" name="Rectangle 61">
                    <a:extLst>
                      <a:ext uri="{FF2B5EF4-FFF2-40B4-BE49-F238E27FC236}">
                        <a16:creationId xmlns:a16="http://schemas.microsoft.com/office/drawing/2014/main" id="{D143086C-C6DB-4BFB-9CFC-8C6972759906}"/>
                      </a:ext>
                    </a:extLst>
                  </p:cNvPr>
                  <p:cNvSpPr>
                    <a:spLocks noChangeArrowheads="1"/>
                  </p:cNvSpPr>
                  <p:nvPr/>
                </p:nvSpPr>
                <p:spPr bwMode="auto">
                  <a:xfrm>
                    <a:off x="889" y="3370"/>
                    <a:ext cx="245" cy="86"/>
                  </a:xfrm>
                  <a:prstGeom prst="rect">
                    <a:avLst/>
                  </a:prstGeom>
                  <a:solidFill>
                    <a:srgbClr val="FF0000"/>
                  </a:solidFill>
                  <a:ln w="9525">
                    <a:solidFill>
                      <a:schemeClr val="bg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1318" name="Text Box 62">
                    <a:extLst>
                      <a:ext uri="{FF2B5EF4-FFF2-40B4-BE49-F238E27FC236}">
                        <a16:creationId xmlns:a16="http://schemas.microsoft.com/office/drawing/2014/main" id="{C2149FF6-D40F-42A0-A99A-16FECBCBBE81}"/>
                      </a:ext>
                    </a:extLst>
                  </p:cNvPr>
                  <p:cNvSpPr txBox="1">
                    <a:spLocks noChangeArrowheads="1"/>
                  </p:cNvSpPr>
                  <p:nvPr/>
                </p:nvSpPr>
                <p:spPr bwMode="auto">
                  <a:xfrm>
                    <a:off x="844" y="3337"/>
                    <a:ext cx="343"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000">
                        <a:solidFill>
                          <a:schemeClr val="bg1"/>
                        </a:solidFill>
                      </a:rPr>
                      <a:t>DHCP</a:t>
                    </a:r>
                  </a:p>
                </p:txBody>
              </p:sp>
            </p:grpSp>
            <p:sp>
              <p:nvSpPr>
                <p:cNvPr id="51315" name="Rectangle 63">
                  <a:extLst>
                    <a:ext uri="{FF2B5EF4-FFF2-40B4-BE49-F238E27FC236}">
                      <a16:creationId xmlns:a16="http://schemas.microsoft.com/office/drawing/2014/main" id="{6A938BE3-33E8-4EDF-9F2A-1B3173CEAA95}"/>
                    </a:ext>
                  </a:extLst>
                </p:cNvPr>
                <p:cNvSpPr>
                  <a:spLocks noChangeArrowheads="1"/>
                </p:cNvSpPr>
                <p:nvPr/>
              </p:nvSpPr>
              <p:spPr bwMode="auto">
                <a:xfrm>
                  <a:off x="750" y="3244"/>
                  <a:ext cx="88" cy="82"/>
                </a:xfrm>
                <a:prstGeom prst="rect">
                  <a:avLst/>
                </a:prstGeom>
                <a:solidFill>
                  <a:schemeClr val="accent1"/>
                </a:solidFill>
                <a:ln w="9525">
                  <a:solidFill>
                    <a:schemeClr val="bg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1316" name="Rectangle 64">
                  <a:extLst>
                    <a:ext uri="{FF2B5EF4-FFF2-40B4-BE49-F238E27FC236}">
                      <a16:creationId xmlns:a16="http://schemas.microsoft.com/office/drawing/2014/main" id="{A5B61982-8F4E-4A6C-8122-8C251E8F1AF0}"/>
                    </a:ext>
                  </a:extLst>
                </p:cNvPr>
                <p:cNvSpPr>
                  <a:spLocks noChangeArrowheads="1"/>
                </p:cNvSpPr>
                <p:nvPr/>
              </p:nvSpPr>
              <p:spPr bwMode="auto">
                <a:xfrm>
                  <a:off x="740" y="3238"/>
                  <a:ext cx="354" cy="94"/>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grpSp>
            <p:nvGrpSpPr>
              <p:cNvPr id="51290" name="Group 65">
                <a:extLst>
                  <a:ext uri="{FF2B5EF4-FFF2-40B4-BE49-F238E27FC236}">
                    <a16:creationId xmlns:a16="http://schemas.microsoft.com/office/drawing/2014/main" id="{3311DD72-9B1A-480B-B0F5-E59E2F085A01}"/>
                  </a:ext>
                </a:extLst>
              </p:cNvPr>
              <p:cNvGrpSpPr>
                <a:grpSpLocks/>
              </p:cNvGrpSpPr>
              <p:nvPr/>
            </p:nvGrpSpPr>
            <p:grpSpPr bwMode="auto">
              <a:xfrm>
                <a:off x="278" y="1034"/>
                <a:ext cx="397" cy="154"/>
                <a:chOff x="836" y="3305"/>
                <a:chExt cx="397" cy="154"/>
              </a:xfrm>
            </p:grpSpPr>
            <p:grpSp>
              <p:nvGrpSpPr>
                <p:cNvPr id="51308" name="Group 66">
                  <a:extLst>
                    <a:ext uri="{FF2B5EF4-FFF2-40B4-BE49-F238E27FC236}">
                      <a16:creationId xmlns:a16="http://schemas.microsoft.com/office/drawing/2014/main" id="{4462B2B1-C469-4362-824E-DC3720C8E70D}"/>
                    </a:ext>
                  </a:extLst>
                </p:cNvPr>
                <p:cNvGrpSpPr>
                  <a:grpSpLocks/>
                </p:cNvGrpSpPr>
                <p:nvPr/>
              </p:nvGrpSpPr>
              <p:grpSpPr bwMode="auto">
                <a:xfrm>
                  <a:off x="890" y="3305"/>
                  <a:ext cx="343" cy="154"/>
                  <a:chOff x="844" y="3337"/>
                  <a:chExt cx="343" cy="154"/>
                </a:xfrm>
              </p:grpSpPr>
              <p:sp>
                <p:nvSpPr>
                  <p:cNvPr id="51312" name="Rectangle 67">
                    <a:extLst>
                      <a:ext uri="{FF2B5EF4-FFF2-40B4-BE49-F238E27FC236}">
                        <a16:creationId xmlns:a16="http://schemas.microsoft.com/office/drawing/2014/main" id="{E3D3A479-22DB-4EDC-AD40-8D50F241CAE6}"/>
                      </a:ext>
                    </a:extLst>
                  </p:cNvPr>
                  <p:cNvSpPr>
                    <a:spLocks noChangeArrowheads="1"/>
                  </p:cNvSpPr>
                  <p:nvPr/>
                </p:nvSpPr>
                <p:spPr bwMode="auto">
                  <a:xfrm>
                    <a:off x="889" y="3370"/>
                    <a:ext cx="245" cy="86"/>
                  </a:xfrm>
                  <a:prstGeom prst="rect">
                    <a:avLst/>
                  </a:prstGeom>
                  <a:solidFill>
                    <a:srgbClr val="FF0000"/>
                  </a:solidFill>
                  <a:ln w="9525">
                    <a:solidFill>
                      <a:schemeClr val="bg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1313" name="Text Box 68">
                    <a:extLst>
                      <a:ext uri="{FF2B5EF4-FFF2-40B4-BE49-F238E27FC236}">
                        <a16:creationId xmlns:a16="http://schemas.microsoft.com/office/drawing/2014/main" id="{2DB49CAA-B876-4198-A993-4A024C0A0AFD}"/>
                      </a:ext>
                    </a:extLst>
                  </p:cNvPr>
                  <p:cNvSpPr txBox="1">
                    <a:spLocks noChangeArrowheads="1"/>
                  </p:cNvSpPr>
                  <p:nvPr/>
                </p:nvSpPr>
                <p:spPr bwMode="auto">
                  <a:xfrm>
                    <a:off x="844" y="3337"/>
                    <a:ext cx="343"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000">
                        <a:solidFill>
                          <a:schemeClr val="bg1"/>
                        </a:solidFill>
                      </a:rPr>
                      <a:t>DHCP</a:t>
                    </a:r>
                  </a:p>
                </p:txBody>
              </p:sp>
            </p:grpSp>
            <p:grpSp>
              <p:nvGrpSpPr>
                <p:cNvPr id="51309" name="Group 69">
                  <a:extLst>
                    <a:ext uri="{FF2B5EF4-FFF2-40B4-BE49-F238E27FC236}">
                      <a16:creationId xmlns:a16="http://schemas.microsoft.com/office/drawing/2014/main" id="{52CF1B5F-441C-4920-9AA6-1255F30E5329}"/>
                    </a:ext>
                  </a:extLst>
                </p:cNvPr>
                <p:cNvGrpSpPr>
                  <a:grpSpLocks/>
                </p:cNvGrpSpPr>
                <p:nvPr/>
              </p:nvGrpSpPr>
              <p:grpSpPr bwMode="auto">
                <a:xfrm>
                  <a:off x="836" y="3334"/>
                  <a:ext cx="354" cy="94"/>
                  <a:chOff x="836" y="3334"/>
                  <a:chExt cx="354" cy="94"/>
                </a:xfrm>
              </p:grpSpPr>
              <p:sp>
                <p:nvSpPr>
                  <p:cNvPr id="51310" name="Rectangle 70">
                    <a:extLst>
                      <a:ext uri="{FF2B5EF4-FFF2-40B4-BE49-F238E27FC236}">
                        <a16:creationId xmlns:a16="http://schemas.microsoft.com/office/drawing/2014/main" id="{C1BBE3B3-82B5-4D08-9EA0-A70816984C0D}"/>
                      </a:ext>
                    </a:extLst>
                  </p:cNvPr>
                  <p:cNvSpPr>
                    <a:spLocks noChangeArrowheads="1"/>
                  </p:cNvSpPr>
                  <p:nvPr/>
                </p:nvSpPr>
                <p:spPr bwMode="auto">
                  <a:xfrm>
                    <a:off x="846" y="3340"/>
                    <a:ext cx="88" cy="82"/>
                  </a:xfrm>
                  <a:prstGeom prst="rect">
                    <a:avLst/>
                  </a:prstGeom>
                  <a:solidFill>
                    <a:schemeClr val="accent1"/>
                  </a:solidFill>
                  <a:ln w="9525">
                    <a:solidFill>
                      <a:schemeClr val="bg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1311" name="Rectangle 71">
                    <a:extLst>
                      <a:ext uri="{FF2B5EF4-FFF2-40B4-BE49-F238E27FC236}">
                        <a16:creationId xmlns:a16="http://schemas.microsoft.com/office/drawing/2014/main" id="{DB3C35DF-F923-428C-ADB3-6C8B0B75D813}"/>
                      </a:ext>
                    </a:extLst>
                  </p:cNvPr>
                  <p:cNvSpPr>
                    <a:spLocks noChangeArrowheads="1"/>
                  </p:cNvSpPr>
                  <p:nvPr/>
                </p:nvSpPr>
                <p:spPr bwMode="auto">
                  <a:xfrm>
                    <a:off x="836" y="3334"/>
                    <a:ext cx="354" cy="94"/>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grpSp>
          <p:grpSp>
            <p:nvGrpSpPr>
              <p:cNvPr id="51291" name="Group 72">
                <a:extLst>
                  <a:ext uri="{FF2B5EF4-FFF2-40B4-BE49-F238E27FC236}">
                    <a16:creationId xmlns:a16="http://schemas.microsoft.com/office/drawing/2014/main" id="{CE882E68-D122-4924-9748-5D6695CAA523}"/>
                  </a:ext>
                </a:extLst>
              </p:cNvPr>
              <p:cNvGrpSpPr>
                <a:grpSpLocks/>
              </p:cNvGrpSpPr>
              <p:nvPr/>
            </p:nvGrpSpPr>
            <p:grpSpPr bwMode="auto">
              <a:xfrm>
                <a:off x="165" y="1054"/>
                <a:ext cx="480" cy="112"/>
                <a:chOff x="627" y="3377"/>
                <a:chExt cx="480" cy="112"/>
              </a:xfrm>
            </p:grpSpPr>
            <p:sp>
              <p:nvSpPr>
                <p:cNvPr id="51306" name="Rectangle 73">
                  <a:extLst>
                    <a:ext uri="{FF2B5EF4-FFF2-40B4-BE49-F238E27FC236}">
                      <a16:creationId xmlns:a16="http://schemas.microsoft.com/office/drawing/2014/main" id="{18625AF0-0ACB-4CB8-B25F-2FE5F310E065}"/>
                    </a:ext>
                  </a:extLst>
                </p:cNvPr>
                <p:cNvSpPr>
                  <a:spLocks noChangeArrowheads="1"/>
                </p:cNvSpPr>
                <p:nvPr/>
              </p:nvSpPr>
              <p:spPr bwMode="auto">
                <a:xfrm>
                  <a:off x="636" y="3388"/>
                  <a:ext cx="96" cy="9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1307" name="Rectangle 74">
                  <a:extLst>
                    <a:ext uri="{FF2B5EF4-FFF2-40B4-BE49-F238E27FC236}">
                      <a16:creationId xmlns:a16="http://schemas.microsoft.com/office/drawing/2014/main" id="{46078717-F68F-4FD5-BCA2-8E8D297D0DC4}"/>
                    </a:ext>
                  </a:extLst>
                </p:cNvPr>
                <p:cNvSpPr>
                  <a:spLocks noChangeArrowheads="1"/>
                </p:cNvSpPr>
                <p:nvPr/>
              </p:nvSpPr>
              <p:spPr bwMode="auto">
                <a:xfrm>
                  <a:off x="627" y="3377"/>
                  <a:ext cx="480" cy="112"/>
                </a:xfrm>
                <a:prstGeom prst="rect">
                  <a:avLst/>
                </a:prstGeom>
                <a:noFill/>
                <a:ln w="9525">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grpSp>
            <p:nvGrpSpPr>
              <p:cNvPr id="51292" name="Group 75">
                <a:extLst>
                  <a:ext uri="{FF2B5EF4-FFF2-40B4-BE49-F238E27FC236}">
                    <a16:creationId xmlns:a16="http://schemas.microsoft.com/office/drawing/2014/main" id="{C9B80338-3422-4D13-AFD4-742C498F6F3A}"/>
                  </a:ext>
                </a:extLst>
              </p:cNvPr>
              <p:cNvGrpSpPr>
                <a:grpSpLocks/>
              </p:cNvGrpSpPr>
              <p:nvPr/>
            </p:nvGrpSpPr>
            <p:grpSpPr bwMode="auto">
              <a:xfrm>
                <a:off x="42" y="1200"/>
                <a:ext cx="681" cy="154"/>
                <a:chOff x="504" y="3523"/>
                <a:chExt cx="681" cy="154"/>
              </a:xfrm>
            </p:grpSpPr>
            <p:grpSp>
              <p:nvGrpSpPr>
                <p:cNvPr id="51293" name="Group 76">
                  <a:extLst>
                    <a:ext uri="{FF2B5EF4-FFF2-40B4-BE49-F238E27FC236}">
                      <a16:creationId xmlns:a16="http://schemas.microsoft.com/office/drawing/2014/main" id="{F60BD78E-7F23-4603-9312-9052B038903D}"/>
                    </a:ext>
                  </a:extLst>
                </p:cNvPr>
                <p:cNvGrpSpPr>
                  <a:grpSpLocks/>
                </p:cNvGrpSpPr>
                <p:nvPr/>
              </p:nvGrpSpPr>
              <p:grpSpPr bwMode="auto">
                <a:xfrm>
                  <a:off x="623" y="3523"/>
                  <a:ext cx="510" cy="154"/>
                  <a:chOff x="723" y="3453"/>
                  <a:chExt cx="510" cy="154"/>
                </a:xfrm>
              </p:grpSpPr>
              <p:grpSp>
                <p:nvGrpSpPr>
                  <p:cNvPr id="51297" name="Group 77">
                    <a:extLst>
                      <a:ext uri="{FF2B5EF4-FFF2-40B4-BE49-F238E27FC236}">
                        <a16:creationId xmlns:a16="http://schemas.microsoft.com/office/drawing/2014/main" id="{4DD945C1-3BD2-44DA-9174-82B267CD6324}"/>
                      </a:ext>
                    </a:extLst>
                  </p:cNvPr>
                  <p:cNvGrpSpPr>
                    <a:grpSpLocks/>
                  </p:cNvGrpSpPr>
                  <p:nvPr/>
                </p:nvGrpSpPr>
                <p:grpSpPr bwMode="auto">
                  <a:xfrm>
                    <a:off x="836" y="3453"/>
                    <a:ext cx="397" cy="154"/>
                    <a:chOff x="836" y="3305"/>
                    <a:chExt cx="397" cy="154"/>
                  </a:xfrm>
                </p:grpSpPr>
                <p:grpSp>
                  <p:nvGrpSpPr>
                    <p:cNvPr id="51300" name="Group 78">
                      <a:extLst>
                        <a:ext uri="{FF2B5EF4-FFF2-40B4-BE49-F238E27FC236}">
                          <a16:creationId xmlns:a16="http://schemas.microsoft.com/office/drawing/2014/main" id="{297DCBF8-EBAF-4440-A755-B7DB79B00B54}"/>
                        </a:ext>
                      </a:extLst>
                    </p:cNvPr>
                    <p:cNvGrpSpPr>
                      <a:grpSpLocks/>
                    </p:cNvGrpSpPr>
                    <p:nvPr/>
                  </p:nvGrpSpPr>
                  <p:grpSpPr bwMode="auto">
                    <a:xfrm>
                      <a:off x="890" y="3305"/>
                      <a:ext cx="343" cy="154"/>
                      <a:chOff x="844" y="3337"/>
                      <a:chExt cx="343" cy="154"/>
                    </a:xfrm>
                  </p:grpSpPr>
                  <p:sp>
                    <p:nvSpPr>
                      <p:cNvPr id="51304" name="Rectangle 79">
                        <a:extLst>
                          <a:ext uri="{FF2B5EF4-FFF2-40B4-BE49-F238E27FC236}">
                            <a16:creationId xmlns:a16="http://schemas.microsoft.com/office/drawing/2014/main" id="{9200B88F-8CE1-41D6-9FFD-85757B4D837C}"/>
                          </a:ext>
                        </a:extLst>
                      </p:cNvPr>
                      <p:cNvSpPr>
                        <a:spLocks noChangeArrowheads="1"/>
                      </p:cNvSpPr>
                      <p:nvPr/>
                    </p:nvSpPr>
                    <p:spPr bwMode="auto">
                      <a:xfrm>
                        <a:off x="889" y="3370"/>
                        <a:ext cx="245" cy="86"/>
                      </a:xfrm>
                      <a:prstGeom prst="rect">
                        <a:avLst/>
                      </a:prstGeom>
                      <a:solidFill>
                        <a:srgbClr val="FF0000"/>
                      </a:solidFill>
                      <a:ln w="9525">
                        <a:solidFill>
                          <a:schemeClr val="bg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1305" name="Text Box 80">
                        <a:extLst>
                          <a:ext uri="{FF2B5EF4-FFF2-40B4-BE49-F238E27FC236}">
                            <a16:creationId xmlns:a16="http://schemas.microsoft.com/office/drawing/2014/main" id="{9521BC18-08B0-49EF-BF91-717D0BEF16E3}"/>
                          </a:ext>
                        </a:extLst>
                      </p:cNvPr>
                      <p:cNvSpPr txBox="1">
                        <a:spLocks noChangeArrowheads="1"/>
                      </p:cNvSpPr>
                      <p:nvPr/>
                    </p:nvSpPr>
                    <p:spPr bwMode="auto">
                      <a:xfrm>
                        <a:off x="844" y="3337"/>
                        <a:ext cx="343"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000">
                            <a:solidFill>
                              <a:schemeClr val="bg1"/>
                            </a:solidFill>
                          </a:rPr>
                          <a:t>DHCP</a:t>
                        </a:r>
                      </a:p>
                    </p:txBody>
                  </p:sp>
                </p:grpSp>
                <p:grpSp>
                  <p:nvGrpSpPr>
                    <p:cNvPr id="51301" name="Group 81">
                      <a:extLst>
                        <a:ext uri="{FF2B5EF4-FFF2-40B4-BE49-F238E27FC236}">
                          <a16:creationId xmlns:a16="http://schemas.microsoft.com/office/drawing/2014/main" id="{25EEF274-5CA0-4506-B77D-D8FE085E6271}"/>
                        </a:ext>
                      </a:extLst>
                    </p:cNvPr>
                    <p:cNvGrpSpPr>
                      <a:grpSpLocks/>
                    </p:cNvGrpSpPr>
                    <p:nvPr/>
                  </p:nvGrpSpPr>
                  <p:grpSpPr bwMode="auto">
                    <a:xfrm>
                      <a:off x="836" y="3334"/>
                      <a:ext cx="354" cy="94"/>
                      <a:chOff x="836" y="3334"/>
                      <a:chExt cx="354" cy="94"/>
                    </a:xfrm>
                  </p:grpSpPr>
                  <p:sp>
                    <p:nvSpPr>
                      <p:cNvPr id="51302" name="Rectangle 82">
                        <a:extLst>
                          <a:ext uri="{FF2B5EF4-FFF2-40B4-BE49-F238E27FC236}">
                            <a16:creationId xmlns:a16="http://schemas.microsoft.com/office/drawing/2014/main" id="{8059E2F0-06FE-4F14-BD1A-4EC4ED528CBF}"/>
                          </a:ext>
                        </a:extLst>
                      </p:cNvPr>
                      <p:cNvSpPr>
                        <a:spLocks noChangeArrowheads="1"/>
                      </p:cNvSpPr>
                      <p:nvPr/>
                    </p:nvSpPr>
                    <p:spPr bwMode="auto">
                      <a:xfrm>
                        <a:off x="846" y="3340"/>
                        <a:ext cx="88" cy="82"/>
                      </a:xfrm>
                      <a:prstGeom prst="rect">
                        <a:avLst/>
                      </a:prstGeom>
                      <a:solidFill>
                        <a:schemeClr val="accent1"/>
                      </a:solidFill>
                      <a:ln w="9525">
                        <a:solidFill>
                          <a:schemeClr val="bg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1303" name="Rectangle 83">
                        <a:extLst>
                          <a:ext uri="{FF2B5EF4-FFF2-40B4-BE49-F238E27FC236}">
                            <a16:creationId xmlns:a16="http://schemas.microsoft.com/office/drawing/2014/main" id="{5E921FC0-A774-487F-8977-0B025760D179}"/>
                          </a:ext>
                        </a:extLst>
                      </p:cNvPr>
                      <p:cNvSpPr>
                        <a:spLocks noChangeArrowheads="1"/>
                      </p:cNvSpPr>
                      <p:nvPr/>
                    </p:nvSpPr>
                    <p:spPr bwMode="auto">
                      <a:xfrm>
                        <a:off x="836" y="3334"/>
                        <a:ext cx="354" cy="94"/>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grpSp>
              <p:sp>
                <p:nvSpPr>
                  <p:cNvPr id="51298" name="Rectangle 84">
                    <a:extLst>
                      <a:ext uri="{FF2B5EF4-FFF2-40B4-BE49-F238E27FC236}">
                        <a16:creationId xmlns:a16="http://schemas.microsoft.com/office/drawing/2014/main" id="{5C41079A-D359-4523-9ADA-AEACEAD72150}"/>
                      </a:ext>
                    </a:extLst>
                  </p:cNvPr>
                  <p:cNvSpPr>
                    <a:spLocks noChangeArrowheads="1"/>
                  </p:cNvSpPr>
                  <p:nvPr/>
                </p:nvSpPr>
                <p:spPr bwMode="auto">
                  <a:xfrm>
                    <a:off x="732" y="3484"/>
                    <a:ext cx="96" cy="9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1299" name="Rectangle 85">
                    <a:extLst>
                      <a:ext uri="{FF2B5EF4-FFF2-40B4-BE49-F238E27FC236}">
                        <a16:creationId xmlns:a16="http://schemas.microsoft.com/office/drawing/2014/main" id="{3DBBEC70-8702-4421-8F9B-9BB07002E0A8}"/>
                      </a:ext>
                    </a:extLst>
                  </p:cNvPr>
                  <p:cNvSpPr>
                    <a:spLocks noChangeArrowheads="1"/>
                  </p:cNvSpPr>
                  <p:nvPr/>
                </p:nvSpPr>
                <p:spPr bwMode="auto">
                  <a:xfrm>
                    <a:off x="723" y="3473"/>
                    <a:ext cx="480" cy="112"/>
                  </a:xfrm>
                  <a:prstGeom prst="rect">
                    <a:avLst/>
                  </a:prstGeom>
                  <a:noFill/>
                  <a:ln w="9525">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sp>
              <p:nvSpPr>
                <p:cNvPr id="51294" name="Rectangle 86">
                  <a:extLst>
                    <a:ext uri="{FF2B5EF4-FFF2-40B4-BE49-F238E27FC236}">
                      <a16:creationId xmlns:a16="http://schemas.microsoft.com/office/drawing/2014/main" id="{17E7749C-7D57-4F01-B1E7-9A8D85BF5285}"/>
                    </a:ext>
                  </a:extLst>
                </p:cNvPr>
                <p:cNvSpPr>
                  <a:spLocks noChangeArrowheads="1"/>
                </p:cNvSpPr>
                <p:nvPr/>
              </p:nvSpPr>
              <p:spPr bwMode="auto">
                <a:xfrm>
                  <a:off x="517" y="3545"/>
                  <a:ext cx="94" cy="108"/>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1295" name="Rectangle 87">
                  <a:extLst>
                    <a:ext uri="{FF2B5EF4-FFF2-40B4-BE49-F238E27FC236}">
                      <a16:creationId xmlns:a16="http://schemas.microsoft.com/office/drawing/2014/main" id="{566743C6-0854-4193-A78B-EDA296A8AA7F}"/>
                    </a:ext>
                  </a:extLst>
                </p:cNvPr>
                <p:cNvSpPr>
                  <a:spLocks noChangeArrowheads="1"/>
                </p:cNvSpPr>
                <p:nvPr/>
              </p:nvSpPr>
              <p:spPr bwMode="auto">
                <a:xfrm>
                  <a:off x="1115" y="3544"/>
                  <a:ext cx="60" cy="108"/>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1296" name="Rectangle 88">
                  <a:extLst>
                    <a:ext uri="{FF2B5EF4-FFF2-40B4-BE49-F238E27FC236}">
                      <a16:creationId xmlns:a16="http://schemas.microsoft.com/office/drawing/2014/main" id="{4928C188-1CF5-4F83-A3FC-30CF68D45A7F}"/>
                    </a:ext>
                  </a:extLst>
                </p:cNvPr>
                <p:cNvSpPr>
                  <a:spLocks noChangeArrowheads="1"/>
                </p:cNvSpPr>
                <p:nvPr/>
              </p:nvSpPr>
              <p:spPr bwMode="auto">
                <a:xfrm>
                  <a:off x="504" y="3529"/>
                  <a:ext cx="681" cy="1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grpSp>
        <p:sp>
          <p:nvSpPr>
            <p:cNvPr id="51288" name="AutoShape 89">
              <a:extLst>
                <a:ext uri="{FF2B5EF4-FFF2-40B4-BE49-F238E27FC236}">
                  <a16:creationId xmlns:a16="http://schemas.microsoft.com/office/drawing/2014/main" id="{B155373F-5EAC-4188-AFC3-1023892A52DD}"/>
                </a:ext>
              </a:extLst>
            </p:cNvPr>
            <p:cNvSpPr>
              <a:spLocks noChangeArrowheads="1"/>
            </p:cNvSpPr>
            <p:nvPr/>
          </p:nvSpPr>
          <p:spPr bwMode="auto">
            <a:xfrm>
              <a:off x="384" y="744"/>
              <a:ext cx="240" cy="735"/>
            </a:xfrm>
            <a:prstGeom prst="downArrow">
              <a:avLst>
                <a:gd name="adj1" fmla="val 54167"/>
                <a:gd name="adj2" fmla="val 49170"/>
              </a:avLst>
            </a:prstGeom>
            <a:gradFill rotWithShape="1">
              <a:gsLst>
                <a:gs pos="0">
                  <a:srgbClr val="FF0000">
                    <a:alpha val="25000"/>
                  </a:srgbClr>
                </a:gs>
                <a:gs pos="100000">
                  <a:srgbClr val="FF0000">
                    <a:alpha val="25000"/>
                  </a:srgbClr>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grpSp>
        <p:nvGrpSpPr>
          <p:cNvPr id="28" name="Group 90">
            <a:extLst>
              <a:ext uri="{FF2B5EF4-FFF2-40B4-BE49-F238E27FC236}">
                <a16:creationId xmlns:a16="http://schemas.microsoft.com/office/drawing/2014/main" id="{2C057033-6DC4-447C-A4EB-5DFB7C722446}"/>
              </a:ext>
            </a:extLst>
          </p:cNvPr>
          <p:cNvGrpSpPr>
            <a:grpSpLocks/>
          </p:cNvGrpSpPr>
          <p:nvPr/>
        </p:nvGrpSpPr>
        <p:grpSpPr bwMode="auto">
          <a:xfrm>
            <a:off x="2174875" y="2544764"/>
            <a:ext cx="1081088" cy="244475"/>
            <a:chOff x="504" y="3523"/>
            <a:chExt cx="681" cy="154"/>
          </a:xfrm>
        </p:grpSpPr>
        <p:grpSp>
          <p:nvGrpSpPr>
            <p:cNvPr id="51274" name="Group 91">
              <a:extLst>
                <a:ext uri="{FF2B5EF4-FFF2-40B4-BE49-F238E27FC236}">
                  <a16:creationId xmlns:a16="http://schemas.microsoft.com/office/drawing/2014/main" id="{CA188B3C-863B-47E0-B936-C4C9F9634286}"/>
                </a:ext>
              </a:extLst>
            </p:cNvPr>
            <p:cNvGrpSpPr>
              <a:grpSpLocks/>
            </p:cNvGrpSpPr>
            <p:nvPr/>
          </p:nvGrpSpPr>
          <p:grpSpPr bwMode="auto">
            <a:xfrm>
              <a:off x="623" y="3523"/>
              <a:ext cx="510" cy="154"/>
              <a:chOff x="723" y="3453"/>
              <a:chExt cx="510" cy="154"/>
            </a:xfrm>
          </p:grpSpPr>
          <p:grpSp>
            <p:nvGrpSpPr>
              <p:cNvPr id="51278" name="Group 92">
                <a:extLst>
                  <a:ext uri="{FF2B5EF4-FFF2-40B4-BE49-F238E27FC236}">
                    <a16:creationId xmlns:a16="http://schemas.microsoft.com/office/drawing/2014/main" id="{2EEB68B7-0ACF-4215-8D0D-585672503ABF}"/>
                  </a:ext>
                </a:extLst>
              </p:cNvPr>
              <p:cNvGrpSpPr>
                <a:grpSpLocks/>
              </p:cNvGrpSpPr>
              <p:nvPr/>
            </p:nvGrpSpPr>
            <p:grpSpPr bwMode="auto">
              <a:xfrm>
                <a:off x="836" y="3453"/>
                <a:ext cx="397" cy="154"/>
                <a:chOff x="836" y="3305"/>
                <a:chExt cx="397" cy="154"/>
              </a:xfrm>
            </p:grpSpPr>
            <p:grpSp>
              <p:nvGrpSpPr>
                <p:cNvPr id="51281" name="Group 93">
                  <a:extLst>
                    <a:ext uri="{FF2B5EF4-FFF2-40B4-BE49-F238E27FC236}">
                      <a16:creationId xmlns:a16="http://schemas.microsoft.com/office/drawing/2014/main" id="{61861D96-BC89-454D-AAAC-265D1BB0BDA4}"/>
                    </a:ext>
                  </a:extLst>
                </p:cNvPr>
                <p:cNvGrpSpPr>
                  <a:grpSpLocks/>
                </p:cNvGrpSpPr>
                <p:nvPr/>
              </p:nvGrpSpPr>
              <p:grpSpPr bwMode="auto">
                <a:xfrm>
                  <a:off x="890" y="3305"/>
                  <a:ext cx="343" cy="154"/>
                  <a:chOff x="844" y="3337"/>
                  <a:chExt cx="343" cy="154"/>
                </a:xfrm>
              </p:grpSpPr>
              <p:sp>
                <p:nvSpPr>
                  <p:cNvPr id="51285" name="Rectangle 94">
                    <a:extLst>
                      <a:ext uri="{FF2B5EF4-FFF2-40B4-BE49-F238E27FC236}">
                        <a16:creationId xmlns:a16="http://schemas.microsoft.com/office/drawing/2014/main" id="{87F2DE5F-1A5C-4545-8605-4F77EDB8D216}"/>
                      </a:ext>
                    </a:extLst>
                  </p:cNvPr>
                  <p:cNvSpPr>
                    <a:spLocks noChangeArrowheads="1"/>
                  </p:cNvSpPr>
                  <p:nvPr/>
                </p:nvSpPr>
                <p:spPr bwMode="auto">
                  <a:xfrm>
                    <a:off x="889" y="3370"/>
                    <a:ext cx="245" cy="86"/>
                  </a:xfrm>
                  <a:prstGeom prst="rect">
                    <a:avLst/>
                  </a:prstGeom>
                  <a:solidFill>
                    <a:srgbClr val="FF0000"/>
                  </a:solidFill>
                  <a:ln w="9525">
                    <a:solidFill>
                      <a:schemeClr val="bg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1286" name="Text Box 95">
                    <a:extLst>
                      <a:ext uri="{FF2B5EF4-FFF2-40B4-BE49-F238E27FC236}">
                        <a16:creationId xmlns:a16="http://schemas.microsoft.com/office/drawing/2014/main" id="{9346ACA7-32B6-4F2E-B107-44CB350E027E}"/>
                      </a:ext>
                    </a:extLst>
                  </p:cNvPr>
                  <p:cNvSpPr txBox="1">
                    <a:spLocks noChangeArrowheads="1"/>
                  </p:cNvSpPr>
                  <p:nvPr/>
                </p:nvSpPr>
                <p:spPr bwMode="auto">
                  <a:xfrm>
                    <a:off x="844" y="3337"/>
                    <a:ext cx="343"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000">
                        <a:solidFill>
                          <a:schemeClr val="bg1"/>
                        </a:solidFill>
                      </a:rPr>
                      <a:t>DHCP</a:t>
                    </a:r>
                  </a:p>
                </p:txBody>
              </p:sp>
            </p:grpSp>
            <p:grpSp>
              <p:nvGrpSpPr>
                <p:cNvPr id="51282" name="Group 96">
                  <a:extLst>
                    <a:ext uri="{FF2B5EF4-FFF2-40B4-BE49-F238E27FC236}">
                      <a16:creationId xmlns:a16="http://schemas.microsoft.com/office/drawing/2014/main" id="{659E5D8E-D95F-4CBB-A590-35E4550B26EB}"/>
                    </a:ext>
                  </a:extLst>
                </p:cNvPr>
                <p:cNvGrpSpPr>
                  <a:grpSpLocks/>
                </p:cNvGrpSpPr>
                <p:nvPr/>
              </p:nvGrpSpPr>
              <p:grpSpPr bwMode="auto">
                <a:xfrm>
                  <a:off x="836" y="3334"/>
                  <a:ext cx="354" cy="94"/>
                  <a:chOff x="836" y="3334"/>
                  <a:chExt cx="354" cy="94"/>
                </a:xfrm>
              </p:grpSpPr>
              <p:sp>
                <p:nvSpPr>
                  <p:cNvPr id="51283" name="Rectangle 97">
                    <a:extLst>
                      <a:ext uri="{FF2B5EF4-FFF2-40B4-BE49-F238E27FC236}">
                        <a16:creationId xmlns:a16="http://schemas.microsoft.com/office/drawing/2014/main" id="{A2ADA3AA-AD75-44FA-85DB-32A45CE187A7}"/>
                      </a:ext>
                    </a:extLst>
                  </p:cNvPr>
                  <p:cNvSpPr>
                    <a:spLocks noChangeArrowheads="1"/>
                  </p:cNvSpPr>
                  <p:nvPr/>
                </p:nvSpPr>
                <p:spPr bwMode="auto">
                  <a:xfrm>
                    <a:off x="846" y="3340"/>
                    <a:ext cx="88" cy="82"/>
                  </a:xfrm>
                  <a:prstGeom prst="rect">
                    <a:avLst/>
                  </a:prstGeom>
                  <a:solidFill>
                    <a:schemeClr val="accent1"/>
                  </a:solidFill>
                  <a:ln w="9525">
                    <a:solidFill>
                      <a:schemeClr val="bg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1284" name="Rectangle 98">
                    <a:extLst>
                      <a:ext uri="{FF2B5EF4-FFF2-40B4-BE49-F238E27FC236}">
                        <a16:creationId xmlns:a16="http://schemas.microsoft.com/office/drawing/2014/main" id="{958AC382-0455-4043-8C4E-6BAFCC0E3C18}"/>
                      </a:ext>
                    </a:extLst>
                  </p:cNvPr>
                  <p:cNvSpPr>
                    <a:spLocks noChangeArrowheads="1"/>
                  </p:cNvSpPr>
                  <p:nvPr/>
                </p:nvSpPr>
                <p:spPr bwMode="auto">
                  <a:xfrm>
                    <a:off x="836" y="3334"/>
                    <a:ext cx="354" cy="94"/>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grpSp>
          <p:sp>
            <p:nvSpPr>
              <p:cNvPr id="51279" name="Rectangle 99">
                <a:extLst>
                  <a:ext uri="{FF2B5EF4-FFF2-40B4-BE49-F238E27FC236}">
                    <a16:creationId xmlns:a16="http://schemas.microsoft.com/office/drawing/2014/main" id="{E6D7612A-6172-42B4-BFB4-2A677951AFAE}"/>
                  </a:ext>
                </a:extLst>
              </p:cNvPr>
              <p:cNvSpPr>
                <a:spLocks noChangeArrowheads="1"/>
              </p:cNvSpPr>
              <p:nvPr/>
            </p:nvSpPr>
            <p:spPr bwMode="auto">
              <a:xfrm>
                <a:off x="732" y="3484"/>
                <a:ext cx="96" cy="9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1280" name="Rectangle 100">
                <a:extLst>
                  <a:ext uri="{FF2B5EF4-FFF2-40B4-BE49-F238E27FC236}">
                    <a16:creationId xmlns:a16="http://schemas.microsoft.com/office/drawing/2014/main" id="{22729091-5163-4E58-8884-06397ABCB9C9}"/>
                  </a:ext>
                </a:extLst>
              </p:cNvPr>
              <p:cNvSpPr>
                <a:spLocks noChangeArrowheads="1"/>
              </p:cNvSpPr>
              <p:nvPr/>
            </p:nvSpPr>
            <p:spPr bwMode="auto">
              <a:xfrm>
                <a:off x="723" y="3473"/>
                <a:ext cx="480" cy="112"/>
              </a:xfrm>
              <a:prstGeom prst="rect">
                <a:avLst/>
              </a:prstGeom>
              <a:noFill/>
              <a:ln w="9525">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sp>
          <p:nvSpPr>
            <p:cNvPr id="51275" name="Rectangle 101">
              <a:extLst>
                <a:ext uri="{FF2B5EF4-FFF2-40B4-BE49-F238E27FC236}">
                  <a16:creationId xmlns:a16="http://schemas.microsoft.com/office/drawing/2014/main" id="{FD7118F2-ABB7-498A-A3DC-149EB54EE5FF}"/>
                </a:ext>
              </a:extLst>
            </p:cNvPr>
            <p:cNvSpPr>
              <a:spLocks noChangeArrowheads="1"/>
            </p:cNvSpPr>
            <p:nvPr/>
          </p:nvSpPr>
          <p:spPr bwMode="auto">
            <a:xfrm>
              <a:off x="517" y="3545"/>
              <a:ext cx="94" cy="108"/>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1276" name="Rectangle 102">
              <a:extLst>
                <a:ext uri="{FF2B5EF4-FFF2-40B4-BE49-F238E27FC236}">
                  <a16:creationId xmlns:a16="http://schemas.microsoft.com/office/drawing/2014/main" id="{8FB53BFA-43FD-470B-990B-206FBD67F68F}"/>
                </a:ext>
              </a:extLst>
            </p:cNvPr>
            <p:cNvSpPr>
              <a:spLocks noChangeArrowheads="1"/>
            </p:cNvSpPr>
            <p:nvPr/>
          </p:nvSpPr>
          <p:spPr bwMode="auto">
            <a:xfrm>
              <a:off x="1115" y="3544"/>
              <a:ext cx="60" cy="108"/>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1277" name="Rectangle 103">
              <a:extLst>
                <a:ext uri="{FF2B5EF4-FFF2-40B4-BE49-F238E27FC236}">
                  <a16:creationId xmlns:a16="http://schemas.microsoft.com/office/drawing/2014/main" id="{E6D07757-ACBB-4766-96BA-480F25087E25}"/>
                </a:ext>
              </a:extLst>
            </p:cNvPr>
            <p:cNvSpPr>
              <a:spLocks noChangeArrowheads="1"/>
            </p:cNvSpPr>
            <p:nvPr/>
          </p:nvSpPr>
          <p:spPr bwMode="auto">
            <a:xfrm>
              <a:off x="504" y="3529"/>
              <a:ext cx="681" cy="1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grpSp>
        <p:nvGrpSpPr>
          <p:cNvPr id="51201" name="Group 104">
            <a:extLst>
              <a:ext uri="{FF2B5EF4-FFF2-40B4-BE49-F238E27FC236}">
                <a16:creationId xmlns:a16="http://schemas.microsoft.com/office/drawing/2014/main" id="{8A791A07-487A-43A3-B7C6-6E33EC692F7E}"/>
              </a:ext>
            </a:extLst>
          </p:cNvPr>
          <p:cNvGrpSpPr>
            <a:grpSpLocks/>
          </p:cNvGrpSpPr>
          <p:nvPr/>
        </p:nvGrpSpPr>
        <p:grpSpPr bwMode="auto">
          <a:xfrm>
            <a:off x="3001964" y="3236913"/>
            <a:ext cx="1316037" cy="1314450"/>
            <a:chOff x="931" y="1941"/>
            <a:chExt cx="829" cy="828"/>
          </a:xfrm>
        </p:grpSpPr>
        <p:sp>
          <p:nvSpPr>
            <p:cNvPr id="51266" name="Freeform 105">
              <a:extLst>
                <a:ext uri="{FF2B5EF4-FFF2-40B4-BE49-F238E27FC236}">
                  <a16:creationId xmlns:a16="http://schemas.microsoft.com/office/drawing/2014/main" id="{A2E2B1EF-3C27-4D26-AAE5-C30E7E26648F}"/>
                </a:ext>
              </a:extLst>
            </p:cNvPr>
            <p:cNvSpPr>
              <a:spLocks/>
            </p:cNvSpPr>
            <p:nvPr/>
          </p:nvSpPr>
          <p:spPr bwMode="auto">
            <a:xfrm>
              <a:off x="1424" y="1965"/>
              <a:ext cx="336" cy="801"/>
            </a:xfrm>
            <a:custGeom>
              <a:avLst/>
              <a:gdLst>
                <a:gd name="T0" fmla="*/ 1 w 551"/>
                <a:gd name="T1" fmla="*/ 0 h 801"/>
                <a:gd name="T2" fmla="*/ 1 w 551"/>
                <a:gd name="T3" fmla="*/ 402 h 801"/>
                <a:gd name="T4" fmla="*/ 1 w 551"/>
                <a:gd name="T5" fmla="*/ 801 h 801"/>
                <a:gd name="T6" fmla="*/ 1 w 551"/>
                <a:gd name="T7" fmla="*/ 535 h 801"/>
                <a:gd name="T8" fmla="*/ 0 w 551"/>
                <a:gd name="T9" fmla="*/ 371 h 801"/>
                <a:gd name="T10" fmla="*/ 1 w 551"/>
                <a:gd name="T11" fmla="*/ 0 h 801"/>
                <a:gd name="T12" fmla="*/ 0 60000 65536"/>
                <a:gd name="T13" fmla="*/ 0 60000 65536"/>
                <a:gd name="T14" fmla="*/ 0 60000 65536"/>
                <a:gd name="T15" fmla="*/ 0 60000 65536"/>
                <a:gd name="T16" fmla="*/ 0 60000 65536"/>
                <a:gd name="T17" fmla="*/ 0 60000 65536"/>
                <a:gd name="T18" fmla="*/ 0 w 551"/>
                <a:gd name="T19" fmla="*/ 0 h 801"/>
                <a:gd name="T20" fmla="*/ 551 w 551"/>
                <a:gd name="T21" fmla="*/ 801 h 801"/>
              </a:gdLst>
              <a:ahLst/>
              <a:cxnLst>
                <a:cxn ang="T12">
                  <a:pos x="T0" y="T1"/>
                </a:cxn>
                <a:cxn ang="T13">
                  <a:pos x="T2" y="T3"/>
                </a:cxn>
                <a:cxn ang="T14">
                  <a:pos x="T4" y="T5"/>
                </a:cxn>
                <a:cxn ang="T15">
                  <a:pos x="T6" y="T7"/>
                </a:cxn>
                <a:cxn ang="T16">
                  <a:pos x="T8" y="T9"/>
                </a:cxn>
                <a:cxn ang="T17">
                  <a:pos x="T10" y="T11"/>
                </a:cxn>
              </a:cxnLst>
              <a:rect l="T18" t="T19" r="T20" b="T21"/>
              <a:pathLst>
                <a:path w="551" h="801">
                  <a:moveTo>
                    <a:pt x="14" y="0"/>
                  </a:moveTo>
                  <a:lnTo>
                    <a:pt x="551" y="402"/>
                  </a:lnTo>
                  <a:lnTo>
                    <a:pt x="6" y="801"/>
                  </a:lnTo>
                  <a:lnTo>
                    <a:pt x="13" y="535"/>
                  </a:lnTo>
                  <a:lnTo>
                    <a:pt x="0" y="371"/>
                  </a:lnTo>
                  <a:lnTo>
                    <a:pt x="14" y="0"/>
                  </a:lnTo>
                  <a:close/>
                </a:path>
              </a:pathLst>
            </a:custGeom>
            <a:gradFill rotWithShape="1">
              <a:gsLst>
                <a:gs pos="0">
                  <a:schemeClr val="bg1">
                    <a:alpha val="64998"/>
                  </a:schemeClr>
                </a:gs>
                <a:gs pos="100000">
                  <a:srgbClr val="000099">
                    <a:alpha val="64998"/>
                  </a:srgbClr>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nvGrpSpPr>
            <p:cNvPr id="51267" name="Group 106">
              <a:extLst>
                <a:ext uri="{FF2B5EF4-FFF2-40B4-BE49-F238E27FC236}">
                  <a16:creationId xmlns:a16="http://schemas.microsoft.com/office/drawing/2014/main" id="{95EF8209-35D8-4930-A489-11603D649328}"/>
                </a:ext>
              </a:extLst>
            </p:cNvPr>
            <p:cNvGrpSpPr>
              <a:grpSpLocks/>
            </p:cNvGrpSpPr>
            <p:nvPr/>
          </p:nvGrpSpPr>
          <p:grpSpPr bwMode="auto">
            <a:xfrm>
              <a:off x="931" y="1941"/>
              <a:ext cx="501" cy="828"/>
              <a:chOff x="569" y="2954"/>
              <a:chExt cx="501" cy="828"/>
            </a:xfrm>
          </p:grpSpPr>
          <p:sp>
            <p:nvSpPr>
              <p:cNvPr id="51268" name="Rectangle 107">
                <a:extLst>
                  <a:ext uri="{FF2B5EF4-FFF2-40B4-BE49-F238E27FC236}">
                    <a16:creationId xmlns:a16="http://schemas.microsoft.com/office/drawing/2014/main" id="{F563C463-8124-4790-ADD1-B5D0253E5585}"/>
                  </a:ext>
                </a:extLst>
              </p:cNvPr>
              <p:cNvSpPr>
                <a:spLocks noChangeArrowheads="1"/>
              </p:cNvSpPr>
              <p:nvPr/>
            </p:nvSpPr>
            <p:spPr bwMode="auto">
              <a:xfrm>
                <a:off x="576" y="2973"/>
                <a:ext cx="493" cy="790"/>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1269" name="Text Box 108">
                <a:extLst>
                  <a:ext uri="{FF2B5EF4-FFF2-40B4-BE49-F238E27FC236}">
                    <a16:creationId xmlns:a16="http://schemas.microsoft.com/office/drawing/2014/main" id="{6D5929F9-199F-4720-B6C2-12457A3CBA33}"/>
                  </a:ext>
                </a:extLst>
              </p:cNvPr>
              <p:cNvSpPr txBox="1">
                <a:spLocks noChangeArrowheads="1"/>
              </p:cNvSpPr>
              <p:nvPr/>
            </p:nvSpPr>
            <p:spPr bwMode="auto">
              <a:xfrm>
                <a:off x="593" y="2954"/>
                <a:ext cx="477" cy="8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1600"/>
                  <a:t>DHCP</a:t>
                </a:r>
              </a:p>
              <a:p>
                <a:pPr algn="ctr"/>
                <a:r>
                  <a:rPr lang="en-US" altLang="en-US" sz="1600"/>
                  <a:t>UDP</a:t>
                </a:r>
              </a:p>
              <a:p>
                <a:pPr algn="ctr"/>
                <a:r>
                  <a:rPr lang="en-US" altLang="en-US" sz="1600"/>
                  <a:t>IP</a:t>
                </a:r>
              </a:p>
              <a:p>
                <a:pPr algn="ctr"/>
                <a:r>
                  <a:rPr lang="en-US" altLang="en-US" sz="1600"/>
                  <a:t>Eth</a:t>
                </a:r>
              </a:p>
              <a:p>
                <a:pPr algn="ctr"/>
                <a:r>
                  <a:rPr lang="en-US" altLang="en-US" sz="1600"/>
                  <a:t>Phy</a:t>
                </a:r>
              </a:p>
            </p:txBody>
          </p:sp>
          <p:sp>
            <p:nvSpPr>
              <p:cNvPr id="51270" name="Line 109">
                <a:extLst>
                  <a:ext uri="{FF2B5EF4-FFF2-40B4-BE49-F238E27FC236}">
                    <a16:creationId xmlns:a16="http://schemas.microsoft.com/office/drawing/2014/main" id="{BDD4AB38-7FBC-41A3-84A9-FD8E26CE2670}"/>
                  </a:ext>
                </a:extLst>
              </p:cNvPr>
              <p:cNvSpPr>
                <a:spLocks noChangeShapeType="1"/>
              </p:cNvSpPr>
              <p:nvPr/>
            </p:nvSpPr>
            <p:spPr bwMode="auto">
              <a:xfrm>
                <a:off x="578" y="3130"/>
                <a:ext cx="48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51271" name="Line 110">
                <a:extLst>
                  <a:ext uri="{FF2B5EF4-FFF2-40B4-BE49-F238E27FC236}">
                    <a16:creationId xmlns:a16="http://schemas.microsoft.com/office/drawing/2014/main" id="{016A28B8-58F5-44D1-9939-E34DD1545B5D}"/>
                  </a:ext>
                </a:extLst>
              </p:cNvPr>
              <p:cNvSpPr>
                <a:spLocks noChangeShapeType="1"/>
              </p:cNvSpPr>
              <p:nvPr/>
            </p:nvSpPr>
            <p:spPr bwMode="auto">
              <a:xfrm>
                <a:off x="575" y="3289"/>
                <a:ext cx="48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51272" name="Line 111">
                <a:extLst>
                  <a:ext uri="{FF2B5EF4-FFF2-40B4-BE49-F238E27FC236}">
                    <a16:creationId xmlns:a16="http://schemas.microsoft.com/office/drawing/2014/main" id="{A68BC74C-A708-4ADA-90E7-45B397267AC1}"/>
                  </a:ext>
                </a:extLst>
              </p:cNvPr>
              <p:cNvSpPr>
                <a:spLocks noChangeShapeType="1"/>
              </p:cNvSpPr>
              <p:nvPr/>
            </p:nvSpPr>
            <p:spPr bwMode="auto">
              <a:xfrm>
                <a:off x="572" y="3448"/>
                <a:ext cx="48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51273" name="Line 112">
                <a:extLst>
                  <a:ext uri="{FF2B5EF4-FFF2-40B4-BE49-F238E27FC236}">
                    <a16:creationId xmlns:a16="http://schemas.microsoft.com/office/drawing/2014/main" id="{CD61F320-3F66-4927-B912-E4FE9C5E9CF2}"/>
                  </a:ext>
                </a:extLst>
              </p:cNvPr>
              <p:cNvSpPr>
                <a:spLocks noChangeShapeType="1"/>
              </p:cNvSpPr>
              <p:nvPr/>
            </p:nvSpPr>
            <p:spPr bwMode="auto">
              <a:xfrm>
                <a:off x="569" y="3607"/>
                <a:ext cx="48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grpSp>
      <p:grpSp>
        <p:nvGrpSpPr>
          <p:cNvPr id="51211" name="Group 113">
            <a:extLst>
              <a:ext uri="{FF2B5EF4-FFF2-40B4-BE49-F238E27FC236}">
                <a16:creationId xmlns:a16="http://schemas.microsoft.com/office/drawing/2014/main" id="{A2B8D2FE-322C-4417-86CA-696338B3A109}"/>
              </a:ext>
            </a:extLst>
          </p:cNvPr>
          <p:cNvGrpSpPr>
            <a:grpSpLocks/>
          </p:cNvGrpSpPr>
          <p:nvPr/>
        </p:nvGrpSpPr>
        <p:grpSpPr bwMode="auto">
          <a:xfrm>
            <a:off x="1863725" y="3136901"/>
            <a:ext cx="1081088" cy="1217613"/>
            <a:chOff x="1404" y="3105"/>
            <a:chExt cx="681" cy="767"/>
          </a:xfrm>
        </p:grpSpPr>
        <p:grpSp>
          <p:nvGrpSpPr>
            <p:cNvPr id="51231" name="Group 114">
              <a:extLst>
                <a:ext uri="{FF2B5EF4-FFF2-40B4-BE49-F238E27FC236}">
                  <a16:creationId xmlns:a16="http://schemas.microsoft.com/office/drawing/2014/main" id="{C5529A4D-95AD-4FEB-A7FB-27CEC8FC11BA}"/>
                </a:ext>
              </a:extLst>
            </p:cNvPr>
            <p:cNvGrpSpPr>
              <a:grpSpLocks/>
            </p:cNvGrpSpPr>
            <p:nvPr/>
          </p:nvGrpSpPr>
          <p:grpSpPr bwMode="auto">
            <a:xfrm>
              <a:off x="1404" y="3355"/>
              <a:ext cx="681" cy="468"/>
              <a:chOff x="42" y="886"/>
              <a:chExt cx="681" cy="468"/>
            </a:xfrm>
          </p:grpSpPr>
          <p:grpSp>
            <p:nvGrpSpPr>
              <p:cNvPr id="51236" name="Group 115">
                <a:extLst>
                  <a:ext uri="{FF2B5EF4-FFF2-40B4-BE49-F238E27FC236}">
                    <a16:creationId xmlns:a16="http://schemas.microsoft.com/office/drawing/2014/main" id="{34163BC1-1CAA-4B84-8C22-5F0B7E624636}"/>
                  </a:ext>
                </a:extLst>
              </p:cNvPr>
              <p:cNvGrpSpPr>
                <a:grpSpLocks/>
              </p:cNvGrpSpPr>
              <p:nvPr/>
            </p:nvGrpSpPr>
            <p:grpSpPr bwMode="auto">
              <a:xfrm>
                <a:off x="278" y="886"/>
                <a:ext cx="397" cy="154"/>
                <a:chOff x="740" y="3209"/>
                <a:chExt cx="397" cy="154"/>
              </a:xfrm>
            </p:grpSpPr>
            <p:grpSp>
              <p:nvGrpSpPr>
                <p:cNvPr id="51261" name="Group 116">
                  <a:extLst>
                    <a:ext uri="{FF2B5EF4-FFF2-40B4-BE49-F238E27FC236}">
                      <a16:creationId xmlns:a16="http://schemas.microsoft.com/office/drawing/2014/main" id="{EFD72247-3363-49D4-A05D-4928F71CF856}"/>
                    </a:ext>
                  </a:extLst>
                </p:cNvPr>
                <p:cNvGrpSpPr>
                  <a:grpSpLocks/>
                </p:cNvGrpSpPr>
                <p:nvPr/>
              </p:nvGrpSpPr>
              <p:grpSpPr bwMode="auto">
                <a:xfrm>
                  <a:off x="794" y="3209"/>
                  <a:ext cx="343" cy="154"/>
                  <a:chOff x="844" y="3337"/>
                  <a:chExt cx="343" cy="154"/>
                </a:xfrm>
              </p:grpSpPr>
              <p:sp>
                <p:nvSpPr>
                  <p:cNvPr id="51264" name="Rectangle 117">
                    <a:extLst>
                      <a:ext uri="{FF2B5EF4-FFF2-40B4-BE49-F238E27FC236}">
                        <a16:creationId xmlns:a16="http://schemas.microsoft.com/office/drawing/2014/main" id="{2062A9F9-7CA4-47C6-A6B6-17D1A3F71C0E}"/>
                      </a:ext>
                    </a:extLst>
                  </p:cNvPr>
                  <p:cNvSpPr>
                    <a:spLocks noChangeArrowheads="1"/>
                  </p:cNvSpPr>
                  <p:nvPr/>
                </p:nvSpPr>
                <p:spPr bwMode="auto">
                  <a:xfrm>
                    <a:off x="889" y="3370"/>
                    <a:ext cx="245" cy="86"/>
                  </a:xfrm>
                  <a:prstGeom prst="rect">
                    <a:avLst/>
                  </a:prstGeom>
                  <a:solidFill>
                    <a:srgbClr val="FF0000"/>
                  </a:solidFill>
                  <a:ln w="9525">
                    <a:solidFill>
                      <a:schemeClr val="bg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1265" name="Text Box 118">
                    <a:extLst>
                      <a:ext uri="{FF2B5EF4-FFF2-40B4-BE49-F238E27FC236}">
                        <a16:creationId xmlns:a16="http://schemas.microsoft.com/office/drawing/2014/main" id="{F0C98F62-94DC-4C50-96C1-661230CC2B44}"/>
                      </a:ext>
                    </a:extLst>
                  </p:cNvPr>
                  <p:cNvSpPr txBox="1">
                    <a:spLocks noChangeArrowheads="1"/>
                  </p:cNvSpPr>
                  <p:nvPr/>
                </p:nvSpPr>
                <p:spPr bwMode="auto">
                  <a:xfrm>
                    <a:off x="844" y="3337"/>
                    <a:ext cx="343"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000">
                        <a:solidFill>
                          <a:schemeClr val="bg1"/>
                        </a:solidFill>
                      </a:rPr>
                      <a:t>DHCP</a:t>
                    </a:r>
                  </a:p>
                </p:txBody>
              </p:sp>
            </p:grpSp>
            <p:sp>
              <p:nvSpPr>
                <p:cNvPr id="51262" name="Rectangle 119">
                  <a:extLst>
                    <a:ext uri="{FF2B5EF4-FFF2-40B4-BE49-F238E27FC236}">
                      <a16:creationId xmlns:a16="http://schemas.microsoft.com/office/drawing/2014/main" id="{2C88A086-3C1E-4B73-A102-5AEA858D73E2}"/>
                    </a:ext>
                  </a:extLst>
                </p:cNvPr>
                <p:cNvSpPr>
                  <a:spLocks noChangeArrowheads="1"/>
                </p:cNvSpPr>
                <p:nvPr/>
              </p:nvSpPr>
              <p:spPr bwMode="auto">
                <a:xfrm>
                  <a:off x="750" y="3244"/>
                  <a:ext cx="88" cy="82"/>
                </a:xfrm>
                <a:prstGeom prst="rect">
                  <a:avLst/>
                </a:prstGeom>
                <a:solidFill>
                  <a:schemeClr val="accent1"/>
                </a:solidFill>
                <a:ln w="9525">
                  <a:solidFill>
                    <a:schemeClr val="bg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1263" name="Rectangle 120">
                  <a:extLst>
                    <a:ext uri="{FF2B5EF4-FFF2-40B4-BE49-F238E27FC236}">
                      <a16:creationId xmlns:a16="http://schemas.microsoft.com/office/drawing/2014/main" id="{9D8262F2-879B-4D02-A12A-7C5B7FC4578A}"/>
                    </a:ext>
                  </a:extLst>
                </p:cNvPr>
                <p:cNvSpPr>
                  <a:spLocks noChangeArrowheads="1"/>
                </p:cNvSpPr>
                <p:nvPr/>
              </p:nvSpPr>
              <p:spPr bwMode="auto">
                <a:xfrm>
                  <a:off x="740" y="3238"/>
                  <a:ext cx="354" cy="94"/>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grpSp>
            <p:nvGrpSpPr>
              <p:cNvPr id="51237" name="Group 121">
                <a:extLst>
                  <a:ext uri="{FF2B5EF4-FFF2-40B4-BE49-F238E27FC236}">
                    <a16:creationId xmlns:a16="http://schemas.microsoft.com/office/drawing/2014/main" id="{4781899A-C8BD-4347-9782-ED815E4F611A}"/>
                  </a:ext>
                </a:extLst>
              </p:cNvPr>
              <p:cNvGrpSpPr>
                <a:grpSpLocks/>
              </p:cNvGrpSpPr>
              <p:nvPr/>
            </p:nvGrpSpPr>
            <p:grpSpPr bwMode="auto">
              <a:xfrm>
                <a:off x="278" y="1034"/>
                <a:ext cx="397" cy="154"/>
                <a:chOff x="836" y="3305"/>
                <a:chExt cx="397" cy="154"/>
              </a:xfrm>
            </p:grpSpPr>
            <p:grpSp>
              <p:nvGrpSpPr>
                <p:cNvPr id="51255" name="Group 122">
                  <a:extLst>
                    <a:ext uri="{FF2B5EF4-FFF2-40B4-BE49-F238E27FC236}">
                      <a16:creationId xmlns:a16="http://schemas.microsoft.com/office/drawing/2014/main" id="{E773EF00-BF5E-4530-A0C1-08C6B9A5D493}"/>
                    </a:ext>
                  </a:extLst>
                </p:cNvPr>
                <p:cNvGrpSpPr>
                  <a:grpSpLocks/>
                </p:cNvGrpSpPr>
                <p:nvPr/>
              </p:nvGrpSpPr>
              <p:grpSpPr bwMode="auto">
                <a:xfrm>
                  <a:off x="890" y="3305"/>
                  <a:ext cx="343" cy="154"/>
                  <a:chOff x="844" y="3337"/>
                  <a:chExt cx="343" cy="154"/>
                </a:xfrm>
              </p:grpSpPr>
              <p:sp>
                <p:nvSpPr>
                  <p:cNvPr id="51259" name="Rectangle 123">
                    <a:extLst>
                      <a:ext uri="{FF2B5EF4-FFF2-40B4-BE49-F238E27FC236}">
                        <a16:creationId xmlns:a16="http://schemas.microsoft.com/office/drawing/2014/main" id="{8D042874-4C93-499B-AF4B-99CE51292BC4}"/>
                      </a:ext>
                    </a:extLst>
                  </p:cNvPr>
                  <p:cNvSpPr>
                    <a:spLocks noChangeArrowheads="1"/>
                  </p:cNvSpPr>
                  <p:nvPr/>
                </p:nvSpPr>
                <p:spPr bwMode="auto">
                  <a:xfrm>
                    <a:off x="889" y="3370"/>
                    <a:ext cx="245" cy="86"/>
                  </a:xfrm>
                  <a:prstGeom prst="rect">
                    <a:avLst/>
                  </a:prstGeom>
                  <a:solidFill>
                    <a:srgbClr val="FF0000"/>
                  </a:solidFill>
                  <a:ln w="9525">
                    <a:solidFill>
                      <a:schemeClr val="bg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1260" name="Text Box 124">
                    <a:extLst>
                      <a:ext uri="{FF2B5EF4-FFF2-40B4-BE49-F238E27FC236}">
                        <a16:creationId xmlns:a16="http://schemas.microsoft.com/office/drawing/2014/main" id="{588CB0A7-A6B8-4117-8682-338B2A75E22E}"/>
                      </a:ext>
                    </a:extLst>
                  </p:cNvPr>
                  <p:cNvSpPr txBox="1">
                    <a:spLocks noChangeArrowheads="1"/>
                  </p:cNvSpPr>
                  <p:nvPr/>
                </p:nvSpPr>
                <p:spPr bwMode="auto">
                  <a:xfrm>
                    <a:off x="844" y="3337"/>
                    <a:ext cx="343"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000">
                        <a:solidFill>
                          <a:schemeClr val="bg1"/>
                        </a:solidFill>
                      </a:rPr>
                      <a:t>DHCP</a:t>
                    </a:r>
                  </a:p>
                </p:txBody>
              </p:sp>
            </p:grpSp>
            <p:grpSp>
              <p:nvGrpSpPr>
                <p:cNvPr id="51256" name="Group 125">
                  <a:extLst>
                    <a:ext uri="{FF2B5EF4-FFF2-40B4-BE49-F238E27FC236}">
                      <a16:creationId xmlns:a16="http://schemas.microsoft.com/office/drawing/2014/main" id="{5CB04501-0C3F-4E59-B834-E4C515BDDAEB}"/>
                    </a:ext>
                  </a:extLst>
                </p:cNvPr>
                <p:cNvGrpSpPr>
                  <a:grpSpLocks/>
                </p:cNvGrpSpPr>
                <p:nvPr/>
              </p:nvGrpSpPr>
              <p:grpSpPr bwMode="auto">
                <a:xfrm>
                  <a:off x="836" y="3334"/>
                  <a:ext cx="354" cy="94"/>
                  <a:chOff x="836" y="3334"/>
                  <a:chExt cx="354" cy="94"/>
                </a:xfrm>
              </p:grpSpPr>
              <p:sp>
                <p:nvSpPr>
                  <p:cNvPr id="51257" name="Rectangle 126">
                    <a:extLst>
                      <a:ext uri="{FF2B5EF4-FFF2-40B4-BE49-F238E27FC236}">
                        <a16:creationId xmlns:a16="http://schemas.microsoft.com/office/drawing/2014/main" id="{94E74053-1BC7-4FC2-B52C-28F85AB28B4D}"/>
                      </a:ext>
                    </a:extLst>
                  </p:cNvPr>
                  <p:cNvSpPr>
                    <a:spLocks noChangeArrowheads="1"/>
                  </p:cNvSpPr>
                  <p:nvPr/>
                </p:nvSpPr>
                <p:spPr bwMode="auto">
                  <a:xfrm>
                    <a:off x="846" y="3340"/>
                    <a:ext cx="88" cy="82"/>
                  </a:xfrm>
                  <a:prstGeom prst="rect">
                    <a:avLst/>
                  </a:prstGeom>
                  <a:solidFill>
                    <a:schemeClr val="accent1"/>
                  </a:solidFill>
                  <a:ln w="9525">
                    <a:solidFill>
                      <a:schemeClr val="bg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1258" name="Rectangle 127">
                    <a:extLst>
                      <a:ext uri="{FF2B5EF4-FFF2-40B4-BE49-F238E27FC236}">
                        <a16:creationId xmlns:a16="http://schemas.microsoft.com/office/drawing/2014/main" id="{0E0C2A3D-EDF6-43C2-9947-19CD7BD96934}"/>
                      </a:ext>
                    </a:extLst>
                  </p:cNvPr>
                  <p:cNvSpPr>
                    <a:spLocks noChangeArrowheads="1"/>
                  </p:cNvSpPr>
                  <p:nvPr/>
                </p:nvSpPr>
                <p:spPr bwMode="auto">
                  <a:xfrm>
                    <a:off x="836" y="3334"/>
                    <a:ext cx="354" cy="94"/>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grpSp>
          <p:grpSp>
            <p:nvGrpSpPr>
              <p:cNvPr id="51238" name="Group 128">
                <a:extLst>
                  <a:ext uri="{FF2B5EF4-FFF2-40B4-BE49-F238E27FC236}">
                    <a16:creationId xmlns:a16="http://schemas.microsoft.com/office/drawing/2014/main" id="{4AFD0876-6F26-4131-8FDD-3ED987994209}"/>
                  </a:ext>
                </a:extLst>
              </p:cNvPr>
              <p:cNvGrpSpPr>
                <a:grpSpLocks/>
              </p:cNvGrpSpPr>
              <p:nvPr/>
            </p:nvGrpSpPr>
            <p:grpSpPr bwMode="auto">
              <a:xfrm>
                <a:off x="165" y="1054"/>
                <a:ext cx="480" cy="112"/>
                <a:chOff x="627" y="3377"/>
                <a:chExt cx="480" cy="112"/>
              </a:xfrm>
            </p:grpSpPr>
            <p:sp>
              <p:nvSpPr>
                <p:cNvPr id="51253" name="Rectangle 129">
                  <a:extLst>
                    <a:ext uri="{FF2B5EF4-FFF2-40B4-BE49-F238E27FC236}">
                      <a16:creationId xmlns:a16="http://schemas.microsoft.com/office/drawing/2014/main" id="{779DD798-7E57-426B-A146-68E2A1BA89F1}"/>
                    </a:ext>
                  </a:extLst>
                </p:cNvPr>
                <p:cNvSpPr>
                  <a:spLocks noChangeArrowheads="1"/>
                </p:cNvSpPr>
                <p:nvPr/>
              </p:nvSpPr>
              <p:spPr bwMode="auto">
                <a:xfrm>
                  <a:off x="636" y="3388"/>
                  <a:ext cx="96" cy="9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1254" name="Rectangle 130">
                  <a:extLst>
                    <a:ext uri="{FF2B5EF4-FFF2-40B4-BE49-F238E27FC236}">
                      <a16:creationId xmlns:a16="http://schemas.microsoft.com/office/drawing/2014/main" id="{248327A8-67EF-4B63-B356-D17803FA833D}"/>
                    </a:ext>
                  </a:extLst>
                </p:cNvPr>
                <p:cNvSpPr>
                  <a:spLocks noChangeArrowheads="1"/>
                </p:cNvSpPr>
                <p:nvPr/>
              </p:nvSpPr>
              <p:spPr bwMode="auto">
                <a:xfrm>
                  <a:off x="627" y="3377"/>
                  <a:ext cx="480" cy="112"/>
                </a:xfrm>
                <a:prstGeom prst="rect">
                  <a:avLst/>
                </a:prstGeom>
                <a:noFill/>
                <a:ln w="9525">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grpSp>
            <p:nvGrpSpPr>
              <p:cNvPr id="51239" name="Group 131">
                <a:extLst>
                  <a:ext uri="{FF2B5EF4-FFF2-40B4-BE49-F238E27FC236}">
                    <a16:creationId xmlns:a16="http://schemas.microsoft.com/office/drawing/2014/main" id="{F8FA3E43-E342-47E6-9EF5-D456D4519BEC}"/>
                  </a:ext>
                </a:extLst>
              </p:cNvPr>
              <p:cNvGrpSpPr>
                <a:grpSpLocks/>
              </p:cNvGrpSpPr>
              <p:nvPr/>
            </p:nvGrpSpPr>
            <p:grpSpPr bwMode="auto">
              <a:xfrm>
                <a:off x="42" y="1200"/>
                <a:ext cx="681" cy="154"/>
                <a:chOff x="504" y="3523"/>
                <a:chExt cx="681" cy="154"/>
              </a:xfrm>
            </p:grpSpPr>
            <p:grpSp>
              <p:nvGrpSpPr>
                <p:cNvPr id="51240" name="Group 132">
                  <a:extLst>
                    <a:ext uri="{FF2B5EF4-FFF2-40B4-BE49-F238E27FC236}">
                      <a16:creationId xmlns:a16="http://schemas.microsoft.com/office/drawing/2014/main" id="{FBFDB72A-C707-48EE-BFF9-8E91D737170B}"/>
                    </a:ext>
                  </a:extLst>
                </p:cNvPr>
                <p:cNvGrpSpPr>
                  <a:grpSpLocks/>
                </p:cNvGrpSpPr>
                <p:nvPr/>
              </p:nvGrpSpPr>
              <p:grpSpPr bwMode="auto">
                <a:xfrm>
                  <a:off x="623" y="3523"/>
                  <a:ext cx="510" cy="154"/>
                  <a:chOff x="723" y="3453"/>
                  <a:chExt cx="510" cy="154"/>
                </a:xfrm>
              </p:grpSpPr>
              <p:grpSp>
                <p:nvGrpSpPr>
                  <p:cNvPr id="51244" name="Group 133">
                    <a:extLst>
                      <a:ext uri="{FF2B5EF4-FFF2-40B4-BE49-F238E27FC236}">
                        <a16:creationId xmlns:a16="http://schemas.microsoft.com/office/drawing/2014/main" id="{58C91183-48FA-4F32-BEA4-E9EE21926BBF}"/>
                      </a:ext>
                    </a:extLst>
                  </p:cNvPr>
                  <p:cNvGrpSpPr>
                    <a:grpSpLocks/>
                  </p:cNvGrpSpPr>
                  <p:nvPr/>
                </p:nvGrpSpPr>
                <p:grpSpPr bwMode="auto">
                  <a:xfrm>
                    <a:off x="836" y="3453"/>
                    <a:ext cx="397" cy="154"/>
                    <a:chOff x="836" y="3305"/>
                    <a:chExt cx="397" cy="154"/>
                  </a:xfrm>
                </p:grpSpPr>
                <p:grpSp>
                  <p:nvGrpSpPr>
                    <p:cNvPr id="51247" name="Group 134">
                      <a:extLst>
                        <a:ext uri="{FF2B5EF4-FFF2-40B4-BE49-F238E27FC236}">
                          <a16:creationId xmlns:a16="http://schemas.microsoft.com/office/drawing/2014/main" id="{5DA8D759-3A8A-4B18-B847-4DBEA68C9F7D}"/>
                        </a:ext>
                      </a:extLst>
                    </p:cNvPr>
                    <p:cNvGrpSpPr>
                      <a:grpSpLocks/>
                    </p:cNvGrpSpPr>
                    <p:nvPr/>
                  </p:nvGrpSpPr>
                  <p:grpSpPr bwMode="auto">
                    <a:xfrm>
                      <a:off x="890" y="3305"/>
                      <a:ext cx="343" cy="154"/>
                      <a:chOff x="844" y="3337"/>
                      <a:chExt cx="343" cy="154"/>
                    </a:xfrm>
                  </p:grpSpPr>
                  <p:sp>
                    <p:nvSpPr>
                      <p:cNvPr id="51251" name="Rectangle 135">
                        <a:extLst>
                          <a:ext uri="{FF2B5EF4-FFF2-40B4-BE49-F238E27FC236}">
                            <a16:creationId xmlns:a16="http://schemas.microsoft.com/office/drawing/2014/main" id="{EF2C387A-C512-4854-B574-FC32693FE54F}"/>
                          </a:ext>
                        </a:extLst>
                      </p:cNvPr>
                      <p:cNvSpPr>
                        <a:spLocks noChangeArrowheads="1"/>
                      </p:cNvSpPr>
                      <p:nvPr/>
                    </p:nvSpPr>
                    <p:spPr bwMode="auto">
                      <a:xfrm>
                        <a:off x="889" y="3370"/>
                        <a:ext cx="245" cy="86"/>
                      </a:xfrm>
                      <a:prstGeom prst="rect">
                        <a:avLst/>
                      </a:prstGeom>
                      <a:solidFill>
                        <a:srgbClr val="FF0000"/>
                      </a:solidFill>
                      <a:ln w="9525">
                        <a:solidFill>
                          <a:schemeClr val="bg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1252" name="Text Box 136">
                        <a:extLst>
                          <a:ext uri="{FF2B5EF4-FFF2-40B4-BE49-F238E27FC236}">
                            <a16:creationId xmlns:a16="http://schemas.microsoft.com/office/drawing/2014/main" id="{9A3E0169-2261-4175-BFB7-05F0FDB2F81F}"/>
                          </a:ext>
                        </a:extLst>
                      </p:cNvPr>
                      <p:cNvSpPr txBox="1">
                        <a:spLocks noChangeArrowheads="1"/>
                      </p:cNvSpPr>
                      <p:nvPr/>
                    </p:nvSpPr>
                    <p:spPr bwMode="auto">
                      <a:xfrm>
                        <a:off x="844" y="3337"/>
                        <a:ext cx="343"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000">
                            <a:solidFill>
                              <a:schemeClr val="bg1"/>
                            </a:solidFill>
                          </a:rPr>
                          <a:t>DHCP</a:t>
                        </a:r>
                      </a:p>
                    </p:txBody>
                  </p:sp>
                </p:grpSp>
                <p:grpSp>
                  <p:nvGrpSpPr>
                    <p:cNvPr id="51248" name="Group 137">
                      <a:extLst>
                        <a:ext uri="{FF2B5EF4-FFF2-40B4-BE49-F238E27FC236}">
                          <a16:creationId xmlns:a16="http://schemas.microsoft.com/office/drawing/2014/main" id="{9A4BEA28-3815-4219-8847-120503DBA967}"/>
                        </a:ext>
                      </a:extLst>
                    </p:cNvPr>
                    <p:cNvGrpSpPr>
                      <a:grpSpLocks/>
                    </p:cNvGrpSpPr>
                    <p:nvPr/>
                  </p:nvGrpSpPr>
                  <p:grpSpPr bwMode="auto">
                    <a:xfrm>
                      <a:off x="836" y="3334"/>
                      <a:ext cx="354" cy="94"/>
                      <a:chOff x="836" y="3334"/>
                      <a:chExt cx="354" cy="94"/>
                    </a:xfrm>
                  </p:grpSpPr>
                  <p:sp>
                    <p:nvSpPr>
                      <p:cNvPr id="51249" name="Rectangle 138">
                        <a:extLst>
                          <a:ext uri="{FF2B5EF4-FFF2-40B4-BE49-F238E27FC236}">
                            <a16:creationId xmlns:a16="http://schemas.microsoft.com/office/drawing/2014/main" id="{BFC34A26-F1CE-4A36-A514-482E6B285F6B}"/>
                          </a:ext>
                        </a:extLst>
                      </p:cNvPr>
                      <p:cNvSpPr>
                        <a:spLocks noChangeArrowheads="1"/>
                      </p:cNvSpPr>
                      <p:nvPr/>
                    </p:nvSpPr>
                    <p:spPr bwMode="auto">
                      <a:xfrm>
                        <a:off x="846" y="3340"/>
                        <a:ext cx="88" cy="82"/>
                      </a:xfrm>
                      <a:prstGeom prst="rect">
                        <a:avLst/>
                      </a:prstGeom>
                      <a:solidFill>
                        <a:schemeClr val="accent1"/>
                      </a:solidFill>
                      <a:ln w="9525">
                        <a:solidFill>
                          <a:schemeClr val="bg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1250" name="Rectangle 139">
                        <a:extLst>
                          <a:ext uri="{FF2B5EF4-FFF2-40B4-BE49-F238E27FC236}">
                            <a16:creationId xmlns:a16="http://schemas.microsoft.com/office/drawing/2014/main" id="{C281BF3F-7DDD-4E20-961D-2681CA38C24F}"/>
                          </a:ext>
                        </a:extLst>
                      </p:cNvPr>
                      <p:cNvSpPr>
                        <a:spLocks noChangeArrowheads="1"/>
                      </p:cNvSpPr>
                      <p:nvPr/>
                    </p:nvSpPr>
                    <p:spPr bwMode="auto">
                      <a:xfrm>
                        <a:off x="836" y="3334"/>
                        <a:ext cx="354" cy="94"/>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grpSp>
              <p:sp>
                <p:nvSpPr>
                  <p:cNvPr id="51245" name="Rectangle 140">
                    <a:extLst>
                      <a:ext uri="{FF2B5EF4-FFF2-40B4-BE49-F238E27FC236}">
                        <a16:creationId xmlns:a16="http://schemas.microsoft.com/office/drawing/2014/main" id="{7E81A279-67F6-4D3C-91B7-9137F2EC93FD}"/>
                      </a:ext>
                    </a:extLst>
                  </p:cNvPr>
                  <p:cNvSpPr>
                    <a:spLocks noChangeArrowheads="1"/>
                  </p:cNvSpPr>
                  <p:nvPr/>
                </p:nvSpPr>
                <p:spPr bwMode="auto">
                  <a:xfrm>
                    <a:off x="732" y="3484"/>
                    <a:ext cx="96" cy="9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1246" name="Rectangle 141">
                    <a:extLst>
                      <a:ext uri="{FF2B5EF4-FFF2-40B4-BE49-F238E27FC236}">
                        <a16:creationId xmlns:a16="http://schemas.microsoft.com/office/drawing/2014/main" id="{87EEC406-C901-428F-AA62-A4DE3F757915}"/>
                      </a:ext>
                    </a:extLst>
                  </p:cNvPr>
                  <p:cNvSpPr>
                    <a:spLocks noChangeArrowheads="1"/>
                  </p:cNvSpPr>
                  <p:nvPr/>
                </p:nvSpPr>
                <p:spPr bwMode="auto">
                  <a:xfrm>
                    <a:off x="723" y="3473"/>
                    <a:ext cx="480" cy="112"/>
                  </a:xfrm>
                  <a:prstGeom prst="rect">
                    <a:avLst/>
                  </a:prstGeom>
                  <a:noFill/>
                  <a:ln w="9525">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sp>
              <p:nvSpPr>
                <p:cNvPr id="51241" name="Rectangle 142">
                  <a:extLst>
                    <a:ext uri="{FF2B5EF4-FFF2-40B4-BE49-F238E27FC236}">
                      <a16:creationId xmlns:a16="http://schemas.microsoft.com/office/drawing/2014/main" id="{3F42F3DD-A035-41EB-850E-36648EB8E689}"/>
                    </a:ext>
                  </a:extLst>
                </p:cNvPr>
                <p:cNvSpPr>
                  <a:spLocks noChangeArrowheads="1"/>
                </p:cNvSpPr>
                <p:nvPr/>
              </p:nvSpPr>
              <p:spPr bwMode="auto">
                <a:xfrm>
                  <a:off x="517" y="3545"/>
                  <a:ext cx="94" cy="108"/>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1242" name="Rectangle 143">
                  <a:extLst>
                    <a:ext uri="{FF2B5EF4-FFF2-40B4-BE49-F238E27FC236}">
                      <a16:creationId xmlns:a16="http://schemas.microsoft.com/office/drawing/2014/main" id="{0D13E27A-DE9D-4E97-8011-E20CCF669B05}"/>
                    </a:ext>
                  </a:extLst>
                </p:cNvPr>
                <p:cNvSpPr>
                  <a:spLocks noChangeArrowheads="1"/>
                </p:cNvSpPr>
                <p:nvPr/>
              </p:nvSpPr>
              <p:spPr bwMode="auto">
                <a:xfrm>
                  <a:off x="1115" y="3544"/>
                  <a:ext cx="60" cy="108"/>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1243" name="Rectangle 144">
                  <a:extLst>
                    <a:ext uri="{FF2B5EF4-FFF2-40B4-BE49-F238E27FC236}">
                      <a16:creationId xmlns:a16="http://schemas.microsoft.com/office/drawing/2014/main" id="{D2BC80B4-ACC9-4879-A1A4-85746F9B7B15}"/>
                    </a:ext>
                  </a:extLst>
                </p:cNvPr>
                <p:cNvSpPr>
                  <a:spLocks noChangeArrowheads="1"/>
                </p:cNvSpPr>
                <p:nvPr/>
              </p:nvSpPr>
              <p:spPr bwMode="auto">
                <a:xfrm>
                  <a:off x="504" y="3529"/>
                  <a:ext cx="681" cy="1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grpSp>
        <p:sp>
          <p:nvSpPr>
            <p:cNvPr id="51232" name="AutoShape 145">
              <a:extLst>
                <a:ext uri="{FF2B5EF4-FFF2-40B4-BE49-F238E27FC236}">
                  <a16:creationId xmlns:a16="http://schemas.microsoft.com/office/drawing/2014/main" id="{CA2E2C36-F9CF-4345-B074-F09D4C041B19}"/>
                </a:ext>
              </a:extLst>
            </p:cNvPr>
            <p:cNvSpPr>
              <a:spLocks noChangeArrowheads="1"/>
            </p:cNvSpPr>
            <p:nvPr/>
          </p:nvSpPr>
          <p:spPr bwMode="auto">
            <a:xfrm rot="10800000">
              <a:off x="1727" y="3105"/>
              <a:ext cx="240" cy="767"/>
            </a:xfrm>
            <a:prstGeom prst="downArrow">
              <a:avLst>
                <a:gd name="adj1" fmla="val 54167"/>
                <a:gd name="adj2" fmla="val 51311"/>
              </a:avLst>
            </a:prstGeom>
            <a:gradFill rotWithShape="1">
              <a:gsLst>
                <a:gs pos="0">
                  <a:srgbClr val="FF0000">
                    <a:alpha val="25000"/>
                  </a:srgbClr>
                </a:gs>
                <a:gs pos="100000">
                  <a:srgbClr val="FF0000">
                    <a:alpha val="25000"/>
                  </a:srgbClr>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nvGrpSpPr>
            <p:cNvPr id="51233" name="Group 146">
              <a:extLst>
                <a:ext uri="{FF2B5EF4-FFF2-40B4-BE49-F238E27FC236}">
                  <a16:creationId xmlns:a16="http://schemas.microsoft.com/office/drawing/2014/main" id="{08D0F09F-469B-4A5E-992D-A83110C335BC}"/>
                </a:ext>
              </a:extLst>
            </p:cNvPr>
            <p:cNvGrpSpPr>
              <a:grpSpLocks/>
            </p:cNvGrpSpPr>
            <p:nvPr/>
          </p:nvGrpSpPr>
          <p:grpSpPr bwMode="auto">
            <a:xfrm>
              <a:off x="1695" y="3227"/>
              <a:ext cx="343" cy="154"/>
              <a:chOff x="844" y="3337"/>
              <a:chExt cx="343" cy="154"/>
            </a:xfrm>
          </p:grpSpPr>
          <p:sp>
            <p:nvSpPr>
              <p:cNvPr id="51234" name="Rectangle 147">
                <a:extLst>
                  <a:ext uri="{FF2B5EF4-FFF2-40B4-BE49-F238E27FC236}">
                    <a16:creationId xmlns:a16="http://schemas.microsoft.com/office/drawing/2014/main" id="{EA34C55C-ACB6-4B67-AA56-6D6BB7CBDF3A}"/>
                  </a:ext>
                </a:extLst>
              </p:cNvPr>
              <p:cNvSpPr>
                <a:spLocks noChangeArrowheads="1"/>
              </p:cNvSpPr>
              <p:nvPr/>
            </p:nvSpPr>
            <p:spPr bwMode="auto">
              <a:xfrm>
                <a:off x="889" y="3370"/>
                <a:ext cx="245" cy="86"/>
              </a:xfrm>
              <a:prstGeom prst="rect">
                <a:avLst/>
              </a:prstGeom>
              <a:solidFill>
                <a:srgbClr val="FF0000"/>
              </a:solidFill>
              <a:ln w="9525">
                <a:solidFill>
                  <a:schemeClr val="bg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1235" name="Text Box 148">
                <a:extLst>
                  <a:ext uri="{FF2B5EF4-FFF2-40B4-BE49-F238E27FC236}">
                    <a16:creationId xmlns:a16="http://schemas.microsoft.com/office/drawing/2014/main" id="{EE39C022-02D3-48FD-87F4-5E11754A3E5F}"/>
                  </a:ext>
                </a:extLst>
              </p:cNvPr>
              <p:cNvSpPr txBox="1">
                <a:spLocks noChangeArrowheads="1"/>
              </p:cNvSpPr>
              <p:nvPr/>
            </p:nvSpPr>
            <p:spPr bwMode="auto">
              <a:xfrm>
                <a:off x="844" y="3337"/>
                <a:ext cx="343"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000">
                    <a:solidFill>
                      <a:schemeClr val="bg1"/>
                    </a:solidFill>
                  </a:rPr>
                  <a:t>DHCP</a:t>
                </a:r>
              </a:p>
            </p:txBody>
          </p:sp>
        </p:grpSp>
      </p:grpSp>
      <p:grpSp>
        <p:nvGrpSpPr>
          <p:cNvPr id="51226" name="Group 149">
            <a:extLst>
              <a:ext uri="{FF2B5EF4-FFF2-40B4-BE49-F238E27FC236}">
                <a16:creationId xmlns:a16="http://schemas.microsoft.com/office/drawing/2014/main" id="{D42B4714-2E03-43C0-A46C-D711BF93C470}"/>
              </a:ext>
            </a:extLst>
          </p:cNvPr>
          <p:cNvGrpSpPr>
            <a:grpSpLocks/>
          </p:cNvGrpSpPr>
          <p:nvPr/>
        </p:nvGrpSpPr>
        <p:grpSpPr bwMode="auto">
          <a:xfrm>
            <a:off x="2327276" y="3333751"/>
            <a:ext cx="544513" cy="244475"/>
            <a:chOff x="844" y="3337"/>
            <a:chExt cx="343" cy="154"/>
          </a:xfrm>
        </p:grpSpPr>
        <p:sp>
          <p:nvSpPr>
            <p:cNvPr id="51229" name="Rectangle 150">
              <a:extLst>
                <a:ext uri="{FF2B5EF4-FFF2-40B4-BE49-F238E27FC236}">
                  <a16:creationId xmlns:a16="http://schemas.microsoft.com/office/drawing/2014/main" id="{07B87344-7689-4929-A852-05C307FBEEEE}"/>
                </a:ext>
              </a:extLst>
            </p:cNvPr>
            <p:cNvSpPr>
              <a:spLocks noChangeArrowheads="1"/>
            </p:cNvSpPr>
            <p:nvPr/>
          </p:nvSpPr>
          <p:spPr bwMode="auto">
            <a:xfrm>
              <a:off x="889" y="3370"/>
              <a:ext cx="245" cy="86"/>
            </a:xfrm>
            <a:prstGeom prst="rect">
              <a:avLst/>
            </a:prstGeom>
            <a:solidFill>
              <a:srgbClr val="FF0000"/>
            </a:solidFill>
            <a:ln w="9525">
              <a:solidFill>
                <a:schemeClr val="bg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1230" name="Text Box 151">
              <a:extLst>
                <a:ext uri="{FF2B5EF4-FFF2-40B4-BE49-F238E27FC236}">
                  <a16:creationId xmlns:a16="http://schemas.microsoft.com/office/drawing/2014/main" id="{22D85B3E-21A8-4FE4-B60B-F238647E7830}"/>
                </a:ext>
              </a:extLst>
            </p:cNvPr>
            <p:cNvSpPr txBox="1">
              <a:spLocks noChangeArrowheads="1"/>
            </p:cNvSpPr>
            <p:nvPr/>
          </p:nvSpPr>
          <p:spPr bwMode="auto">
            <a:xfrm>
              <a:off x="844" y="3337"/>
              <a:ext cx="343"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000">
                  <a:solidFill>
                    <a:schemeClr val="bg1"/>
                  </a:solidFill>
                </a:rPr>
                <a:t>DHCP</a:t>
              </a:r>
            </a:p>
          </p:txBody>
        </p:sp>
      </p:grpSp>
      <p:pic>
        <p:nvPicPr>
          <p:cNvPr id="51227" name="Picture 258" descr="underline_base">
            <a:extLst>
              <a:ext uri="{FF2B5EF4-FFF2-40B4-BE49-F238E27FC236}">
                <a16:creationId xmlns:a16="http://schemas.microsoft.com/office/drawing/2014/main" id="{6A7E0368-E1F5-4BD6-B84D-069635B49AE3}"/>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22463" y="722314"/>
            <a:ext cx="3198812"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180" name="Rectangle 259">
            <a:extLst>
              <a:ext uri="{FF2B5EF4-FFF2-40B4-BE49-F238E27FC236}">
                <a16:creationId xmlns:a16="http://schemas.microsoft.com/office/drawing/2014/main" id="{48B00F50-7DC5-44C7-A370-7E2E19D345D1}"/>
              </a:ext>
            </a:extLst>
          </p:cNvPr>
          <p:cNvSpPr>
            <a:spLocks noGrp="1" noChangeArrowheads="1"/>
          </p:cNvSpPr>
          <p:nvPr>
            <p:ph type="title"/>
          </p:nvPr>
        </p:nvSpPr>
        <p:spPr>
          <a:xfrm>
            <a:off x="1847851" y="77789"/>
            <a:ext cx="4354513" cy="942975"/>
          </a:xfrm>
        </p:spPr>
        <p:txBody>
          <a:bodyPr/>
          <a:lstStyle/>
          <a:p>
            <a:pPr>
              <a:defRPr/>
            </a:pPr>
            <a:r>
              <a:rPr lang="en-US" dirty="0"/>
              <a:t>DHCP: </a:t>
            </a:r>
            <a:r>
              <a:rPr lang="en-US" dirty="0" err="1"/>
              <a:t>ví</a:t>
            </a:r>
            <a:r>
              <a:rPr lang="en-US" dirty="0"/>
              <a:t> </a:t>
            </a:r>
            <a:r>
              <a:rPr lang="en-US" dirty="0" err="1"/>
              <a:t>dụ</a:t>
            </a:r>
            <a:endParaRPr lang="en-US" dirty="0"/>
          </a:p>
        </p:txBody>
      </p:sp>
    </p:spTree>
    <p:extLst>
      <p:ext uri="{BB962C8B-B14F-4D97-AF65-F5344CB8AC3E}">
        <p14:creationId xmlns:p14="http://schemas.microsoft.com/office/powerpoint/2010/main" val="31567306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48226"/>
                                        </p:tgtEl>
                                        <p:attrNameLst>
                                          <p:attrName>style.visibility</p:attrName>
                                        </p:attrNameLst>
                                      </p:cBhvr>
                                      <p:to>
                                        <p:strVal val="visible"/>
                                      </p:to>
                                    </p:set>
                                    <p:animEffect transition="in" filter="wipe(left)">
                                      <p:cBhvr>
                                        <p:cTn id="7" dur="500"/>
                                        <p:tgtEl>
                                          <p:spTgt spid="648226"/>
                                        </p:tgtEl>
                                      </p:cBhvr>
                                    </p:animEffect>
                                  </p:childTnLst>
                                </p:cTn>
                              </p:par>
                            </p:childTnLst>
                          </p:cTn>
                        </p:par>
                        <p:par>
                          <p:cTn id="8" fill="hold" nodeType="afterGroup">
                            <p:stCondLst>
                              <p:cond delay="500"/>
                            </p:stCondLst>
                            <p:childTnLst>
                              <p:par>
                                <p:cTn id="9" presetID="9" presetClass="exit" presetSubtype="0" fill="hold" grpId="1" nodeType="afterEffect">
                                  <p:stCondLst>
                                    <p:cond delay="0"/>
                                  </p:stCondLst>
                                  <p:childTnLst>
                                    <p:animEffect transition="out" filter="dissolve">
                                      <p:cBhvr>
                                        <p:cTn id="10" dur="500"/>
                                        <p:tgtEl>
                                          <p:spTgt spid="648226"/>
                                        </p:tgtEl>
                                      </p:cBhvr>
                                    </p:animEffect>
                                    <p:set>
                                      <p:cBhvr>
                                        <p:cTn id="11" dur="1" fill="hold">
                                          <p:stCondLst>
                                            <p:cond delay="499"/>
                                          </p:stCondLst>
                                        </p:cTn>
                                        <p:tgtEl>
                                          <p:spTgt spid="648226"/>
                                        </p:tgtEl>
                                        <p:attrNameLst>
                                          <p:attrName>style.visibility</p:attrName>
                                        </p:attrNameLst>
                                      </p:cBhvr>
                                      <p:to>
                                        <p:strVal val="hidden"/>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4" fill="hold"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wipe(down)">
                                      <p:cBhvr>
                                        <p:cTn id="16" dur="500"/>
                                        <p:tgtEl>
                                          <p:spTgt spid="12"/>
                                        </p:tgtEl>
                                      </p:cBhvr>
                                    </p:animEffect>
                                  </p:childTnLst>
                                </p:cTn>
                              </p:par>
                            </p:childTnLst>
                          </p:cTn>
                        </p:par>
                        <p:par>
                          <p:cTn id="17" fill="hold" nodeType="afterGroup">
                            <p:stCondLst>
                              <p:cond delay="500"/>
                            </p:stCondLst>
                            <p:childTnLst>
                              <p:par>
                                <p:cTn id="18" presetID="9" presetClass="entr" presetSubtype="0" fill="hold" nodeType="after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dissolve">
                                      <p:cBhvr>
                                        <p:cTn id="20" dur="500"/>
                                        <p:tgtEl>
                                          <p:spTgt spid="14"/>
                                        </p:tgtEl>
                                      </p:cBhvr>
                                    </p:animEffect>
                                  </p:childTnLst>
                                </p:cTn>
                              </p:par>
                              <p:par>
                                <p:cTn id="21" presetID="1" presetClass="entr" presetSubtype="0" fill="hold" grpId="0" nodeType="withEffect">
                                  <p:stCondLst>
                                    <p:cond delay="0"/>
                                  </p:stCondLst>
                                  <p:childTnLst>
                                    <p:set>
                                      <p:cBhvr>
                                        <p:cTn id="22" dur="1" fill="hold">
                                          <p:stCondLst>
                                            <p:cond delay="0"/>
                                          </p:stCondLst>
                                        </p:cTn>
                                        <p:tgtEl>
                                          <p:spTgt spid="648195">
                                            <p:txEl>
                                              <p:pRg st="0" end="0"/>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wipe(up)">
                                      <p:cBhvr>
                                        <p:cTn id="27" dur="500"/>
                                        <p:tgtEl>
                                          <p:spTgt spid="15"/>
                                        </p:tgtEl>
                                      </p:cBhvr>
                                    </p:animEffect>
                                  </p:childTnLst>
                                </p:cTn>
                              </p:par>
                              <p:par>
                                <p:cTn id="28" presetID="1" presetClass="entr" presetSubtype="0" fill="hold" grpId="0" nodeType="withEffect">
                                  <p:stCondLst>
                                    <p:cond delay="0"/>
                                  </p:stCondLst>
                                  <p:childTnLst>
                                    <p:set>
                                      <p:cBhvr>
                                        <p:cTn id="29" dur="1" fill="hold">
                                          <p:stCondLst>
                                            <p:cond delay="0"/>
                                          </p:stCondLst>
                                        </p:cTn>
                                        <p:tgtEl>
                                          <p:spTgt spid="648344"/>
                                        </p:tgtEl>
                                        <p:attrNameLst>
                                          <p:attrName>style.visibility</p:attrName>
                                        </p:attrNameLst>
                                      </p:cBhvr>
                                      <p:to>
                                        <p:strVal val="visible"/>
                                      </p:to>
                                    </p:set>
                                  </p:childTnLst>
                                </p:cTn>
                              </p:par>
                            </p:childTnLst>
                          </p:cTn>
                        </p:par>
                      </p:childTnLst>
                    </p:cTn>
                  </p:par>
                  <p:par>
                    <p:cTn id="30" fill="hold" nodeType="clickPar">
                      <p:stCondLst>
                        <p:cond delay="indefinite"/>
                      </p:stCondLst>
                      <p:childTnLst>
                        <p:par>
                          <p:cTn id="31" fill="hold" nodeType="withGroup">
                            <p:stCondLst>
                              <p:cond delay="0"/>
                            </p:stCondLst>
                            <p:childTnLst>
                              <p:par>
                                <p:cTn id="32" presetID="1" presetClass="exit" presetSubtype="0" fill="hold" nodeType="clickEffect">
                                  <p:stCondLst>
                                    <p:cond delay="0"/>
                                  </p:stCondLst>
                                  <p:childTnLst>
                                    <p:set>
                                      <p:cBhvr>
                                        <p:cTn id="33" dur="1" fill="hold">
                                          <p:stCondLst>
                                            <p:cond delay="0"/>
                                          </p:stCondLst>
                                        </p:cTn>
                                        <p:tgtEl>
                                          <p:spTgt spid="14"/>
                                        </p:tgtEl>
                                        <p:attrNameLst>
                                          <p:attrName>style.visibility</p:attrName>
                                        </p:attrNameLst>
                                      </p:cBhvr>
                                      <p:to>
                                        <p:strVal val="hidden"/>
                                      </p:to>
                                    </p:set>
                                  </p:childTnLst>
                                </p:cTn>
                              </p:par>
                              <p:par>
                                <p:cTn id="34" presetID="1" presetClass="exit" presetSubtype="0" fill="hold" nodeType="withEffect">
                                  <p:stCondLst>
                                    <p:cond delay="0"/>
                                  </p:stCondLst>
                                  <p:childTnLst>
                                    <p:set>
                                      <p:cBhvr>
                                        <p:cTn id="35" dur="1" fill="hold">
                                          <p:stCondLst>
                                            <p:cond delay="0"/>
                                          </p:stCondLst>
                                        </p:cTn>
                                        <p:tgtEl>
                                          <p:spTgt spid="15"/>
                                        </p:tgtEl>
                                        <p:attrNameLst>
                                          <p:attrName>style.visibility</p:attrName>
                                        </p:attrNameLst>
                                      </p:cBhvr>
                                      <p:to>
                                        <p:strVal val="hidden"/>
                                      </p:to>
                                    </p:set>
                                  </p:childTnLst>
                                </p:cTn>
                              </p:par>
                            </p:childTnLst>
                          </p:cTn>
                        </p:par>
                        <p:par>
                          <p:cTn id="36" fill="hold" nodeType="afterGroup">
                            <p:stCondLst>
                              <p:cond delay="0"/>
                            </p:stCondLst>
                            <p:childTnLst>
                              <p:par>
                                <p:cTn id="37" presetID="1" presetClass="entr" presetSubtype="0" fill="hold" nodeType="afterEffect">
                                  <p:stCondLst>
                                    <p:cond delay="0"/>
                                  </p:stCondLst>
                                  <p:childTnLst>
                                    <p:set>
                                      <p:cBhvr>
                                        <p:cTn id="38" dur="1" fill="hold">
                                          <p:stCondLst>
                                            <p:cond delay="0"/>
                                          </p:stCondLst>
                                        </p:cTn>
                                        <p:tgtEl>
                                          <p:spTgt spid="2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648345"/>
                                        </p:tgtEl>
                                        <p:attrNameLst>
                                          <p:attrName>style.visibility</p:attrName>
                                        </p:attrNameLst>
                                      </p:cBhvr>
                                      <p:to>
                                        <p:strVal val="visible"/>
                                      </p:to>
                                    </p:set>
                                  </p:childTnLst>
                                </p:cTn>
                              </p:par>
                            </p:childTnLst>
                          </p:cTn>
                        </p:par>
                        <p:par>
                          <p:cTn id="41" fill="hold" nodeType="afterGroup">
                            <p:stCondLst>
                              <p:cond delay="0"/>
                            </p:stCondLst>
                            <p:childTnLst>
                              <p:par>
                                <p:cTn id="42" presetID="0" presetClass="path" presetSubtype="0" accel="50000" decel="50000" fill="hold" nodeType="afterEffect">
                                  <p:stCondLst>
                                    <p:cond delay="0"/>
                                  </p:stCondLst>
                                  <p:childTnLst>
                                    <p:animMotion origin="layout" path="M 1.66667E-6 1.81144E-6 L 0.26823 -0.00139 L 0.10833 0.27287 L -0.01806 0.27125 " pathEditMode="relative" rAng="0" ptsTypes="AAAA">
                                      <p:cBhvr>
                                        <p:cTn id="43" dur="2000" fill="hold"/>
                                        <p:tgtEl>
                                          <p:spTgt spid="28"/>
                                        </p:tgtEl>
                                        <p:attrNameLst>
                                          <p:attrName>ppt_x</p:attrName>
                                          <p:attrName>ppt_y</p:attrName>
                                        </p:attrNameLst>
                                      </p:cBhvr>
                                      <p:rCtr x="12500" y="13574"/>
                                    </p:animMotion>
                                  </p:childTnLst>
                                </p:cTn>
                              </p:par>
                            </p:childTnLst>
                          </p:cTn>
                        </p:par>
                        <p:par>
                          <p:cTn id="44" fill="hold" nodeType="afterGroup">
                            <p:stCondLst>
                              <p:cond delay="2000"/>
                            </p:stCondLst>
                            <p:childTnLst>
                              <p:par>
                                <p:cTn id="45" presetID="22" presetClass="entr" presetSubtype="2" fill="hold" nodeType="afterEffect">
                                  <p:stCondLst>
                                    <p:cond delay="0"/>
                                  </p:stCondLst>
                                  <p:childTnLst>
                                    <p:set>
                                      <p:cBhvr>
                                        <p:cTn id="46" dur="1" fill="hold">
                                          <p:stCondLst>
                                            <p:cond delay="0"/>
                                          </p:stCondLst>
                                        </p:cTn>
                                        <p:tgtEl>
                                          <p:spTgt spid="51201"/>
                                        </p:tgtEl>
                                        <p:attrNameLst>
                                          <p:attrName>style.visibility</p:attrName>
                                        </p:attrNameLst>
                                      </p:cBhvr>
                                      <p:to>
                                        <p:strVal val="visible"/>
                                      </p:to>
                                    </p:set>
                                    <p:animEffect transition="in" filter="wipe(right)">
                                      <p:cBhvr>
                                        <p:cTn id="47" dur="500"/>
                                        <p:tgtEl>
                                          <p:spTgt spid="51201"/>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4" fill="hold" nodeType="clickEffect">
                                  <p:stCondLst>
                                    <p:cond delay="0"/>
                                  </p:stCondLst>
                                  <p:childTnLst>
                                    <p:set>
                                      <p:cBhvr>
                                        <p:cTn id="51" dur="1" fill="hold">
                                          <p:stCondLst>
                                            <p:cond delay="0"/>
                                          </p:stCondLst>
                                        </p:cTn>
                                        <p:tgtEl>
                                          <p:spTgt spid="51211"/>
                                        </p:tgtEl>
                                        <p:attrNameLst>
                                          <p:attrName>style.visibility</p:attrName>
                                        </p:attrNameLst>
                                      </p:cBhvr>
                                      <p:to>
                                        <p:strVal val="visible"/>
                                      </p:to>
                                    </p:set>
                                    <p:animEffect transition="in" filter="wipe(down)">
                                      <p:cBhvr>
                                        <p:cTn id="52" dur="1000"/>
                                        <p:tgtEl>
                                          <p:spTgt spid="51211"/>
                                        </p:tgtEl>
                                      </p:cBhvr>
                                    </p:animEffect>
                                  </p:childTnLst>
                                </p:cTn>
                              </p:par>
                              <p:par>
                                <p:cTn id="53" presetID="1" presetClass="exit" presetSubtype="0" fill="hold" nodeType="withEffect">
                                  <p:stCondLst>
                                    <p:cond delay="0"/>
                                  </p:stCondLst>
                                  <p:childTnLst>
                                    <p:set>
                                      <p:cBhvr>
                                        <p:cTn id="54" dur="1" fill="hold">
                                          <p:stCondLst>
                                            <p:cond delay="0"/>
                                          </p:stCondLst>
                                        </p:cTn>
                                        <p:tgtEl>
                                          <p:spTgt spid="28"/>
                                        </p:tgtEl>
                                        <p:attrNameLst>
                                          <p:attrName>style.visibility</p:attrName>
                                        </p:attrNameLst>
                                      </p:cBhvr>
                                      <p:to>
                                        <p:strVal val="hidden"/>
                                      </p:to>
                                    </p:set>
                                  </p:childTnLst>
                                </p:cTn>
                              </p:par>
                            </p:childTnLst>
                          </p:cTn>
                        </p:par>
                        <p:par>
                          <p:cTn id="55" fill="hold" nodeType="afterGroup">
                            <p:stCondLst>
                              <p:cond delay="1000"/>
                            </p:stCondLst>
                            <p:childTnLst>
                              <p:par>
                                <p:cTn id="56" presetID="1" presetClass="exit" presetSubtype="0" fill="hold" nodeType="afterEffect">
                                  <p:stCondLst>
                                    <p:cond delay="1000"/>
                                  </p:stCondLst>
                                  <p:childTnLst>
                                    <p:set>
                                      <p:cBhvr>
                                        <p:cTn id="57" dur="1" fill="hold">
                                          <p:stCondLst>
                                            <p:cond delay="0"/>
                                          </p:stCondLst>
                                        </p:cTn>
                                        <p:tgtEl>
                                          <p:spTgt spid="51211"/>
                                        </p:tgtEl>
                                        <p:attrNameLst>
                                          <p:attrName>style.visibility</p:attrName>
                                        </p:attrNameLst>
                                      </p:cBhvr>
                                      <p:to>
                                        <p:strVal val="hidden"/>
                                      </p:to>
                                    </p:set>
                                  </p:childTnLst>
                                </p:cTn>
                              </p:par>
                              <p:par>
                                <p:cTn id="58" presetID="1" presetClass="entr" presetSubtype="0" fill="hold" grpId="0" nodeType="withEffect">
                                  <p:stCondLst>
                                    <p:cond delay="0"/>
                                  </p:stCondLst>
                                  <p:childTnLst>
                                    <p:set>
                                      <p:cBhvr>
                                        <p:cTn id="59" dur="1" fill="hold">
                                          <p:stCondLst>
                                            <p:cond delay="0"/>
                                          </p:stCondLst>
                                        </p:cTn>
                                        <p:tgtEl>
                                          <p:spTgt spid="648346"/>
                                        </p:tgtEl>
                                        <p:attrNameLst>
                                          <p:attrName>style.visibility</p:attrName>
                                        </p:attrNameLst>
                                      </p:cBhvr>
                                      <p:to>
                                        <p:strVal val="visible"/>
                                      </p:to>
                                    </p:set>
                                  </p:childTnLst>
                                </p:cTn>
                              </p:par>
                              <p:par>
                                <p:cTn id="60" presetID="1" presetClass="entr" presetSubtype="0" fill="hold" nodeType="withEffect">
                                  <p:stCondLst>
                                    <p:cond delay="1000"/>
                                  </p:stCondLst>
                                  <p:childTnLst>
                                    <p:set>
                                      <p:cBhvr>
                                        <p:cTn id="61" dur="1" fill="hold">
                                          <p:stCondLst>
                                            <p:cond delay="0"/>
                                          </p:stCondLst>
                                        </p:cTn>
                                        <p:tgtEl>
                                          <p:spTgt spid="512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8195" grpId="0" build="p"/>
      <p:bldP spid="648344" grpId="0"/>
      <p:bldP spid="648345" grpId="0"/>
      <p:bldP spid="648346" grpId="0"/>
      <p:bldP spid="648226" grpId="0" animBg="1"/>
      <p:bldP spid="648226" grpId="1"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Footer Placeholder 4">
            <a:extLst>
              <a:ext uri="{FF2B5EF4-FFF2-40B4-BE49-F238E27FC236}">
                <a16:creationId xmlns:a16="http://schemas.microsoft.com/office/drawing/2014/main" id="{EF61F78E-C13B-4B26-93AC-700F4D2986E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Tầng Network</a:t>
            </a:r>
          </a:p>
        </p:txBody>
      </p:sp>
      <p:sp>
        <p:nvSpPr>
          <p:cNvPr id="52227" name="Slide Number Placeholder 5">
            <a:extLst>
              <a:ext uri="{FF2B5EF4-FFF2-40B4-BE49-F238E27FC236}">
                <a16:creationId xmlns:a16="http://schemas.microsoft.com/office/drawing/2014/main" id="{A2824B32-39EF-438E-ADC2-E7090B46117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4-</a:t>
            </a:r>
            <a:fld id="{56735F40-DB1B-4063-9A1A-881EE88D323E}" type="slidenum">
              <a:rPr lang="en-US" altLang="en-US">
                <a:latin typeface="Tahoma" panose="020B0604030504040204" pitchFamily="34" charset="0"/>
              </a:rPr>
              <a:pPr/>
              <a:t>53</a:t>
            </a:fld>
            <a:endParaRPr lang="en-US" altLang="en-US">
              <a:latin typeface="Tahoma" panose="020B0604030504040204" pitchFamily="34" charset="0"/>
            </a:endParaRPr>
          </a:p>
        </p:txBody>
      </p:sp>
      <p:pic>
        <p:nvPicPr>
          <p:cNvPr id="52228" name="Picture 227" descr="underline_base">
            <a:extLst>
              <a:ext uri="{FF2B5EF4-FFF2-40B4-BE49-F238E27FC236}">
                <a16:creationId xmlns:a16="http://schemas.microsoft.com/office/drawing/2014/main" id="{658812C7-6824-407F-B9DF-7DE37F635169}"/>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22463" y="722314"/>
            <a:ext cx="3198812"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9219" name="Rectangle 3">
            <a:extLst>
              <a:ext uri="{FF2B5EF4-FFF2-40B4-BE49-F238E27FC236}">
                <a16:creationId xmlns:a16="http://schemas.microsoft.com/office/drawing/2014/main" id="{87732D2A-535E-4B3B-B89F-850D98A395A0}"/>
              </a:ext>
            </a:extLst>
          </p:cNvPr>
          <p:cNvSpPr>
            <a:spLocks noGrp="1" noChangeArrowheads="1"/>
          </p:cNvSpPr>
          <p:nvPr>
            <p:ph type="body" idx="1"/>
          </p:nvPr>
        </p:nvSpPr>
        <p:spPr>
          <a:xfrm>
            <a:off x="6561139" y="1158876"/>
            <a:ext cx="3806825" cy="1573213"/>
          </a:xfrm>
        </p:spPr>
        <p:txBody>
          <a:bodyPr>
            <a:normAutofit fontScale="92500" lnSpcReduction="10000"/>
          </a:bodyPr>
          <a:lstStyle/>
          <a:p>
            <a:r>
              <a:rPr lang="en-US" altLang="en-US" sz="2200">
                <a:latin typeface="Comic Sans MS" panose="030F0702030302020204" pitchFamily="66" charset="0"/>
                <a:ea typeface="ＭＳ Ｐゴシック" panose="020B0600070205080204" pitchFamily="34" charset="-128"/>
              </a:rPr>
              <a:t>DHCP server lập địa chỉ IP của client chứa DHCP ACK, địa chỉ</a:t>
            </a:r>
            <a:r>
              <a:rPr lang="en-US" altLang="ja-JP" sz="2200">
                <a:latin typeface="Comic Sans MS" panose="030F0702030302020204" pitchFamily="66" charset="0"/>
                <a:ea typeface="ＭＳ Ｐゴシック" panose="020B0600070205080204" pitchFamily="34" charset="-128"/>
              </a:rPr>
              <a:t> IP của router first-hop cho client, tên và địa chỉ IP của DNS server</a:t>
            </a:r>
            <a:endParaRPr lang="en-US" altLang="en-US">
              <a:latin typeface="Comic Sans MS" panose="030F0702030302020204" pitchFamily="66" charset="0"/>
              <a:ea typeface="ＭＳ Ｐゴシック" panose="020B0600070205080204" pitchFamily="34" charset="-128"/>
            </a:endParaRPr>
          </a:p>
        </p:txBody>
      </p:sp>
      <p:sp>
        <p:nvSpPr>
          <p:cNvPr id="52230" name="Freeform 3">
            <a:extLst>
              <a:ext uri="{FF2B5EF4-FFF2-40B4-BE49-F238E27FC236}">
                <a16:creationId xmlns:a16="http://schemas.microsoft.com/office/drawing/2014/main" id="{FD4B8FF7-D048-4BDF-9237-2C68FD22F612}"/>
              </a:ext>
            </a:extLst>
          </p:cNvPr>
          <p:cNvSpPr>
            <a:spLocks/>
          </p:cNvSpPr>
          <p:nvPr/>
        </p:nvSpPr>
        <p:spPr bwMode="auto">
          <a:xfrm>
            <a:off x="2297113" y="1428751"/>
            <a:ext cx="3554412" cy="2754313"/>
          </a:xfrm>
          <a:custGeom>
            <a:avLst/>
            <a:gdLst>
              <a:gd name="T0" fmla="*/ 2147483647 w 2406"/>
              <a:gd name="T1" fmla="*/ 2147483647 h 958"/>
              <a:gd name="T2" fmla="*/ 2147483647 w 2406"/>
              <a:gd name="T3" fmla="*/ 2147483647 h 958"/>
              <a:gd name="T4" fmla="*/ 2147483647 w 2406"/>
              <a:gd name="T5" fmla="*/ 2147483647 h 958"/>
              <a:gd name="T6" fmla="*/ 2147483647 w 2406"/>
              <a:gd name="T7" fmla="*/ 2147483647 h 958"/>
              <a:gd name="T8" fmla="*/ 2147483647 w 2406"/>
              <a:gd name="T9" fmla="*/ 2147483647 h 958"/>
              <a:gd name="T10" fmla="*/ 2147483647 w 2406"/>
              <a:gd name="T11" fmla="*/ 2147483647 h 958"/>
              <a:gd name="T12" fmla="*/ 2147483647 w 2406"/>
              <a:gd name="T13" fmla="*/ 2147483647 h 958"/>
              <a:gd name="T14" fmla="*/ 2147483647 w 2406"/>
              <a:gd name="T15" fmla="*/ 2147483647 h 958"/>
              <a:gd name="T16" fmla="*/ 2147483647 w 2406"/>
              <a:gd name="T17" fmla="*/ 2147483647 h 958"/>
              <a:gd name="T18" fmla="*/ 2147483647 w 2406"/>
              <a:gd name="T19" fmla="*/ 2147483647 h 958"/>
              <a:gd name="T20" fmla="*/ 2147483647 w 2406"/>
              <a:gd name="T21" fmla="*/ 2147483647 h 958"/>
              <a:gd name="T22" fmla="*/ 2147483647 w 2406"/>
              <a:gd name="T23" fmla="*/ 2147483647 h 958"/>
              <a:gd name="T24" fmla="*/ 2147483647 w 2406"/>
              <a:gd name="T25" fmla="*/ 2147483647 h 95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406"/>
              <a:gd name="T40" fmla="*/ 0 h 958"/>
              <a:gd name="T41" fmla="*/ 2406 w 2406"/>
              <a:gd name="T42" fmla="*/ 958 h 95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406" h="958">
                <a:moveTo>
                  <a:pt x="2192" y="274"/>
                </a:moveTo>
                <a:cubicBezTo>
                  <a:pt x="1978" y="94"/>
                  <a:pt x="1990" y="122"/>
                  <a:pt x="1857" y="77"/>
                </a:cubicBezTo>
                <a:cubicBezTo>
                  <a:pt x="1724" y="32"/>
                  <a:pt x="1584" y="0"/>
                  <a:pt x="1393" y="7"/>
                </a:cubicBezTo>
                <a:cubicBezTo>
                  <a:pt x="1202" y="14"/>
                  <a:pt x="898" y="84"/>
                  <a:pt x="713" y="122"/>
                </a:cubicBezTo>
                <a:cubicBezTo>
                  <a:pt x="528" y="160"/>
                  <a:pt x="395" y="168"/>
                  <a:pt x="280" y="234"/>
                </a:cubicBezTo>
                <a:cubicBezTo>
                  <a:pt x="166" y="301"/>
                  <a:pt x="52" y="432"/>
                  <a:pt x="26" y="522"/>
                </a:cubicBezTo>
                <a:cubicBezTo>
                  <a:pt x="0" y="612"/>
                  <a:pt x="81" y="711"/>
                  <a:pt x="122" y="773"/>
                </a:cubicBezTo>
                <a:cubicBezTo>
                  <a:pt x="163" y="835"/>
                  <a:pt x="99" y="877"/>
                  <a:pt x="273" y="894"/>
                </a:cubicBezTo>
                <a:cubicBezTo>
                  <a:pt x="447" y="911"/>
                  <a:pt x="938" y="866"/>
                  <a:pt x="1169" y="876"/>
                </a:cubicBezTo>
                <a:cubicBezTo>
                  <a:pt x="1400" y="886"/>
                  <a:pt x="1499" y="950"/>
                  <a:pt x="1659" y="954"/>
                </a:cubicBezTo>
                <a:cubicBezTo>
                  <a:pt x="1819" y="958"/>
                  <a:pt x="2014" y="958"/>
                  <a:pt x="2129" y="897"/>
                </a:cubicBezTo>
                <a:cubicBezTo>
                  <a:pt x="2244" y="836"/>
                  <a:pt x="2327" y="856"/>
                  <a:pt x="2350" y="591"/>
                </a:cubicBezTo>
                <a:cubicBezTo>
                  <a:pt x="2373" y="326"/>
                  <a:pt x="2406" y="454"/>
                  <a:pt x="2192" y="274"/>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2231" name="Line 36">
            <a:extLst>
              <a:ext uri="{FF2B5EF4-FFF2-40B4-BE49-F238E27FC236}">
                <a16:creationId xmlns:a16="http://schemas.microsoft.com/office/drawing/2014/main" id="{0158C602-53E6-4F14-8EC0-AC44C1A1AFFB}"/>
              </a:ext>
            </a:extLst>
          </p:cNvPr>
          <p:cNvSpPr>
            <a:spLocks noChangeShapeType="1"/>
          </p:cNvSpPr>
          <p:nvPr/>
        </p:nvSpPr>
        <p:spPr bwMode="auto">
          <a:xfrm flipV="1">
            <a:off x="5299076" y="2511426"/>
            <a:ext cx="155575" cy="1428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32" name="Line 43">
            <a:extLst>
              <a:ext uri="{FF2B5EF4-FFF2-40B4-BE49-F238E27FC236}">
                <a16:creationId xmlns:a16="http://schemas.microsoft.com/office/drawing/2014/main" id="{D0458CB1-5C82-4E98-BE4A-C14E52B69FDA}"/>
              </a:ext>
            </a:extLst>
          </p:cNvPr>
          <p:cNvSpPr>
            <a:spLocks noChangeShapeType="1"/>
          </p:cNvSpPr>
          <p:nvPr/>
        </p:nvSpPr>
        <p:spPr bwMode="auto">
          <a:xfrm flipV="1">
            <a:off x="4189414" y="2673350"/>
            <a:ext cx="69532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33" name="Line 44">
            <a:extLst>
              <a:ext uri="{FF2B5EF4-FFF2-40B4-BE49-F238E27FC236}">
                <a16:creationId xmlns:a16="http://schemas.microsoft.com/office/drawing/2014/main" id="{728E36F5-71F3-4055-B448-73DF4A8E4419}"/>
              </a:ext>
            </a:extLst>
          </p:cNvPr>
          <p:cNvSpPr>
            <a:spLocks noChangeShapeType="1"/>
          </p:cNvSpPr>
          <p:nvPr/>
        </p:nvSpPr>
        <p:spPr bwMode="auto">
          <a:xfrm flipV="1">
            <a:off x="5448301" y="2368551"/>
            <a:ext cx="138113" cy="142875"/>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52234" name="Line 48">
            <a:extLst>
              <a:ext uri="{FF2B5EF4-FFF2-40B4-BE49-F238E27FC236}">
                <a16:creationId xmlns:a16="http://schemas.microsoft.com/office/drawing/2014/main" id="{BC838DAE-662E-4012-8BFC-5EC2E2F2A9F5}"/>
              </a:ext>
            </a:extLst>
          </p:cNvPr>
          <p:cNvSpPr>
            <a:spLocks noChangeShapeType="1"/>
          </p:cNvSpPr>
          <p:nvPr/>
        </p:nvSpPr>
        <p:spPr bwMode="auto">
          <a:xfrm flipV="1">
            <a:off x="4803776" y="2903539"/>
            <a:ext cx="512763" cy="6127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9364" name="Rectangle 148">
            <a:extLst>
              <a:ext uri="{FF2B5EF4-FFF2-40B4-BE49-F238E27FC236}">
                <a16:creationId xmlns:a16="http://schemas.microsoft.com/office/drawing/2014/main" id="{5121D4C9-6B64-41A3-9016-5B5CABDD2D7F}"/>
              </a:ext>
            </a:extLst>
          </p:cNvPr>
          <p:cNvSpPr>
            <a:spLocks noChangeArrowheads="1"/>
          </p:cNvSpPr>
          <p:nvPr/>
        </p:nvSpPr>
        <p:spPr bwMode="auto">
          <a:xfrm>
            <a:off x="6554789" y="3113089"/>
            <a:ext cx="3760787" cy="136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nSpc>
                <a:spcPct val="85000"/>
              </a:lnSpc>
              <a:spcBef>
                <a:spcPct val="20000"/>
              </a:spcBef>
              <a:buClr>
                <a:srgbClr val="000099"/>
              </a:buClr>
              <a:buSzPct val="65000"/>
              <a:buFont typeface="Wingdings" panose="05000000000000000000" pitchFamily="2" charset="2"/>
              <a:buChar char="v"/>
            </a:pPr>
            <a:r>
              <a:rPr lang="en-US" altLang="en-US" sz="2200">
                <a:latin typeface="Comic Sans MS" panose="030F0702030302020204" pitchFamily="66" charset="0"/>
              </a:rPr>
              <a:t>Đóng gói của DHCP server, frame được chuyển cho client, tách DHCP tại client</a:t>
            </a:r>
          </a:p>
        </p:txBody>
      </p:sp>
      <p:sp>
        <p:nvSpPr>
          <p:cNvPr id="50188" name="Rectangle 152">
            <a:extLst>
              <a:ext uri="{FF2B5EF4-FFF2-40B4-BE49-F238E27FC236}">
                <a16:creationId xmlns:a16="http://schemas.microsoft.com/office/drawing/2014/main" id="{05ED0AE9-6317-4F9F-9AA2-25105EAFABE4}"/>
              </a:ext>
            </a:extLst>
          </p:cNvPr>
          <p:cNvSpPr>
            <a:spLocks noGrp="1" noChangeArrowheads="1"/>
          </p:cNvSpPr>
          <p:nvPr>
            <p:ph type="title"/>
          </p:nvPr>
        </p:nvSpPr>
        <p:spPr>
          <a:xfrm>
            <a:off x="1847851" y="77789"/>
            <a:ext cx="4354513" cy="942975"/>
          </a:xfrm>
        </p:spPr>
        <p:txBody>
          <a:bodyPr/>
          <a:lstStyle/>
          <a:p>
            <a:pPr>
              <a:defRPr/>
            </a:pPr>
            <a:r>
              <a:rPr lang="en-US" dirty="0">
                <a:latin typeface="Comic Sans MS" pitchFamily="66" charset="0"/>
              </a:rPr>
              <a:t>DHCP: </a:t>
            </a:r>
            <a:r>
              <a:rPr lang="en-US" dirty="0" err="1">
                <a:latin typeface="Comic Sans MS" pitchFamily="66" charset="0"/>
              </a:rPr>
              <a:t>ví</a:t>
            </a:r>
            <a:r>
              <a:rPr lang="en-US" dirty="0">
                <a:latin typeface="Comic Sans MS" pitchFamily="66" charset="0"/>
              </a:rPr>
              <a:t> </a:t>
            </a:r>
            <a:r>
              <a:rPr lang="en-US" dirty="0" err="1">
                <a:latin typeface="Comic Sans MS" pitchFamily="66" charset="0"/>
              </a:rPr>
              <a:t>dụ</a:t>
            </a:r>
            <a:endParaRPr lang="en-US" dirty="0">
              <a:latin typeface="Comic Sans MS" pitchFamily="66" charset="0"/>
            </a:endParaRPr>
          </a:p>
        </p:txBody>
      </p:sp>
      <p:grpSp>
        <p:nvGrpSpPr>
          <p:cNvPr id="52237" name="Group 153">
            <a:extLst>
              <a:ext uri="{FF2B5EF4-FFF2-40B4-BE49-F238E27FC236}">
                <a16:creationId xmlns:a16="http://schemas.microsoft.com/office/drawing/2014/main" id="{49FB4613-01F3-4505-AD89-5CE1E86914BC}"/>
              </a:ext>
            </a:extLst>
          </p:cNvPr>
          <p:cNvGrpSpPr>
            <a:grpSpLocks/>
          </p:cNvGrpSpPr>
          <p:nvPr/>
        </p:nvGrpSpPr>
        <p:grpSpPr bwMode="auto">
          <a:xfrm>
            <a:off x="3502025" y="2295525"/>
            <a:ext cx="850900" cy="615950"/>
            <a:chOff x="4420" y="878"/>
            <a:chExt cx="614" cy="458"/>
          </a:xfrm>
        </p:grpSpPr>
        <p:pic>
          <p:nvPicPr>
            <p:cNvPr id="52393" name="Picture 154" descr="laptop_keyboard">
              <a:extLst>
                <a:ext uri="{FF2B5EF4-FFF2-40B4-BE49-F238E27FC236}">
                  <a16:creationId xmlns:a16="http://schemas.microsoft.com/office/drawing/2014/main" id="{B0C56DB9-C762-424F-93D8-B170B75BA3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09064" flipH="1">
              <a:off x="4420" y="1108"/>
              <a:ext cx="527" cy="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394" name="Freeform 155">
              <a:extLst>
                <a:ext uri="{FF2B5EF4-FFF2-40B4-BE49-F238E27FC236}">
                  <a16:creationId xmlns:a16="http://schemas.microsoft.com/office/drawing/2014/main" id="{38242987-6A00-4BDA-905F-FB8C0A2D921B}"/>
                </a:ext>
              </a:extLst>
            </p:cNvPr>
            <p:cNvSpPr>
              <a:spLocks/>
            </p:cNvSpPr>
            <p:nvPr/>
          </p:nvSpPr>
          <p:spPr bwMode="auto">
            <a:xfrm>
              <a:off x="4595" y="888"/>
              <a:ext cx="424" cy="297"/>
            </a:xfrm>
            <a:custGeom>
              <a:avLst/>
              <a:gdLst>
                <a:gd name="T0" fmla="*/ 0 w 2982"/>
                <a:gd name="T1" fmla="*/ 0 h 2442"/>
                <a:gd name="T2" fmla="*/ 0 w 2982"/>
                <a:gd name="T3" fmla="*/ 0 h 2442"/>
                <a:gd name="T4" fmla="*/ 0 w 2982"/>
                <a:gd name="T5" fmla="*/ 0 h 2442"/>
                <a:gd name="T6" fmla="*/ 0 w 2982"/>
                <a:gd name="T7" fmla="*/ 0 h 2442"/>
                <a:gd name="T8" fmla="*/ 0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pic>
          <p:nvPicPr>
            <p:cNvPr id="52395" name="Picture 156" descr="screen">
              <a:extLst>
                <a:ext uri="{FF2B5EF4-FFF2-40B4-BE49-F238E27FC236}">
                  <a16:creationId xmlns:a16="http://schemas.microsoft.com/office/drawing/2014/main" id="{F9CB88F3-3DF3-42B3-A719-50CA5A86857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16" y="895"/>
              <a:ext cx="385"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396" name="Freeform 157">
              <a:extLst>
                <a:ext uri="{FF2B5EF4-FFF2-40B4-BE49-F238E27FC236}">
                  <a16:creationId xmlns:a16="http://schemas.microsoft.com/office/drawing/2014/main" id="{4DCDAA3F-73BD-4B6D-9FE6-BFE43BCF5278}"/>
                </a:ext>
              </a:extLst>
            </p:cNvPr>
            <p:cNvSpPr>
              <a:spLocks/>
            </p:cNvSpPr>
            <p:nvPr/>
          </p:nvSpPr>
          <p:spPr bwMode="auto">
            <a:xfrm>
              <a:off x="4672" y="879"/>
              <a:ext cx="359" cy="55"/>
            </a:xfrm>
            <a:custGeom>
              <a:avLst/>
              <a:gdLst>
                <a:gd name="T0" fmla="*/ 0 w 2528"/>
                <a:gd name="T1" fmla="*/ 0 h 455"/>
                <a:gd name="T2" fmla="*/ 0 w 2528"/>
                <a:gd name="T3" fmla="*/ 0 h 455"/>
                <a:gd name="T4" fmla="*/ 0 w 2528"/>
                <a:gd name="T5" fmla="*/ 0 h 455"/>
                <a:gd name="T6" fmla="*/ 0 w 2528"/>
                <a:gd name="T7" fmla="*/ 0 h 455"/>
                <a:gd name="T8" fmla="*/ 0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2397" name="Freeform 158">
              <a:extLst>
                <a:ext uri="{FF2B5EF4-FFF2-40B4-BE49-F238E27FC236}">
                  <a16:creationId xmlns:a16="http://schemas.microsoft.com/office/drawing/2014/main" id="{1964B01C-D91E-4794-B2A6-E91D902768AE}"/>
                </a:ext>
              </a:extLst>
            </p:cNvPr>
            <p:cNvSpPr>
              <a:spLocks/>
            </p:cNvSpPr>
            <p:nvPr/>
          </p:nvSpPr>
          <p:spPr bwMode="auto">
            <a:xfrm>
              <a:off x="4591" y="878"/>
              <a:ext cx="100" cy="230"/>
            </a:xfrm>
            <a:custGeom>
              <a:avLst/>
              <a:gdLst>
                <a:gd name="T0" fmla="*/ 0 w 702"/>
                <a:gd name="T1" fmla="*/ 0 h 1893"/>
                <a:gd name="T2" fmla="*/ 0 w 702"/>
                <a:gd name="T3" fmla="*/ 0 h 1893"/>
                <a:gd name="T4" fmla="*/ 0 w 702"/>
                <a:gd name="T5" fmla="*/ 0 h 1893"/>
                <a:gd name="T6" fmla="*/ 0 w 702"/>
                <a:gd name="T7" fmla="*/ 0 h 1893"/>
                <a:gd name="T8" fmla="*/ 0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2398" name="Freeform 159">
              <a:extLst>
                <a:ext uri="{FF2B5EF4-FFF2-40B4-BE49-F238E27FC236}">
                  <a16:creationId xmlns:a16="http://schemas.microsoft.com/office/drawing/2014/main" id="{D0F9C6A7-2243-4A93-96FA-45407F5CF4A7}"/>
                </a:ext>
              </a:extLst>
            </p:cNvPr>
            <p:cNvSpPr>
              <a:spLocks/>
            </p:cNvSpPr>
            <p:nvPr/>
          </p:nvSpPr>
          <p:spPr bwMode="auto">
            <a:xfrm>
              <a:off x="4921" y="920"/>
              <a:ext cx="108" cy="265"/>
            </a:xfrm>
            <a:custGeom>
              <a:avLst/>
              <a:gdLst>
                <a:gd name="T0" fmla="*/ 0 w 756"/>
                <a:gd name="T1" fmla="*/ 0 h 2184"/>
                <a:gd name="T2" fmla="*/ 0 w 756"/>
                <a:gd name="T3" fmla="*/ 0 h 2184"/>
                <a:gd name="T4" fmla="*/ 0 w 756"/>
                <a:gd name="T5" fmla="*/ 0 h 2184"/>
                <a:gd name="T6" fmla="*/ 0 w 756"/>
                <a:gd name="T7" fmla="*/ 0 h 2184"/>
                <a:gd name="T8" fmla="*/ 0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2399" name="Freeform 160">
              <a:extLst>
                <a:ext uri="{FF2B5EF4-FFF2-40B4-BE49-F238E27FC236}">
                  <a16:creationId xmlns:a16="http://schemas.microsoft.com/office/drawing/2014/main" id="{D523A013-D7D1-4901-BBEF-6F8A86CFB7E1}"/>
                </a:ext>
              </a:extLst>
            </p:cNvPr>
            <p:cNvSpPr>
              <a:spLocks/>
            </p:cNvSpPr>
            <p:nvPr/>
          </p:nvSpPr>
          <p:spPr bwMode="auto">
            <a:xfrm>
              <a:off x="4590" y="1097"/>
              <a:ext cx="394" cy="89"/>
            </a:xfrm>
            <a:custGeom>
              <a:avLst/>
              <a:gdLst>
                <a:gd name="T0" fmla="*/ 0 w 2773"/>
                <a:gd name="T1" fmla="*/ 0 h 738"/>
                <a:gd name="T2" fmla="*/ 0 w 2773"/>
                <a:gd name="T3" fmla="*/ 0 h 738"/>
                <a:gd name="T4" fmla="*/ 0 w 2773"/>
                <a:gd name="T5" fmla="*/ 0 h 738"/>
                <a:gd name="T6" fmla="*/ 0 w 2773"/>
                <a:gd name="T7" fmla="*/ 0 h 738"/>
                <a:gd name="T8" fmla="*/ 0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2400" name="Freeform 161">
              <a:extLst>
                <a:ext uri="{FF2B5EF4-FFF2-40B4-BE49-F238E27FC236}">
                  <a16:creationId xmlns:a16="http://schemas.microsoft.com/office/drawing/2014/main" id="{C753915C-CB40-454B-92BF-C582B3CE32AC}"/>
                </a:ext>
              </a:extLst>
            </p:cNvPr>
            <p:cNvSpPr>
              <a:spLocks/>
            </p:cNvSpPr>
            <p:nvPr/>
          </p:nvSpPr>
          <p:spPr bwMode="auto">
            <a:xfrm>
              <a:off x="4933" y="922"/>
              <a:ext cx="101" cy="266"/>
            </a:xfrm>
            <a:custGeom>
              <a:avLst/>
              <a:gdLst>
                <a:gd name="T0" fmla="*/ 0 w 637"/>
                <a:gd name="T1" fmla="*/ 0 h 1659"/>
                <a:gd name="T2" fmla="*/ 0 w 637"/>
                <a:gd name="T3" fmla="*/ 0 h 1659"/>
                <a:gd name="T4" fmla="*/ 0 w 637"/>
                <a:gd name="T5" fmla="*/ 0 h 1659"/>
                <a:gd name="T6" fmla="*/ 0 w 637"/>
                <a:gd name="T7" fmla="*/ 0 h 1659"/>
                <a:gd name="T8" fmla="*/ 0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2401" name="Freeform 162">
              <a:extLst>
                <a:ext uri="{FF2B5EF4-FFF2-40B4-BE49-F238E27FC236}">
                  <a16:creationId xmlns:a16="http://schemas.microsoft.com/office/drawing/2014/main" id="{98400566-C699-403E-A009-6B2F6E753938}"/>
                </a:ext>
              </a:extLst>
            </p:cNvPr>
            <p:cNvSpPr>
              <a:spLocks/>
            </p:cNvSpPr>
            <p:nvPr/>
          </p:nvSpPr>
          <p:spPr bwMode="auto">
            <a:xfrm>
              <a:off x="4590" y="1109"/>
              <a:ext cx="351" cy="88"/>
            </a:xfrm>
            <a:custGeom>
              <a:avLst/>
              <a:gdLst>
                <a:gd name="T0" fmla="*/ 0 w 2216"/>
                <a:gd name="T1" fmla="*/ 0 h 550"/>
                <a:gd name="T2" fmla="*/ 0 w 2216"/>
                <a:gd name="T3" fmla="*/ 0 h 550"/>
                <a:gd name="T4" fmla="*/ 0 w 2216"/>
                <a:gd name="T5" fmla="*/ 0 h 550"/>
                <a:gd name="T6" fmla="*/ 0 w 2216"/>
                <a:gd name="T7" fmla="*/ 0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nvGrpSpPr>
            <p:cNvPr id="52402" name="Group 163">
              <a:extLst>
                <a:ext uri="{FF2B5EF4-FFF2-40B4-BE49-F238E27FC236}">
                  <a16:creationId xmlns:a16="http://schemas.microsoft.com/office/drawing/2014/main" id="{72B8A2EB-49E7-4B6C-891C-CB45EE17CB83}"/>
                </a:ext>
              </a:extLst>
            </p:cNvPr>
            <p:cNvGrpSpPr>
              <a:grpSpLocks/>
            </p:cNvGrpSpPr>
            <p:nvPr/>
          </p:nvGrpSpPr>
          <p:grpSpPr bwMode="auto">
            <a:xfrm>
              <a:off x="4584" y="1203"/>
              <a:ext cx="119" cy="53"/>
              <a:chOff x="1740" y="2642"/>
              <a:chExt cx="752" cy="327"/>
            </a:xfrm>
          </p:grpSpPr>
          <p:sp>
            <p:nvSpPr>
              <p:cNvPr id="52409" name="Freeform 164">
                <a:extLst>
                  <a:ext uri="{FF2B5EF4-FFF2-40B4-BE49-F238E27FC236}">
                    <a16:creationId xmlns:a16="http://schemas.microsoft.com/office/drawing/2014/main" id="{80E1FB68-0088-41D9-83DF-2933EF411BA0}"/>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2410" name="Freeform 165">
                <a:extLst>
                  <a:ext uri="{FF2B5EF4-FFF2-40B4-BE49-F238E27FC236}">
                    <a16:creationId xmlns:a16="http://schemas.microsoft.com/office/drawing/2014/main" id="{66036009-C19E-43AE-9244-B3D6826B58EB}"/>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2411" name="Freeform 166">
                <a:extLst>
                  <a:ext uri="{FF2B5EF4-FFF2-40B4-BE49-F238E27FC236}">
                    <a16:creationId xmlns:a16="http://schemas.microsoft.com/office/drawing/2014/main" id="{3F52DCE0-14CE-4359-84BB-B3EADEEB9B1A}"/>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2412" name="Freeform 167">
                <a:extLst>
                  <a:ext uri="{FF2B5EF4-FFF2-40B4-BE49-F238E27FC236}">
                    <a16:creationId xmlns:a16="http://schemas.microsoft.com/office/drawing/2014/main" id="{553B1400-3504-4318-8863-4409C45A0703}"/>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2413" name="Freeform 168">
                <a:extLst>
                  <a:ext uri="{FF2B5EF4-FFF2-40B4-BE49-F238E27FC236}">
                    <a16:creationId xmlns:a16="http://schemas.microsoft.com/office/drawing/2014/main" id="{019D45B2-DD50-42FE-932A-E9FAB1C024B8}"/>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2414" name="Freeform 169">
                <a:extLst>
                  <a:ext uri="{FF2B5EF4-FFF2-40B4-BE49-F238E27FC236}">
                    <a16:creationId xmlns:a16="http://schemas.microsoft.com/office/drawing/2014/main" id="{93972B15-52B2-4A33-9FE8-EE6CDE471A66}"/>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sp>
          <p:nvSpPr>
            <p:cNvPr id="52403" name="Freeform 170">
              <a:extLst>
                <a:ext uri="{FF2B5EF4-FFF2-40B4-BE49-F238E27FC236}">
                  <a16:creationId xmlns:a16="http://schemas.microsoft.com/office/drawing/2014/main" id="{372024FA-40E9-49EE-BFE7-40428608BB4D}"/>
                </a:ext>
              </a:extLst>
            </p:cNvPr>
            <p:cNvSpPr>
              <a:spLocks/>
            </p:cNvSpPr>
            <p:nvPr/>
          </p:nvSpPr>
          <p:spPr bwMode="auto">
            <a:xfrm>
              <a:off x="4788" y="1211"/>
              <a:ext cx="144" cy="116"/>
            </a:xfrm>
            <a:custGeom>
              <a:avLst/>
              <a:gdLst>
                <a:gd name="T0" fmla="*/ 0 w 990"/>
                <a:gd name="T1" fmla="*/ 0 h 792"/>
                <a:gd name="T2" fmla="*/ 0 w 990"/>
                <a:gd name="T3" fmla="*/ 0 h 792"/>
                <a:gd name="T4" fmla="*/ 0 w 990"/>
                <a:gd name="T5" fmla="*/ 0 h 792"/>
                <a:gd name="T6" fmla="*/ 0 w 990"/>
                <a:gd name="T7" fmla="*/ 0 h 792"/>
                <a:gd name="T8" fmla="*/ 0 w 990"/>
                <a:gd name="T9" fmla="*/ 0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2404" name="Freeform 171">
              <a:extLst>
                <a:ext uri="{FF2B5EF4-FFF2-40B4-BE49-F238E27FC236}">
                  <a16:creationId xmlns:a16="http://schemas.microsoft.com/office/drawing/2014/main" id="{DC8ECAE8-F980-4543-89A1-C7809CDBB8DD}"/>
                </a:ext>
              </a:extLst>
            </p:cNvPr>
            <p:cNvSpPr>
              <a:spLocks/>
            </p:cNvSpPr>
            <p:nvPr/>
          </p:nvSpPr>
          <p:spPr bwMode="auto">
            <a:xfrm>
              <a:off x="4420" y="1220"/>
              <a:ext cx="369" cy="106"/>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2405" name="Freeform 172">
              <a:extLst>
                <a:ext uri="{FF2B5EF4-FFF2-40B4-BE49-F238E27FC236}">
                  <a16:creationId xmlns:a16="http://schemas.microsoft.com/office/drawing/2014/main" id="{406F94E1-19B5-4B5D-B403-DA1E47EC41DE}"/>
                </a:ext>
              </a:extLst>
            </p:cNvPr>
            <p:cNvSpPr>
              <a:spLocks/>
            </p:cNvSpPr>
            <p:nvPr/>
          </p:nvSpPr>
          <p:spPr bwMode="auto">
            <a:xfrm>
              <a:off x="4420" y="1201"/>
              <a:ext cx="4" cy="21"/>
            </a:xfrm>
            <a:custGeom>
              <a:avLst/>
              <a:gdLst>
                <a:gd name="T0" fmla="*/ 0 w 26"/>
                <a:gd name="T1" fmla="*/ 0 h 147"/>
                <a:gd name="T2" fmla="*/ 0 w 26"/>
                <a:gd name="T3" fmla="*/ 0 h 147"/>
                <a:gd name="T4" fmla="*/ 0 w 26"/>
                <a:gd name="T5" fmla="*/ 0 h 147"/>
                <a:gd name="T6" fmla="*/ 0 w 26"/>
                <a:gd name="T7" fmla="*/ 0 h 147"/>
                <a:gd name="T8" fmla="*/ 0 w 26"/>
                <a:gd name="T9" fmla="*/ 0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2406" name="Freeform 173">
              <a:extLst>
                <a:ext uri="{FF2B5EF4-FFF2-40B4-BE49-F238E27FC236}">
                  <a16:creationId xmlns:a16="http://schemas.microsoft.com/office/drawing/2014/main" id="{10FD54C6-6894-4631-92CE-84D49DF6542F}"/>
                </a:ext>
              </a:extLst>
            </p:cNvPr>
            <p:cNvSpPr>
              <a:spLocks/>
            </p:cNvSpPr>
            <p:nvPr/>
          </p:nvSpPr>
          <p:spPr bwMode="auto">
            <a:xfrm>
              <a:off x="4421" y="1114"/>
              <a:ext cx="171" cy="88"/>
            </a:xfrm>
            <a:custGeom>
              <a:avLst/>
              <a:gdLst>
                <a:gd name="T0" fmla="*/ 0 w 1176"/>
                <a:gd name="T1" fmla="*/ 0 h 606"/>
                <a:gd name="T2" fmla="*/ 0 w 1176"/>
                <a:gd name="T3" fmla="*/ 0 h 606"/>
                <a:gd name="T4" fmla="*/ 0 w 1176"/>
                <a:gd name="T5" fmla="*/ 0 h 606"/>
                <a:gd name="T6" fmla="*/ 0 w 1176"/>
                <a:gd name="T7" fmla="*/ 0 h 606"/>
                <a:gd name="T8" fmla="*/ 0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2407" name="Freeform 174">
              <a:extLst>
                <a:ext uri="{FF2B5EF4-FFF2-40B4-BE49-F238E27FC236}">
                  <a16:creationId xmlns:a16="http://schemas.microsoft.com/office/drawing/2014/main" id="{9407F429-0CF1-4517-8E7F-5B9CFB14D139}"/>
                </a:ext>
              </a:extLst>
            </p:cNvPr>
            <p:cNvSpPr>
              <a:spLocks/>
            </p:cNvSpPr>
            <p:nvPr/>
          </p:nvSpPr>
          <p:spPr bwMode="auto">
            <a:xfrm>
              <a:off x="4432" y="1205"/>
              <a:ext cx="350" cy="102"/>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2408" name="Freeform 175">
              <a:extLst>
                <a:ext uri="{FF2B5EF4-FFF2-40B4-BE49-F238E27FC236}">
                  <a16:creationId xmlns:a16="http://schemas.microsoft.com/office/drawing/2014/main" id="{51754EF8-3150-4AB9-89B5-BB1BA3D9E9DD}"/>
                </a:ext>
              </a:extLst>
            </p:cNvPr>
            <p:cNvSpPr>
              <a:spLocks/>
            </p:cNvSpPr>
            <p:nvPr/>
          </p:nvSpPr>
          <p:spPr bwMode="auto">
            <a:xfrm flipV="1">
              <a:off x="4782" y="1198"/>
              <a:ext cx="142" cy="105"/>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sp>
        <p:nvSpPr>
          <p:cNvPr id="52238" name="Text Box 176">
            <a:extLst>
              <a:ext uri="{FF2B5EF4-FFF2-40B4-BE49-F238E27FC236}">
                <a16:creationId xmlns:a16="http://schemas.microsoft.com/office/drawing/2014/main" id="{EBB37A11-0B7B-41C0-9AFE-E72C4CD4BABD}"/>
              </a:ext>
            </a:extLst>
          </p:cNvPr>
          <p:cNvSpPr txBox="1">
            <a:spLocks noChangeArrowheads="1"/>
          </p:cNvSpPr>
          <p:nvPr/>
        </p:nvSpPr>
        <p:spPr bwMode="auto">
          <a:xfrm>
            <a:off x="4086226" y="3967164"/>
            <a:ext cx="231457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i="1"/>
              <a:t>Router với DHCP </a:t>
            </a:r>
          </a:p>
          <a:p>
            <a:r>
              <a:rPr lang="en-US" altLang="en-US" i="1"/>
              <a:t>server được tích hơp</a:t>
            </a:r>
          </a:p>
          <a:p>
            <a:r>
              <a:rPr lang="en-US" altLang="en-US" i="1"/>
              <a:t>vào router</a:t>
            </a:r>
          </a:p>
        </p:txBody>
      </p:sp>
      <p:grpSp>
        <p:nvGrpSpPr>
          <p:cNvPr id="52239" name="Group 177">
            <a:extLst>
              <a:ext uri="{FF2B5EF4-FFF2-40B4-BE49-F238E27FC236}">
                <a16:creationId xmlns:a16="http://schemas.microsoft.com/office/drawing/2014/main" id="{C5EF0FA9-1502-4566-BC12-BA72AFB82440}"/>
              </a:ext>
            </a:extLst>
          </p:cNvPr>
          <p:cNvGrpSpPr>
            <a:grpSpLocks/>
          </p:cNvGrpSpPr>
          <p:nvPr/>
        </p:nvGrpSpPr>
        <p:grpSpPr bwMode="auto">
          <a:xfrm>
            <a:off x="4198938" y="3525838"/>
            <a:ext cx="1066800" cy="406400"/>
            <a:chOff x="4396" y="1245"/>
            <a:chExt cx="672" cy="248"/>
          </a:xfrm>
        </p:grpSpPr>
        <p:sp>
          <p:nvSpPr>
            <p:cNvPr id="52385" name="Oval 407">
              <a:extLst>
                <a:ext uri="{FF2B5EF4-FFF2-40B4-BE49-F238E27FC236}">
                  <a16:creationId xmlns:a16="http://schemas.microsoft.com/office/drawing/2014/main" id="{454D36C2-02D8-403F-AF22-FD509DB05C8E}"/>
                </a:ext>
              </a:extLst>
            </p:cNvPr>
            <p:cNvSpPr>
              <a:spLocks noChangeArrowheads="1"/>
            </p:cNvSpPr>
            <p:nvPr/>
          </p:nvSpPr>
          <p:spPr bwMode="auto">
            <a:xfrm>
              <a:off x="4399" y="1355"/>
              <a:ext cx="666" cy="138"/>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sp>
          <p:nvSpPr>
            <p:cNvPr id="52386" name="Rectangle 410">
              <a:extLst>
                <a:ext uri="{FF2B5EF4-FFF2-40B4-BE49-F238E27FC236}">
                  <a16:creationId xmlns:a16="http://schemas.microsoft.com/office/drawing/2014/main" id="{CBE17884-0780-44D8-8719-7693F4444A24}"/>
                </a:ext>
              </a:extLst>
            </p:cNvPr>
            <p:cNvSpPr>
              <a:spLocks noChangeArrowheads="1"/>
            </p:cNvSpPr>
            <p:nvPr/>
          </p:nvSpPr>
          <p:spPr bwMode="auto">
            <a:xfrm>
              <a:off x="4399" y="1339"/>
              <a:ext cx="669" cy="86"/>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latin typeface="Times New Roman" panose="02020603050405020304" pitchFamily="18" charset="0"/>
                <a:cs typeface="Arial" panose="020B0604020202020204" pitchFamily="34" charset="0"/>
              </a:endParaRPr>
            </a:p>
          </p:txBody>
        </p:sp>
        <p:sp>
          <p:nvSpPr>
            <p:cNvPr id="52387" name="Oval 411">
              <a:extLst>
                <a:ext uri="{FF2B5EF4-FFF2-40B4-BE49-F238E27FC236}">
                  <a16:creationId xmlns:a16="http://schemas.microsoft.com/office/drawing/2014/main" id="{9FAE448A-49B2-4F6E-8EAB-1B8B16E54B33}"/>
                </a:ext>
              </a:extLst>
            </p:cNvPr>
            <p:cNvSpPr>
              <a:spLocks noChangeArrowheads="1"/>
            </p:cNvSpPr>
            <p:nvPr/>
          </p:nvSpPr>
          <p:spPr bwMode="auto">
            <a:xfrm>
              <a:off x="4396" y="1245"/>
              <a:ext cx="667" cy="162"/>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grpSp>
          <p:nvGrpSpPr>
            <p:cNvPr id="52388" name="Group 181">
              <a:extLst>
                <a:ext uri="{FF2B5EF4-FFF2-40B4-BE49-F238E27FC236}">
                  <a16:creationId xmlns:a16="http://schemas.microsoft.com/office/drawing/2014/main" id="{9A11A7DC-281C-41E0-8233-2D032C61C5EA}"/>
                </a:ext>
              </a:extLst>
            </p:cNvPr>
            <p:cNvGrpSpPr>
              <a:grpSpLocks/>
            </p:cNvGrpSpPr>
            <p:nvPr/>
          </p:nvGrpSpPr>
          <p:grpSpPr bwMode="auto">
            <a:xfrm>
              <a:off x="4530" y="1287"/>
              <a:ext cx="377" cy="75"/>
              <a:chOff x="2468" y="1332"/>
              <a:chExt cx="310" cy="60"/>
            </a:xfrm>
          </p:grpSpPr>
          <p:sp>
            <p:nvSpPr>
              <p:cNvPr id="52391" name="Freeform 182">
                <a:extLst>
                  <a:ext uri="{FF2B5EF4-FFF2-40B4-BE49-F238E27FC236}">
                    <a16:creationId xmlns:a16="http://schemas.microsoft.com/office/drawing/2014/main" id="{ED40444D-851E-4716-A0EA-9CADF8B6F161}"/>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2392" name="Freeform 183">
                <a:extLst>
                  <a:ext uri="{FF2B5EF4-FFF2-40B4-BE49-F238E27FC236}">
                    <a16:creationId xmlns:a16="http://schemas.microsoft.com/office/drawing/2014/main" id="{10AE1DB7-A0B2-4668-B794-23042D03162C}"/>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sp>
          <p:nvSpPr>
            <p:cNvPr id="52389" name="Line 184">
              <a:extLst>
                <a:ext uri="{FF2B5EF4-FFF2-40B4-BE49-F238E27FC236}">
                  <a16:creationId xmlns:a16="http://schemas.microsoft.com/office/drawing/2014/main" id="{06D96D70-7B90-4CB7-9DD3-0075FE8D2CE2}"/>
                </a:ext>
              </a:extLst>
            </p:cNvPr>
            <p:cNvSpPr>
              <a:spLocks noChangeShapeType="1"/>
            </p:cNvSpPr>
            <p:nvPr/>
          </p:nvSpPr>
          <p:spPr bwMode="auto">
            <a:xfrm>
              <a:off x="4399" y="1321"/>
              <a:ext cx="0" cy="109"/>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390" name="Line 185">
              <a:extLst>
                <a:ext uri="{FF2B5EF4-FFF2-40B4-BE49-F238E27FC236}">
                  <a16:creationId xmlns:a16="http://schemas.microsoft.com/office/drawing/2014/main" id="{B809680F-B8CF-42F7-87A4-D2F50942B415}"/>
                </a:ext>
              </a:extLst>
            </p:cNvPr>
            <p:cNvSpPr>
              <a:spLocks noChangeShapeType="1"/>
            </p:cNvSpPr>
            <p:nvPr/>
          </p:nvSpPr>
          <p:spPr bwMode="auto">
            <a:xfrm>
              <a:off x="5063" y="1326"/>
              <a:ext cx="0" cy="10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52240" name="Group 186">
            <a:extLst>
              <a:ext uri="{FF2B5EF4-FFF2-40B4-BE49-F238E27FC236}">
                <a16:creationId xmlns:a16="http://schemas.microsoft.com/office/drawing/2014/main" id="{9C468D4A-1897-4008-8971-357FA86965CD}"/>
              </a:ext>
            </a:extLst>
          </p:cNvPr>
          <p:cNvGrpSpPr>
            <a:grpSpLocks/>
          </p:cNvGrpSpPr>
          <p:nvPr/>
        </p:nvGrpSpPr>
        <p:grpSpPr bwMode="auto">
          <a:xfrm>
            <a:off x="4230688" y="3330575"/>
            <a:ext cx="423862" cy="647700"/>
            <a:chOff x="4140" y="429"/>
            <a:chExt cx="1425" cy="2396"/>
          </a:xfrm>
        </p:grpSpPr>
        <p:sp>
          <p:nvSpPr>
            <p:cNvPr id="52353" name="Freeform 187">
              <a:extLst>
                <a:ext uri="{FF2B5EF4-FFF2-40B4-BE49-F238E27FC236}">
                  <a16:creationId xmlns:a16="http://schemas.microsoft.com/office/drawing/2014/main" id="{7B7FAEF4-9146-494A-BCF5-CBED18733AAF}"/>
                </a:ext>
              </a:extLst>
            </p:cNvPr>
            <p:cNvSpPr>
              <a:spLocks/>
            </p:cNvSpPr>
            <p:nvPr/>
          </p:nvSpPr>
          <p:spPr bwMode="auto">
            <a:xfrm>
              <a:off x="5268" y="433"/>
              <a:ext cx="283" cy="2286"/>
            </a:xfrm>
            <a:custGeom>
              <a:avLst/>
              <a:gdLst>
                <a:gd name="T0" fmla="*/ 2 w 354"/>
                <a:gd name="T1" fmla="*/ 0 h 2742"/>
                <a:gd name="T2" fmla="*/ 2 w 354"/>
                <a:gd name="T3" fmla="*/ 7 h 2742"/>
                <a:gd name="T4" fmla="*/ 2 w 354"/>
                <a:gd name="T5" fmla="*/ 48 h 2742"/>
                <a:gd name="T6" fmla="*/ 0 w 354"/>
                <a:gd name="T7" fmla="*/ 50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2354" name="Rectangle 188">
              <a:extLst>
                <a:ext uri="{FF2B5EF4-FFF2-40B4-BE49-F238E27FC236}">
                  <a16:creationId xmlns:a16="http://schemas.microsoft.com/office/drawing/2014/main" id="{7971B96E-C390-4123-B908-B6358EE7EA79}"/>
                </a:ext>
              </a:extLst>
            </p:cNvPr>
            <p:cNvSpPr>
              <a:spLocks noChangeArrowheads="1"/>
            </p:cNvSpPr>
            <p:nvPr/>
          </p:nvSpPr>
          <p:spPr bwMode="auto">
            <a:xfrm>
              <a:off x="4204" y="429"/>
              <a:ext cx="1051" cy="2284"/>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2355" name="Freeform 189">
              <a:extLst>
                <a:ext uri="{FF2B5EF4-FFF2-40B4-BE49-F238E27FC236}">
                  <a16:creationId xmlns:a16="http://schemas.microsoft.com/office/drawing/2014/main" id="{BBB5F2DD-08D3-4DE6-825F-C48EB4A73638}"/>
                </a:ext>
              </a:extLst>
            </p:cNvPr>
            <p:cNvSpPr>
              <a:spLocks/>
            </p:cNvSpPr>
            <p:nvPr/>
          </p:nvSpPr>
          <p:spPr bwMode="auto">
            <a:xfrm>
              <a:off x="5321" y="570"/>
              <a:ext cx="169" cy="2115"/>
            </a:xfrm>
            <a:custGeom>
              <a:avLst/>
              <a:gdLst>
                <a:gd name="T0" fmla="*/ 2 w 211"/>
                <a:gd name="T1" fmla="*/ 0 h 2537"/>
                <a:gd name="T2" fmla="*/ 2 w 211"/>
                <a:gd name="T3" fmla="*/ 5 h 2537"/>
                <a:gd name="T4" fmla="*/ 2 w 211"/>
                <a:gd name="T5" fmla="*/ 45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2356" name="Freeform 190">
              <a:extLst>
                <a:ext uri="{FF2B5EF4-FFF2-40B4-BE49-F238E27FC236}">
                  <a16:creationId xmlns:a16="http://schemas.microsoft.com/office/drawing/2014/main" id="{A3686166-1FE9-460B-9293-DECB7E530DC0}"/>
                </a:ext>
              </a:extLst>
            </p:cNvPr>
            <p:cNvSpPr>
              <a:spLocks/>
            </p:cNvSpPr>
            <p:nvPr/>
          </p:nvSpPr>
          <p:spPr bwMode="auto">
            <a:xfrm>
              <a:off x="5284" y="1640"/>
              <a:ext cx="263" cy="189"/>
            </a:xfrm>
            <a:custGeom>
              <a:avLst/>
              <a:gdLst>
                <a:gd name="T0" fmla="*/ 2 w 328"/>
                <a:gd name="T1" fmla="*/ 0 h 226"/>
                <a:gd name="T2" fmla="*/ 2 w 328"/>
                <a:gd name="T3" fmla="*/ 3 h 226"/>
                <a:gd name="T4" fmla="*/ 2 w 328"/>
                <a:gd name="T5" fmla="*/ 5 h 226"/>
                <a:gd name="T6" fmla="*/ 0 w 328"/>
                <a:gd name="T7" fmla="*/ 3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2357" name="Rectangle 191">
              <a:extLst>
                <a:ext uri="{FF2B5EF4-FFF2-40B4-BE49-F238E27FC236}">
                  <a16:creationId xmlns:a16="http://schemas.microsoft.com/office/drawing/2014/main" id="{4E29EAF9-E0E3-415C-95EC-0DE131B227FD}"/>
                </a:ext>
              </a:extLst>
            </p:cNvPr>
            <p:cNvSpPr>
              <a:spLocks noChangeArrowheads="1"/>
            </p:cNvSpPr>
            <p:nvPr/>
          </p:nvSpPr>
          <p:spPr bwMode="auto">
            <a:xfrm>
              <a:off x="4209" y="693"/>
              <a:ext cx="598" cy="47"/>
            </a:xfrm>
            <a:prstGeom prst="rect">
              <a:avLst/>
            </a:prstGeom>
            <a:solidFill>
              <a:schemeClr val="tx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nvGrpSpPr>
            <p:cNvPr id="52358" name="Group 192">
              <a:extLst>
                <a:ext uri="{FF2B5EF4-FFF2-40B4-BE49-F238E27FC236}">
                  <a16:creationId xmlns:a16="http://schemas.microsoft.com/office/drawing/2014/main" id="{5AD3A19F-07A8-45AA-89AA-4118DBEF43F4}"/>
                </a:ext>
              </a:extLst>
            </p:cNvPr>
            <p:cNvGrpSpPr>
              <a:grpSpLocks/>
            </p:cNvGrpSpPr>
            <p:nvPr/>
          </p:nvGrpSpPr>
          <p:grpSpPr bwMode="auto">
            <a:xfrm>
              <a:off x="4749" y="668"/>
              <a:ext cx="581" cy="145"/>
              <a:chOff x="614" y="2568"/>
              <a:chExt cx="725" cy="139"/>
            </a:xfrm>
          </p:grpSpPr>
          <p:sp>
            <p:nvSpPr>
              <p:cNvPr id="52383" name="AutoShape 193">
                <a:extLst>
                  <a:ext uri="{FF2B5EF4-FFF2-40B4-BE49-F238E27FC236}">
                    <a16:creationId xmlns:a16="http://schemas.microsoft.com/office/drawing/2014/main" id="{FE3E67FC-AE84-446B-AD57-C11534C27BCE}"/>
                  </a:ext>
                </a:extLst>
              </p:cNvPr>
              <p:cNvSpPr>
                <a:spLocks noChangeArrowheads="1"/>
              </p:cNvSpPr>
              <p:nvPr/>
            </p:nvSpPr>
            <p:spPr bwMode="auto">
              <a:xfrm>
                <a:off x="613" y="2570"/>
                <a:ext cx="726" cy="135"/>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2384" name="AutoShape 194">
                <a:extLst>
                  <a:ext uri="{FF2B5EF4-FFF2-40B4-BE49-F238E27FC236}">
                    <a16:creationId xmlns:a16="http://schemas.microsoft.com/office/drawing/2014/main" id="{D8B49DEC-59F8-445E-94A7-C7B7B2E1EA76}"/>
                  </a:ext>
                </a:extLst>
              </p:cNvPr>
              <p:cNvSpPr>
                <a:spLocks noChangeArrowheads="1"/>
              </p:cNvSpPr>
              <p:nvPr/>
            </p:nvSpPr>
            <p:spPr bwMode="auto">
              <a:xfrm>
                <a:off x="627" y="2587"/>
                <a:ext cx="693" cy="101"/>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sp>
          <p:nvSpPr>
            <p:cNvPr id="52359" name="Rectangle 195">
              <a:extLst>
                <a:ext uri="{FF2B5EF4-FFF2-40B4-BE49-F238E27FC236}">
                  <a16:creationId xmlns:a16="http://schemas.microsoft.com/office/drawing/2014/main" id="{EB4F63C6-701E-4B84-B2F4-5794871E95D3}"/>
                </a:ext>
              </a:extLst>
            </p:cNvPr>
            <p:cNvSpPr>
              <a:spLocks noChangeArrowheads="1"/>
            </p:cNvSpPr>
            <p:nvPr/>
          </p:nvSpPr>
          <p:spPr bwMode="auto">
            <a:xfrm>
              <a:off x="4225" y="1016"/>
              <a:ext cx="592" cy="47"/>
            </a:xfrm>
            <a:prstGeom prst="rect">
              <a:avLst/>
            </a:prstGeom>
            <a:solidFill>
              <a:schemeClr val="tx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nvGrpSpPr>
            <p:cNvPr id="52360" name="Group 196">
              <a:extLst>
                <a:ext uri="{FF2B5EF4-FFF2-40B4-BE49-F238E27FC236}">
                  <a16:creationId xmlns:a16="http://schemas.microsoft.com/office/drawing/2014/main" id="{0E932F79-CB7E-4282-B1ED-B3BBAB4BC3F3}"/>
                </a:ext>
              </a:extLst>
            </p:cNvPr>
            <p:cNvGrpSpPr>
              <a:grpSpLocks/>
            </p:cNvGrpSpPr>
            <p:nvPr/>
          </p:nvGrpSpPr>
          <p:grpSpPr bwMode="auto">
            <a:xfrm>
              <a:off x="4747" y="994"/>
              <a:ext cx="581" cy="134"/>
              <a:chOff x="614" y="2568"/>
              <a:chExt cx="725" cy="139"/>
            </a:xfrm>
          </p:grpSpPr>
          <p:sp>
            <p:nvSpPr>
              <p:cNvPr id="52381" name="AutoShape 197">
                <a:extLst>
                  <a:ext uri="{FF2B5EF4-FFF2-40B4-BE49-F238E27FC236}">
                    <a16:creationId xmlns:a16="http://schemas.microsoft.com/office/drawing/2014/main" id="{C44A0CD0-2031-4CA3-8EA4-6150B3404120}"/>
                  </a:ext>
                </a:extLst>
              </p:cNvPr>
              <p:cNvSpPr>
                <a:spLocks noChangeArrowheads="1"/>
              </p:cNvSpPr>
              <p:nvPr/>
            </p:nvSpPr>
            <p:spPr bwMode="auto">
              <a:xfrm>
                <a:off x="616" y="2567"/>
                <a:ext cx="726" cy="140"/>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2382" name="AutoShape 198">
                <a:extLst>
                  <a:ext uri="{FF2B5EF4-FFF2-40B4-BE49-F238E27FC236}">
                    <a16:creationId xmlns:a16="http://schemas.microsoft.com/office/drawing/2014/main" id="{38A81A33-1D04-498B-958B-BE99D49C96F7}"/>
                  </a:ext>
                </a:extLst>
              </p:cNvPr>
              <p:cNvSpPr>
                <a:spLocks noChangeArrowheads="1"/>
              </p:cNvSpPr>
              <p:nvPr/>
            </p:nvSpPr>
            <p:spPr bwMode="auto">
              <a:xfrm>
                <a:off x="629" y="2585"/>
                <a:ext cx="693" cy="10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sp>
          <p:nvSpPr>
            <p:cNvPr id="52361" name="Rectangle 199">
              <a:extLst>
                <a:ext uri="{FF2B5EF4-FFF2-40B4-BE49-F238E27FC236}">
                  <a16:creationId xmlns:a16="http://schemas.microsoft.com/office/drawing/2014/main" id="{14797F3C-B6F7-47E2-BAAC-46B8B49A2927}"/>
                </a:ext>
              </a:extLst>
            </p:cNvPr>
            <p:cNvSpPr>
              <a:spLocks noChangeArrowheads="1"/>
            </p:cNvSpPr>
            <p:nvPr/>
          </p:nvSpPr>
          <p:spPr bwMode="auto">
            <a:xfrm>
              <a:off x="4215" y="1357"/>
              <a:ext cx="598" cy="47"/>
            </a:xfrm>
            <a:prstGeom prst="rect">
              <a:avLst/>
            </a:prstGeom>
            <a:solidFill>
              <a:schemeClr val="tx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2362" name="Rectangle 200">
              <a:extLst>
                <a:ext uri="{FF2B5EF4-FFF2-40B4-BE49-F238E27FC236}">
                  <a16:creationId xmlns:a16="http://schemas.microsoft.com/office/drawing/2014/main" id="{C939D996-DE14-4D7A-954C-EC95F8A5FB8C}"/>
                </a:ext>
              </a:extLst>
            </p:cNvPr>
            <p:cNvSpPr>
              <a:spLocks noChangeArrowheads="1"/>
            </p:cNvSpPr>
            <p:nvPr/>
          </p:nvSpPr>
          <p:spPr bwMode="auto">
            <a:xfrm>
              <a:off x="4225" y="1656"/>
              <a:ext cx="598" cy="47"/>
            </a:xfrm>
            <a:prstGeom prst="rect">
              <a:avLst/>
            </a:prstGeom>
            <a:solidFill>
              <a:schemeClr val="tx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nvGrpSpPr>
            <p:cNvPr id="52363" name="Group 201">
              <a:extLst>
                <a:ext uri="{FF2B5EF4-FFF2-40B4-BE49-F238E27FC236}">
                  <a16:creationId xmlns:a16="http://schemas.microsoft.com/office/drawing/2014/main" id="{04167DF8-15F7-4AF6-868F-CEAF2E9950DB}"/>
                </a:ext>
              </a:extLst>
            </p:cNvPr>
            <p:cNvGrpSpPr>
              <a:grpSpLocks/>
            </p:cNvGrpSpPr>
            <p:nvPr/>
          </p:nvGrpSpPr>
          <p:grpSpPr bwMode="auto">
            <a:xfrm>
              <a:off x="4735" y="1627"/>
              <a:ext cx="582" cy="151"/>
              <a:chOff x="614" y="2568"/>
              <a:chExt cx="725" cy="139"/>
            </a:xfrm>
          </p:grpSpPr>
          <p:sp>
            <p:nvSpPr>
              <p:cNvPr id="52379" name="AutoShape 202">
                <a:extLst>
                  <a:ext uri="{FF2B5EF4-FFF2-40B4-BE49-F238E27FC236}">
                    <a16:creationId xmlns:a16="http://schemas.microsoft.com/office/drawing/2014/main" id="{EA55954B-51CA-4415-B3C7-A870BDEFCBF1}"/>
                  </a:ext>
                </a:extLst>
              </p:cNvPr>
              <p:cNvSpPr>
                <a:spLocks noChangeArrowheads="1"/>
              </p:cNvSpPr>
              <p:nvPr/>
            </p:nvSpPr>
            <p:spPr bwMode="auto">
              <a:xfrm>
                <a:off x="611" y="2568"/>
                <a:ext cx="731" cy="141"/>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2380" name="AutoShape 203">
                <a:extLst>
                  <a:ext uri="{FF2B5EF4-FFF2-40B4-BE49-F238E27FC236}">
                    <a16:creationId xmlns:a16="http://schemas.microsoft.com/office/drawing/2014/main" id="{1CF23DF0-569A-414C-98C8-89D36A64A200}"/>
                  </a:ext>
                </a:extLst>
              </p:cNvPr>
              <p:cNvSpPr>
                <a:spLocks noChangeArrowheads="1"/>
              </p:cNvSpPr>
              <p:nvPr/>
            </p:nvSpPr>
            <p:spPr bwMode="auto">
              <a:xfrm>
                <a:off x="624" y="2584"/>
                <a:ext cx="698" cy="108"/>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sp>
          <p:nvSpPr>
            <p:cNvPr id="52364" name="Freeform 204">
              <a:extLst>
                <a:ext uri="{FF2B5EF4-FFF2-40B4-BE49-F238E27FC236}">
                  <a16:creationId xmlns:a16="http://schemas.microsoft.com/office/drawing/2014/main" id="{A1B40EB0-4723-4805-86B8-17BAED170C9B}"/>
                </a:ext>
              </a:extLst>
            </p:cNvPr>
            <p:cNvSpPr>
              <a:spLocks/>
            </p:cNvSpPr>
            <p:nvPr/>
          </p:nvSpPr>
          <p:spPr bwMode="auto">
            <a:xfrm>
              <a:off x="5288" y="1354"/>
              <a:ext cx="263" cy="188"/>
            </a:xfrm>
            <a:custGeom>
              <a:avLst/>
              <a:gdLst>
                <a:gd name="T0" fmla="*/ 2 w 328"/>
                <a:gd name="T1" fmla="*/ 0 h 226"/>
                <a:gd name="T2" fmla="*/ 2 w 328"/>
                <a:gd name="T3" fmla="*/ 2 h 226"/>
                <a:gd name="T4" fmla="*/ 2 w 328"/>
                <a:gd name="T5" fmla="*/ 4 h 226"/>
                <a:gd name="T6" fmla="*/ 0 w 328"/>
                <a:gd name="T7" fmla="*/ 2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nvGrpSpPr>
            <p:cNvPr id="52365" name="Group 205">
              <a:extLst>
                <a:ext uri="{FF2B5EF4-FFF2-40B4-BE49-F238E27FC236}">
                  <a16:creationId xmlns:a16="http://schemas.microsoft.com/office/drawing/2014/main" id="{C46EC1ED-591C-4DB4-97A7-124FC9FD7953}"/>
                </a:ext>
              </a:extLst>
            </p:cNvPr>
            <p:cNvGrpSpPr>
              <a:grpSpLocks/>
            </p:cNvGrpSpPr>
            <p:nvPr/>
          </p:nvGrpSpPr>
          <p:grpSpPr bwMode="auto">
            <a:xfrm>
              <a:off x="4739" y="1327"/>
              <a:ext cx="582" cy="139"/>
              <a:chOff x="614" y="2568"/>
              <a:chExt cx="725" cy="139"/>
            </a:xfrm>
          </p:grpSpPr>
          <p:sp>
            <p:nvSpPr>
              <p:cNvPr id="52377" name="AutoShape 206">
                <a:extLst>
                  <a:ext uri="{FF2B5EF4-FFF2-40B4-BE49-F238E27FC236}">
                    <a16:creationId xmlns:a16="http://schemas.microsoft.com/office/drawing/2014/main" id="{4D67A5DC-0201-4B1D-9032-D295981D2CBA}"/>
                  </a:ext>
                </a:extLst>
              </p:cNvPr>
              <p:cNvSpPr>
                <a:spLocks noChangeArrowheads="1"/>
              </p:cNvSpPr>
              <p:nvPr/>
            </p:nvSpPr>
            <p:spPr bwMode="auto">
              <a:xfrm>
                <a:off x="612" y="2569"/>
                <a:ext cx="725" cy="147"/>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2378" name="AutoShape 207">
                <a:extLst>
                  <a:ext uri="{FF2B5EF4-FFF2-40B4-BE49-F238E27FC236}">
                    <a16:creationId xmlns:a16="http://schemas.microsoft.com/office/drawing/2014/main" id="{FD9BCABA-2165-452B-9DB0-8BB783C1B213}"/>
                  </a:ext>
                </a:extLst>
              </p:cNvPr>
              <p:cNvSpPr>
                <a:spLocks noChangeArrowheads="1"/>
              </p:cNvSpPr>
              <p:nvPr/>
            </p:nvSpPr>
            <p:spPr bwMode="auto">
              <a:xfrm>
                <a:off x="626" y="2586"/>
                <a:ext cx="691"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sp>
          <p:nvSpPr>
            <p:cNvPr id="52366" name="Rectangle 208">
              <a:extLst>
                <a:ext uri="{FF2B5EF4-FFF2-40B4-BE49-F238E27FC236}">
                  <a16:creationId xmlns:a16="http://schemas.microsoft.com/office/drawing/2014/main" id="{DA08247A-2D4E-47BB-89EA-007E5BB3E3D4}"/>
                </a:ext>
              </a:extLst>
            </p:cNvPr>
            <p:cNvSpPr>
              <a:spLocks noChangeArrowheads="1"/>
            </p:cNvSpPr>
            <p:nvPr/>
          </p:nvSpPr>
          <p:spPr bwMode="auto">
            <a:xfrm>
              <a:off x="5250" y="429"/>
              <a:ext cx="69" cy="2290"/>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2367" name="Freeform 209">
              <a:extLst>
                <a:ext uri="{FF2B5EF4-FFF2-40B4-BE49-F238E27FC236}">
                  <a16:creationId xmlns:a16="http://schemas.microsoft.com/office/drawing/2014/main" id="{9412EA4E-C438-43B1-B1CA-9DEB046F40A7}"/>
                </a:ext>
              </a:extLst>
            </p:cNvPr>
            <p:cNvSpPr>
              <a:spLocks/>
            </p:cNvSpPr>
            <p:nvPr/>
          </p:nvSpPr>
          <p:spPr bwMode="auto">
            <a:xfrm>
              <a:off x="5312" y="1007"/>
              <a:ext cx="237" cy="213"/>
            </a:xfrm>
            <a:custGeom>
              <a:avLst/>
              <a:gdLst>
                <a:gd name="T0" fmla="*/ 2 w 296"/>
                <a:gd name="T1" fmla="*/ 0 h 256"/>
                <a:gd name="T2" fmla="*/ 2 w 296"/>
                <a:gd name="T3" fmla="*/ 2 h 256"/>
                <a:gd name="T4" fmla="*/ 2 w 296"/>
                <a:gd name="T5" fmla="*/ 4 h 256"/>
                <a:gd name="T6" fmla="*/ 0 w 296"/>
                <a:gd name="T7" fmla="*/ 2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2368" name="Freeform 210">
              <a:extLst>
                <a:ext uri="{FF2B5EF4-FFF2-40B4-BE49-F238E27FC236}">
                  <a16:creationId xmlns:a16="http://schemas.microsoft.com/office/drawing/2014/main" id="{5A98DC24-3742-409C-8C0B-07785BD8C6D3}"/>
                </a:ext>
              </a:extLst>
            </p:cNvPr>
            <p:cNvSpPr>
              <a:spLocks/>
            </p:cNvSpPr>
            <p:nvPr/>
          </p:nvSpPr>
          <p:spPr bwMode="auto">
            <a:xfrm>
              <a:off x="5315" y="680"/>
              <a:ext cx="244" cy="240"/>
            </a:xfrm>
            <a:custGeom>
              <a:avLst/>
              <a:gdLst>
                <a:gd name="T0" fmla="*/ 0 w 304"/>
                <a:gd name="T1" fmla="*/ 0 h 288"/>
                <a:gd name="T2" fmla="*/ 2 w 304"/>
                <a:gd name="T3" fmla="*/ 2 h 288"/>
                <a:gd name="T4" fmla="*/ 2 w 304"/>
                <a:gd name="T5" fmla="*/ 5 h 288"/>
                <a:gd name="T6" fmla="*/ 2 w 304"/>
                <a:gd name="T7" fmla="*/ 2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2369" name="Oval 211">
              <a:extLst>
                <a:ext uri="{FF2B5EF4-FFF2-40B4-BE49-F238E27FC236}">
                  <a16:creationId xmlns:a16="http://schemas.microsoft.com/office/drawing/2014/main" id="{1FE2D7C3-F176-46A0-AC14-0EDC53DC4FA8}"/>
                </a:ext>
              </a:extLst>
            </p:cNvPr>
            <p:cNvSpPr>
              <a:spLocks noChangeArrowheads="1"/>
            </p:cNvSpPr>
            <p:nvPr/>
          </p:nvSpPr>
          <p:spPr bwMode="auto">
            <a:xfrm>
              <a:off x="5517" y="2614"/>
              <a:ext cx="48" cy="94"/>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2370" name="Freeform 212">
              <a:extLst>
                <a:ext uri="{FF2B5EF4-FFF2-40B4-BE49-F238E27FC236}">
                  <a16:creationId xmlns:a16="http://schemas.microsoft.com/office/drawing/2014/main" id="{28A21313-66AF-458F-8912-5697F64E1CB7}"/>
                </a:ext>
              </a:extLst>
            </p:cNvPr>
            <p:cNvSpPr>
              <a:spLocks/>
            </p:cNvSpPr>
            <p:nvPr/>
          </p:nvSpPr>
          <p:spPr bwMode="auto">
            <a:xfrm>
              <a:off x="5302" y="2614"/>
              <a:ext cx="245" cy="200"/>
            </a:xfrm>
            <a:custGeom>
              <a:avLst/>
              <a:gdLst>
                <a:gd name="T0" fmla="*/ 0 w 306"/>
                <a:gd name="T1" fmla="*/ 3 h 240"/>
                <a:gd name="T2" fmla="*/ 2 w 306"/>
                <a:gd name="T3" fmla="*/ 5 h 240"/>
                <a:gd name="T4" fmla="*/ 2 w 306"/>
                <a:gd name="T5" fmla="*/ 3 h 240"/>
                <a:gd name="T6" fmla="*/ 2 w 306"/>
                <a:gd name="T7" fmla="*/ 0 h 240"/>
                <a:gd name="T8" fmla="*/ 0 w 306"/>
                <a:gd name="T9" fmla="*/ 3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2371" name="AutoShape 213">
              <a:extLst>
                <a:ext uri="{FF2B5EF4-FFF2-40B4-BE49-F238E27FC236}">
                  <a16:creationId xmlns:a16="http://schemas.microsoft.com/office/drawing/2014/main" id="{88A7FFD4-1569-4F40-BEDA-9E3676F19428}"/>
                </a:ext>
              </a:extLst>
            </p:cNvPr>
            <p:cNvSpPr>
              <a:spLocks noChangeArrowheads="1"/>
            </p:cNvSpPr>
            <p:nvPr/>
          </p:nvSpPr>
          <p:spPr bwMode="auto">
            <a:xfrm>
              <a:off x="4140" y="2678"/>
              <a:ext cx="1201" cy="147"/>
            </a:xfrm>
            <a:prstGeom prst="roundRect">
              <a:avLst>
                <a:gd name="adj" fmla="val 50000"/>
              </a:avLst>
            </a:prstGeom>
            <a:solidFill>
              <a:srgbClr val="DDDDDD"/>
            </a:solidFill>
            <a:ln w="9525">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2372" name="AutoShape 214">
              <a:extLst>
                <a:ext uri="{FF2B5EF4-FFF2-40B4-BE49-F238E27FC236}">
                  <a16:creationId xmlns:a16="http://schemas.microsoft.com/office/drawing/2014/main" id="{A8B833F4-0FD3-4071-9307-E666ADF6B680}"/>
                </a:ext>
              </a:extLst>
            </p:cNvPr>
            <p:cNvSpPr>
              <a:spLocks noChangeArrowheads="1"/>
            </p:cNvSpPr>
            <p:nvPr/>
          </p:nvSpPr>
          <p:spPr bwMode="auto">
            <a:xfrm>
              <a:off x="4204" y="2713"/>
              <a:ext cx="1073" cy="82"/>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2373" name="Oval 215">
              <a:extLst>
                <a:ext uri="{FF2B5EF4-FFF2-40B4-BE49-F238E27FC236}">
                  <a16:creationId xmlns:a16="http://schemas.microsoft.com/office/drawing/2014/main" id="{748AEE2A-1840-4249-932D-59AF60FA7ADF}"/>
                </a:ext>
              </a:extLst>
            </p:cNvPr>
            <p:cNvSpPr>
              <a:spLocks noChangeArrowheads="1"/>
            </p:cNvSpPr>
            <p:nvPr/>
          </p:nvSpPr>
          <p:spPr bwMode="auto">
            <a:xfrm>
              <a:off x="4305" y="2385"/>
              <a:ext cx="160" cy="141"/>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2374" name="Oval 216">
              <a:extLst>
                <a:ext uri="{FF2B5EF4-FFF2-40B4-BE49-F238E27FC236}">
                  <a16:creationId xmlns:a16="http://schemas.microsoft.com/office/drawing/2014/main" id="{16E935C9-2880-4481-8540-9E05E8C5EF7C}"/>
                </a:ext>
              </a:extLst>
            </p:cNvPr>
            <p:cNvSpPr>
              <a:spLocks noChangeArrowheads="1"/>
            </p:cNvSpPr>
            <p:nvPr/>
          </p:nvSpPr>
          <p:spPr bwMode="auto">
            <a:xfrm>
              <a:off x="4487" y="2385"/>
              <a:ext cx="160" cy="141"/>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eaLnBrk="1" hangingPunct="1"/>
              <a:endParaRPr lang="en-US" altLang="en-US">
                <a:solidFill>
                  <a:srgbClr val="FF0000"/>
                </a:solidFill>
                <a:cs typeface="Arial" panose="020B0604020202020204" pitchFamily="34" charset="0"/>
              </a:endParaRPr>
            </a:p>
          </p:txBody>
        </p:sp>
        <p:sp>
          <p:nvSpPr>
            <p:cNvPr id="52375" name="Oval 217">
              <a:extLst>
                <a:ext uri="{FF2B5EF4-FFF2-40B4-BE49-F238E27FC236}">
                  <a16:creationId xmlns:a16="http://schemas.microsoft.com/office/drawing/2014/main" id="{ADF34D4F-E895-472D-8156-ECA562904499}"/>
                </a:ext>
              </a:extLst>
            </p:cNvPr>
            <p:cNvSpPr>
              <a:spLocks noChangeArrowheads="1"/>
            </p:cNvSpPr>
            <p:nvPr/>
          </p:nvSpPr>
          <p:spPr bwMode="auto">
            <a:xfrm>
              <a:off x="4663" y="2379"/>
              <a:ext cx="155" cy="141"/>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2376" name="Rectangle 218">
              <a:extLst>
                <a:ext uri="{FF2B5EF4-FFF2-40B4-BE49-F238E27FC236}">
                  <a16:creationId xmlns:a16="http://schemas.microsoft.com/office/drawing/2014/main" id="{6EF331E4-FE72-4BFC-B8C2-CA04CDBC2F15}"/>
                </a:ext>
              </a:extLst>
            </p:cNvPr>
            <p:cNvSpPr>
              <a:spLocks noChangeArrowheads="1"/>
            </p:cNvSpPr>
            <p:nvPr/>
          </p:nvSpPr>
          <p:spPr bwMode="auto">
            <a:xfrm>
              <a:off x="5063" y="1833"/>
              <a:ext cx="85" cy="763"/>
            </a:xfrm>
            <a:prstGeom prst="rect">
              <a:avLst/>
            </a:prstGeom>
            <a:solidFill>
              <a:srgbClr val="292929"/>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sp>
        <p:nvSpPr>
          <p:cNvPr id="52241" name="Line 36">
            <a:extLst>
              <a:ext uri="{FF2B5EF4-FFF2-40B4-BE49-F238E27FC236}">
                <a16:creationId xmlns:a16="http://schemas.microsoft.com/office/drawing/2014/main" id="{C01BE775-1226-4E37-B985-B554B50F8958}"/>
              </a:ext>
            </a:extLst>
          </p:cNvPr>
          <p:cNvSpPr>
            <a:spLocks noChangeShapeType="1"/>
          </p:cNvSpPr>
          <p:nvPr/>
        </p:nvSpPr>
        <p:spPr bwMode="auto">
          <a:xfrm flipV="1">
            <a:off x="5299076" y="2500314"/>
            <a:ext cx="155575" cy="1428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52242" name="Group 220">
            <a:extLst>
              <a:ext uri="{FF2B5EF4-FFF2-40B4-BE49-F238E27FC236}">
                <a16:creationId xmlns:a16="http://schemas.microsoft.com/office/drawing/2014/main" id="{278CAA3B-93F2-4030-BAFE-A4EEFF65B283}"/>
              </a:ext>
            </a:extLst>
          </p:cNvPr>
          <p:cNvGrpSpPr>
            <a:grpSpLocks/>
          </p:cNvGrpSpPr>
          <p:nvPr/>
        </p:nvGrpSpPr>
        <p:grpSpPr bwMode="auto">
          <a:xfrm>
            <a:off x="4664076" y="2598739"/>
            <a:ext cx="963613" cy="300037"/>
            <a:chOff x="4410" y="1365"/>
            <a:chExt cx="663" cy="224"/>
          </a:xfrm>
        </p:grpSpPr>
        <p:sp>
          <p:nvSpPr>
            <p:cNvPr id="52348" name="Rectangle 221">
              <a:extLst>
                <a:ext uri="{FF2B5EF4-FFF2-40B4-BE49-F238E27FC236}">
                  <a16:creationId xmlns:a16="http://schemas.microsoft.com/office/drawing/2014/main" id="{895C3A51-ADE7-458B-A845-4A8F1B3F6A40}"/>
                </a:ext>
              </a:extLst>
            </p:cNvPr>
            <p:cNvSpPr>
              <a:spLocks noChangeArrowheads="1"/>
            </p:cNvSpPr>
            <p:nvPr/>
          </p:nvSpPr>
          <p:spPr bwMode="auto">
            <a:xfrm>
              <a:off x="4410" y="1500"/>
              <a:ext cx="495" cy="87"/>
            </a:xfrm>
            <a:prstGeom prst="rect">
              <a:avLst/>
            </a:prstGeom>
            <a:gradFill rotWithShape="1">
              <a:gsLst>
                <a:gs pos="0">
                  <a:srgbClr val="009999"/>
                </a:gs>
                <a:gs pos="100000">
                  <a:srgbClr val="FFFFFF"/>
                </a:gs>
              </a:gsLst>
              <a:lin ang="0" scaled="1"/>
            </a:gradFill>
            <a:ln w="9525">
              <a:solidFill>
                <a:srgbClr val="000000"/>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2349" name="AutoShape 222">
              <a:extLst>
                <a:ext uri="{FF2B5EF4-FFF2-40B4-BE49-F238E27FC236}">
                  <a16:creationId xmlns:a16="http://schemas.microsoft.com/office/drawing/2014/main" id="{FC65F69B-9F10-497A-A1F6-9675481409DA}"/>
                </a:ext>
              </a:extLst>
            </p:cNvPr>
            <p:cNvSpPr>
              <a:spLocks noChangeArrowheads="1"/>
            </p:cNvSpPr>
            <p:nvPr/>
          </p:nvSpPr>
          <p:spPr bwMode="auto">
            <a:xfrm>
              <a:off x="4410" y="1369"/>
              <a:ext cx="663" cy="134"/>
            </a:xfrm>
            <a:prstGeom prst="parallelogram">
              <a:avLst>
                <a:gd name="adj" fmla="val 122778"/>
              </a:avLst>
            </a:prstGeom>
            <a:gradFill rotWithShape="1">
              <a:gsLst>
                <a:gs pos="0">
                  <a:srgbClr val="009999"/>
                </a:gs>
                <a:gs pos="100000">
                  <a:srgbClr val="FFFFFF"/>
                </a:gs>
              </a:gsLst>
              <a:lin ang="0" scaled="1"/>
            </a:gradFill>
            <a:ln w="9525">
              <a:solidFill>
                <a:srgbClr val="000000"/>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2350" name="Freeform 223">
              <a:extLst>
                <a:ext uri="{FF2B5EF4-FFF2-40B4-BE49-F238E27FC236}">
                  <a16:creationId xmlns:a16="http://schemas.microsoft.com/office/drawing/2014/main" id="{73B4A260-2D6C-4CF8-97E0-6BBDF3FA15F6}"/>
                </a:ext>
              </a:extLst>
            </p:cNvPr>
            <p:cNvSpPr>
              <a:spLocks/>
            </p:cNvSpPr>
            <p:nvPr/>
          </p:nvSpPr>
          <p:spPr bwMode="auto">
            <a:xfrm>
              <a:off x="4904" y="1365"/>
              <a:ext cx="169" cy="224"/>
            </a:xfrm>
            <a:custGeom>
              <a:avLst/>
              <a:gdLst>
                <a:gd name="T0" fmla="*/ 0 w 169"/>
                <a:gd name="T1" fmla="*/ 138 h 224"/>
                <a:gd name="T2" fmla="*/ 0 w 169"/>
                <a:gd name="T3" fmla="*/ 224 h 224"/>
                <a:gd name="T4" fmla="*/ 169 w 169"/>
                <a:gd name="T5" fmla="*/ 77 h 224"/>
                <a:gd name="T6" fmla="*/ 169 w 169"/>
                <a:gd name="T7" fmla="*/ 0 h 224"/>
                <a:gd name="T8" fmla="*/ 0 w 169"/>
                <a:gd name="T9" fmla="*/ 138 h 224"/>
                <a:gd name="T10" fmla="*/ 0 60000 65536"/>
                <a:gd name="T11" fmla="*/ 0 60000 65536"/>
                <a:gd name="T12" fmla="*/ 0 60000 65536"/>
                <a:gd name="T13" fmla="*/ 0 60000 65536"/>
                <a:gd name="T14" fmla="*/ 0 60000 65536"/>
                <a:gd name="T15" fmla="*/ 0 w 169"/>
                <a:gd name="T16" fmla="*/ 0 h 224"/>
                <a:gd name="T17" fmla="*/ 169 w 169"/>
                <a:gd name="T18" fmla="*/ 224 h 224"/>
              </a:gdLst>
              <a:ahLst/>
              <a:cxnLst>
                <a:cxn ang="T10">
                  <a:pos x="T0" y="T1"/>
                </a:cxn>
                <a:cxn ang="T11">
                  <a:pos x="T2" y="T3"/>
                </a:cxn>
                <a:cxn ang="T12">
                  <a:pos x="T4" y="T5"/>
                </a:cxn>
                <a:cxn ang="T13">
                  <a:pos x="T6" y="T7"/>
                </a:cxn>
                <a:cxn ang="T14">
                  <a:pos x="T8" y="T9"/>
                </a:cxn>
              </a:cxnLst>
              <a:rect l="T15" t="T16" r="T17" b="T18"/>
              <a:pathLst>
                <a:path w="169" h="224">
                  <a:moveTo>
                    <a:pt x="0" y="138"/>
                  </a:moveTo>
                  <a:lnTo>
                    <a:pt x="0" y="224"/>
                  </a:lnTo>
                  <a:lnTo>
                    <a:pt x="169" y="77"/>
                  </a:lnTo>
                  <a:lnTo>
                    <a:pt x="169" y="0"/>
                  </a:lnTo>
                  <a:lnTo>
                    <a:pt x="0" y="138"/>
                  </a:lnTo>
                  <a:close/>
                </a:path>
              </a:pathLst>
            </a:custGeom>
            <a:solidFill>
              <a:srgbClr val="BBE0E3"/>
            </a:solidFill>
            <a:ln w="6350">
              <a:solidFill>
                <a:srgbClr val="000000"/>
              </a:solidFill>
              <a:round/>
              <a:headEnd/>
              <a:tailEnd/>
            </a:ln>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2351" name="Freeform 224">
              <a:extLst>
                <a:ext uri="{FF2B5EF4-FFF2-40B4-BE49-F238E27FC236}">
                  <a16:creationId xmlns:a16="http://schemas.microsoft.com/office/drawing/2014/main" id="{9B74CF99-FEFD-4C86-8B29-D74F4FB81365}"/>
                </a:ext>
              </a:extLst>
            </p:cNvPr>
            <p:cNvSpPr>
              <a:spLocks/>
            </p:cNvSpPr>
            <p:nvPr/>
          </p:nvSpPr>
          <p:spPr bwMode="auto">
            <a:xfrm>
              <a:off x="4475" y="1395"/>
              <a:ext cx="506" cy="80"/>
            </a:xfrm>
            <a:custGeom>
              <a:avLst/>
              <a:gdLst>
                <a:gd name="T0" fmla="*/ 0 w 280"/>
                <a:gd name="T1" fmla="*/ 12178 h 63"/>
                <a:gd name="T2" fmla="*/ 16738841 w 280"/>
                <a:gd name="T3" fmla="*/ 11844 h 63"/>
                <a:gd name="T4" fmla="*/ 98787551 w 280"/>
                <a:gd name="T5" fmla="*/ 0 h 63"/>
                <a:gd name="T6" fmla="*/ 126123655 w 280"/>
                <a:gd name="T7" fmla="*/ 0 h 63"/>
                <a:gd name="T8" fmla="*/ 0 60000 65536"/>
                <a:gd name="T9" fmla="*/ 0 60000 65536"/>
                <a:gd name="T10" fmla="*/ 0 60000 65536"/>
                <a:gd name="T11" fmla="*/ 0 60000 65536"/>
                <a:gd name="T12" fmla="*/ 0 w 280"/>
                <a:gd name="T13" fmla="*/ 0 h 63"/>
                <a:gd name="T14" fmla="*/ 280 w 280"/>
                <a:gd name="T15" fmla="*/ 63 h 63"/>
              </a:gdLst>
              <a:ahLst/>
              <a:cxnLst>
                <a:cxn ang="T8">
                  <a:pos x="T0" y="T1"/>
                </a:cxn>
                <a:cxn ang="T9">
                  <a:pos x="T2" y="T3"/>
                </a:cxn>
                <a:cxn ang="T10">
                  <a:pos x="T4" y="T5"/>
                </a:cxn>
                <a:cxn ang="T11">
                  <a:pos x="T6" y="T7"/>
                </a:cxn>
              </a:cxnLst>
              <a:rect l="T12" t="T13" r="T14" b="T15"/>
              <a:pathLst>
                <a:path w="280" h="63">
                  <a:moveTo>
                    <a:pt x="0" y="63"/>
                  </a:moveTo>
                  <a:lnTo>
                    <a:pt x="37" y="62"/>
                  </a:lnTo>
                  <a:lnTo>
                    <a:pt x="219" y="0"/>
                  </a:lnTo>
                  <a:lnTo>
                    <a:pt x="280" y="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2352" name="Freeform 225">
              <a:extLst>
                <a:ext uri="{FF2B5EF4-FFF2-40B4-BE49-F238E27FC236}">
                  <a16:creationId xmlns:a16="http://schemas.microsoft.com/office/drawing/2014/main" id="{84AE2985-0908-4ED7-9D6E-46CAECB7CD9B}"/>
                </a:ext>
              </a:extLst>
            </p:cNvPr>
            <p:cNvSpPr>
              <a:spLocks/>
            </p:cNvSpPr>
            <p:nvPr/>
          </p:nvSpPr>
          <p:spPr bwMode="auto">
            <a:xfrm>
              <a:off x="4593" y="1391"/>
              <a:ext cx="293" cy="93"/>
            </a:xfrm>
            <a:custGeom>
              <a:avLst/>
              <a:gdLst>
                <a:gd name="T0" fmla="*/ 0 w 293"/>
                <a:gd name="T1" fmla="*/ 0 h 93"/>
                <a:gd name="T2" fmla="*/ 67 w 293"/>
                <a:gd name="T3" fmla="*/ 1 h 93"/>
                <a:gd name="T4" fmla="*/ 195 w 293"/>
                <a:gd name="T5" fmla="*/ 93 h 93"/>
                <a:gd name="T6" fmla="*/ 293 w 293"/>
                <a:gd name="T7" fmla="*/ 93 h 93"/>
                <a:gd name="T8" fmla="*/ 0 60000 65536"/>
                <a:gd name="T9" fmla="*/ 0 60000 65536"/>
                <a:gd name="T10" fmla="*/ 0 60000 65536"/>
                <a:gd name="T11" fmla="*/ 0 60000 65536"/>
                <a:gd name="T12" fmla="*/ 0 w 293"/>
                <a:gd name="T13" fmla="*/ 0 h 93"/>
                <a:gd name="T14" fmla="*/ 293 w 293"/>
                <a:gd name="T15" fmla="*/ 93 h 93"/>
              </a:gdLst>
              <a:ahLst/>
              <a:cxnLst>
                <a:cxn ang="T8">
                  <a:pos x="T0" y="T1"/>
                </a:cxn>
                <a:cxn ang="T9">
                  <a:pos x="T2" y="T3"/>
                </a:cxn>
                <a:cxn ang="T10">
                  <a:pos x="T4" y="T5"/>
                </a:cxn>
                <a:cxn ang="T11">
                  <a:pos x="T6" y="T7"/>
                </a:cxn>
              </a:cxnLst>
              <a:rect l="T12" t="T13" r="T14" b="T15"/>
              <a:pathLst>
                <a:path w="293" h="93">
                  <a:moveTo>
                    <a:pt x="0" y="0"/>
                  </a:moveTo>
                  <a:lnTo>
                    <a:pt x="67" y="1"/>
                  </a:lnTo>
                  <a:lnTo>
                    <a:pt x="195" y="93"/>
                  </a:lnTo>
                  <a:lnTo>
                    <a:pt x="293" y="93"/>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grpSp>
        <p:nvGrpSpPr>
          <p:cNvPr id="12" name="Group 53">
            <a:extLst>
              <a:ext uri="{FF2B5EF4-FFF2-40B4-BE49-F238E27FC236}">
                <a16:creationId xmlns:a16="http://schemas.microsoft.com/office/drawing/2014/main" id="{2FEC98D4-1C62-4148-9A14-3EA027C500C0}"/>
              </a:ext>
            </a:extLst>
          </p:cNvPr>
          <p:cNvGrpSpPr>
            <a:grpSpLocks/>
          </p:cNvGrpSpPr>
          <p:nvPr/>
        </p:nvGrpSpPr>
        <p:grpSpPr bwMode="auto">
          <a:xfrm>
            <a:off x="1876425" y="3319463"/>
            <a:ext cx="1081088" cy="1166812"/>
            <a:chOff x="42" y="744"/>
            <a:chExt cx="681" cy="735"/>
          </a:xfrm>
        </p:grpSpPr>
        <p:grpSp>
          <p:nvGrpSpPr>
            <p:cNvPr id="52316" name="Group 54">
              <a:extLst>
                <a:ext uri="{FF2B5EF4-FFF2-40B4-BE49-F238E27FC236}">
                  <a16:creationId xmlns:a16="http://schemas.microsoft.com/office/drawing/2014/main" id="{14DF3EE4-0D26-4AF1-866C-9115779D3F45}"/>
                </a:ext>
              </a:extLst>
            </p:cNvPr>
            <p:cNvGrpSpPr>
              <a:grpSpLocks/>
            </p:cNvGrpSpPr>
            <p:nvPr/>
          </p:nvGrpSpPr>
          <p:grpSpPr bwMode="auto">
            <a:xfrm>
              <a:off x="42" y="886"/>
              <a:ext cx="681" cy="468"/>
              <a:chOff x="42" y="886"/>
              <a:chExt cx="681" cy="468"/>
            </a:xfrm>
          </p:grpSpPr>
          <p:grpSp>
            <p:nvGrpSpPr>
              <p:cNvPr id="52318" name="Group 55">
                <a:extLst>
                  <a:ext uri="{FF2B5EF4-FFF2-40B4-BE49-F238E27FC236}">
                    <a16:creationId xmlns:a16="http://schemas.microsoft.com/office/drawing/2014/main" id="{3DEBA786-1458-4C22-9919-A52B5D5536B8}"/>
                  </a:ext>
                </a:extLst>
              </p:cNvPr>
              <p:cNvGrpSpPr>
                <a:grpSpLocks/>
              </p:cNvGrpSpPr>
              <p:nvPr/>
            </p:nvGrpSpPr>
            <p:grpSpPr bwMode="auto">
              <a:xfrm>
                <a:off x="278" y="886"/>
                <a:ext cx="397" cy="154"/>
                <a:chOff x="740" y="3209"/>
                <a:chExt cx="397" cy="154"/>
              </a:xfrm>
            </p:grpSpPr>
            <p:grpSp>
              <p:nvGrpSpPr>
                <p:cNvPr id="52343" name="Group 56">
                  <a:extLst>
                    <a:ext uri="{FF2B5EF4-FFF2-40B4-BE49-F238E27FC236}">
                      <a16:creationId xmlns:a16="http://schemas.microsoft.com/office/drawing/2014/main" id="{A84BB48B-5E43-4BA8-ACA7-B22BBA2A3438}"/>
                    </a:ext>
                  </a:extLst>
                </p:cNvPr>
                <p:cNvGrpSpPr>
                  <a:grpSpLocks/>
                </p:cNvGrpSpPr>
                <p:nvPr/>
              </p:nvGrpSpPr>
              <p:grpSpPr bwMode="auto">
                <a:xfrm>
                  <a:off x="794" y="3209"/>
                  <a:ext cx="343" cy="154"/>
                  <a:chOff x="844" y="3337"/>
                  <a:chExt cx="343" cy="154"/>
                </a:xfrm>
              </p:grpSpPr>
              <p:sp>
                <p:nvSpPr>
                  <p:cNvPr id="52346" name="Rectangle 57">
                    <a:extLst>
                      <a:ext uri="{FF2B5EF4-FFF2-40B4-BE49-F238E27FC236}">
                        <a16:creationId xmlns:a16="http://schemas.microsoft.com/office/drawing/2014/main" id="{7084E70A-A524-40BF-ADC0-55E8D61E00B1}"/>
                      </a:ext>
                    </a:extLst>
                  </p:cNvPr>
                  <p:cNvSpPr>
                    <a:spLocks noChangeArrowheads="1"/>
                  </p:cNvSpPr>
                  <p:nvPr/>
                </p:nvSpPr>
                <p:spPr bwMode="auto">
                  <a:xfrm>
                    <a:off x="889" y="3370"/>
                    <a:ext cx="245" cy="86"/>
                  </a:xfrm>
                  <a:prstGeom prst="rect">
                    <a:avLst/>
                  </a:prstGeom>
                  <a:solidFill>
                    <a:srgbClr val="FF0000"/>
                  </a:solidFill>
                  <a:ln w="9525">
                    <a:solidFill>
                      <a:schemeClr val="bg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2347" name="Text Box 58">
                    <a:extLst>
                      <a:ext uri="{FF2B5EF4-FFF2-40B4-BE49-F238E27FC236}">
                        <a16:creationId xmlns:a16="http://schemas.microsoft.com/office/drawing/2014/main" id="{7313D2FA-DB7E-4B46-B355-060287D2C1D5}"/>
                      </a:ext>
                    </a:extLst>
                  </p:cNvPr>
                  <p:cNvSpPr txBox="1">
                    <a:spLocks noChangeArrowheads="1"/>
                  </p:cNvSpPr>
                  <p:nvPr/>
                </p:nvSpPr>
                <p:spPr bwMode="auto">
                  <a:xfrm>
                    <a:off x="844" y="3337"/>
                    <a:ext cx="343"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000">
                        <a:solidFill>
                          <a:schemeClr val="bg1"/>
                        </a:solidFill>
                      </a:rPr>
                      <a:t>DHCP</a:t>
                    </a:r>
                  </a:p>
                </p:txBody>
              </p:sp>
            </p:grpSp>
            <p:sp>
              <p:nvSpPr>
                <p:cNvPr id="52344" name="Rectangle 59">
                  <a:extLst>
                    <a:ext uri="{FF2B5EF4-FFF2-40B4-BE49-F238E27FC236}">
                      <a16:creationId xmlns:a16="http://schemas.microsoft.com/office/drawing/2014/main" id="{6ADEEB8A-DB78-40CA-91B1-FE300562267B}"/>
                    </a:ext>
                  </a:extLst>
                </p:cNvPr>
                <p:cNvSpPr>
                  <a:spLocks noChangeArrowheads="1"/>
                </p:cNvSpPr>
                <p:nvPr/>
              </p:nvSpPr>
              <p:spPr bwMode="auto">
                <a:xfrm>
                  <a:off x="750" y="3244"/>
                  <a:ext cx="88" cy="82"/>
                </a:xfrm>
                <a:prstGeom prst="rect">
                  <a:avLst/>
                </a:prstGeom>
                <a:solidFill>
                  <a:schemeClr val="accent1"/>
                </a:solidFill>
                <a:ln w="9525">
                  <a:solidFill>
                    <a:schemeClr val="bg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2345" name="Rectangle 60">
                  <a:extLst>
                    <a:ext uri="{FF2B5EF4-FFF2-40B4-BE49-F238E27FC236}">
                      <a16:creationId xmlns:a16="http://schemas.microsoft.com/office/drawing/2014/main" id="{2410DFE5-B4CE-4597-96A7-9F31CBED1DC9}"/>
                    </a:ext>
                  </a:extLst>
                </p:cNvPr>
                <p:cNvSpPr>
                  <a:spLocks noChangeArrowheads="1"/>
                </p:cNvSpPr>
                <p:nvPr/>
              </p:nvSpPr>
              <p:spPr bwMode="auto">
                <a:xfrm>
                  <a:off x="740" y="3238"/>
                  <a:ext cx="354" cy="94"/>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grpSp>
            <p:nvGrpSpPr>
              <p:cNvPr id="52319" name="Group 61">
                <a:extLst>
                  <a:ext uri="{FF2B5EF4-FFF2-40B4-BE49-F238E27FC236}">
                    <a16:creationId xmlns:a16="http://schemas.microsoft.com/office/drawing/2014/main" id="{79865236-3022-4C6C-96B2-5EA080B43E8F}"/>
                  </a:ext>
                </a:extLst>
              </p:cNvPr>
              <p:cNvGrpSpPr>
                <a:grpSpLocks/>
              </p:cNvGrpSpPr>
              <p:nvPr/>
            </p:nvGrpSpPr>
            <p:grpSpPr bwMode="auto">
              <a:xfrm>
                <a:off x="278" y="1034"/>
                <a:ext cx="397" cy="154"/>
                <a:chOff x="836" y="3305"/>
                <a:chExt cx="397" cy="154"/>
              </a:xfrm>
            </p:grpSpPr>
            <p:grpSp>
              <p:nvGrpSpPr>
                <p:cNvPr id="52337" name="Group 62">
                  <a:extLst>
                    <a:ext uri="{FF2B5EF4-FFF2-40B4-BE49-F238E27FC236}">
                      <a16:creationId xmlns:a16="http://schemas.microsoft.com/office/drawing/2014/main" id="{678AF7A1-CDF5-4AE9-B4AE-F3C07F99201F}"/>
                    </a:ext>
                  </a:extLst>
                </p:cNvPr>
                <p:cNvGrpSpPr>
                  <a:grpSpLocks/>
                </p:cNvGrpSpPr>
                <p:nvPr/>
              </p:nvGrpSpPr>
              <p:grpSpPr bwMode="auto">
                <a:xfrm>
                  <a:off x="890" y="3305"/>
                  <a:ext cx="343" cy="154"/>
                  <a:chOff x="844" y="3337"/>
                  <a:chExt cx="343" cy="154"/>
                </a:xfrm>
              </p:grpSpPr>
              <p:sp>
                <p:nvSpPr>
                  <p:cNvPr id="52341" name="Rectangle 63">
                    <a:extLst>
                      <a:ext uri="{FF2B5EF4-FFF2-40B4-BE49-F238E27FC236}">
                        <a16:creationId xmlns:a16="http://schemas.microsoft.com/office/drawing/2014/main" id="{50E5E6CE-260E-4A3F-B760-2C8508FEBB1D}"/>
                      </a:ext>
                    </a:extLst>
                  </p:cNvPr>
                  <p:cNvSpPr>
                    <a:spLocks noChangeArrowheads="1"/>
                  </p:cNvSpPr>
                  <p:nvPr/>
                </p:nvSpPr>
                <p:spPr bwMode="auto">
                  <a:xfrm>
                    <a:off x="889" y="3370"/>
                    <a:ext cx="245" cy="86"/>
                  </a:xfrm>
                  <a:prstGeom prst="rect">
                    <a:avLst/>
                  </a:prstGeom>
                  <a:solidFill>
                    <a:srgbClr val="FF0000"/>
                  </a:solidFill>
                  <a:ln w="9525">
                    <a:solidFill>
                      <a:schemeClr val="bg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2342" name="Text Box 64">
                    <a:extLst>
                      <a:ext uri="{FF2B5EF4-FFF2-40B4-BE49-F238E27FC236}">
                        <a16:creationId xmlns:a16="http://schemas.microsoft.com/office/drawing/2014/main" id="{6DFA1178-AA96-4FAE-91CA-8030F5184F9C}"/>
                      </a:ext>
                    </a:extLst>
                  </p:cNvPr>
                  <p:cNvSpPr txBox="1">
                    <a:spLocks noChangeArrowheads="1"/>
                  </p:cNvSpPr>
                  <p:nvPr/>
                </p:nvSpPr>
                <p:spPr bwMode="auto">
                  <a:xfrm>
                    <a:off x="844" y="3337"/>
                    <a:ext cx="343"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000">
                        <a:solidFill>
                          <a:schemeClr val="bg1"/>
                        </a:solidFill>
                      </a:rPr>
                      <a:t>DHCP</a:t>
                    </a:r>
                  </a:p>
                </p:txBody>
              </p:sp>
            </p:grpSp>
            <p:grpSp>
              <p:nvGrpSpPr>
                <p:cNvPr id="52338" name="Group 65">
                  <a:extLst>
                    <a:ext uri="{FF2B5EF4-FFF2-40B4-BE49-F238E27FC236}">
                      <a16:creationId xmlns:a16="http://schemas.microsoft.com/office/drawing/2014/main" id="{802E053C-CB08-41B3-AC59-EB8AEE905600}"/>
                    </a:ext>
                  </a:extLst>
                </p:cNvPr>
                <p:cNvGrpSpPr>
                  <a:grpSpLocks/>
                </p:cNvGrpSpPr>
                <p:nvPr/>
              </p:nvGrpSpPr>
              <p:grpSpPr bwMode="auto">
                <a:xfrm>
                  <a:off x="836" y="3334"/>
                  <a:ext cx="354" cy="94"/>
                  <a:chOff x="836" y="3334"/>
                  <a:chExt cx="354" cy="94"/>
                </a:xfrm>
              </p:grpSpPr>
              <p:sp>
                <p:nvSpPr>
                  <p:cNvPr id="52339" name="Rectangle 66">
                    <a:extLst>
                      <a:ext uri="{FF2B5EF4-FFF2-40B4-BE49-F238E27FC236}">
                        <a16:creationId xmlns:a16="http://schemas.microsoft.com/office/drawing/2014/main" id="{47296F2C-2E26-4B77-8D85-5F97A80F8589}"/>
                      </a:ext>
                    </a:extLst>
                  </p:cNvPr>
                  <p:cNvSpPr>
                    <a:spLocks noChangeArrowheads="1"/>
                  </p:cNvSpPr>
                  <p:nvPr/>
                </p:nvSpPr>
                <p:spPr bwMode="auto">
                  <a:xfrm>
                    <a:off x="846" y="3340"/>
                    <a:ext cx="88" cy="82"/>
                  </a:xfrm>
                  <a:prstGeom prst="rect">
                    <a:avLst/>
                  </a:prstGeom>
                  <a:solidFill>
                    <a:schemeClr val="accent1"/>
                  </a:solidFill>
                  <a:ln w="9525">
                    <a:solidFill>
                      <a:schemeClr val="bg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2340" name="Rectangle 67">
                    <a:extLst>
                      <a:ext uri="{FF2B5EF4-FFF2-40B4-BE49-F238E27FC236}">
                        <a16:creationId xmlns:a16="http://schemas.microsoft.com/office/drawing/2014/main" id="{09FAC370-C7C0-497B-BC79-8D27040DF3C0}"/>
                      </a:ext>
                    </a:extLst>
                  </p:cNvPr>
                  <p:cNvSpPr>
                    <a:spLocks noChangeArrowheads="1"/>
                  </p:cNvSpPr>
                  <p:nvPr/>
                </p:nvSpPr>
                <p:spPr bwMode="auto">
                  <a:xfrm>
                    <a:off x="836" y="3334"/>
                    <a:ext cx="354" cy="94"/>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grpSp>
          <p:grpSp>
            <p:nvGrpSpPr>
              <p:cNvPr id="52320" name="Group 68">
                <a:extLst>
                  <a:ext uri="{FF2B5EF4-FFF2-40B4-BE49-F238E27FC236}">
                    <a16:creationId xmlns:a16="http://schemas.microsoft.com/office/drawing/2014/main" id="{920E1D18-9022-4DFE-B9D0-664211469F35}"/>
                  </a:ext>
                </a:extLst>
              </p:cNvPr>
              <p:cNvGrpSpPr>
                <a:grpSpLocks/>
              </p:cNvGrpSpPr>
              <p:nvPr/>
            </p:nvGrpSpPr>
            <p:grpSpPr bwMode="auto">
              <a:xfrm>
                <a:off x="165" y="1054"/>
                <a:ext cx="480" cy="112"/>
                <a:chOff x="627" y="3377"/>
                <a:chExt cx="480" cy="112"/>
              </a:xfrm>
            </p:grpSpPr>
            <p:sp>
              <p:nvSpPr>
                <p:cNvPr id="52335" name="Rectangle 69">
                  <a:extLst>
                    <a:ext uri="{FF2B5EF4-FFF2-40B4-BE49-F238E27FC236}">
                      <a16:creationId xmlns:a16="http://schemas.microsoft.com/office/drawing/2014/main" id="{95AD14F4-326C-4B9D-AD6D-2941BF22C56B}"/>
                    </a:ext>
                  </a:extLst>
                </p:cNvPr>
                <p:cNvSpPr>
                  <a:spLocks noChangeArrowheads="1"/>
                </p:cNvSpPr>
                <p:nvPr/>
              </p:nvSpPr>
              <p:spPr bwMode="auto">
                <a:xfrm>
                  <a:off x="636" y="3388"/>
                  <a:ext cx="96" cy="9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2336" name="Rectangle 70">
                  <a:extLst>
                    <a:ext uri="{FF2B5EF4-FFF2-40B4-BE49-F238E27FC236}">
                      <a16:creationId xmlns:a16="http://schemas.microsoft.com/office/drawing/2014/main" id="{2B68139C-5BA8-4F3D-9707-5C83CFA8C9AA}"/>
                    </a:ext>
                  </a:extLst>
                </p:cNvPr>
                <p:cNvSpPr>
                  <a:spLocks noChangeArrowheads="1"/>
                </p:cNvSpPr>
                <p:nvPr/>
              </p:nvSpPr>
              <p:spPr bwMode="auto">
                <a:xfrm>
                  <a:off x="627" y="3377"/>
                  <a:ext cx="480" cy="112"/>
                </a:xfrm>
                <a:prstGeom prst="rect">
                  <a:avLst/>
                </a:prstGeom>
                <a:noFill/>
                <a:ln w="9525">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grpSp>
            <p:nvGrpSpPr>
              <p:cNvPr id="52321" name="Group 71">
                <a:extLst>
                  <a:ext uri="{FF2B5EF4-FFF2-40B4-BE49-F238E27FC236}">
                    <a16:creationId xmlns:a16="http://schemas.microsoft.com/office/drawing/2014/main" id="{71A6407C-CB25-40FD-9334-91064F1B57C2}"/>
                  </a:ext>
                </a:extLst>
              </p:cNvPr>
              <p:cNvGrpSpPr>
                <a:grpSpLocks/>
              </p:cNvGrpSpPr>
              <p:nvPr/>
            </p:nvGrpSpPr>
            <p:grpSpPr bwMode="auto">
              <a:xfrm>
                <a:off x="42" y="1200"/>
                <a:ext cx="681" cy="154"/>
                <a:chOff x="504" y="3523"/>
                <a:chExt cx="681" cy="154"/>
              </a:xfrm>
            </p:grpSpPr>
            <p:grpSp>
              <p:nvGrpSpPr>
                <p:cNvPr id="52322" name="Group 72">
                  <a:extLst>
                    <a:ext uri="{FF2B5EF4-FFF2-40B4-BE49-F238E27FC236}">
                      <a16:creationId xmlns:a16="http://schemas.microsoft.com/office/drawing/2014/main" id="{FF7A2A4F-369D-47CC-8C32-8C90C74E8932}"/>
                    </a:ext>
                  </a:extLst>
                </p:cNvPr>
                <p:cNvGrpSpPr>
                  <a:grpSpLocks/>
                </p:cNvGrpSpPr>
                <p:nvPr/>
              </p:nvGrpSpPr>
              <p:grpSpPr bwMode="auto">
                <a:xfrm>
                  <a:off x="623" y="3523"/>
                  <a:ext cx="510" cy="154"/>
                  <a:chOff x="723" y="3453"/>
                  <a:chExt cx="510" cy="154"/>
                </a:xfrm>
              </p:grpSpPr>
              <p:grpSp>
                <p:nvGrpSpPr>
                  <p:cNvPr id="52326" name="Group 73">
                    <a:extLst>
                      <a:ext uri="{FF2B5EF4-FFF2-40B4-BE49-F238E27FC236}">
                        <a16:creationId xmlns:a16="http://schemas.microsoft.com/office/drawing/2014/main" id="{E60784A8-ABB2-407D-96D7-F4784EB236D8}"/>
                      </a:ext>
                    </a:extLst>
                  </p:cNvPr>
                  <p:cNvGrpSpPr>
                    <a:grpSpLocks/>
                  </p:cNvGrpSpPr>
                  <p:nvPr/>
                </p:nvGrpSpPr>
                <p:grpSpPr bwMode="auto">
                  <a:xfrm>
                    <a:off x="836" y="3453"/>
                    <a:ext cx="397" cy="154"/>
                    <a:chOff x="836" y="3305"/>
                    <a:chExt cx="397" cy="154"/>
                  </a:xfrm>
                </p:grpSpPr>
                <p:grpSp>
                  <p:nvGrpSpPr>
                    <p:cNvPr id="52329" name="Group 74">
                      <a:extLst>
                        <a:ext uri="{FF2B5EF4-FFF2-40B4-BE49-F238E27FC236}">
                          <a16:creationId xmlns:a16="http://schemas.microsoft.com/office/drawing/2014/main" id="{A6DF8405-C9B4-44A2-91EC-1A74888B04EF}"/>
                        </a:ext>
                      </a:extLst>
                    </p:cNvPr>
                    <p:cNvGrpSpPr>
                      <a:grpSpLocks/>
                    </p:cNvGrpSpPr>
                    <p:nvPr/>
                  </p:nvGrpSpPr>
                  <p:grpSpPr bwMode="auto">
                    <a:xfrm>
                      <a:off x="890" y="3305"/>
                      <a:ext cx="343" cy="154"/>
                      <a:chOff x="844" y="3337"/>
                      <a:chExt cx="343" cy="154"/>
                    </a:xfrm>
                  </p:grpSpPr>
                  <p:sp>
                    <p:nvSpPr>
                      <p:cNvPr id="52333" name="Rectangle 75">
                        <a:extLst>
                          <a:ext uri="{FF2B5EF4-FFF2-40B4-BE49-F238E27FC236}">
                            <a16:creationId xmlns:a16="http://schemas.microsoft.com/office/drawing/2014/main" id="{72DCE4C0-250E-4296-9640-0B5D2C7D3D8F}"/>
                          </a:ext>
                        </a:extLst>
                      </p:cNvPr>
                      <p:cNvSpPr>
                        <a:spLocks noChangeArrowheads="1"/>
                      </p:cNvSpPr>
                      <p:nvPr/>
                    </p:nvSpPr>
                    <p:spPr bwMode="auto">
                      <a:xfrm>
                        <a:off x="889" y="3370"/>
                        <a:ext cx="245" cy="86"/>
                      </a:xfrm>
                      <a:prstGeom prst="rect">
                        <a:avLst/>
                      </a:prstGeom>
                      <a:solidFill>
                        <a:srgbClr val="FF0000"/>
                      </a:solidFill>
                      <a:ln w="9525">
                        <a:solidFill>
                          <a:schemeClr val="bg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2334" name="Text Box 76">
                        <a:extLst>
                          <a:ext uri="{FF2B5EF4-FFF2-40B4-BE49-F238E27FC236}">
                            <a16:creationId xmlns:a16="http://schemas.microsoft.com/office/drawing/2014/main" id="{424C717B-49A9-4529-B3C1-335ACCF14BA5}"/>
                          </a:ext>
                        </a:extLst>
                      </p:cNvPr>
                      <p:cNvSpPr txBox="1">
                        <a:spLocks noChangeArrowheads="1"/>
                      </p:cNvSpPr>
                      <p:nvPr/>
                    </p:nvSpPr>
                    <p:spPr bwMode="auto">
                      <a:xfrm>
                        <a:off x="844" y="3337"/>
                        <a:ext cx="343"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000">
                            <a:solidFill>
                              <a:schemeClr val="bg1"/>
                            </a:solidFill>
                          </a:rPr>
                          <a:t>DHCP</a:t>
                        </a:r>
                      </a:p>
                    </p:txBody>
                  </p:sp>
                </p:grpSp>
                <p:grpSp>
                  <p:nvGrpSpPr>
                    <p:cNvPr id="52330" name="Group 77">
                      <a:extLst>
                        <a:ext uri="{FF2B5EF4-FFF2-40B4-BE49-F238E27FC236}">
                          <a16:creationId xmlns:a16="http://schemas.microsoft.com/office/drawing/2014/main" id="{2A89150A-059E-4151-8C56-401A8CFA7A19}"/>
                        </a:ext>
                      </a:extLst>
                    </p:cNvPr>
                    <p:cNvGrpSpPr>
                      <a:grpSpLocks/>
                    </p:cNvGrpSpPr>
                    <p:nvPr/>
                  </p:nvGrpSpPr>
                  <p:grpSpPr bwMode="auto">
                    <a:xfrm>
                      <a:off x="836" y="3334"/>
                      <a:ext cx="354" cy="94"/>
                      <a:chOff x="836" y="3334"/>
                      <a:chExt cx="354" cy="94"/>
                    </a:xfrm>
                  </p:grpSpPr>
                  <p:sp>
                    <p:nvSpPr>
                      <p:cNvPr id="52331" name="Rectangle 78">
                        <a:extLst>
                          <a:ext uri="{FF2B5EF4-FFF2-40B4-BE49-F238E27FC236}">
                            <a16:creationId xmlns:a16="http://schemas.microsoft.com/office/drawing/2014/main" id="{B369CF8E-5899-4428-A09F-587787007D58}"/>
                          </a:ext>
                        </a:extLst>
                      </p:cNvPr>
                      <p:cNvSpPr>
                        <a:spLocks noChangeArrowheads="1"/>
                      </p:cNvSpPr>
                      <p:nvPr/>
                    </p:nvSpPr>
                    <p:spPr bwMode="auto">
                      <a:xfrm>
                        <a:off x="846" y="3340"/>
                        <a:ext cx="88" cy="82"/>
                      </a:xfrm>
                      <a:prstGeom prst="rect">
                        <a:avLst/>
                      </a:prstGeom>
                      <a:solidFill>
                        <a:schemeClr val="accent1"/>
                      </a:solidFill>
                      <a:ln w="9525">
                        <a:solidFill>
                          <a:schemeClr val="bg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2332" name="Rectangle 79">
                        <a:extLst>
                          <a:ext uri="{FF2B5EF4-FFF2-40B4-BE49-F238E27FC236}">
                            <a16:creationId xmlns:a16="http://schemas.microsoft.com/office/drawing/2014/main" id="{7A5C11E6-9654-4186-A3B3-F1DAA18CE8BC}"/>
                          </a:ext>
                        </a:extLst>
                      </p:cNvPr>
                      <p:cNvSpPr>
                        <a:spLocks noChangeArrowheads="1"/>
                      </p:cNvSpPr>
                      <p:nvPr/>
                    </p:nvSpPr>
                    <p:spPr bwMode="auto">
                      <a:xfrm>
                        <a:off x="836" y="3334"/>
                        <a:ext cx="354" cy="94"/>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grpSp>
              <p:sp>
                <p:nvSpPr>
                  <p:cNvPr id="52327" name="Rectangle 80">
                    <a:extLst>
                      <a:ext uri="{FF2B5EF4-FFF2-40B4-BE49-F238E27FC236}">
                        <a16:creationId xmlns:a16="http://schemas.microsoft.com/office/drawing/2014/main" id="{BD953131-E002-49D9-BC62-1CED471B5CF8}"/>
                      </a:ext>
                    </a:extLst>
                  </p:cNvPr>
                  <p:cNvSpPr>
                    <a:spLocks noChangeArrowheads="1"/>
                  </p:cNvSpPr>
                  <p:nvPr/>
                </p:nvSpPr>
                <p:spPr bwMode="auto">
                  <a:xfrm>
                    <a:off x="732" y="3484"/>
                    <a:ext cx="96" cy="9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2328" name="Rectangle 81">
                    <a:extLst>
                      <a:ext uri="{FF2B5EF4-FFF2-40B4-BE49-F238E27FC236}">
                        <a16:creationId xmlns:a16="http://schemas.microsoft.com/office/drawing/2014/main" id="{EFF207AB-189B-4AE8-B507-EB8F92A9F2C6}"/>
                      </a:ext>
                    </a:extLst>
                  </p:cNvPr>
                  <p:cNvSpPr>
                    <a:spLocks noChangeArrowheads="1"/>
                  </p:cNvSpPr>
                  <p:nvPr/>
                </p:nvSpPr>
                <p:spPr bwMode="auto">
                  <a:xfrm>
                    <a:off x="723" y="3473"/>
                    <a:ext cx="480" cy="112"/>
                  </a:xfrm>
                  <a:prstGeom prst="rect">
                    <a:avLst/>
                  </a:prstGeom>
                  <a:noFill/>
                  <a:ln w="9525">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sp>
              <p:nvSpPr>
                <p:cNvPr id="52323" name="Rectangle 82">
                  <a:extLst>
                    <a:ext uri="{FF2B5EF4-FFF2-40B4-BE49-F238E27FC236}">
                      <a16:creationId xmlns:a16="http://schemas.microsoft.com/office/drawing/2014/main" id="{581910DE-78D6-4C6E-BED3-BC9D2D55D01B}"/>
                    </a:ext>
                  </a:extLst>
                </p:cNvPr>
                <p:cNvSpPr>
                  <a:spLocks noChangeArrowheads="1"/>
                </p:cNvSpPr>
                <p:nvPr/>
              </p:nvSpPr>
              <p:spPr bwMode="auto">
                <a:xfrm>
                  <a:off x="517" y="3545"/>
                  <a:ext cx="94" cy="108"/>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2324" name="Rectangle 83">
                  <a:extLst>
                    <a:ext uri="{FF2B5EF4-FFF2-40B4-BE49-F238E27FC236}">
                      <a16:creationId xmlns:a16="http://schemas.microsoft.com/office/drawing/2014/main" id="{2750BB27-CFD7-4F85-917A-7212A61B6015}"/>
                    </a:ext>
                  </a:extLst>
                </p:cNvPr>
                <p:cNvSpPr>
                  <a:spLocks noChangeArrowheads="1"/>
                </p:cNvSpPr>
                <p:nvPr/>
              </p:nvSpPr>
              <p:spPr bwMode="auto">
                <a:xfrm>
                  <a:off x="1115" y="3544"/>
                  <a:ext cx="60" cy="108"/>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2325" name="Rectangle 84">
                  <a:extLst>
                    <a:ext uri="{FF2B5EF4-FFF2-40B4-BE49-F238E27FC236}">
                      <a16:creationId xmlns:a16="http://schemas.microsoft.com/office/drawing/2014/main" id="{78604FDC-CE3C-424E-B48F-837D1215BD57}"/>
                    </a:ext>
                  </a:extLst>
                </p:cNvPr>
                <p:cNvSpPr>
                  <a:spLocks noChangeArrowheads="1"/>
                </p:cNvSpPr>
                <p:nvPr/>
              </p:nvSpPr>
              <p:spPr bwMode="auto">
                <a:xfrm>
                  <a:off x="504" y="3529"/>
                  <a:ext cx="681" cy="1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grpSp>
        <p:sp>
          <p:nvSpPr>
            <p:cNvPr id="52317" name="AutoShape 85">
              <a:extLst>
                <a:ext uri="{FF2B5EF4-FFF2-40B4-BE49-F238E27FC236}">
                  <a16:creationId xmlns:a16="http://schemas.microsoft.com/office/drawing/2014/main" id="{BD4A68AC-D42B-4EBF-A059-2949059417A5}"/>
                </a:ext>
              </a:extLst>
            </p:cNvPr>
            <p:cNvSpPr>
              <a:spLocks noChangeArrowheads="1"/>
            </p:cNvSpPr>
            <p:nvPr/>
          </p:nvSpPr>
          <p:spPr bwMode="auto">
            <a:xfrm>
              <a:off x="384" y="744"/>
              <a:ext cx="240" cy="735"/>
            </a:xfrm>
            <a:prstGeom prst="downArrow">
              <a:avLst>
                <a:gd name="adj1" fmla="val 54167"/>
                <a:gd name="adj2" fmla="val 49170"/>
              </a:avLst>
            </a:prstGeom>
            <a:gradFill rotWithShape="1">
              <a:gsLst>
                <a:gs pos="0">
                  <a:srgbClr val="FF0000">
                    <a:alpha val="25000"/>
                  </a:srgbClr>
                </a:gs>
                <a:gs pos="100000">
                  <a:srgbClr val="FF0000">
                    <a:alpha val="25000"/>
                  </a:srgbClr>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grpSp>
        <p:nvGrpSpPr>
          <p:cNvPr id="25" name="Group 86">
            <a:extLst>
              <a:ext uri="{FF2B5EF4-FFF2-40B4-BE49-F238E27FC236}">
                <a16:creationId xmlns:a16="http://schemas.microsoft.com/office/drawing/2014/main" id="{E71D7386-9015-4C4E-B03E-A8D92A5696CF}"/>
              </a:ext>
            </a:extLst>
          </p:cNvPr>
          <p:cNvGrpSpPr>
            <a:grpSpLocks/>
          </p:cNvGrpSpPr>
          <p:nvPr/>
        </p:nvGrpSpPr>
        <p:grpSpPr bwMode="auto">
          <a:xfrm>
            <a:off x="1973264" y="4405314"/>
            <a:ext cx="1081087" cy="244475"/>
            <a:chOff x="504" y="3523"/>
            <a:chExt cx="681" cy="154"/>
          </a:xfrm>
        </p:grpSpPr>
        <p:grpSp>
          <p:nvGrpSpPr>
            <p:cNvPr id="52303" name="Group 87">
              <a:extLst>
                <a:ext uri="{FF2B5EF4-FFF2-40B4-BE49-F238E27FC236}">
                  <a16:creationId xmlns:a16="http://schemas.microsoft.com/office/drawing/2014/main" id="{C4C58AF5-7C8F-4537-AB52-A245CDAC39F0}"/>
                </a:ext>
              </a:extLst>
            </p:cNvPr>
            <p:cNvGrpSpPr>
              <a:grpSpLocks/>
            </p:cNvGrpSpPr>
            <p:nvPr/>
          </p:nvGrpSpPr>
          <p:grpSpPr bwMode="auto">
            <a:xfrm>
              <a:off x="623" y="3523"/>
              <a:ext cx="510" cy="154"/>
              <a:chOff x="723" y="3453"/>
              <a:chExt cx="510" cy="154"/>
            </a:xfrm>
          </p:grpSpPr>
          <p:grpSp>
            <p:nvGrpSpPr>
              <p:cNvPr id="52307" name="Group 88">
                <a:extLst>
                  <a:ext uri="{FF2B5EF4-FFF2-40B4-BE49-F238E27FC236}">
                    <a16:creationId xmlns:a16="http://schemas.microsoft.com/office/drawing/2014/main" id="{1E50FF35-7110-43DC-B78A-25F78A97B2CA}"/>
                  </a:ext>
                </a:extLst>
              </p:cNvPr>
              <p:cNvGrpSpPr>
                <a:grpSpLocks/>
              </p:cNvGrpSpPr>
              <p:nvPr/>
            </p:nvGrpSpPr>
            <p:grpSpPr bwMode="auto">
              <a:xfrm>
                <a:off x="836" y="3453"/>
                <a:ext cx="397" cy="154"/>
                <a:chOff x="836" y="3305"/>
                <a:chExt cx="397" cy="154"/>
              </a:xfrm>
            </p:grpSpPr>
            <p:grpSp>
              <p:nvGrpSpPr>
                <p:cNvPr id="52310" name="Group 89">
                  <a:extLst>
                    <a:ext uri="{FF2B5EF4-FFF2-40B4-BE49-F238E27FC236}">
                      <a16:creationId xmlns:a16="http://schemas.microsoft.com/office/drawing/2014/main" id="{DA46CB64-9714-4FBC-A0F3-F9B862C48CE7}"/>
                    </a:ext>
                  </a:extLst>
                </p:cNvPr>
                <p:cNvGrpSpPr>
                  <a:grpSpLocks/>
                </p:cNvGrpSpPr>
                <p:nvPr/>
              </p:nvGrpSpPr>
              <p:grpSpPr bwMode="auto">
                <a:xfrm>
                  <a:off x="890" y="3305"/>
                  <a:ext cx="343" cy="154"/>
                  <a:chOff x="844" y="3337"/>
                  <a:chExt cx="343" cy="154"/>
                </a:xfrm>
              </p:grpSpPr>
              <p:sp>
                <p:nvSpPr>
                  <p:cNvPr id="52314" name="Rectangle 90">
                    <a:extLst>
                      <a:ext uri="{FF2B5EF4-FFF2-40B4-BE49-F238E27FC236}">
                        <a16:creationId xmlns:a16="http://schemas.microsoft.com/office/drawing/2014/main" id="{6FA255A1-7BBA-48DD-9DF8-C2EDC25389CB}"/>
                      </a:ext>
                    </a:extLst>
                  </p:cNvPr>
                  <p:cNvSpPr>
                    <a:spLocks noChangeArrowheads="1"/>
                  </p:cNvSpPr>
                  <p:nvPr/>
                </p:nvSpPr>
                <p:spPr bwMode="auto">
                  <a:xfrm>
                    <a:off x="889" y="3370"/>
                    <a:ext cx="245" cy="86"/>
                  </a:xfrm>
                  <a:prstGeom prst="rect">
                    <a:avLst/>
                  </a:prstGeom>
                  <a:solidFill>
                    <a:srgbClr val="FF0000"/>
                  </a:solidFill>
                  <a:ln w="9525">
                    <a:solidFill>
                      <a:schemeClr val="bg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2315" name="Text Box 91">
                    <a:extLst>
                      <a:ext uri="{FF2B5EF4-FFF2-40B4-BE49-F238E27FC236}">
                        <a16:creationId xmlns:a16="http://schemas.microsoft.com/office/drawing/2014/main" id="{3A5CD58E-5691-4E28-9C27-8783592ADCB8}"/>
                      </a:ext>
                    </a:extLst>
                  </p:cNvPr>
                  <p:cNvSpPr txBox="1">
                    <a:spLocks noChangeArrowheads="1"/>
                  </p:cNvSpPr>
                  <p:nvPr/>
                </p:nvSpPr>
                <p:spPr bwMode="auto">
                  <a:xfrm>
                    <a:off x="844" y="3337"/>
                    <a:ext cx="343"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000">
                        <a:solidFill>
                          <a:schemeClr val="bg1"/>
                        </a:solidFill>
                      </a:rPr>
                      <a:t>DHCP</a:t>
                    </a:r>
                  </a:p>
                </p:txBody>
              </p:sp>
            </p:grpSp>
            <p:grpSp>
              <p:nvGrpSpPr>
                <p:cNvPr id="52311" name="Group 92">
                  <a:extLst>
                    <a:ext uri="{FF2B5EF4-FFF2-40B4-BE49-F238E27FC236}">
                      <a16:creationId xmlns:a16="http://schemas.microsoft.com/office/drawing/2014/main" id="{4D8A1DFC-FC98-4424-975F-BEA3A8CCD809}"/>
                    </a:ext>
                  </a:extLst>
                </p:cNvPr>
                <p:cNvGrpSpPr>
                  <a:grpSpLocks/>
                </p:cNvGrpSpPr>
                <p:nvPr/>
              </p:nvGrpSpPr>
              <p:grpSpPr bwMode="auto">
                <a:xfrm>
                  <a:off x="836" y="3334"/>
                  <a:ext cx="354" cy="94"/>
                  <a:chOff x="836" y="3334"/>
                  <a:chExt cx="354" cy="94"/>
                </a:xfrm>
              </p:grpSpPr>
              <p:sp>
                <p:nvSpPr>
                  <p:cNvPr id="52312" name="Rectangle 93">
                    <a:extLst>
                      <a:ext uri="{FF2B5EF4-FFF2-40B4-BE49-F238E27FC236}">
                        <a16:creationId xmlns:a16="http://schemas.microsoft.com/office/drawing/2014/main" id="{8E2A0C36-238E-45CE-B874-34A05394441A}"/>
                      </a:ext>
                    </a:extLst>
                  </p:cNvPr>
                  <p:cNvSpPr>
                    <a:spLocks noChangeArrowheads="1"/>
                  </p:cNvSpPr>
                  <p:nvPr/>
                </p:nvSpPr>
                <p:spPr bwMode="auto">
                  <a:xfrm>
                    <a:off x="846" y="3340"/>
                    <a:ext cx="88" cy="82"/>
                  </a:xfrm>
                  <a:prstGeom prst="rect">
                    <a:avLst/>
                  </a:prstGeom>
                  <a:solidFill>
                    <a:schemeClr val="accent1"/>
                  </a:solidFill>
                  <a:ln w="9525">
                    <a:solidFill>
                      <a:schemeClr val="bg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2313" name="Rectangle 94">
                    <a:extLst>
                      <a:ext uri="{FF2B5EF4-FFF2-40B4-BE49-F238E27FC236}">
                        <a16:creationId xmlns:a16="http://schemas.microsoft.com/office/drawing/2014/main" id="{D788C468-8A58-41D2-9603-78E9668529A3}"/>
                      </a:ext>
                    </a:extLst>
                  </p:cNvPr>
                  <p:cNvSpPr>
                    <a:spLocks noChangeArrowheads="1"/>
                  </p:cNvSpPr>
                  <p:nvPr/>
                </p:nvSpPr>
                <p:spPr bwMode="auto">
                  <a:xfrm>
                    <a:off x="836" y="3334"/>
                    <a:ext cx="354" cy="94"/>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grpSp>
          <p:sp>
            <p:nvSpPr>
              <p:cNvPr id="52308" name="Rectangle 95">
                <a:extLst>
                  <a:ext uri="{FF2B5EF4-FFF2-40B4-BE49-F238E27FC236}">
                    <a16:creationId xmlns:a16="http://schemas.microsoft.com/office/drawing/2014/main" id="{69556A2B-7886-421A-893A-D85812A5BF09}"/>
                  </a:ext>
                </a:extLst>
              </p:cNvPr>
              <p:cNvSpPr>
                <a:spLocks noChangeArrowheads="1"/>
              </p:cNvSpPr>
              <p:nvPr/>
            </p:nvSpPr>
            <p:spPr bwMode="auto">
              <a:xfrm>
                <a:off x="732" y="3484"/>
                <a:ext cx="96" cy="9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2309" name="Rectangle 96">
                <a:extLst>
                  <a:ext uri="{FF2B5EF4-FFF2-40B4-BE49-F238E27FC236}">
                    <a16:creationId xmlns:a16="http://schemas.microsoft.com/office/drawing/2014/main" id="{91E80B59-E02D-4F99-B3E3-515177EEA7F4}"/>
                  </a:ext>
                </a:extLst>
              </p:cNvPr>
              <p:cNvSpPr>
                <a:spLocks noChangeArrowheads="1"/>
              </p:cNvSpPr>
              <p:nvPr/>
            </p:nvSpPr>
            <p:spPr bwMode="auto">
              <a:xfrm>
                <a:off x="723" y="3473"/>
                <a:ext cx="480" cy="112"/>
              </a:xfrm>
              <a:prstGeom prst="rect">
                <a:avLst/>
              </a:prstGeom>
              <a:noFill/>
              <a:ln w="9525">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sp>
          <p:nvSpPr>
            <p:cNvPr id="52304" name="Rectangle 97">
              <a:extLst>
                <a:ext uri="{FF2B5EF4-FFF2-40B4-BE49-F238E27FC236}">
                  <a16:creationId xmlns:a16="http://schemas.microsoft.com/office/drawing/2014/main" id="{938D40BE-3465-4078-BDAF-3D391C274A91}"/>
                </a:ext>
              </a:extLst>
            </p:cNvPr>
            <p:cNvSpPr>
              <a:spLocks noChangeArrowheads="1"/>
            </p:cNvSpPr>
            <p:nvPr/>
          </p:nvSpPr>
          <p:spPr bwMode="auto">
            <a:xfrm>
              <a:off x="517" y="3545"/>
              <a:ext cx="94" cy="108"/>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2305" name="Rectangle 98">
              <a:extLst>
                <a:ext uri="{FF2B5EF4-FFF2-40B4-BE49-F238E27FC236}">
                  <a16:creationId xmlns:a16="http://schemas.microsoft.com/office/drawing/2014/main" id="{FECDD1DF-9B42-48FB-8F6D-C125FE2685E3}"/>
                </a:ext>
              </a:extLst>
            </p:cNvPr>
            <p:cNvSpPr>
              <a:spLocks noChangeArrowheads="1"/>
            </p:cNvSpPr>
            <p:nvPr/>
          </p:nvSpPr>
          <p:spPr bwMode="auto">
            <a:xfrm>
              <a:off x="1115" y="3544"/>
              <a:ext cx="60" cy="108"/>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2306" name="Rectangle 99">
              <a:extLst>
                <a:ext uri="{FF2B5EF4-FFF2-40B4-BE49-F238E27FC236}">
                  <a16:creationId xmlns:a16="http://schemas.microsoft.com/office/drawing/2014/main" id="{11EF8A64-8B80-450E-B02F-091EE1A8293A}"/>
                </a:ext>
              </a:extLst>
            </p:cNvPr>
            <p:cNvSpPr>
              <a:spLocks noChangeArrowheads="1"/>
            </p:cNvSpPr>
            <p:nvPr/>
          </p:nvSpPr>
          <p:spPr bwMode="auto">
            <a:xfrm>
              <a:off x="504" y="3529"/>
              <a:ext cx="681" cy="1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grpSp>
        <p:nvGrpSpPr>
          <p:cNvPr id="30" name="Group 100">
            <a:extLst>
              <a:ext uri="{FF2B5EF4-FFF2-40B4-BE49-F238E27FC236}">
                <a16:creationId xmlns:a16="http://schemas.microsoft.com/office/drawing/2014/main" id="{A12B2E9B-758B-40DF-93B8-1E1E963EBA20}"/>
              </a:ext>
            </a:extLst>
          </p:cNvPr>
          <p:cNvGrpSpPr>
            <a:grpSpLocks/>
          </p:cNvGrpSpPr>
          <p:nvPr/>
        </p:nvGrpSpPr>
        <p:grpSpPr bwMode="auto">
          <a:xfrm>
            <a:off x="3001964" y="3236913"/>
            <a:ext cx="1316037" cy="1314450"/>
            <a:chOff x="931" y="1941"/>
            <a:chExt cx="829" cy="828"/>
          </a:xfrm>
        </p:grpSpPr>
        <p:sp>
          <p:nvSpPr>
            <p:cNvPr id="52295" name="Freeform 101">
              <a:extLst>
                <a:ext uri="{FF2B5EF4-FFF2-40B4-BE49-F238E27FC236}">
                  <a16:creationId xmlns:a16="http://schemas.microsoft.com/office/drawing/2014/main" id="{C8B2A816-8C63-40D6-BDA0-FC9850B21B94}"/>
                </a:ext>
              </a:extLst>
            </p:cNvPr>
            <p:cNvSpPr>
              <a:spLocks/>
            </p:cNvSpPr>
            <p:nvPr/>
          </p:nvSpPr>
          <p:spPr bwMode="auto">
            <a:xfrm>
              <a:off x="1424" y="1965"/>
              <a:ext cx="336" cy="801"/>
            </a:xfrm>
            <a:custGeom>
              <a:avLst/>
              <a:gdLst>
                <a:gd name="T0" fmla="*/ 1 w 551"/>
                <a:gd name="T1" fmla="*/ 0 h 801"/>
                <a:gd name="T2" fmla="*/ 1 w 551"/>
                <a:gd name="T3" fmla="*/ 402 h 801"/>
                <a:gd name="T4" fmla="*/ 1 w 551"/>
                <a:gd name="T5" fmla="*/ 801 h 801"/>
                <a:gd name="T6" fmla="*/ 1 w 551"/>
                <a:gd name="T7" fmla="*/ 535 h 801"/>
                <a:gd name="T8" fmla="*/ 0 w 551"/>
                <a:gd name="T9" fmla="*/ 371 h 801"/>
                <a:gd name="T10" fmla="*/ 1 w 551"/>
                <a:gd name="T11" fmla="*/ 0 h 801"/>
                <a:gd name="T12" fmla="*/ 0 60000 65536"/>
                <a:gd name="T13" fmla="*/ 0 60000 65536"/>
                <a:gd name="T14" fmla="*/ 0 60000 65536"/>
                <a:gd name="T15" fmla="*/ 0 60000 65536"/>
                <a:gd name="T16" fmla="*/ 0 60000 65536"/>
                <a:gd name="T17" fmla="*/ 0 60000 65536"/>
                <a:gd name="T18" fmla="*/ 0 w 551"/>
                <a:gd name="T19" fmla="*/ 0 h 801"/>
                <a:gd name="T20" fmla="*/ 551 w 551"/>
                <a:gd name="T21" fmla="*/ 801 h 801"/>
              </a:gdLst>
              <a:ahLst/>
              <a:cxnLst>
                <a:cxn ang="T12">
                  <a:pos x="T0" y="T1"/>
                </a:cxn>
                <a:cxn ang="T13">
                  <a:pos x="T2" y="T3"/>
                </a:cxn>
                <a:cxn ang="T14">
                  <a:pos x="T4" y="T5"/>
                </a:cxn>
                <a:cxn ang="T15">
                  <a:pos x="T6" y="T7"/>
                </a:cxn>
                <a:cxn ang="T16">
                  <a:pos x="T8" y="T9"/>
                </a:cxn>
                <a:cxn ang="T17">
                  <a:pos x="T10" y="T11"/>
                </a:cxn>
              </a:cxnLst>
              <a:rect l="T18" t="T19" r="T20" b="T21"/>
              <a:pathLst>
                <a:path w="551" h="801">
                  <a:moveTo>
                    <a:pt x="14" y="0"/>
                  </a:moveTo>
                  <a:lnTo>
                    <a:pt x="551" y="402"/>
                  </a:lnTo>
                  <a:lnTo>
                    <a:pt x="6" y="801"/>
                  </a:lnTo>
                  <a:lnTo>
                    <a:pt x="13" y="535"/>
                  </a:lnTo>
                  <a:lnTo>
                    <a:pt x="0" y="371"/>
                  </a:lnTo>
                  <a:lnTo>
                    <a:pt x="14" y="0"/>
                  </a:lnTo>
                  <a:close/>
                </a:path>
              </a:pathLst>
            </a:custGeom>
            <a:gradFill rotWithShape="1">
              <a:gsLst>
                <a:gs pos="0">
                  <a:schemeClr val="bg1">
                    <a:alpha val="65999"/>
                  </a:schemeClr>
                </a:gs>
                <a:gs pos="100000">
                  <a:srgbClr val="000099">
                    <a:alpha val="65999"/>
                  </a:srgbClr>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nvGrpSpPr>
            <p:cNvPr id="52296" name="Group 102">
              <a:extLst>
                <a:ext uri="{FF2B5EF4-FFF2-40B4-BE49-F238E27FC236}">
                  <a16:creationId xmlns:a16="http://schemas.microsoft.com/office/drawing/2014/main" id="{24A16638-E641-4E69-B605-5ED4CA3F92A7}"/>
                </a:ext>
              </a:extLst>
            </p:cNvPr>
            <p:cNvGrpSpPr>
              <a:grpSpLocks/>
            </p:cNvGrpSpPr>
            <p:nvPr/>
          </p:nvGrpSpPr>
          <p:grpSpPr bwMode="auto">
            <a:xfrm>
              <a:off x="931" y="1941"/>
              <a:ext cx="501" cy="828"/>
              <a:chOff x="569" y="2954"/>
              <a:chExt cx="501" cy="828"/>
            </a:xfrm>
          </p:grpSpPr>
          <p:sp>
            <p:nvSpPr>
              <p:cNvPr id="52297" name="Rectangle 103">
                <a:extLst>
                  <a:ext uri="{FF2B5EF4-FFF2-40B4-BE49-F238E27FC236}">
                    <a16:creationId xmlns:a16="http://schemas.microsoft.com/office/drawing/2014/main" id="{BF4A26ED-B4F1-49DB-99E5-151DF74C7309}"/>
                  </a:ext>
                </a:extLst>
              </p:cNvPr>
              <p:cNvSpPr>
                <a:spLocks noChangeArrowheads="1"/>
              </p:cNvSpPr>
              <p:nvPr/>
            </p:nvSpPr>
            <p:spPr bwMode="auto">
              <a:xfrm>
                <a:off x="576" y="2973"/>
                <a:ext cx="493" cy="790"/>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2298" name="Text Box 104">
                <a:extLst>
                  <a:ext uri="{FF2B5EF4-FFF2-40B4-BE49-F238E27FC236}">
                    <a16:creationId xmlns:a16="http://schemas.microsoft.com/office/drawing/2014/main" id="{5ED0614B-E3ED-4C78-BE31-9AE763DB3343}"/>
                  </a:ext>
                </a:extLst>
              </p:cNvPr>
              <p:cNvSpPr txBox="1">
                <a:spLocks noChangeArrowheads="1"/>
              </p:cNvSpPr>
              <p:nvPr/>
            </p:nvSpPr>
            <p:spPr bwMode="auto">
              <a:xfrm>
                <a:off x="593" y="2954"/>
                <a:ext cx="477" cy="8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1600"/>
                  <a:t>DHCP</a:t>
                </a:r>
              </a:p>
              <a:p>
                <a:pPr algn="ctr"/>
                <a:r>
                  <a:rPr lang="en-US" altLang="en-US" sz="1600"/>
                  <a:t>UDP</a:t>
                </a:r>
              </a:p>
              <a:p>
                <a:pPr algn="ctr"/>
                <a:r>
                  <a:rPr lang="en-US" altLang="en-US" sz="1600"/>
                  <a:t>IP</a:t>
                </a:r>
              </a:p>
              <a:p>
                <a:pPr algn="ctr"/>
                <a:r>
                  <a:rPr lang="en-US" altLang="en-US" sz="1600"/>
                  <a:t>Eth</a:t>
                </a:r>
              </a:p>
              <a:p>
                <a:pPr algn="ctr"/>
                <a:r>
                  <a:rPr lang="en-US" altLang="en-US" sz="1600"/>
                  <a:t>Phy</a:t>
                </a:r>
              </a:p>
            </p:txBody>
          </p:sp>
          <p:sp>
            <p:nvSpPr>
              <p:cNvPr id="52299" name="Line 105">
                <a:extLst>
                  <a:ext uri="{FF2B5EF4-FFF2-40B4-BE49-F238E27FC236}">
                    <a16:creationId xmlns:a16="http://schemas.microsoft.com/office/drawing/2014/main" id="{063A9FA4-EA20-48F0-B4CC-EF6B70ED0D7B}"/>
                  </a:ext>
                </a:extLst>
              </p:cNvPr>
              <p:cNvSpPr>
                <a:spLocks noChangeShapeType="1"/>
              </p:cNvSpPr>
              <p:nvPr/>
            </p:nvSpPr>
            <p:spPr bwMode="auto">
              <a:xfrm>
                <a:off x="578" y="3130"/>
                <a:ext cx="48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52300" name="Line 106">
                <a:extLst>
                  <a:ext uri="{FF2B5EF4-FFF2-40B4-BE49-F238E27FC236}">
                    <a16:creationId xmlns:a16="http://schemas.microsoft.com/office/drawing/2014/main" id="{5E188425-09C5-4D45-AFC3-BAFCFAF3FC10}"/>
                  </a:ext>
                </a:extLst>
              </p:cNvPr>
              <p:cNvSpPr>
                <a:spLocks noChangeShapeType="1"/>
              </p:cNvSpPr>
              <p:nvPr/>
            </p:nvSpPr>
            <p:spPr bwMode="auto">
              <a:xfrm>
                <a:off x="575" y="3289"/>
                <a:ext cx="48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52301" name="Line 107">
                <a:extLst>
                  <a:ext uri="{FF2B5EF4-FFF2-40B4-BE49-F238E27FC236}">
                    <a16:creationId xmlns:a16="http://schemas.microsoft.com/office/drawing/2014/main" id="{CFB77ABB-A128-448F-8B4B-D6B848C542ED}"/>
                  </a:ext>
                </a:extLst>
              </p:cNvPr>
              <p:cNvSpPr>
                <a:spLocks noChangeShapeType="1"/>
              </p:cNvSpPr>
              <p:nvPr/>
            </p:nvSpPr>
            <p:spPr bwMode="auto">
              <a:xfrm>
                <a:off x="572" y="3448"/>
                <a:ext cx="48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52302" name="Line 108">
                <a:extLst>
                  <a:ext uri="{FF2B5EF4-FFF2-40B4-BE49-F238E27FC236}">
                    <a16:creationId xmlns:a16="http://schemas.microsoft.com/office/drawing/2014/main" id="{C8ED24C3-0822-44A7-81D9-DA5FD6DA5048}"/>
                  </a:ext>
                </a:extLst>
              </p:cNvPr>
              <p:cNvSpPr>
                <a:spLocks noChangeShapeType="1"/>
              </p:cNvSpPr>
              <p:nvPr/>
            </p:nvSpPr>
            <p:spPr bwMode="auto">
              <a:xfrm>
                <a:off x="569" y="3607"/>
                <a:ext cx="48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grpSp>
      <p:grpSp>
        <p:nvGrpSpPr>
          <p:cNvPr id="52256" name="Group 145">
            <a:extLst>
              <a:ext uri="{FF2B5EF4-FFF2-40B4-BE49-F238E27FC236}">
                <a16:creationId xmlns:a16="http://schemas.microsoft.com/office/drawing/2014/main" id="{7DE07A26-B18F-4D48-A062-21445023597C}"/>
              </a:ext>
            </a:extLst>
          </p:cNvPr>
          <p:cNvGrpSpPr>
            <a:grpSpLocks/>
          </p:cNvGrpSpPr>
          <p:nvPr/>
        </p:nvGrpSpPr>
        <p:grpSpPr bwMode="auto">
          <a:xfrm>
            <a:off x="2327276" y="3344864"/>
            <a:ext cx="544513" cy="244475"/>
            <a:chOff x="844" y="3337"/>
            <a:chExt cx="343" cy="154"/>
          </a:xfrm>
        </p:grpSpPr>
        <p:sp>
          <p:nvSpPr>
            <p:cNvPr id="52293" name="Rectangle 146">
              <a:extLst>
                <a:ext uri="{FF2B5EF4-FFF2-40B4-BE49-F238E27FC236}">
                  <a16:creationId xmlns:a16="http://schemas.microsoft.com/office/drawing/2014/main" id="{D1BAD847-61F0-464D-8016-6E644B48A863}"/>
                </a:ext>
              </a:extLst>
            </p:cNvPr>
            <p:cNvSpPr>
              <a:spLocks noChangeArrowheads="1"/>
            </p:cNvSpPr>
            <p:nvPr/>
          </p:nvSpPr>
          <p:spPr bwMode="auto">
            <a:xfrm>
              <a:off x="889" y="3370"/>
              <a:ext cx="245" cy="86"/>
            </a:xfrm>
            <a:prstGeom prst="rect">
              <a:avLst/>
            </a:prstGeom>
            <a:solidFill>
              <a:srgbClr val="FF0000"/>
            </a:solidFill>
            <a:ln w="9525">
              <a:solidFill>
                <a:schemeClr val="bg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2294" name="Text Box 147">
              <a:extLst>
                <a:ext uri="{FF2B5EF4-FFF2-40B4-BE49-F238E27FC236}">
                  <a16:creationId xmlns:a16="http://schemas.microsoft.com/office/drawing/2014/main" id="{85BD6B45-C04D-4A2A-A1F2-7B33D7E4AE46}"/>
                </a:ext>
              </a:extLst>
            </p:cNvPr>
            <p:cNvSpPr txBox="1">
              <a:spLocks noChangeArrowheads="1"/>
            </p:cNvSpPr>
            <p:nvPr/>
          </p:nvSpPr>
          <p:spPr bwMode="auto">
            <a:xfrm>
              <a:off x="844" y="3337"/>
              <a:ext cx="343"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000">
                  <a:solidFill>
                    <a:schemeClr val="bg1"/>
                  </a:solidFill>
                </a:rPr>
                <a:t>DHCP</a:t>
              </a:r>
            </a:p>
          </p:txBody>
        </p:sp>
      </p:grpSp>
      <p:grpSp>
        <p:nvGrpSpPr>
          <p:cNvPr id="52257" name="Group 44">
            <a:extLst>
              <a:ext uri="{FF2B5EF4-FFF2-40B4-BE49-F238E27FC236}">
                <a16:creationId xmlns:a16="http://schemas.microsoft.com/office/drawing/2014/main" id="{B3BCF7BD-623C-4567-970A-E7D16E73F189}"/>
              </a:ext>
            </a:extLst>
          </p:cNvPr>
          <p:cNvGrpSpPr>
            <a:grpSpLocks/>
          </p:cNvGrpSpPr>
          <p:nvPr/>
        </p:nvGrpSpPr>
        <p:grpSpPr bwMode="auto">
          <a:xfrm>
            <a:off x="2719388" y="1247775"/>
            <a:ext cx="976312" cy="1460500"/>
            <a:chOff x="651" y="681"/>
            <a:chExt cx="615" cy="920"/>
          </a:xfrm>
        </p:grpSpPr>
        <p:sp>
          <p:nvSpPr>
            <p:cNvPr id="52285" name="Freeform 45">
              <a:extLst>
                <a:ext uri="{FF2B5EF4-FFF2-40B4-BE49-F238E27FC236}">
                  <a16:creationId xmlns:a16="http://schemas.microsoft.com/office/drawing/2014/main" id="{01190724-99D2-437A-8817-C784F3A6CA4C}"/>
                </a:ext>
              </a:extLst>
            </p:cNvPr>
            <p:cNvSpPr>
              <a:spLocks/>
            </p:cNvSpPr>
            <p:nvPr/>
          </p:nvSpPr>
          <p:spPr bwMode="auto">
            <a:xfrm>
              <a:off x="662" y="698"/>
              <a:ext cx="604" cy="903"/>
            </a:xfrm>
            <a:custGeom>
              <a:avLst/>
              <a:gdLst>
                <a:gd name="T0" fmla="*/ 496 w 604"/>
                <a:gd name="T1" fmla="*/ 0 h 903"/>
                <a:gd name="T2" fmla="*/ 604 w 604"/>
                <a:gd name="T3" fmla="*/ 903 h 903"/>
                <a:gd name="T4" fmla="*/ 0 w 604"/>
                <a:gd name="T5" fmla="*/ 788 h 903"/>
                <a:gd name="T6" fmla="*/ 456 w 604"/>
                <a:gd name="T7" fmla="*/ 750 h 903"/>
                <a:gd name="T8" fmla="*/ 496 w 604"/>
                <a:gd name="T9" fmla="*/ 0 h 903"/>
                <a:gd name="T10" fmla="*/ 0 60000 65536"/>
                <a:gd name="T11" fmla="*/ 0 60000 65536"/>
                <a:gd name="T12" fmla="*/ 0 60000 65536"/>
                <a:gd name="T13" fmla="*/ 0 60000 65536"/>
                <a:gd name="T14" fmla="*/ 0 60000 65536"/>
                <a:gd name="T15" fmla="*/ 0 w 604"/>
                <a:gd name="T16" fmla="*/ 0 h 903"/>
                <a:gd name="T17" fmla="*/ 604 w 604"/>
                <a:gd name="T18" fmla="*/ 903 h 903"/>
              </a:gdLst>
              <a:ahLst/>
              <a:cxnLst>
                <a:cxn ang="T10">
                  <a:pos x="T0" y="T1"/>
                </a:cxn>
                <a:cxn ang="T11">
                  <a:pos x="T2" y="T3"/>
                </a:cxn>
                <a:cxn ang="T12">
                  <a:pos x="T4" y="T5"/>
                </a:cxn>
                <a:cxn ang="T13">
                  <a:pos x="T6" y="T7"/>
                </a:cxn>
                <a:cxn ang="T14">
                  <a:pos x="T8" y="T9"/>
                </a:cxn>
              </a:cxnLst>
              <a:rect l="T15" t="T16" r="T17" b="T18"/>
              <a:pathLst>
                <a:path w="604" h="903">
                  <a:moveTo>
                    <a:pt x="496" y="0"/>
                  </a:moveTo>
                  <a:lnTo>
                    <a:pt x="604" y="903"/>
                  </a:lnTo>
                  <a:lnTo>
                    <a:pt x="0" y="788"/>
                  </a:lnTo>
                  <a:lnTo>
                    <a:pt x="456" y="750"/>
                  </a:lnTo>
                  <a:lnTo>
                    <a:pt x="496" y="0"/>
                  </a:lnTo>
                  <a:close/>
                </a:path>
              </a:pathLst>
            </a:custGeom>
            <a:gradFill rotWithShape="1">
              <a:gsLst>
                <a:gs pos="0">
                  <a:schemeClr val="bg1">
                    <a:alpha val="65999"/>
                  </a:schemeClr>
                </a:gs>
                <a:gs pos="100000">
                  <a:srgbClr val="000099">
                    <a:alpha val="65999"/>
                  </a:srgbClr>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nvGrpSpPr>
            <p:cNvPr id="52286" name="Group 46">
              <a:extLst>
                <a:ext uri="{FF2B5EF4-FFF2-40B4-BE49-F238E27FC236}">
                  <a16:creationId xmlns:a16="http://schemas.microsoft.com/office/drawing/2014/main" id="{F49E5E14-02C5-4A8D-AF3D-4AB9642D7886}"/>
                </a:ext>
              </a:extLst>
            </p:cNvPr>
            <p:cNvGrpSpPr>
              <a:grpSpLocks/>
            </p:cNvGrpSpPr>
            <p:nvPr/>
          </p:nvGrpSpPr>
          <p:grpSpPr bwMode="auto">
            <a:xfrm>
              <a:off x="651" y="681"/>
              <a:ext cx="501" cy="828"/>
              <a:chOff x="569" y="2954"/>
              <a:chExt cx="501" cy="828"/>
            </a:xfrm>
          </p:grpSpPr>
          <p:sp>
            <p:nvSpPr>
              <p:cNvPr id="52287" name="Rectangle 47">
                <a:extLst>
                  <a:ext uri="{FF2B5EF4-FFF2-40B4-BE49-F238E27FC236}">
                    <a16:creationId xmlns:a16="http://schemas.microsoft.com/office/drawing/2014/main" id="{C23D4157-7A11-48E6-A55C-0CF77DC4EDE6}"/>
                  </a:ext>
                </a:extLst>
              </p:cNvPr>
              <p:cNvSpPr>
                <a:spLocks noChangeArrowheads="1"/>
              </p:cNvSpPr>
              <p:nvPr/>
            </p:nvSpPr>
            <p:spPr bwMode="auto">
              <a:xfrm>
                <a:off x="576" y="2973"/>
                <a:ext cx="493" cy="790"/>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2288" name="Text Box 48">
                <a:extLst>
                  <a:ext uri="{FF2B5EF4-FFF2-40B4-BE49-F238E27FC236}">
                    <a16:creationId xmlns:a16="http://schemas.microsoft.com/office/drawing/2014/main" id="{8B32344A-7B1E-4534-8D5E-E6390A8F42A3}"/>
                  </a:ext>
                </a:extLst>
              </p:cNvPr>
              <p:cNvSpPr txBox="1">
                <a:spLocks noChangeArrowheads="1"/>
              </p:cNvSpPr>
              <p:nvPr/>
            </p:nvSpPr>
            <p:spPr bwMode="auto">
              <a:xfrm>
                <a:off x="593" y="2954"/>
                <a:ext cx="477" cy="8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1600"/>
                  <a:t>DHCP</a:t>
                </a:r>
              </a:p>
              <a:p>
                <a:pPr algn="ctr"/>
                <a:r>
                  <a:rPr lang="en-US" altLang="en-US" sz="1600"/>
                  <a:t>UDP</a:t>
                </a:r>
              </a:p>
              <a:p>
                <a:pPr algn="ctr"/>
                <a:r>
                  <a:rPr lang="en-US" altLang="en-US" sz="1600"/>
                  <a:t>IP</a:t>
                </a:r>
              </a:p>
              <a:p>
                <a:pPr algn="ctr"/>
                <a:r>
                  <a:rPr lang="en-US" altLang="en-US" sz="1600"/>
                  <a:t>Eth</a:t>
                </a:r>
              </a:p>
              <a:p>
                <a:pPr algn="ctr"/>
                <a:r>
                  <a:rPr lang="en-US" altLang="en-US" sz="1600"/>
                  <a:t>Phy</a:t>
                </a:r>
              </a:p>
            </p:txBody>
          </p:sp>
          <p:sp>
            <p:nvSpPr>
              <p:cNvPr id="52289" name="Line 49">
                <a:extLst>
                  <a:ext uri="{FF2B5EF4-FFF2-40B4-BE49-F238E27FC236}">
                    <a16:creationId xmlns:a16="http://schemas.microsoft.com/office/drawing/2014/main" id="{F96ADAF3-498C-4F40-8977-47BDDC76ECD1}"/>
                  </a:ext>
                </a:extLst>
              </p:cNvPr>
              <p:cNvSpPr>
                <a:spLocks noChangeShapeType="1"/>
              </p:cNvSpPr>
              <p:nvPr/>
            </p:nvSpPr>
            <p:spPr bwMode="auto">
              <a:xfrm>
                <a:off x="578" y="3130"/>
                <a:ext cx="48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52290" name="Line 50">
                <a:extLst>
                  <a:ext uri="{FF2B5EF4-FFF2-40B4-BE49-F238E27FC236}">
                    <a16:creationId xmlns:a16="http://schemas.microsoft.com/office/drawing/2014/main" id="{517FED78-2325-4C26-8D61-53BBB0AE0245}"/>
                  </a:ext>
                </a:extLst>
              </p:cNvPr>
              <p:cNvSpPr>
                <a:spLocks noChangeShapeType="1"/>
              </p:cNvSpPr>
              <p:nvPr/>
            </p:nvSpPr>
            <p:spPr bwMode="auto">
              <a:xfrm>
                <a:off x="575" y="3289"/>
                <a:ext cx="48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52291" name="Line 51">
                <a:extLst>
                  <a:ext uri="{FF2B5EF4-FFF2-40B4-BE49-F238E27FC236}">
                    <a16:creationId xmlns:a16="http://schemas.microsoft.com/office/drawing/2014/main" id="{F39F4A10-F3FF-4727-BFAA-B6103EFBDE2C}"/>
                  </a:ext>
                </a:extLst>
              </p:cNvPr>
              <p:cNvSpPr>
                <a:spLocks noChangeShapeType="1"/>
              </p:cNvSpPr>
              <p:nvPr/>
            </p:nvSpPr>
            <p:spPr bwMode="auto">
              <a:xfrm>
                <a:off x="572" y="3448"/>
                <a:ext cx="48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52292" name="Line 52">
                <a:extLst>
                  <a:ext uri="{FF2B5EF4-FFF2-40B4-BE49-F238E27FC236}">
                    <a16:creationId xmlns:a16="http://schemas.microsoft.com/office/drawing/2014/main" id="{106FC36F-F7CE-4391-8136-A1FD99FD6118}"/>
                  </a:ext>
                </a:extLst>
              </p:cNvPr>
              <p:cNvSpPr>
                <a:spLocks noChangeShapeType="1"/>
              </p:cNvSpPr>
              <p:nvPr/>
            </p:nvSpPr>
            <p:spPr bwMode="auto">
              <a:xfrm>
                <a:off x="569" y="3607"/>
                <a:ext cx="48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grpSp>
      <p:grpSp>
        <p:nvGrpSpPr>
          <p:cNvPr id="52259" name="Group 109">
            <a:extLst>
              <a:ext uri="{FF2B5EF4-FFF2-40B4-BE49-F238E27FC236}">
                <a16:creationId xmlns:a16="http://schemas.microsoft.com/office/drawing/2014/main" id="{13DF1404-969F-4ADC-B384-F239B2CC3DE6}"/>
              </a:ext>
            </a:extLst>
          </p:cNvPr>
          <p:cNvGrpSpPr>
            <a:grpSpLocks/>
          </p:cNvGrpSpPr>
          <p:nvPr/>
        </p:nvGrpSpPr>
        <p:grpSpPr bwMode="auto">
          <a:xfrm>
            <a:off x="1595439" y="1136651"/>
            <a:ext cx="1081087" cy="1217613"/>
            <a:chOff x="1404" y="3105"/>
            <a:chExt cx="681" cy="767"/>
          </a:xfrm>
        </p:grpSpPr>
        <p:grpSp>
          <p:nvGrpSpPr>
            <p:cNvPr id="52250" name="Group 110">
              <a:extLst>
                <a:ext uri="{FF2B5EF4-FFF2-40B4-BE49-F238E27FC236}">
                  <a16:creationId xmlns:a16="http://schemas.microsoft.com/office/drawing/2014/main" id="{43F4CB72-65BE-43F2-BD50-F80A0132EFD2}"/>
                </a:ext>
              </a:extLst>
            </p:cNvPr>
            <p:cNvGrpSpPr>
              <a:grpSpLocks/>
            </p:cNvGrpSpPr>
            <p:nvPr/>
          </p:nvGrpSpPr>
          <p:grpSpPr bwMode="auto">
            <a:xfrm>
              <a:off x="1404" y="3355"/>
              <a:ext cx="681" cy="468"/>
              <a:chOff x="42" y="886"/>
              <a:chExt cx="681" cy="468"/>
            </a:xfrm>
          </p:grpSpPr>
          <p:grpSp>
            <p:nvGrpSpPr>
              <p:cNvPr id="52255" name="Group 111">
                <a:extLst>
                  <a:ext uri="{FF2B5EF4-FFF2-40B4-BE49-F238E27FC236}">
                    <a16:creationId xmlns:a16="http://schemas.microsoft.com/office/drawing/2014/main" id="{8E81CA3E-7E80-4854-BB77-7036B2E5C894}"/>
                  </a:ext>
                </a:extLst>
              </p:cNvPr>
              <p:cNvGrpSpPr>
                <a:grpSpLocks/>
              </p:cNvGrpSpPr>
              <p:nvPr/>
            </p:nvGrpSpPr>
            <p:grpSpPr bwMode="auto">
              <a:xfrm>
                <a:off x="278" y="886"/>
                <a:ext cx="397" cy="154"/>
                <a:chOff x="740" y="3209"/>
                <a:chExt cx="397" cy="154"/>
              </a:xfrm>
            </p:grpSpPr>
            <p:grpSp>
              <p:nvGrpSpPr>
                <p:cNvPr id="52280" name="Group 112">
                  <a:extLst>
                    <a:ext uri="{FF2B5EF4-FFF2-40B4-BE49-F238E27FC236}">
                      <a16:creationId xmlns:a16="http://schemas.microsoft.com/office/drawing/2014/main" id="{2BAE0483-6AE0-49EC-9C24-A0CDAE8ADDC8}"/>
                    </a:ext>
                  </a:extLst>
                </p:cNvPr>
                <p:cNvGrpSpPr>
                  <a:grpSpLocks/>
                </p:cNvGrpSpPr>
                <p:nvPr/>
              </p:nvGrpSpPr>
              <p:grpSpPr bwMode="auto">
                <a:xfrm>
                  <a:off x="794" y="3209"/>
                  <a:ext cx="343" cy="154"/>
                  <a:chOff x="844" y="3337"/>
                  <a:chExt cx="343" cy="154"/>
                </a:xfrm>
              </p:grpSpPr>
              <p:sp>
                <p:nvSpPr>
                  <p:cNvPr id="52283" name="Rectangle 113">
                    <a:extLst>
                      <a:ext uri="{FF2B5EF4-FFF2-40B4-BE49-F238E27FC236}">
                        <a16:creationId xmlns:a16="http://schemas.microsoft.com/office/drawing/2014/main" id="{DC389638-B5D8-4133-818E-2FDE6F59187B}"/>
                      </a:ext>
                    </a:extLst>
                  </p:cNvPr>
                  <p:cNvSpPr>
                    <a:spLocks noChangeArrowheads="1"/>
                  </p:cNvSpPr>
                  <p:nvPr/>
                </p:nvSpPr>
                <p:spPr bwMode="auto">
                  <a:xfrm>
                    <a:off x="889" y="3370"/>
                    <a:ext cx="245" cy="86"/>
                  </a:xfrm>
                  <a:prstGeom prst="rect">
                    <a:avLst/>
                  </a:prstGeom>
                  <a:solidFill>
                    <a:srgbClr val="FF0000"/>
                  </a:solidFill>
                  <a:ln w="9525">
                    <a:solidFill>
                      <a:schemeClr val="bg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2284" name="Text Box 114">
                    <a:extLst>
                      <a:ext uri="{FF2B5EF4-FFF2-40B4-BE49-F238E27FC236}">
                        <a16:creationId xmlns:a16="http://schemas.microsoft.com/office/drawing/2014/main" id="{918B5518-42E7-455C-BC6C-70E9BAF5A85C}"/>
                      </a:ext>
                    </a:extLst>
                  </p:cNvPr>
                  <p:cNvSpPr txBox="1">
                    <a:spLocks noChangeArrowheads="1"/>
                  </p:cNvSpPr>
                  <p:nvPr/>
                </p:nvSpPr>
                <p:spPr bwMode="auto">
                  <a:xfrm>
                    <a:off x="844" y="3337"/>
                    <a:ext cx="343"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000">
                        <a:solidFill>
                          <a:schemeClr val="bg1"/>
                        </a:solidFill>
                      </a:rPr>
                      <a:t>DHCP</a:t>
                    </a:r>
                  </a:p>
                </p:txBody>
              </p:sp>
            </p:grpSp>
            <p:sp>
              <p:nvSpPr>
                <p:cNvPr id="52281" name="Rectangle 115">
                  <a:extLst>
                    <a:ext uri="{FF2B5EF4-FFF2-40B4-BE49-F238E27FC236}">
                      <a16:creationId xmlns:a16="http://schemas.microsoft.com/office/drawing/2014/main" id="{3A0C6959-2FAD-4221-BA0F-25F0CF39E07C}"/>
                    </a:ext>
                  </a:extLst>
                </p:cNvPr>
                <p:cNvSpPr>
                  <a:spLocks noChangeArrowheads="1"/>
                </p:cNvSpPr>
                <p:nvPr/>
              </p:nvSpPr>
              <p:spPr bwMode="auto">
                <a:xfrm>
                  <a:off x="750" y="3244"/>
                  <a:ext cx="88" cy="82"/>
                </a:xfrm>
                <a:prstGeom prst="rect">
                  <a:avLst/>
                </a:prstGeom>
                <a:solidFill>
                  <a:schemeClr val="accent1"/>
                </a:solidFill>
                <a:ln w="9525">
                  <a:solidFill>
                    <a:schemeClr val="bg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2282" name="Rectangle 116">
                  <a:extLst>
                    <a:ext uri="{FF2B5EF4-FFF2-40B4-BE49-F238E27FC236}">
                      <a16:creationId xmlns:a16="http://schemas.microsoft.com/office/drawing/2014/main" id="{6AAE2664-555B-46DE-8026-CAF82FB42BFF}"/>
                    </a:ext>
                  </a:extLst>
                </p:cNvPr>
                <p:cNvSpPr>
                  <a:spLocks noChangeArrowheads="1"/>
                </p:cNvSpPr>
                <p:nvPr/>
              </p:nvSpPr>
              <p:spPr bwMode="auto">
                <a:xfrm>
                  <a:off x="740" y="3238"/>
                  <a:ext cx="354" cy="94"/>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grpSp>
            <p:nvGrpSpPr>
              <p:cNvPr id="2" name="Group 117">
                <a:extLst>
                  <a:ext uri="{FF2B5EF4-FFF2-40B4-BE49-F238E27FC236}">
                    <a16:creationId xmlns:a16="http://schemas.microsoft.com/office/drawing/2014/main" id="{623AA270-6F23-4C6F-822B-CB2FBF4A3156}"/>
                  </a:ext>
                </a:extLst>
              </p:cNvPr>
              <p:cNvGrpSpPr>
                <a:grpSpLocks/>
              </p:cNvGrpSpPr>
              <p:nvPr/>
            </p:nvGrpSpPr>
            <p:grpSpPr bwMode="auto">
              <a:xfrm>
                <a:off x="278" y="1034"/>
                <a:ext cx="397" cy="154"/>
                <a:chOff x="836" y="3305"/>
                <a:chExt cx="397" cy="154"/>
              </a:xfrm>
            </p:grpSpPr>
            <p:grpSp>
              <p:nvGrpSpPr>
                <p:cNvPr id="52274" name="Group 118">
                  <a:extLst>
                    <a:ext uri="{FF2B5EF4-FFF2-40B4-BE49-F238E27FC236}">
                      <a16:creationId xmlns:a16="http://schemas.microsoft.com/office/drawing/2014/main" id="{326BC3C0-09AC-4016-989D-DD365335BDE6}"/>
                    </a:ext>
                  </a:extLst>
                </p:cNvPr>
                <p:cNvGrpSpPr>
                  <a:grpSpLocks/>
                </p:cNvGrpSpPr>
                <p:nvPr/>
              </p:nvGrpSpPr>
              <p:grpSpPr bwMode="auto">
                <a:xfrm>
                  <a:off x="890" y="3305"/>
                  <a:ext cx="343" cy="154"/>
                  <a:chOff x="844" y="3337"/>
                  <a:chExt cx="343" cy="154"/>
                </a:xfrm>
              </p:grpSpPr>
              <p:sp>
                <p:nvSpPr>
                  <p:cNvPr id="52278" name="Rectangle 119">
                    <a:extLst>
                      <a:ext uri="{FF2B5EF4-FFF2-40B4-BE49-F238E27FC236}">
                        <a16:creationId xmlns:a16="http://schemas.microsoft.com/office/drawing/2014/main" id="{72E9B483-CFD5-4002-8C5E-986CF499238E}"/>
                      </a:ext>
                    </a:extLst>
                  </p:cNvPr>
                  <p:cNvSpPr>
                    <a:spLocks noChangeArrowheads="1"/>
                  </p:cNvSpPr>
                  <p:nvPr/>
                </p:nvSpPr>
                <p:spPr bwMode="auto">
                  <a:xfrm>
                    <a:off x="889" y="3370"/>
                    <a:ext cx="245" cy="86"/>
                  </a:xfrm>
                  <a:prstGeom prst="rect">
                    <a:avLst/>
                  </a:prstGeom>
                  <a:solidFill>
                    <a:srgbClr val="FF0000"/>
                  </a:solidFill>
                  <a:ln w="9525">
                    <a:solidFill>
                      <a:schemeClr val="bg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2279" name="Text Box 120">
                    <a:extLst>
                      <a:ext uri="{FF2B5EF4-FFF2-40B4-BE49-F238E27FC236}">
                        <a16:creationId xmlns:a16="http://schemas.microsoft.com/office/drawing/2014/main" id="{22E84A05-E6ED-4E0F-8627-51A135A4A46F}"/>
                      </a:ext>
                    </a:extLst>
                  </p:cNvPr>
                  <p:cNvSpPr txBox="1">
                    <a:spLocks noChangeArrowheads="1"/>
                  </p:cNvSpPr>
                  <p:nvPr/>
                </p:nvSpPr>
                <p:spPr bwMode="auto">
                  <a:xfrm>
                    <a:off x="844" y="3337"/>
                    <a:ext cx="343"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000">
                        <a:solidFill>
                          <a:schemeClr val="bg1"/>
                        </a:solidFill>
                      </a:rPr>
                      <a:t>DHCP</a:t>
                    </a:r>
                  </a:p>
                </p:txBody>
              </p:sp>
            </p:grpSp>
            <p:grpSp>
              <p:nvGrpSpPr>
                <p:cNvPr id="52275" name="Group 121">
                  <a:extLst>
                    <a:ext uri="{FF2B5EF4-FFF2-40B4-BE49-F238E27FC236}">
                      <a16:creationId xmlns:a16="http://schemas.microsoft.com/office/drawing/2014/main" id="{465E26DA-736F-45A7-8AD3-D56470D14244}"/>
                    </a:ext>
                  </a:extLst>
                </p:cNvPr>
                <p:cNvGrpSpPr>
                  <a:grpSpLocks/>
                </p:cNvGrpSpPr>
                <p:nvPr/>
              </p:nvGrpSpPr>
              <p:grpSpPr bwMode="auto">
                <a:xfrm>
                  <a:off x="836" y="3334"/>
                  <a:ext cx="354" cy="94"/>
                  <a:chOff x="836" y="3334"/>
                  <a:chExt cx="354" cy="94"/>
                </a:xfrm>
              </p:grpSpPr>
              <p:sp>
                <p:nvSpPr>
                  <p:cNvPr id="52276" name="Rectangle 122">
                    <a:extLst>
                      <a:ext uri="{FF2B5EF4-FFF2-40B4-BE49-F238E27FC236}">
                        <a16:creationId xmlns:a16="http://schemas.microsoft.com/office/drawing/2014/main" id="{06A6832B-1BC9-4432-8830-1C607CD4551C}"/>
                      </a:ext>
                    </a:extLst>
                  </p:cNvPr>
                  <p:cNvSpPr>
                    <a:spLocks noChangeArrowheads="1"/>
                  </p:cNvSpPr>
                  <p:nvPr/>
                </p:nvSpPr>
                <p:spPr bwMode="auto">
                  <a:xfrm>
                    <a:off x="846" y="3340"/>
                    <a:ext cx="88" cy="82"/>
                  </a:xfrm>
                  <a:prstGeom prst="rect">
                    <a:avLst/>
                  </a:prstGeom>
                  <a:solidFill>
                    <a:schemeClr val="accent1"/>
                  </a:solidFill>
                  <a:ln w="9525">
                    <a:solidFill>
                      <a:schemeClr val="bg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2277" name="Rectangle 123">
                    <a:extLst>
                      <a:ext uri="{FF2B5EF4-FFF2-40B4-BE49-F238E27FC236}">
                        <a16:creationId xmlns:a16="http://schemas.microsoft.com/office/drawing/2014/main" id="{0CE20717-BB52-43D6-8563-38DD9DB0438C}"/>
                      </a:ext>
                    </a:extLst>
                  </p:cNvPr>
                  <p:cNvSpPr>
                    <a:spLocks noChangeArrowheads="1"/>
                  </p:cNvSpPr>
                  <p:nvPr/>
                </p:nvSpPr>
                <p:spPr bwMode="auto">
                  <a:xfrm>
                    <a:off x="836" y="3334"/>
                    <a:ext cx="354" cy="94"/>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grpSp>
          <p:grpSp>
            <p:nvGrpSpPr>
              <p:cNvPr id="3" name="Group 124">
                <a:extLst>
                  <a:ext uri="{FF2B5EF4-FFF2-40B4-BE49-F238E27FC236}">
                    <a16:creationId xmlns:a16="http://schemas.microsoft.com/office/drawing/2014/main" id="{AB750F78-2485-46C2-A99C-BB323B7A6A8D}"/>
                  </a:ext>
                </a:extLst>
              </p:cNvPr>
              <p:cNvGrpSpPr>
                <a:grpSpLocks/>
              </p:cNvGrpSpPr>
              <p:nvPr/>
            </p:nvGrpSpPr>
            <p:grpSpPr bwMode="auto">
              <a:xfrm>
                <a:off x="165" y="1054"/>
                <a:ext cx="480" cy="112"/>
                <a:chOff x="627" y="3377"/>
                <a:chExt cx="480" cy="112"/>
              </a:xfrm>
            </p:grpSpPr>
            <p:sp>
              <p:nvSpPr>
                <p:cNvPr id="52272" name="Rectangle 125">
                  <a:extLst>
                    <a:ext uri="{FF2B5EF4-FFF2-40B4-BE49-F238E27FC236}">
                      <a16:creationId xmlns:a16="http://schemas.microsoft.com/office/drawing/2014/main" id="{092E469E-69CC-459F-9A76-F842BBBF466D}"/>
                    </a:ext>
                  </a:extLst>
                </p:cNvPr>
                <p:cNvSpPr>
                  <a:spLocks noChangeArrowheads="1"/>
                </p:cNvSpPr>
                <p:nvPr/>
              </p:nvSpPr>
              <p:spPr bwMode="auto">
                <a:xfrm>
                  <a:off x="636" y="3388"/>
                  <a:ext cx="96" cy="9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2273" name="Rectangle 126">
                  <a:extLst>
                    <a:ext uri="{FF2B5EF4-FFF2-40B4-BE49-F238E27FC236}">
                      <a16:creationId xmlns:a16="http://schemas.microsoft.com/office/drawing/2014/main" id="{EB76CA06-FBCD-4C4A-A53A-D0DA6B05C768}"/>
                    </a:ext>
                  </a:extLst>
                </p:cNvPr>
                <p:cNvSpPr>
                  <a:spLocks noChangeArrowheads="1"/>
                </p:cNvSpPr>
                <p:nvPr/>
              </p:nvSpPr>
              <p:spPr bwMode="auto">
                <a:xfrm>
                  <a:off x="627" y="3377"/>
                  <a:ext cx="480" cy="112"/>
                </a:xfrm>
                <a:prstGeom prst="rect">
                  <a:avLst/>
                </a:prstGeom>
                <a:noFill/>
                <a:ln w="9525">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grpSp>
            <p:nvGrpSpPr>
              <p:cNvPr id="52258" name="Group 127">
                <a:extLst>
                  <a:ext uri="{FF2B5EF4-FFF2-40B4-BE49-F238E27FC236}">
                    <a16:creationId xmlns:a16="http://schemas.microsoft.com/office/drawing/2014/main" id="{6A3776B3-CD2A-4E5F-A018-52300097F9EF}"/>
                  </a:ext>
                </a:extLst>
              </p:cNvPr>
              <p:cNvGrpSpPr>
                <a:grpSpLocks/>
              </p:cNvGrpSpPr>
              <p:nvPr/>
            </p:nvGrpSpPr>
            <p:grpSpPr bwMode="auto">
              <a:xfrm>
                <a:off x="42" y="1200"/>
                <a:ext cx="681" cy="154"/>
                <a:chOff x="504" y="3523"/>
                <a:chExt cx="681" cy="154"/>
              </a:xfrm>
            </p:grpSpPr>
            <p:grpSp>
              <p:nvGrpSpPr>
                <p:cNvPr id="4" name="Group 128">
                  <a:extLst>
                    <a:ext uri="{FF2B5EF4-FFF2-40B4-BE49-F238E27FC236}">
                      <a16:creationId xmlns:a16="http://schemas.microsoft.com/office/drawing/2014/main" id="{F323785B-7D99-4B59-98E0-48DD2E8740F5}"/>
                    </a:ext>
                  </a:extLst>
                </p:cNvPr>
                <p:cNvGrpSpPr>
                  <a:grpSpLocks/>
                </p:cNvGrpSpPr>
                <p:nvPr/>
              </p:nvGrpSpPr>
              <p:grpSpPr bwMode="auto">
                <a:xfrm>
                  <a:off x="623" y="3523"/>
                  <a:ext cx="510" cy="154"/>
                  <a:chOff x="723" y="3453"/>
                  <a:chExt cx="510" cy="154"/>
                </a:xfrm>
              </p:grpSpPr>
              <p:grpSp>
                <p:nvGrpSpPr>
                  <p:cNvPr id="52263" name="Group 129">
                    <a:extLst>
                      <a:ext uri="{FF2B5EF4-FFF2-40B4-BE49-F238E27FC236}">
                        <a16:creationId xmlns:a16="http://schemas.microsoft.com/office/drawing/2014/main" id="{5C8BABFF-8C1E-4D2E-81D9-C666EFB31C6B}"/>
                      </a:ext>
                    </a:extLst>
                  </p:cNvPr>
                  <p:cNvGrpSpPr>
                    <a:grpSpLocks/>
                  </p:cNvGrpSpPr>
                  <p:nvPr/>
                </p:nvGrpSpPr>
                <p:grpSpPr bwMode="auto">
                  <a:xfrm>
                    <a:off x="836" y="3453"/>
                    <a:ext cx="397" cy="154"/>
                    <a:chOff x="836" y="3305"/>
                    <a:chExt cx="397" cy="154"/>
                  </a:xfrm>
                </p:grpSpPr>
                <p:grpSp>
                  <p:nvGrpSpPr>
                    <p:cNvPr id="52266" name="Group 130">
                      <a:extLst>
                        <a:ext uri="{FF2B5EF4-FFF2-40B4-BE49-F238E27FC236}">
                          <a16:creationId xmlns:a16="http://schemas.microsoft.com/office/drawing/2014/main" id="{B7264D23-C920-42C5-8E6B-C1D7608CFE3A}"/>
                        </a:ext>
                      </a:extLst>
                    </p:cNvPr>
                    <p:cNvGrpSpPr>
                      <a:grpSpLocks/>
                    </p:cNvGrpSpPr>
                    <p:nvPr/>
                  </p:nvGrpSpPr>
                  <p:grpSpPr bwMode="auto">
                    <a:xfrm>
                      <a:off x="890" y="3305"/>
                      <a:ext cx="343" cy="154"/>
                      <a:chOff x="844" y="3337"/>
                      <a:chExt cx="343" cy="154"/>
                    </a:xfrm>
                  </p:grpSpPr>
                  <p:sp>
                    <p:nvSpPr>
                      <p:cNvPr id="52270" name="Rectangle 131">
                        <a:extLst>
                          <a:ext uri="{FF2B5EF4-FFF2-40B4-BE49-F238E27FC236}">
                            <a16:creationId xmlns:a16="http://schemas.microsoft.com/office/drawing/2014/main" id="{16D800F4-05C0-4D1A-A184-7D09C19350F2}"/>
                          </a:ext>
                        </a:extLst>
                      </p:cNvPr>
                      <p:cNvSpPr>
                        <a:spLocks noChangeArrowheads="1"/>
                      </p:cNvSpPr>
                      <p:nvPr/>
                    </p:nvSpPr>
                    <p:spPr bwMode="auto">
                      <a:xfrm>
                        <a:off x="889" y="3370"/>
                        <a:ext cx="245" cy="86"/>
                      </a:xfrm>
                      <a:prstGeom prst="rect">
                        <a:avLst/>
                      </a:prstGeom>
                      <a:solidFill>
                        <a:srgbClr val="FF0000"/>
                      </a:solidFill>
                      <a:ln w="9525">
                        <a:solidFill>
                          <a:schemeClr val="bg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2271" name="Text Box 132">
                        <a:extLst>
                          <a:ext uri="{FF2B5EF4-FFF2-40B4-BE49-F238E27FC236}">
                            <a16:creationId xmlns:a16="http://schemas.microsoft.com/office/drawing/2014/main" id="{5BC5ACC2-9787-4DCB-BC19-F506F7FAC819}"/>
                          </a:ext>
                        </a:extLst>
                      </p:cNvPr>
                      <p:cNvSpPr txBox="1">
                        <a:spLocks noChangeArrowheads="1"/>
                      </p:cNvSpPr>
                      <p:nvPr/>
                    </p:nvSpPr>
                    <p:spPr bwMode="auto">
                      <a:xfrm>
                        <a:off x="844" y="3337"/>
                        <a:ext cx="343"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000">
                            <a:solidFill>
                              <a:schemeClr val="bg1"/>
                            </a:solidFill>
                          </a:rPr>
                          <a:t>DHCP</a:t>
                        </a:r>
                      </a:p>
                    </p:txBody>
                  </p:sp>
                </p:grpSp>
                <p:grpSp>
                  <p:nvGrpSpPr>
                    <p:cNvPr id="52267" name="Group 133">
                      <a:extLst>
                        <a:ext uri="{FF2B5EF4-FFF2-40B4-BE49-F238E27FC236}">
                          <a16:creationId xmlns:a16="http://schemas.microsoft.com/office/drawing/2014/main" id="{B4B28EB3-3F54-4BCE-9022-893AC25902AF}"/>
                        </a:ext>
                      </a:extLst>
                    </p:cNvPr>
                    <p:cNvGrpSpPr>
                      <a:grpSpLocks/>
                    </p:cNvGrpSpPr>
                    <p:nvPr/>
                  </p:nvGrpSpPr>
                  <p:grpSpPr bwMode="auto">
                    <a:xfrm>
                      <a:off x="836" y="3334"/>
                      <a:ext cx="354" cy="94"/>
                      <a:chOff x="836" y="3334"/>
                      <a:chExt cx="354" cy="94"/>
                    </a:xfrm>
                  </p:grpSpPr>
                  <p:sp>
                    <p:nvSpPr>
                      <p:cNvPr id="52268" name="Rectangle 134">
                        <a:extLst>
                          <a:ext uri="{FF2B5EF4-FFF2-40B4-BE49-F238E27FC236}">
                            <a16:creationId xmlns:a16="http://schemas.microsoft.com/office/drawing/2014/main" id="{7C83F3FD-55D6-495C-8278-ED4AEF89677F}"/>
                          </a:ext>
                        </a:extLst>
                      </p:cNvPr>
                      <p:cNvSpPr>
                        <a:spLocks noChangeArrowheads="1"/>
                      </p:cNvSpPr>
                      <p:nvPr/>
                    </p:nvSpPr>
                    <p:spPr bwMode="auto">
                      <a:xfrm>
                        <a:off x="846" y="3340"/>
                        <a:ext cx="88" cy="82"/>
                      </a:xfrm>
                      <a:prstGeom prst="rect">
                        <a:avLst/>
                      </a:prstGeom>
                      <a:solidFill>
                        <a:schemeClr val="accent1"/>
                      </a:solidFill>
                      <a:ln w="9525">
                        <a:solidFill>
                          <a:schemeClr val="bg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2269" name="Rectangle 135">
                        <a:extLst>
                          <a:ext uri="{FF2B5EF4-FFF2-40B4-BE49-F238E27FC236}">
                            <a16:creationId xmlns:a16="http://schemas.microsoft.com/office/drawing/2014/main" id="{FD6EC6E8-83FB-49E2-A5C9-890610DF3757}"/>
                          </a:ext>
                        </a:extLst>
                      </p:cNvPr>
                      <p:cNvSpPr>
                        <a:spLocks noChangeArrowheads="1"/>
                      </p:cNvSpPr>
                      <p:nvPr/>
                    </p:nvSpPr>
                    <p:spPr bwMode="auto">
                      <a:xfrm>
                        <a:off x="836" y="3334"/>
                        <a:ext cx="354" cy="94"/>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grpSp>
              <p:sp>
                <p:nvSpPr>
                  <p:cNvPr id="52264" name="Rectangle 136">
                    <a:extLst>
                      <a:ext uri="{FF2B5EF4-FFF2-40B4-BE49-F238E27FC236}">
                        <a16:creationId xmlns:a16="http://schemas.microsoft.com/office/drawing/2014/main" id="{909AD81A-B6E0-4A4C-A4BA-7D8979CD174B}"/>
                      </a:ext>
                    </a:extLst>
                  </p:cNvPr>
                  <p:cNvSpPr>
                    <a:spLocks noChangeArrowheads="1"/>
                  </p:cNvSpPr>
                  <p:nvPr/>
                </p:nvSpPr>
                <p:spPr bwMode="auto">
                  <a:xfrm>
                    <a:off x="732" y="3484"/>
                    <a:ext cx="96" cy="9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2265" name="Rectangle 137">
                    <a:extLst>
                      <a:ext uri="{FF2B5EF4-FFF2-40B4-BE49-F238E27FC236}">
                        <a16:creationId xmlns:a16="http://schemas.microsoft.com/office/drawing/2014/main" id="{4A88585D-5856-4095-8CD7-98B660EACD3D}"/>
                      </a:ext>
                    </a:extLst>
                  </p:cNvPr>
                  <p:cNvSpPr>
                    <a:spLocks noChangeArrowheads="1"/>
                  </p:cNvSpPr>
                  <p:nvPr/>
                </p:nvSpPr>
                <p:spPr bwMode="auto">
                  <a:xfrm>
                    <a:off x="723" y="3473"/>
                    <a:ext cx="480" cy="112"/>
                  </a:xfrm>
                  <a:prstGeom prst="rect">
                    <a:avLst/>
                  </a:prstGeom>
                  <a:noFill/>
                  <a:ln w="9525">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sp>
              <p:nvSpPr>
                <p:cNvPr id="52260" name="Rectangle 138">
                  <a:extLst>
                    <a:ext uri="{FF2B5EF4-FFF2-40B4-BE49-F238E27FC236}">
                      <a16:creationId xmlns:a16="http://schemas.microsoft.com/office/drawing/2014/main" id="{CF37686E-C10A-461A-BE75-4CB009A94C58}"/>
                    </a:ext>
                  </a:extLst>
                </p:cNvPr>
                <p:cNvSpPr>
                  <a:spLocks noChangeArrowheads="1"/>
                </p:cNvSpPr>
                <p:nvPr/>
              </p:nvSpPr>
              <p:spPr bwMode="auto">
                <a:xfrm>
                  <a:off x="517" y="3545"/>
                  <a:ext cx="94" cy="108"/>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2261" name="Rectangle 139">
                  <a:extLst>
                    <a:ext uri="{FF2B5EF4-FFF2-40B4-BE49-F238E27FC236}">
                      <a16:creationId xmlns:a16="http://schemas.microsoft.com/office/drawing/2014/main" id="{3EC135C2-DD23-49DA-BF39-E2C7FF2C34CC}"/>
                    </a:ext>
                  </a:extLst>
                </p:cNvPr>
                <p:cNvSpPr>
                  <a:spLocks noChangeArrowheads="1"/>
                </p:cNvSpPr>
                <p:nvPr/>
              </p:nvSpPr>
              <p:spPr bwMode="auto">
                <a:xfrm>
                  <a:off x="1115" y="3544"/>
                  <a:ext cx="60" cy="108"/>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2262" name="Rectangle 140">
                  <a:extLst>
                    <a:ext uri="{FF2B5EF4-FFF2-40B4-BE49-F238E27FC236}">
                      <a16:creationId xmlns:a16="http://schemas.microsoft.com/office/drawing/2014/main" id="{2CEA64A2-3015-484A-B19B-7CEF7226DF39}"/>
                    </a:ext>
                  </a:extLst>
                </p:cNvPr>
                <p:cNvSpPr>
                  <a:spLocks noChangeArrowheads="1"/>
                </p:cNvSpPr>
                <p:nvPr/>
              </p:nvSpPr>
              <p:spPr bwMode="auto">
                <a:xfrm>
                  <a:off x="504" y="3529"/>
                  <a:ext cx="681" cy="1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grpSp>
        <p:sp>
          <p:nvSpPr>
            <p:cNvPr id="52251" name="AutoShape 141">
              <a:extLst>
                <a:ext uri="{FF2B5EF4-FFF2-40B4-BE49-F238E27FC236}">
                  <a16:creationId xmlns:a16="http://schemas.microsoft.com/office/drawing/2014/main" id="{669B024E-D66A-4DBC-B0C2-9E4996BC1890}"/>
                </a:ext>
              </a:extLst>
            </p:cNvPr>
            <p:cNvSpPr>
              <a:spLocks noChangeArrowheads="1"/>
            </p:cNvSpPr>
            <p:nvPr/>
          </p:nvSpPr>
          <p:spPr bwMode="auto">
            <a:xfrm rot="10800000">
              <a:off x="1727" y="3105"/>
              <a:ext cx="240" cy="767"/>
            </a:xfrm>
            <a:prstGeom prst="downArrow">
              <a:avLst>
                <a:gd name="adj1" fmla="val 54167"/>
                <a:gd name="adj2" fmla="val 51311"/>
              </a:avLst>
            </a:prstGeom>
            <a:gradFill rotWithShape="1">
              <a:gsLst>
                <a:gs pos="0">
                  <a:srgbClr val="FF0000">
                    <a:alpha val="25000"/>
                  </a:srgbClr>
                </a:gs>
                <a:gs pos="100000">
                  <a:srgbClr val="FF0000">
                    <a:alpha val="25000"/>
                  </a:srgbClr>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nvGrpSpPr>
            <p:cNvPr id="52252" name="Group 142">
              <a:extLst>
                <a:ext uri="{FF2B5EF4-FFF2-40B4-BE49-F238E27FC236}">
                  <a16:creationId xmlns:a16="http://schemas.microsoft.com/office/drawing/2014/main" id="{C953794A-980B-4446-A613-F379DAC15FD4}"/>
                </a:ext>
              </a:extLst>
            </p:cNvPr>
            <p:cNvGrpSpPr>
              <a:grpSpLocks/>
            </p:cNvGrpSpPr>
            <p:nvPr/>
          </p:nvGrpSpPr>
          <p:grpSpPr bwMode="auto">
            <a:xfrm>
              <a:off x="1695" y="3227"/>
              <a:ext cx="343" cy="154"/>
              <a:chOff x="844" y="3337"/>
              <a:chExt cx="343" cy="154"/>
            </a:xfrm>
          </p:grpSpPr>
          <p:sp>
            <p:nvSpPr>
              <p:cNvPr id="52253" name="Rectangle 143">
                <a:extLst>
                  <a:ext uri="{FF2B5EF4-FFF2-40B4-BE49-F238E27FC236}">
                    <a16:creationId xmlns:a16="http://schemas.microsoft.com/office/drawing/2014/main" id="{74CF6763-58EA-44FA-9E8F-16D644DEF066}"/>
                  </a:ext>
                </a:extLst>
              </p:cNvPr>
              <p:cNvSpPr>
                <a:spLocks noChangeArrowheads="1"/>
              </p:cNvSpPr>
              <p:nvPr/>
            </p:nvSpPr>
            <p:spPr bwMode="auto">
              <a:xfrm>
                <a:off x="889" y="3370"/>
                <a:ext cx="245" cy="86"/>
              </a:xfrm>
              <a:prstGeom prst="rect">
                <a:avLst/>
              </a:prstGeom>
              <a:solidFill>
                <a:srgbClr val="FF0000"/>
              </a:solidFill>
              <a:ln w="9525">
                <a:solidFill>
                  <a:schemeClr val="bg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2254" name="Text Box 144">
                <a:extLst>
                  <a:ext uri="{FF2B5EF4-FFF2-40B4-BE49-F238E27FC236}">
                    <a16:creationId xmlns:a16="http://schemas.microsoft.com/office/drawing/2014/main" id="{8929C9C9-C5AF-4DE5-BF99-59D63821357D}"/>
                  </a:ext>
                </a:extLst>
              </p:cNvPr>
              <p:cNvSpPr txBox="1">
                <a:spLocks noChangeArrowheads="1"/>
              </p:cNvSpPr>
              <p:nvPr/>
            </p:nvSpPr>
            <p:spPr bwMode="auto">
              <a:xfrm>
                <a:off x="844" y="3337"/>
                <a:ext cx="343"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000">
                    <a:solidFill>
                      <a:schemeClr val="bg1"/>
                    </a:solidFill>
                  </a:rPr>
                  <a:t>DHCP</a:t>
                </a:r>
              </a:p>
            </p:txBody>
          </p:sp>
        </p:grpSp>
      </p:grpSp>
      <p:sp>
        <p:nvSpPr>
          <p:cNvPr id="649442" name="Rectangle 226">
            <a:extLst>
              <a:ext uri="{FF2B5EF4-FFF2-40B4-BE49-F238E27FC236}">
                <a16:creationId xmlns:a16="http://schemas.microsoft.com/office/drawing/2014/main" id="{BD11CD93-D32F-45B5-891B-F482267031D6}"/>
              </a:ext>
            </a:extLst>
          </p:cNvPr>
          <p:cNvSpPr>
            <a:spLocks noChangeArrowheads="1"/>
          </p:cNvSpPr>
          <p:nvPr/>
        </p:nvSpPr>
        <p:spPr bwMode="auto">
          <a:xfrm>
            <a:off x="6550026" y="4478339"/>
            <a:ext cx="3660775" cy="136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nSpc>
                <a:spcPct val="85000"/>
              </a:lnSpc>
              <a:spcBef>
                <a:spcPct val="20000"/>
              </a:spcBef>
              <a:buClr>
                <a:srgbClr val="000099"/>
              </a:buClr>
              <a:buSzPct val="65000"/>
              <a:buFont typeface="Wingdings" panose="05000000000000000000" pitchFamily="2" charset="2"/>
              <a:buChar char="v"/>
            </a:pPr>
            <a:r>
              <a:rPr lang="en-US" altLang="en-US" sz="2200">
                <a:latin typeface="Comic Sans MS" panose="030F0702030302020204" pitchFamily="66" charset="0"/>
              </a:rPr>
              <a:t>Bây giờ, client biết địa chỉ IP của nó, tên và địa chỉ IP của DSN server, địa chỉ IP của router first-hop của nó</a:t>
            </a:r>
          </a:p>
          <a:p>
            <a:pPr>
              <a:lnSpc>
                <a:spcPct val="85000"/>
              </a:lnSpc>
              <a:spcBef>
                <a:spcPct val="20000"/>
              </a:spcBef>
              <a:buClr>
                <a:srgbClr val="000099"/>
              </a:buClr>
              <a:buSzPct val="65000"/>
              <a:buFont typeface="Wingdings" panose="05000000000000000000" pitchFamily="2" charset="2"/>
              <a:buChar char="v"/>
            </a:pPr>
            <a:endParaRPr lang="en-US" altLang="en-US" sz="2200">
              <a:latin typeface="Comic Sans MS" panose="030F0702030302020204" pitchFamily="66" charset="0"/>
            </a:endParaRPr>
          </a:p>
        </p:txBody>
      </p:sp>
    </p:spTree>
    <p:extLst>
      <p:ext uri="{BB962C8B-B14F-4D97-AF65-F5344CB8AC3E}">
        <p14:creationId xmlns:p14="http://schemas.microsoft.com/office/powerpoint/2010/main" val="27167435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withEffect">
                                  <p:stCondLst>
                                    <p:cond delay="0"/>
                                  </p:stCondLst>
                                  <p:childTnLst>
                                    <p:set>
                                      <p:cBhvr>
                                        <p:cTn id="6" dur="1" fill="hold">
                                          <p:stCondLst>
                                            <p:cond delay="0"/>
                                          </p:stCondLst>
                                        </p:cTn>
                                        <p:tgtEl>
                                          <p:spTgt spid="5225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49219">
                                            <p:txEl>
                                              <p:pRg st="0" end="0"/>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1"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wipe(up)">
                                      <p:cBhvr>
                                        <p:cTn id="13" dur="500"/>
                                        <p:tgtEl>
                                          <p:spTgt spid="12"/>
                                        </p:tgtEl>
                                      </p:cBhvr>
                                    </p:animEffect>
                                  </p:childTnLst>
                                </p:cTn>
                              </p:par>
                              <p:par>
                                <p:cTn id="14" presetID="1" presetClass="entr" presetSubtype="0" fill="hold" grpId="0" nodeType="withEffect">
                                  <p:stCondLst>
                                    <p:cond delay="0"/>
                                  </p:stCondLst>
                                  <p:childTnLst>
                                    <p:set>
                                      <p:cBhvr>
                                        <p:cTn id="15" dur="1" fill="hold">
                                          <p:stCondLst>
                                            <p:cond delay="0"/>
                                          </p:stCondLst>
                                        </p:cTn>
                                        <p:tgtEl>
                                          <p:spTgt spid="649364">
                                            <p:txEl>
                                              <p:pRg st="0" end="0"/>
                                            </p:txEl>
                                          </p:spTgt>
                                        </p:tgtEl>
                                        <p:attrNameLst>
                                          <p:attrName>style.visibility</p:attrName>
                                        </p:attrNameLst>
                                      </p:cBhvr>
                                      <p:to>
                                        <p:strVal val="visible"/>
                                      </p:to>
                                    </p:set>
                                  </p:childTnLst>
                                </p:cTn>
                              </p:par>
                            </p:childTnLst>
                          </p:cTn>
                        </p:par>
                        <p:par>
                          <p:cTn id="16" fill="hold" nodeType="afterGroup">
                            <p:stCondLst>
                              <p:cond delay="500"/>
                            </p:stCondLst>
                            <p:childTnLst>
                              <p:par>
                                <p:cTn id="17" presetID="1" presetClass="entr" presetSubtype="0" fill="hold" nodeType="after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childTnLst>
                          </p:cTn>
                        </p:par>
                        <p:par>
                          <p:cTn id="19" fill="hold" nodeType="afterGroup">
                            <p:stCondLst>
                              <p:cond delay="500"/>
                            </p:stCondLst>
                            <p:childTnLst>
                              <p:par>
                                <p:cTn id="20" presetID="0" presetClass="path" presetSubtype="0" accel="50000" decel="50000" fill="hold" nodeType="afterEffect">
                                  <p:stCondLst>
                                    <p:cond delay="0"/>
                                  </p:stCondLst>
                                  <p:childTnLst>
                                    <p:animMotion origin="layout" path="M -0.02569 0.03081 L 0.1533 0.0322 L 0.34896 -0.28446 L -0.04115 -0.28886 " pathEditMode="relative" rAng="0" ptsTypes="AAAA">
                                      <p:cBhvr>
                                        <p:cTn id="21" dur="2000" fill="hold"/>
                                        <p:tgtEl>
                                          <p:spTgt spid="25"/>
                                        </p:tgtEl>
                                        <p:attrNameLst>
                                          <p:attrName>ppt_x</p:attrName>
                                          <p:attrName>ppt_y</p:attrName>
                                        </p:attrNameLst>
                                      </p:cBhvr>
                                      <p:rCtr x="17951" y="-15914"/>
                                    </p:animMotion>
                                  </p:childTnLst>
                                </p:cTn>
                              </p:par>
                            </p:childTnLst>
                          </p:cTn>
                        </p:par>
                        <p:par>
                          <p:cTn id="22" fill="hold" nodeType="afterGroup">
                            <p:stCondLst>
                              <p:cond delay="2500"/>
                            </p:stCondLst>
                            <p:childTnLst>
                              <p:par>
                                <p:cTn id="23" presetID="1" presetClass="exit" presetSubtype="0" fill="hold" nodeType="afterEffect">
                                  <p:stCondLst>
                                    <p:cond delay="0"/>
                                  </p:stCondLst>
                                  <p:childTnLst>
                                    <p:set>
                                      <p:cBhvr>
                                        <p:cTn id="24" dur="1" fill="hold">
                                          <p:stCondLst>
                                            <p:cond delay="0"/>
                                          </p:stCondLst>
                                        </p:cTn>
                                        <p:tgtEl>
                                          <p:spTgt spid="30"/>
                                        </p:tgtEl>
                                        <p:attrNameLst>
                                          <p:attrName>style.visibility</p:attrName>
                                        </p:attrNameLst>
                                      </p:cBhvr>
                                      <p:to>
                                        <p:strVal val="hidden"/>
                                      </p:to>
                                    </p:set>
                                  </p:childTnLst>
                                </p:cTn>
                              </p:par>
                              <p:par>
                                <p:cTn id="25" presetID="1" presetClass="exit" presetSubtype="0" fill="hold" nodeType="withEffect">
                                  <p:stCondLst>
                                    <p:cond delay="0"/>
                                  </p:stCondLst>
                                  <p:childTnLst>
                                    <p:set>
                                      <p:cBhvr>
                                        <p:cTn id="26" dur="1" fill="hold">
                                          <p:stCondLst>
                                            <p:cond delay="0"/>
                                          </p:stCondLst>
                                        </p:cTn>
                                        <p:tgtEl>
                                          <p:spTgt spid="52256"/>
                                        </p:tgtEl>
                                        <p:attrNameLst>
                                          <p:attrName>style.visibility</p:attrName>
                                        </p:attrNameLst>
                                      </p:cBhvr>
                                      <p:to>
                                        <p:strVal val="hidden"/>
                                      </p:to>
                                    </p:set>
                                  </p:childTnLst>
                                </p:cTn>
                              </p:par>
                              <p:par>
                                <p:cTn id="27" presetID="1" presetClass="exit" presetSubtype="0" fill="hold" nodeType="withEffect">
                                  <p:stCondLst>
                                    <p:cond delay="0"/>
                                  </p:stCondLst>
                                  <p:childTnLst>
                                    <p:set>
                                      <p:cBhvr>
                                        <p:cTn id="28" dur="1" fill="hold">
                                          <p:stCondLst>
                                            <p:cond delay="0"/>
                                          </p:stCondLst>
                                        </p:cTn>
                                        <p:tgtEl>
                                          <p:spTgt spid="12"/>
                                        </p:tgtEl>
                                        <p:attrNameLst>
                                          <p:attrName>style.visibility</p:attrName>
                                        </p:attrNameLst>
                                      </p:cBhvr>
                                      <p:to>
                                        <p:strVal val="hidden"/>
                                      </p:to>
                                    </p:set>
                                  </p:childTnLst>
                                </p:cTn>
                              </p:par>
                            </p:childTnLst>
                          </p:cTn>
                        </p:par>
                        <p:par>
                          <p:cTn id="29" fill="hold" nodeType="afterGroup">
                            <p:stCondLst>
                              <p:cond delay="2500"/>
                            </p:stCondLst>
                            <p:childTnLst>
                              <p:par>
                                <p:cTn id="30" presetID="22" presetClass="entr" presetSubtype="4" fill="hold" nodeType="afterEffect">
                                  <p:stCondLst>
                                    <p:cond delay="0"/>
                                  </p:stCondLst>
                                  <p:childTnLst>
                                    <p:set>
                                      <p:cBhvr>
                                        <p:cTn id="31" dur="1" fill="hold">
                                          <p:stCondLst>
                                            <p:cond delay="0"/>
                                          </p:stCondLst>
                                        </p:cTn>
                                        <p:tgtEl>
                                          <p:spTgt spid="52257"/>
                                        </p:tgtEl>
                                        <p:attrNameLst>
                                          <p:attrName>style.visibility</p:attrName>
                                        </p:attrNameLst>
                                      </p:cBhvr>
                                      <p:to>
                                        <p:strVal val="visible"/>
                                      </p:to>
                                    </p:set>
                                    <p:animEffect transition="in" filter="wipe(down)">
                                      <p:cBhvr>
                                        <p:cTn id="32" dur="500"/>
                                        <p:tgtEl>
                                          <p:spTgt spid="52257"/>
                                        </p:tgtEl>
                                      </p:cBhvr>
                                    </p:animEffect>
                                  </p:childTnLst>
                                </p:cTn>
                              </p:par>
                            </p:childTnLst>
                          </p:cTn>
                        </p:par>
                        <p:par>
                          <p:cTn id="33" fill="hold" nodeType="afterGroup">
                            <p:stCondLst>
                              <p:cond delay="3000"/>
                            </p:stCondLst>
                            <p:childTnLst>
                              <p:par>
                                <p:cTn id="34" presetID="22" presetClass="entr" presetSubtype="4" fill="hold" nodeType="afterEffect">
                                  <p:stCondLst>
                                    <p:cond delay="0"/>
                                  </p:stCondLst>
                                  <p:childTnLst>
                                    <p:set>
                                      <p:cBhvr>
                                        <p:cTn id="35" dur="1" fill="hold">
                                          <p:stCondLst>
                                            <p:cond delay="0"/>
                                          </p:stCondLst>
                                        </p:cTn>
                                        <p:tgtEl>
                                          <p:spTgt spid="52259"/>
                                        </p:tgtEl>
                                        <p:attrNameLst>
                                          <p:attrName>style.visibility</p:attrName>
                                        </p:attrNameLst>
                                      </p:cBhvr>
                                      <p:to>
                                        <p:strVal val="visible"/>
                                      </p:to>
                                    </p:set>
                                    <p:animEffect transition="in" filter="wipe(down)">
                                      <p:cBhvr>
                                        <p:cTn id="36" dur="1000"/>
                                        <p:tgtEl>
                                          <p:spTgt spid="52259"/>
                                        </p:tgtEl>
                                      </p:cBhvr>
                                    </p:animEffect>
                                  </p:childTnLst>
                                </p:cTn>
                              </p:par>
                              <p:par>
                                <p:cTn id="37" presetID="1" presetClass="exit" presetSubtype="0" fill="hold" nodeType="withEffect">
                                  <p:stCondLst>
                                    <p:cond delay="0"/>
                                  </p:stCondLst>
                                  <p:childTnLst>
                                    <p:set>
                                      <p:cBhvr>
                                        <p:cTn id="38" dur="1" fill="hold">
                                          <p:stCondLst>
                                            <p:cond delay="0"/>
                                          </p:stCondLst>
                                        </p:cTn>
                                        <p:tgtEl>
                                          <p:spTgt spid="25"/>
                                        </p:tgtEl>
                                        <p:attrNameLst>
                                          <p:attrName>style.visibility</p:attrName>
                                        </p:attrNameLst>
                                      </p:cBhvr>
                                      <p:to>
                                        <p:strVal val="hidden"/>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64944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9219" grpId="0" build="p"/>
      <p:bldP spid="649364" grpId="0" build="p"/>
      <p:bldP spid="649442"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ame 3"/>
          <p:cNvSpPr/>
          <p:nvPr/>
        </p:nvSpPr>
        <p:spPr>
          <a:xfrm>
            <a:off x="75302" y="74294"/>
            <a:ext cx="11984019" cy="2076226"/>
          </a:xfrm>
          <a:prstGeom prst="frame">
            <a:avLst>
              <a:gd name="adj1" fmla="val 3135"/>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err="1">
                <a:solidFill>
                  <a:schemeClr val="tx1"/>
                </a:solidFill>
              </a:rPr>
              <a:t>Giao</a:t>
            </a:r>
            <a:r>
              <a:rPr lang="en-US" sz="2800" b="1" dirty="0">
                <a:solidFill>
                  <a:schemeClr val="tx1"/>
                </a:solidFill>
              </a:rPr>
              <a:t> </a:t>
            </a:r>
            <a:r>
              <a:rPr lang="en-US" sz="2800" b="1" dirty="0" err="1">
                <a:solidFill>
                  <a:schemeClr val="tx1"/>
                </a:solidFill>
              </a:rPr>
              <a:t>thức</a:t>
            </a:r>
            <a:r>
              <a:rPr lang="en-US" sz="2800" b="1" dirty="0">
                <a:solidFill>
                  <a:schemeClr val="tx1"/>
                </a:solidFill>
              </a:rPr>
              <a:t> DHCP </a:t>
            </a:r>
            <a:r>
              <a:rPr lang="en-US" sz="2800" b="1" dirty="0" err="1">
                <a:solidFill>
                  <a:schemeClr val="tx1"/>
                </a:solidFill>
              </a:rPr>
              <a:t>có</a:t>
            </a:r>
            <a:r>
              <a:rPr lang="en-US" sz="2800" b="1" dirty="0">
                <a:solidFill>
                  <a:schemeClr val="tx1"/>
                </a:solidFill>
              </a:rPr>
              <a:t> </a:t>
            </a:r>
            <a:r>
              <a:rPr lang="en-US" sz="2800" b="1" dirty="0" err="1">
                <a:solidFill>
                  <a:schemeClr val="tx1"/>
                </a:solidFill>
              </a:rPr>
              <a:t>thể</a:t>
            </a:r>
            <a:r>
              <a:rPr lang="en-US" sz="2800" b="1" dirty="0">
                <a:solidFill>
                  <a:schemeClr val="tx1"/>
                </a:solidFill>
              </a:rPr>
              <a:t> </a:t>
            </a:r>
            <a:r>
              <a:rPr lang="en-US" sz="2800" b="1" dirty="0" err="1">
                <a:solidFill>
                  <a:schemeClr val="tx1"/>
                </a:solidFill>
              </a:rPr>
              <a:t>cấp</a:t>
            </a:r>
            <a:r>
              <a:rPr lang="en-US" sz="2800" b="1" dirty="0">
                <a:solidFill>
                  <a:schemeClr val="tx1"/>
                </a:solidFill>
              </a:rPr>
              <a:t> đ</a:t>
            </a:r>
            <a:r>
              <a:rPr lang="vi-VN" sz="2800" b="1" dirty="0">
                <a:solidFill>
                  <a:schemeClr val="tx1"/>
                </a:solidFill>
              </a:rPr>
              <a:t>ư</a:t>
            </a:r>
            <a:r>
              <a:rPr lang="en-US" sz="2800" b="1" dirty="0" err="1">
                <a:solidFill>
                  <a:schemeClr val="tx1"/>
                </a:solidFill>
              </a:rPr>
              <a:t>ợc</a:t>
            </a:r>
            <a:r>
              <a:rPr lang="en-US" sz="2800" b="1" dirty="0">
                <a:solidFill>
                  <a:schemeClr val="tx1"/>
                </a:solidFill>
              </a:rPr>
              <a:t> </a:t>
            </a:r>
            <a:r>
              <a:rPr lang="en-US" sz="2800" b="1" dirty="0" err="1">
                <a:solidFill>
                  <a:schemeClr val="tx1"/>
                </a:solidFill>
              </a:rPr>
              <a:t>các</a:t>
            </a:r>
            <a:r>
              <a:rPr lang="en-US" sz="2800" b="1" dirty="0">
                <a:solidFill>
                  <a:schemeClr val="tx1"/>
                </a:solidFill>
              </a:rPr>
              <a:t> </a:t>
            </a:r>
            <a:r>
              <a:rPr lang="en-US" sz="2800" b="1" dirty="0" err="1">
                <a:solidFill>
                  <a:schemeClr val="tx1"/>
                </a:solidFill>
              </a:rPr>
              <a:t>thông</a:t>
            </a:r>
            <a:r>
              <a:rPr lang="en-US" sz="2800" b="1" dirty="0">
                <a:solidFill>
                  <a:schemeClr val="tx1"/>
                </a:solidFill>
              </a:rPr>
              <a:t> </a:t>
            </a:r>
            <a:r>
              <a:rPr lang="en-US" sz="2800" b="1" dirty="0" err="1">
                <a:solidFill>
                  <a:schemeClr val="tx1"/>
                </a:solidFill>
              </a:rPr>
              <a:t>số</a:t>
            </a:r>
            <a:r>
              <a:rPr lang="en-US" sz="2800" b="1" dirty="0">
                <a:solidFill>
                  <a:schemeClr val="tx1"/>
                </a:solidFill>
              </a:rPr>
              <a:t> </a:t>
            </a:r>
            <a:r>
              <a:rPr lang="en-US" sz="2800" b="1" dirty="0" err="1">
                <a:solidFill>
                  <a:schemeClr val="tx1"/>
                </a:solidFill>
              </a:rPr>
              <a:t>sau</a:t>
            </a:r>
            <a:r>
              <a:rPr lang="en-US" sz="2800" b="1" dirty="0">
                <a:solidFill>
                  <a:schemeClr val="tx1"/>
                </a:solidFill>
              </a:rPr>
              <a:t> </a:t>
            </a:r>
            <a:r>
              <a:rPr lang="en-US" sz="2800" b="1" dirty="0" err="1">
                <a:solidFill>
                  <a:schemeClr val="tx1"/>
                </a:solidFill>
              </a:rPr>
              <a:t>cho</a:t>
            </a:r>
            <a:r>
              <a:rPr lang="en-US" sz="2800" b="1" dirty="0">
                <a:solidFill>
                  <a:schemeClr val="tx1"/>
                </a:solidFill>
              </a:rPr>
              <a:t> </a:t>
            </a:r>
            <a:r>
              <a:rPr lang="en-US" sz="2800" b="1" dirty="0" err="1">
                <a:solidFill>
                  <a:schemeClr val="tx1"/>
                </a:solidFill>
              </a:rPr>
              <a:t>máy</a:t>
            </a:r>
            <a:r>
              <a:rPr lang="en-US" sz="2800" b="1" dirty="0">
                <a:solidFill>
                  <a:schemeClr val="tx1"/>
                </a:solidFill>
              </a:rPr>
              <a:t> </a:t>
            </a:r>
            <a:r>
              <a:rPr lang="en-US" sz="2800" b="1" dirty="0" err="1">
                <a:solidFill>
                  <a:schemeClr val="tx1"/>
                </a:solidFill>
              </a:rPr>
              <a:t>trạm</a:t>
            </a:r>
            <a:r>
              <a:rPr lang="en-US" sz="2800" b="1" dirty="0">
                <a:solidFill>
                  <a:schemeClr val="tx1"/>
                </a:solidFill>
              </a:rPr>
              <a:t> client</a:t>
            </a:r>
          </a:p>
        </p:txBody>
      </p:sp>
      <p:sp>
        <p:nvSpPr>
          <p:cNvPr id="8" name="Frame 7"/>
          <p:cNvSpPr/>
          <p:nvPr/>
        </p:nvSpPr>
        <p:spPr>
          <a:xfrm>
            <a:off x="75304" y="2506532"/>
            <a:ext cx="11984017" cy="968188"/>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Frame 11"/>
          <p:cNvSpPr/>
          <p:nvPr/>
        </p:nvSpPr>
        <p:spPr>
          <a:xfrm>
            <a:off x="75302" y="3580057"/>
            <a:ext cx="11984017" cy="968188"/>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Frame 12"/>
          <p:cNvSpPr/>
          <p:nvPr/>
        </p:nvSpPr>
        <p:spPr>
          <a:xfrm>
            <a:off x="75302" y="4652402"/>
            <a:ext cx="11984017" cy="968188"/>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Frame 13"/>
          <p:cNvSpPr/>
          <p:nvPr/>
        </p:nvSpPr>
        <p:spPr>
          <a:xfrm>
            <a:off x="75303" y="5749795"/>
            <a:ext cx="11984017" cy="968188"/>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2" name="Oval 21"/>
          <p:cNvSpPr/>
          <p:nvPr/>
        </p:nvSpPr>
        <p:spPr>
          <a:xfrm>
            <a:off x="189602" y="2590928"/>
            <a:ext cx="829575" cy="7993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A</a:t>
            </a:r>
          </a:p>
        </p:txBody>
      </p:sp>
      <p:sp>
        <p:nvSpPr>
          <p:cNvPr id="23" name="Oval 22"/>
          <p:cNvSpPr/>
          <p:nvPr/>
        </p:nvSpPr>
        <p:spPr>
          <a:xfrm>
            <a:off x="189600" y="5834191"/>
            <a:ext cx="829575" cy="7993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D</a:t>
            </a:r>
          </a:p>
        </p:txBody>
      </p:sp>
      <p:sp>
        <p:nvSpPr>
          <p:cNvPr id="24" name="Oval 23"/>
          <p:cNvSpPr/>
          <p:nvPr/>
        </p:nvSpPr>
        <p:spPr>
          <a:xfrm>
            <a:off x="189599" y="4736798"/>
            <a:ext cx="829575" cy="7993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C</a:t>
            </a:r>
          </a:p>
        </p:txBody>
      </p:sp>
      <p:sp>
        <p:nvSpPr>
          <p:cNvPr id="25" name="Oval 24"/>
          <p:cNvSpPr/>
          <p:nvPr/>
        </p:nvSpPr>
        <p:spPr>
          <a:xfrm>
            <a:off x="189599" y="3664453"/>
            <a:ext cx="829575" cy="7993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B</a:t>
            </a:r>
          </a:p>
        </p:txBody>
      </p:sp>
      <p:sp>
        <p:nvSpPr>
          <p:cNvPr id="2" name="TextBox 1"/>
          <p:cNvSpPr txBox="1"/>
          <p:nvPr/>
        </p:nvSpPr>
        <p:spPr>
          <a:xfrm>
            <a:off x="1133471" y="3884631"/>
            <a:ext cx="10572750" cy="369332"/>
          </a:xfrm>
          <a:prstGeom prst="rect">
            <a:avLst/>
          </a:prstGeom>
          <a:noFill/>
        </p:spPr>
        <p:txBody>
          <a:bodyPr wrap="square" rtlCol="0">
            <a:spAutoFit/>
          </a:bodyPr>
          <a:lstStyle/>
          <a:p>
            <a:r>
              <a:rPr lang="en-US" dirty="0"/>
              <a:t>Subnet Mask</a:t>
            </a:r>
          </a:p>
        </p:txBody>
      </p:sp>
      <p:sp>
        <p:nvSpPr>
          <p:cNvPr id="15" name="TextBox 14"/>
          <p:cNvSpPr txBox="1"/>
          <p:nvPr/>
        </p:nvSpPr>
        <p:spPr>
          <a:xfrm>
            <a:off x="1133471" y="2805959"/>
            <a:ext cx="10572750" cy="369332"/>
          </a:xfrm>
          <a:prstGeom prst="rect">
            <a:avLst/>
          </a:prstGeom>
          <a:noFill/>
        </p:spPr>
        <p:txBody>
          <a:bodyPr wrap="square" rtlCol="0">
            <a:spAutoFit/>
          </a:bodyPr>
          <a:lstStyle/>
          <a:p>
            <a:r>
              <a:rPr lang="en-US" dirty="0"/>
              <a:t>IP Address</a:t>
            </a:r>
          </a:p>
        </p:txBody>
      </p:sp>
      <p:sp>
        <p:nvSpPr>
          <p:cNvPr id="16" name="TextBox 15"/>
          <p:cNvSpPr txBox="1"/>
          <p:nvPr/>
        </p:nvSpPr>
        <p:spPr>
          <a:xfrm>
            <a:off x="1133471" y="4951829"/>
            <a:ext cx="10572750" cy="369332"/>
          </a:xfrm>
          <a:prstGeom prst="rect">
            <a:avLst/>
          </a:prstGeom>
          <a:noFill/>
        </p:spPr>
        <p:txBody>
          <a:bodyPr wrap="square" rtlCol="0">
            <a:spAutoFit/>
          </a:bodyPr>
          <a:lstStyle/>
          <a:p>
            <a:r>
              <a:rPr lang="en-US" dirty="0"/>
              <a:t>DNS Server</a:t>
            </a:r>
          </a:p>
        </p:txBody>
      </p:sp>
      <p:sp>
        <p:nvSpPr>
          <p:cNvPr id="17" name="TextBox 16"/>
          <p:cNvSpPr txBox="1"/>
          <p:nvPr/>
        </p:nvSpPr>
        <p:spPr>
          <a:xfrm>
            <a:off x="1133471" y="6068101"/>
            <a:ext cx="10572750" cy="369332"/>
          </a:xfrm>
          <a:prstGeom prst="rect">
            <a:avLst/>
          </a:prstGeom>
          <a:noFill/>
        </p:spPr>
        <p:txBody>
          <a:bodyPr wrap="square" rtlCol="0">
            <a:spAutoFit/>
          </a:bodyPr>
          <a:lstStyle/>
          <a:p>
            <a:r>
              <a:rPr lang="en-US" dirty="0"/>
              <a:t>Default Gateway</a:t>
            </a:r>
          </a:p>
        </p:txBody>
      </p:sp>
    </p:spTree>
    <p:extLst>
      <p:ext uri="{BB962C8B-B14F-4D97-AF65-F5344CB8AC3E}">
        <p14:creationId xmlns:p14="http://schemas.microsoft.com/office/powerpoint/2010/main" val="11855254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trips(downLeft)">
                                      <p:cBhvr>
                                        <p:cTn id="7" dur="500"/>
                                        <p:tgtEl>
                                          <p:spTgt spid="4"/>
                                        </p:tgtEl>
                                      </p:cBhvr>
                                    </p:animEffect>
                                  </p:childTnLst>
                                </p:cTn>
                              </p:par>
                              <p:par>
                                <p:cTn id="8" presetID="18" presetClass="entr" presetSubtype="12"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strips(downLeft)">
                                      <p:cBhvr>
                                        <p:cTn id="10" dur="500"/>
                                        <p:tgtEl>
                                          <p:spTgt spid="8"/>
                                        </p:tgtEl>
                                      </p:cBhvr>
                                    </p:animEffect>
                                  </p:childTnLst>
                                </p:cTn>
                              </p:par>
                              <p:par>
                                <p:cTn id="11" presetID="18" presetClass="entr" presetSubtype="12"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strips(downLeft)">
                                      <p:cBhvr>
                                        <p:cTn id="13" dur="500"/>
                                        <p:tgtEl>
                                          <p:spTgt spid="12"/>
                                        </p:tgtEl>
                                      </p:cBhvr>
                                    </p:animEffect>
                                  </p:childTnLst>
                                </p:cTn>
                              </p:par>
                              <p:par>
                                <p:cTn id="14" presetID="18" presetClass="entr" presetSubtype="12"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strips(downLeft)">
                                      <p:cBhvr>
                                        <p:cTn id="16" dur="500"/>
                                        <p:tgtEl>
                                          <p:spTgt spid="13"/>
                                        </p:tgtEl>
                                      </p:cBhvr>
                                    </p:animEffect>
                                  </p:childTnLst>
                                </p:cTn>
                              </p:par>
                              <p:par>
                                <p:cTn id="17" presetID="18" presetClass="entr" presetSubtype="12"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strips(downLeft)">
                                      <p:cBhvr>
                                        <p:cTn id="19" dur="500"/>
                                        <p:tgtEl>
                                          <p:spTgt spid="14"/>
                                        </p:tgtEl>
                                      </p:cBhvr>
                                    </p:animEffect>
                                  </p:childTnLst>
                                </p:cTn>
                              </p:par>
                              <p:par>
                                <p:cTn id="20" presetID="18" presetClass="entr" presetSubtype="12" fill="hold" grpId="0" nodeType="with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strips(downLeft)">
                                      <p:cBhvr>
                                        <p:cTn id="22" dur="500"/>
                                        <p:tgtEl>
                                          <p:spTgt spid="23"/>
                                        </p:tgtEl>
                                      </p:cBhvr>
                                    </p:animEffect>
                                  </p:childTnLst>
                                </p:cTn>
                              </p:par>
                              <p:par>
                                <p:cTn id="23" presetID="18" presetClass="entr" presetSubtype="12"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strips(downLeft)">
                                      <p:cBhvr>
                                        <p:cTn id="25" dur="500"/>
                                        <p:tgtEl>
                                          <p:spTgt spid="24"/>
                                        </p:tgtEl>
                                      </p:cBhvr>
                                    </p:animEffect>
                                  </p:childTnLst>
                                </p:cTn>
                              </p:par>
                              <p:par>
                                <p:cTn id="26" presetID="18" presetClass="entr" presetSubtype="12" fill="hold" grpId="0" nodeType="with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strips(downLeft)">
                                      <p:cBhvr>
                                        <p:cTn id="28" dur="500"/>
                                        <p:tgtEl>
                                          <p:spTgt spid="25"/>
                                        </p:tgtEl>
                                      </p:cBhvr>
                                    </p:animEffect>
                                  </p:childTnLst>
                                </p:cTn>
                              </p:par>
                              <p:par>
                                <p:cTn id="29" presetID="18" presetClass="entr" presetSubtype="12" fill="hold" grpId="0" nodeType="with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strips(downLeft)">
                                      <p:cBhvr>
                                        <p:cTn id="31" dur="500"/>
                                        <p:tgtEl>
                                          <p:spTgt spid="22"/>
                                        </p:tgtEl>
                                      </p:cBhvr>
                                    </p:animEffect>
                                  </p:childTnLst>
                                </p:cTn>
                              </p:par>
                              <p:par>
                                <p:cTn id="32" presetID="18" presetClass="entr" presetSubtype="12" fill="hold" grpId="0" nodeType="withEffect">
                                  <p:stCondLst>
                                    <p:cond delay="0"/>
                                  </p:stCondLst>
                                  <p:iterate type="lt">
                                    <p:tmPct val="0"/>
                                  </p:iterate>
                                  <p:childTnLst>
                                    <p:set>
                                      <p:cBhvr>
                                        <p:cTn id="33" dur="1" fill="hold">
                                          <p:stCondLst>
                                            <p:cond delay="0"/>
                                          </p:stCondLst>
                                        </p:cTn>
                                        <p:tgtEl>
                                          <p:spTgt spid="15"/>
                                        </p:tgtEl>
                                        <p:attrNameLst>
                                          <p:attrName>style.visibility</p:attrName>
                                        </p:attrNameLst>
                                      </p:cBhvr>
                                      <p:to>
                                        <p:strVal val="visible"/>
                                      </p:to>
                                    </p:set>
                                    <p:animEffect transition="in" filter="strips(downLeft)">
                                      <p:cBhvr>
                                        <p:cTn id="34" dur="500"/>
                                        <p:tgtEl>
                                          <p:spTgt spid="15"/>
                                        </p:tgtEl>
                                      </p:cBhvr>
                                    </p:animEffect>
                                  </p:childTnLst>
                                </p:cTn>
                              </p:par>
                              <p:par>
                                <p:cTn id="35" presetID="18" presetClass="entr" presetSubtype="12" fill="hold" grpId="0" nodeType="with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strips(downLeft)">
                                      <p:cBhvr>
                                        <p:cTn id="37" dur="500"/>
                                        <p:tgtEl>
                                          <p:spTgt spid="2"/>
                                        </p:tgtEl>
                                      </p:cBhvr>
                                    </p:animEffect>
                                  </p:childTnLst>
                                </p:cTn>
                              </p:par>
                              <p:par>
                                <p:cTn id="38" presetID="18" presetClass="entr" presetSubtype="12" fill="hold" grpId="0" nodeType="with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strips(downLeft)">
                                      <p:cBhvr>
                                        <p:cTn id="40" dur="500"/>
                                        <p:tgtEl>
                                          <p:spTgt spid="16"/>
                                        </p:tgtEl>
                                      </p:cBhvr>
                                    </p:animEffect>
                                  </p:childTnLst>
                                </p:cTn>
                              </p:par>
                              <p:par>
                                <p:cTn id="41" presetID="18" presetClass="entr" presetSubtype="12"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strips(downLeft)">
                                      <p:cBhvr>
                                        <p:cTn id="43" dur="500"/>
                                        <p:tgtEl>
                                          <p:spTgt spid="17"/>
                                        </p:tgtEl>
                                      </p:cBhvr>
                                    </p:animEffect>
                                  </p:childTnLst>
                                </p:cTn>
                              </p:par>
                            </p:childTnLst>
                          </p:cTn>
                        </p:par>
                      </p:childTnLst>
                    </p:cTn>
                  </p:par>
                  <p:par>
                    <p:cTn id="44" fill="hold">
                      <p:stCondLst>
                        <p:cond delay="indefinite"/>
                      </p:stCondLst>
                      <p:childTnLst>
                        <p:par>
                          <p:cTn id="45" fill="hold">
                            <p:stCondLst>
                              <p:cond delay="0"/>
                            </p:stCondLst>
                            <p:childTnLst>
                              <p:par>
                                <p:cTn id="46" presetID="1" presetClass="emph" presetSubtype="2" fill="hold" nodeType="clickEffect">
                                  <p:stCondLst>
                                    <p:cond delay="0"/>
                                  </p:stCondLst>
                                  <p:childTnLst>
                                    <p:animClr clrSpc="rgb" dir="cw">
                                      <p:cBhvr>
                                        <p:cTn id="47" dur="2000" fill="hold"/>
                                        <p:tgtEl>
                                          <p:spTgt spid="22"/>
                                        </p:tgtEl>
                                        <p:attrNameLst>
                                          <p:attrName>fillcolor</p:attrName>
                                        </p:attrNameLst>
                                      </p:cBhvr>
                                      <p:to>
                                        <a:schemeClr val="accent2"/>
                                      </p:to>
                                    </p:animClr>
                                    <p:set>
                                      <p:cBhvr>
                                        <p:cTn id="48" dur="2000" fill="hold"/>
                                        <p:tgtEl>
                                          <p:spTgt spid="22"/>
                                        </p:tgtEl>
                                        <p:attrNameLst>
                                          <p:attrName>fill.type</p:attrName>
                                        </p:attrNameLst>
                                      </p:cBhvr>
                                      <p:to>
                                        <p:strVal val="solid"/>
                                      </p:to>
                                    </p:set>
                                    <p:set>
                                      <p:cBhvr>
                                        <p:cTn id="49" dur="2000" fill="hold"/>
                                        <p:tgtEl>
                                          <p:spTgt spid="22"/>
                                        </p:tgtEl>
                                        <p:attrNameLst>
                                          <p:attrName>fill.on</p:attrName>
                                        </p:attrNameLst>
                                      </p:cBhvr>
                                      <p:to>
                                        <p:strVal val="true"/>
                                      </p:to>
                                    </p:set>
                                  </p:childTnLst>
                                </p:cTn>
                              </p:par>
                              <p:par>
                                <p:cTn id="50" presetID="1" presetClass="emph" presetSubtype="2" fill="hold" nodeType="withEffect">
                                  <p:stCondLst>
                                    <p:cond delay="0"/>
                                  </p:stCondLst>
                                  <p:childTnLst>
                                    <p:animClr clrSpc="rgb" dir="cw">
                                      <p:cBhvr>
                                        <p:cTn id="51" dur="2000" fill="hold"/>
                                        <p:tgtEl>
                                          <p:spTgt spid="8"/>
                                        </p:tgtEl>
                                        <p:attrNameLst>
                                          <p:attrName>fillcolor</p:attrName>
                                        </p:attrNameLst>
                                      </p:cBhvr>
                                      <p:to>
                                        <a:schemeClr val="accent2"/>
                                      </p:to>
                                    </p:animClr>
                                    <p:set>
                                      <p:cBhvr>
                                        <p:cTn id="52" dur="2000" fill="hold"/>
                                        <p:tgtEl>
                                          <p:spTgt spid="8"/>
                                        </p:tgtEl>
                                        <p:attrNameLst>
                                          <p:attrName>fill.type</p:attrName>
                                        </p:attrNameLst>
                                      </p:cBhvr>
                                      <p:to>
                                        <p:strVal val="solid"/>
                                      </p:to>
                                    </p:set>
                                    <p:set>
                                      <p:cBhvr>
                                        <p:cTn id="53" dur="2000" fill="hold"/>
                                        <p:tgtEl>
                                          <p:spTgt spid="8"/>
                                        </p:tgtEl>
                                        <p:attrNameLst>
                                          <p:attrName>fill.on</p:attrName>
                                        </p:attrNameLst>
                                      </p:cBhvr>
                                      <p:to>
                                        <p:strVal val="true"/>
                                      </p:to>
                                    </p:set>
                                  </p:childTnLst>
                                </p:cTn>
                              </p:par>
                              <p:par>
                                <p:cTn id="54" presetID="36" presetClass="emph" presetSubtype="0" fill="hold" grpId="1" nodeType="withEffect">
                                  <p:stCondLst>
                                    <p:cond delay="0"/>
                                  </p:stCondLst>
                                  <p:iterate type="lt">
                                    <p:tmPct val="10000"/>
                                  </p:iterate>
                                  <p:childTnLst>
                                    <p:animScale>
                                      <p:cBhvr>
                                        <p:cTn id="55" dur="250" autoRev="1" fill="hold">
                                          <p:stCondLst>
                                            <p:cond delay="0"/>
                                          </p:stCondLst>
                                        </p:cTn>
                                        <p:tgtEl>
                                          <p:spTgt spid="15"/>
                                        </p:tgtEl>
                                      </p:cBhvr>
                                      <p:to x="80000" y="100000"/>
                                    </p:animScale>
                                    <p:anim by="(#ppt_w*0.10)" calcmode="lin" valueType="num">
                                      <p:cBhvr>
                                        <p:cTn id="56" dur="250" autoRev="1" fill="hold">
                                          <p:stCondLst>
                                            <p:cond delay="0"/>
                                          </p:stCondLst>
                                        </p:cTn>
                                        <p:tgtEl>
                                          <p:spTgt spid="15"/>
                                        </p:tgtEl>
                                        <p:attrNameLst>
                                          <p:attrName>ppt_x</p:attrName>
                                        </p:attrNameLst>
                                      </p:cBhvr>
                                    </p:anim>
                                    <p:anim by="(-#ppt_w*0.10)" calcmode="lin" valueType="num">
                                      <p:cBhvr>
                                        <p:cTn id="57" dur="250" autoRev="1" fill="hold">
                                          <p:stCondLst>
                                            <p:cond delay="0"/>
                                          </p:stCondLst>
                                        </p:cTn>
                                        <p:tgtEl>
                                          <p:spTgt spid="15"/>
                                        </p:tgtEl>
                                        <p:attrNameLst>
                                          <p:attrName>ppt_y</p:attrName>
                                        </p:attrNameLst>
                                      </p:cBhvr>
                                    </p:anim>
                                    <p:animRot by="-480000">
                                      <p:cBhvr>
                                        <p:cTn id="58" dur="250" autoRev="1" fill="hold">
                                          <p:stCondLst>
                                            <p:cond delay="0"/>
                                          </p:stCondLst>
                                        </p:cTn>
                                        <p:tgtEl>
                                          <p:spTgt spid="15"/>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P spid="12" grpId="0" animBg="1"/>
      <p:bldP spid="13" grpId="0" animBg="1"/>
      <p:bldP spid="14" grpId="0" animBg="1"/>
      <p:bldP spid="22" grpId="0" animBg="1"/>
      <p:bldP spid="23" grpId="0" animBg="1"/>
      <p:bldP spid="24" grpId="0" animBg="1"/>
      <p:bldP spid="25" grpId="0" animBg="1"/>
      <p:bldP spid="2" grpId="0"/>
      <p:bldP spid="15" grpId="0"/>
      <p:bldP spid="15" grpId="1"/>
      <p:bldP spid="16" grpId="0"/>
      <p:bldP spid="17"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Footer Placeholder 4">
            <a:extLst>
              <a:ext uri="{FF2B5EF4-FFF2-40B4-BE49-F238E27FC236}">
                <a16:creationId xmlns:a16="http://schemas.microsoft.com/office/drawing/2014/main" id="{FCEBB563-26D8-4B93-B146-FE80B8D664A8}"/>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Tầng Network</a:t>
            </a:r>
          </a:p>
        </p:txBody>
      </p:sp>
      <p:sp>
        <p:nvSpPr>
          <p:cNvPr id="58371" name="Slide Number Placeholder 5">
            <a:extLst>
              <a:ext uri="{FF2B5EF4-FFF2-40B4-BE49-F238E27FC236}">
                <a16:creationId xmlns:a16="http://schemas.microsoft.com/office/drawing/2014/main" id="{D5BEEC01-57C1-46FE-AC63-D0DD8BE6544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4-</a:t>
            </a:r>
            <a:fld id="{D3BFAE87-4B3F-460D-A0E3-5EB0C6554BAF}" type="slidenum">
              <a:rPr lang="en-US" altLang="en-US">
                <a:latin typeface="Tahoma" panose="020B0604030504040204" pitchFamily="34" charset="0"/>
              </a:rPr>
              <a:pPr/>
              <a:t>55</a:t>
            </a:fld>
            <a:endParaRPr lang="en-US" altLang="en-US">
              <a:latin typeface="Tahoma" panose="020B0604030504040204" pitchFamily="34" charset="0"/>
            </a:endParaRPr>
          </a:p>
        </p:txBody>
      </p:sp>
      <p:sp>
        <p:nvSpPr>
          <p:cNvPr id="58372" name="Freeform 80">
            <a:extLst>
              <a:ext uri="{FF2B5EF4-FFF2-40B4-BE49-F238E27FC236}">
                <a16:creationId xmlns:a16="http://schemas.microsoft.com/office/drawing/2014/main" id="{813EE97F-8405-45B4-A444-8AC9DD736EA5}"/>
              </a:ext>
            </a:extLst>
          </p:cNvPr>
          <p:cNvSpPr>
            <a:spLocks/>
          </p:cNvSpPr>
          <p:nvPr/>
        </p:nvSpPr>
        <p:spPr bwMode="auto">
          <a:xfrm>
            <a:off x="5676901" y="1871663"/>
            <a:ext cx="3738563" cy="2697162"/>
          </a:xfrm>
          <a:custGeom>
            <a:avLst/>
            <a:gdLst>
              <a:gd name="T0" fmla="*/ 2147483647 w 2355"/>
              <a:gd name="T1" fmla="*/ 2147483647 h 1699"/>
              <a:gd name="T2" fmla="*/ 2147483647 w 2355"/>
              <a:gd name="T3" fmla="*/ 2147483647 h 1699"/>
              <a:gd name="T4" fmla="*/ 2147483647 w 2355"/>
              <a:gd name="T5" fmla="*/ 2147483647 h 1699"/>
              <a:gd name="T6" fmla="*/ 2147483647 w 2355"/>
              <a:gd name="T7" fmla="*/ 2147483647 h 1699"/>
              <a:gd name="T8" fmla="*/ 2147483647 w 2355"/>
              <a:gd name="T9" fmla="*/ 2147483647 h 1699"/>
              <a:gd name="T10" fmla="*/ 2147483647 w 2355"/>
              <a:gd name="T11" fmla="*/ 2147483647 h 1699"/>
              <a:gd name="T12" fmla="*/ 2147483647 w 2355"/>
              <a:gd name="T13" fmla="*/ 2147483647 h 1699"/>
              <a:gd name="T14" fmla="*/ 2147483647 w 2355"/>
              <a:gd name="T15" fmla="*/ 2147483647 h 1699"/>
              <a:gd name="T16" fmla="*/ 2147483647 w 2355"/>
              <a:gd name="T17" fmla="*/ 2147483647 h 1699"/>
              <a:gd name="T18" fmla="*/ 2147483647 w 2355"/>
              <a:gd name="T19" fmla="*/ 2147483647 h 1699"/>
              <a:gd name="T20" fmla="*/ 2147483647 w 2355"/>
              <a:gd name="T21" fmla="*/ 2147483647 h 169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355"/>
              <a:gd name="T34" fmla="*/ 0 h 1699"/>
              <a:gd name="T35" fmla="*/ 2355 w 2355"/>
              <a:gd name="T36" fmla="*/ 1699 h 169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355" h="1699">
                <a:moveTo>
                  <a:pt x="349" y="761"/>
                </a:moveTo>
                <a:cubicBezTo>
                  <a:pt x="587" y="729"/>
                  <a:pt x="1414" y="820"/>
                  <a:pt x="1651" y="732"/>
                </a:cubicBezTo>
                <a:cubicBezTo>
                  <a:pt x="1888" y="644"/>
                  <a:pt x="1710" y="351"/>
                  <a:pt x="1773" y="230"/>
                </a:cubicBezTo>
                <a:cubicBezTo>
                  <a:pt x="1836" y="109"/>
                  <a:pt x="1947" y="16"/>
                  <a:pt x="2029" y="8"/>
                </a:cubicBezTo>
                <a:cubicBezTo>
                  <a:pt x="2111" y="0"/>
                  <a:pt x="2213" y="27"/>
                  <a:pt x="2267" y="183"/>
                </a:cubicBezTo>
                <a:cubicBezTo>
                  <a:pt x="2321" y="339"/>
                  <a:pt x="2355" y="707"/>
                  <a:pt x="2355" y="942"/>
                </a:cubicBezTo>
                <a:cubicBezTo>
                  <a:pt x="2355" y="1177"/>
                  <a:pt x="2353" y="1485"/>
                  <a:pt x="2267" y="1592"/>
                </a:cubicBezTo>
                <a:cubicBezTo>
                  <a:pt x="2181" y="1699"/>
                  <a:pt x="1939" y="1680"/>
                  <a:pt x="1840" y="1586"/>
                </a:cubicBezTo>
                <a:cubicBezTo>
                  <a:pt x="1741" y="1492"/>
                  <a:pt x="1940" y="1135"/>
                  <a:pt x="1670" y="1025"/>
                </a:cubicBezTo>
                <a:cubicBezTo>
                  <a:pt x="1400" y="915"/>
                  <a:pt x="440" y="967"/>
                  <a:pt x="220" y="923"/>
                </a:cubicBezTo>
                <a:cubicBezTo>
                  <a:pt x="0" y="879"/>
                  <a:pt x="127" y="795"/>
                  <a:pt x="349" y="761"/>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6325" name="Rectangle 2">
            <a:extLst>
              <a:ext uri="{FF2B5EF4-FFF2-40B4-BE49-F238E27FC236}">
                <a16:creationId xmlns:a16="http://schemas.microsoft.com/office/drawing/2014/main" id="{D70C899B-912B-4C50-95A3-ECE840845F41}"/>
              </a:ext>
            </a:extLst>
          </p:cNvPr>
          <p:cNvSpPr>
            <a:spLocks noGrp="1" noChangeArrowheads="1"/>
          </p:cNvSpPr>
          <p:nvPr>
            <p:ph type="title"/>
          </p:nvPr>
        </p:nvSpPr>
        <p:spPr>
          <a:xfrm>
            <a:off x="2057400" y="230188"/>
            <a:ext cx="8091488" cy="908050"/>
          </a:xfrm>
        </p:spPr>
        <p:txBody>
          <a:bodyPr/>
          <a:lstStyle/>
          <a:p>
            <a:pPr>
              <a:defRPr/>
            </a:pPr>
            <a:r>
              <a:rPr lang="en-US">
                <a:cs typeface="+mj-cs"/>
              </a:rPr>
              <a:t>NAT: network address translation</a:t>
            </a:r>
          </a:p>
        </p:txBody>
      </p:sp>
      <p:sp>
        <p:nvSpPr>
          <p:cNvPr id="58374" name="Freeform 4">
            <a:extLst>
              <a:ext uri="{FF2B5EF4-FFF2-40B4-BE49-F238E27FC236}">
                <a16:creationId xmlns:a16="http://schemas.microsoft.com/office/drawing/2014/main" id="{208C0A12-5C8E-4843-9B76-2E06CF51BCCD}"/>
              </a:ext>
            </a:extLst>
          </p:cNvPr>
          <p:cNvSpPr>
            <a:spLocks/>
          </p:cNvSpPr>
          <p:nvPr/>
        </p:nvSpPr>
        <p:spPr bwMode="auto">
          <a:xfrm>
            <a:off x="1524000" y="2579689"/>
            <a:ext cx="3849688" cy="1425575"/>
          </a:xfrm>
          <a:custGeom>
            <a:avLst/>
            <a:gdLst>
              <a:gd name="T0" fmla="*/ 2147483647 w 2425"/>
              <a:gd name="T1" fmla="*/ 2147483647 h 898"/>
              <a:gd name="T2" fmla="*/ 2147483647 w 2425"/>
              <a:gd name="T3" fmla="*/ 2147483647 h 898"/>
              <a:gd name="T4" fmla="*/ 2147483647 w 2425"/>
              <a:gd name="T5" fmla="*/ 2147483647 h 898"/>
              <a:gd name="T6" fmla="*/ 2147483647 w 2425"/>
              <a:gd name="T7" fmla="*/ 2147483647 h 898"/>
              <a:gd name="T8" fmla="*/ 2147483647 w 2425"/>
              <a:gd name="T9" fmla="*/ 2147483647 h 898"/>
              <a:gd name="T10" fmla="*/ 2147483647 w 2425"/>
              <a:gd name="T11" fmla="*/ 2147483647 h 898"/>
              <a:gd name="T12" fmla="*/ 2147483647 w 2425"/>
              <a:gd name="T13" fmla="*/ 2147483647 h 898"/>
              <a:gd name="T14" fmla="*/ 2147483647 w 2425"/>
              <a:gd name="T15" fmla="*/ 2147483647 h 898"/>
              <a:gd name="T16" fmla="*/ 0 60000 65536"/>
              <a:gd name="T17" fmla="*/ 0 60000 65536"/>
              <a:gd name="T18" fmla="*/ 0 60000 65536"/>
              <a:gd name="T19" fmla="*/ 0 60000 65536"/>
              <a:gd name="T20" fmla="*/ 0 60000 65536"/>
              <a:gd name="T21" fmla="*/ 0 60000 65536"/>
              <a:gd name="T22" fmla="*/ 0 60000 65536"/>
              <a:gd name="T23" fmla="*/ 0 60000 65536"/>
              <a:gd name="T24" fmla="*/ 0 w 2425"/>
              <a:gd name="T25" fmla="*/ 0 h 898"/>
              <a:gd name="T26" fmla="*/ 2425 w 2425"/>
              <a:gd name="T27" fmla="*/ 898 h 89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425" h="898">
                <a:moveTo>
                  <a:pt x="2056" y="289"/>
                </a:moveTo>
                <a:cubicBezTo>
                  <a:pt x="1826" y="223"/>
                  <a:pt x="1133" y="113"/>
                  <a:pt x="810" y="75"/>
                </a:cubicBezTo>
                <a:cubicBezTo>
                  <a:pt x="487" y="37"/>
                  <a:pt x="230" y="0"/>
                  <a:pt x="115" y="60"/>
                </a:cubicBezTo>
                <a:cubicBezTo>
                  <a:pt x="0" y="120"/>
                  <a:pt x="121" y="301"/>
                  <a:pt x="121" y="433"/>
                </a:cubicBezTo>
                <a:cubicBezTo>
                  <a:pt x="121" y="565"/>
                  <a:pt x="25" y="802"/>
                  <a:pt x="115" y="850"/>
                </a:cubicBezTo>
                <a:cubicBezTo>
                  <a:pt x="205" y="898"/>
                  <a:pt x="316" y="784"/>
                  <a:pt x="662" y="721"/>
                </a:cubicBezTo>
                <a:cubicBezTo>
                  <a:pt x="1008" y="658"/>
                  <a:pt x="1961" y="544"/>
                  <a:pt x="2193" y="472"/>
                </a:cubicBezTo>
                <a:cubicBezTo>
                  <a:pt x="2425" y="400"/>
                  <a:pt x="2292" y="327"/>
                  <a:pt x="2056" y="289"/>
                </a:cubicBezTo>
                <a:close/>
              </a:path>
            </a:pathLst>
          </a:custGeom>
          <a:gradFill rotWithShape="1">
            <a:gsLst>
              <a:gs pos="0">
                <a:srgbClr val="FFFFFF">
                  <a:alpha val="98000"/>
                </a:srgbClr>
              </a:gs>
              <a:gs pos="100000">
                <a:srgbClr val="66CC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8375" name="Line 8">
            <a:extLst>
              <a:ext uri="{FF2B5EF4-FFF2-40B4-BE49-F238E27FC236}">
                <a16:creationId xmlns:a16="http://schemas.microsoft.com/office/drawing/2014/main" id="{12ABB2A6-C5D9-481D-8014-3EFF1D98C13F}"/>
              </a:ext>
            </a:extLst>
          </p:cNvPr>
          <p:cNvSpPr>
            <a:spLocks noChangeShapeType="1"/>
          </p:cNvSpPr>
          <p:nvPr/>
        </p:nvSpPr>
        <p:spPr bwMode="auto">
          <a:xfrm flipV="1">
            <a:off x="5791200" y="3182938"/>
            <a:ext cx="1214438" cy="1111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58376" name="Line 9">
            <a:extLst>
              <a:ext uri="{FF2B5EF4-FFF2-40B4-BE49-F238E27FC236}">
                <a16:creationId xmlns:a16="http://schemas.microsoft.com/office/drawing/2014/main" id="{9FA52050-7CB8-40D2-B2A2-53FF7526CEB7}"/>
              </a:ext>
            </a:extLst>
          </p:cNvPr>
          <p:cNvSpPr>
            <a:spLocks noChangeShapeType="1"/>
          </p:cNvSpPr>
          <p:nvPr/>
        </p:nvSpPr>
        <p:spPr bwMode="auto">
          <a:xfrm flipH="1">
            <a:off x="8534400" y="3233738"/>
            <a:ext cx="30003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58377" name="Line 10">
            <a:extLst>
              <a:ext uri="{FF2B5EF4-FFF2-40B4-BE49-F238E27FC236}">
                <a16:creationId xmlns:a16="http://schemas.microsoft.com/office/drawing/2014/main" id="{6F0F5B9E-C23D-449E-949C-C385134F22D9}"/>
              </a:ext>
            </a:extLst>
          </p:cNvPr>
          <p:cNvSpPr>
            <a:spLocks noChangeShapeType="1"/>
          </p:cNvSpPr>
          <p:nvPr/>
        </p:nvSpPr>
        <p:spPr bwMode="auto">
          <a:xfrm>
            <a:off x="8631238" y="2446338"/>
            <a:ext cx="133350" cy="63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58378" name="Line 11">
            <a:extLst>
              <a:ext uri="{FF2B5EF4-FFF2-40B4-BE49-F238E27FC236}">
                <a16:creationId xmlns:a16="http://schemas.microsoft.com/office/drawing/2014/main" id="{7A95DC6F-6947-40C5-B6CB-012BD57C6421}"/>
              </a:ext>
            </a:extLst>
          </p:cNvPr>
          <p:cNvSpPr>
            <a:spLocks noChangeShapeType="1"/>
          </p:cNvSpPr>
          <p:nvPr/>
        </p:nvSpPr>
        <p:spPr bwMode="auto">
          <a:xfrm flipV="1">
            <a:off x="8637588" y="3951288"/>
            <a:ext cx="17145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58379" name="Text Box 12">
            <a:extLst>
              <a:ext uri="{FF2B5EF4-FFF2-40B4-BE49-F238E27FC236}">
                <a16:creationId xmlns:a16="http://schemas.microsoft.com/office/drawing/2014/main" id="{97D5E296-9768-4D3E-BFD8-AED4507185D6}"/>
              </a:ext>
            </a:extLst>
          </p:cNvPr>
          <p:cNvSpPr txBox="1">
            <a:spLocks noChangeArrowheads="1"/>
          </p:cNvSpPr>
          <p:nvPr/>
        </p:nvSpPr>
        <p:spPr bwMode="auto">
          <a:xfrm>
            <a:off x="9256713" y="2176463"/>
            <a:ext cx="9191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600"/>
              <a:t>10.0.0.1</a:t>
            </a:r>
          </a:p>
        </p:txBody>
      </p:sp>
      <p:sp>
        <p:nvSpPr>
          <p:cNvPr id="58380" name="Text Box 13">
            <a:extLst>
              <a:ext uri="{FF2B5EF4-FFF2-40B4-BE49-F238E27FC236}">
                <a16:creationId xmlns:a16="http://schemas.microsoft.com/office/drawing/2014/main" id="{E4E0E27F-AD87-4B96-A11F-C57D3D702E21}"/>
              </a:ext>
            </a:extLst>
          </p:cNvPr>
          <p:cNvSpPr txBox="1">
            <a:spLocks noChangeArrowheads="1"/>
          </p:cNvSpPr>
          <p:nvPr/>
        </p:nvSpPr>
        <p:spPr bwMode="auto">
          <a:xfrm>
            <a:off x="9383713" y="2944813"/>
            <a:ext cx="9191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600"/>
              <a:t>10.0.0.2</a:t>
            </a:r>
          </a:p>
        </p:txBody>
      </p:sp>
      <p:sp>
        <p:nvSpPr>
          <p:cNvPr id="58381" name="Text Box 14">
            <a:extLst>
              <a:ext uri="{FF2B5EF4-FFF2-40B4-BE49-F238E27FC236}">
                <a16:creationId xmlns:a16="http://schemas.microsoft.com/office/drawing/2014/main" id="{151AD51F-C8D5-41B0-85D1-770BBB940736}"/>
              </a:ext>
            </a:extLst>
          </p:cNvPr>
          <p:cNvSpPr txBox="1">
            <a:spLocks noChangeArrowheads="1"/>
          </p:cNvSpPr>
          <p:nvPr/>
        </p:nvSpPr>
        <p:spPr bwMode="auto">
          <a:xfrm>
            <a:off x="9334501" y="3751263"/>
            <a:ext cx="9191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600"/>
              <a:t>10.0.0.3</a:t>
            </a:r>
          </a:p>
        </p:txBody>
      </p:sp>
      <p:sp>
        <p:nvSpPr>
          <p:cNvPr id="58382" name="Text Box 15">
            <a:extLst>
              <a:ext uri="{FF2B5EF4-FFF2-40B4-BE49-F238E27FC236}">
                <a16:creationId xmlns:a16="http://schemas.microsoft.com/office/drawing/2014/main" id="{168287C8-9EAF-4F37-A2C9-80FA574F30CA}"/>
              </a:ext>
            </a:extLst>
          </p:cNvPr>
          <p:cNvSpPr txBox="1">
            <a:spLocks noChangeArrowheads="1"/>
          </p:cNvSpPr>
          <p:nvPr/>
        </p:nvSpPr>
        <p:spPr bwMode="auto">
          <a:xfrm>
            <a:off x="5741988" y="2667000"/>
            <a:ext cx="9191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600"/>
              <a:t>10.0.0.4</a:t>
            </a:r>
          </a:p>
        </p:txBody>
      </p:sp>
      <p:sp>
        <p:nvSpPr>
          <p:cNvPr id="58383" name="Line 16">
            <a:extLst>
              <a:ext uri="{FF2B5EF4-FFF2-40B4-BE49-F238E27FC236}">
                <a16:creationId xmlns:a16="http://schemas.microsoft.com/office/drawing/2014/main" id="{F6FB3560-705D-4602-8AF5-C523A0BF3AF6}"/>
              </a:ext>
            </a:extLst>
          </p:cNvPr>
          <p:cNvSpPr>
            <a:spLocks noChangeShapeType="1"/>
          </p:cNvSpPr>
          <p:nvPr/>
        </p:nvSpPr>
        <p:spPr bwMode="auto">
          <a:xfrm flipH="1">
            <a:off x="5865814" y="2944814"/>
            <a:ext cx="85725" cy="128587"/>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58384" name="Text Box 17">
            <a:extLst>
              <a:ext uri="{FF2B5EF4-FFF2-40B4-BE49-F238E27FC236}">
                <a16:creationId xmlns:a16="http://schemas.microsoft.com/office/drawing/2014/main" id="{4C67CCB9-1C2A-4C19-8B43-9A888647716D}"/>
              </a:ext>
            </a:extLst>
          </p:cNvPr>
          <p:cNvSpPr txBox="1">
            <a:spLocks noChangeArrowheads="1"/>
          </p:cNvSpPr>
          <p:nvPr/>
        </p:nvSpPr>
        <p:spPr bwMode="auto">
          <a:xfrm>
            <a:off x="3848100" y="3324225"/>
            <a:ext cx="12573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600"/>
              <a:t>138.76.29.7</a:t>
            </a:r>
          </a:p>
        </p:txBody>
      </p:sp>
      <p:sp>
        <p:nvSpPr>
          <p:cNvPr id="58385" name="Line 18">
            <a:extLst>
              <a:ext uri="{FF2B5EF4-FFF2-40B4-BE49-F238E27FC236}">
                <a16:creationId xmlns:a16="http://schemas.microsoft.com/office/drawing/2014/main" id="{2A305C49-0E33-4F67-835A-88A3DE02642B}"/>
              </a:ext>
            </a:extLst>
          </p:cNvPr>
          <p:cNvSpPr>
            <a:spLocks noChangeShapeType="1"/>
          </p:cNvSpPr>
          <p:nvPr/>
        </p:nvSpPr>
        <p:spPr bwMode="auto">
          <a:xfrm flipH="1">
            <a:off x="5026026" y="3271839"/>
            <a:ext cx="85725" cy="128587"/>
          </a:xfrm>
          <a:prstGeom prst="line">
            <a:avLst/>
          </a:prstGeom>
          <a:noFill/>
          <a:ln w="19050">
            <a:solidFill>
              <a:schemeClr val="tx1"/>
            </a:solidFill>
            <a:round/>
            <a:headEnd type="triangle" w="med" len="med"/>
            <a:tailEnd/>
          </a:ln>
          <a:extLst>
            <a:ext uri="{909E8E84-426E-40DD-AFC4-6F175D3DCCD1}">
              <a14:hiddenFill xmlns:a14="http://schemas.microsoft.com/office/drawing/2010/main">
                <a:noFill/>
              </a14:hiddenFill>
            </a:ext>
          </a:extLst>
        </p:spPr>
        <p:txBody>
          <a:bodyPr wrap="none"/>
          <a:lstStyle/>
          <a:p>
            <a:endParaRPr lang="en-US"/>
          </a:p>
        </p:txBody>
      </p:sp>
      <p:sp>
        <p:nvSpPr>
          <p:cNvPr id="58386" name="Line 79">
            <a:extLst>
              <a:ext uri="{FF2B5EF4-FFF2-40B4-BE49-F238E27FC236}">
                <a16:creationId xmlns:a16="http://schemas.microsoft.com/office/drawing/2014/main" id="{C5FBFC35-AD2D-4D37-AE84-A8E8869FBC16}"/>
              </a:ext>
            </a:extLst>
          </p:cNvPr>
          <p:cNvSpPr>
            <a:spLocks noChangeShapeType="1"/>
          </p:cNvSpPr>
          <p:nvPr/>
        </p:nvSpPr>
        <p:spPr bwMode="auto">
          <a:xfrm>
            <a:off x="2230439" y="3222625"/>
            <a:ext cx="3025775" cy="63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58387" name="Text Box 81">
            <a:extLst>
              <a:ext uri="{FF2B5EF4-FFF2-40B4-BE49-F238E27FC236}">
                <a16:creationId xmlns:a16="http://schemas.microsoft.com/office/drawing/2014/main" id="{680E570D-02C0-439E-8BE7-59E65374691C}"/>
              </a:ext>
            </a:extLst>
          </p:cNvPr>
          <p:cNvSpPr txBox="1">
            <a:spLocks noChangeArrowheads="1"/>
          </p:cNvSpPr>
          <p:nvPr/>
        </p:nvSpPr>
        <p:spPr bwMode="auto">
          <a:xfrm>
            <a:off x="6240463" y="1674814"/>
            <a:ext cx="2519362"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a:t>Mạng cục bộ</a:t>
            </a:r>
          </a:p>
          <a:p>
            <a:pPr algn="ctr"/>
            <a:r>
              <a:rPr lang="en-US" altLang="en-US"/>
              <a:t>(như là mạng gia đình)</a:t>
            </a:r>
          </a:p>
          <a:p>
            <a:pPr algn="ctr"/>
            <a:r>
              <a:rPr lang="en-US" altLang="en-US"/>
              <a:t>10.0.0/24</a:t>
            </a:r>
          </a:p>
        </p:txBody>
      </p:sp>
      <p:sp>
        <p:nvSpPr>
          <p:cNvPr id="58388" name="Line 82">
            <a:extLst>
              <a:ext uri="{FF2B5EF4-FFF2-40B4-BE49-F238E27FC236}">
                <a16:creationId xmlns:a16="http://schemas.microsoft.com/office/drawing/2014/main" id="{C151E58B-8E29-45E1-B983-B2B56584294C}"/>
              </a:ext>
            </a:extLst>
          </p:cNvPr>
          <p:cNvSpPr>
            <a:spLocks noChangeShapeType="1"/>
          </p:cNvSpPr>
          <p:nvPr/>
        </p:nvSpPr>
        <p:spPr bwMode="auto">
          <a:xfrm>
            <a:off x="8509000" y="1900238"/>
            <a:ext cx="138588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58389" name="Line 83">
            <a:extLst>
              <a:ext uri="{FF2B5EF4-FFF2-40B4-BE49-F238E27FC236}">
                <a16:creationId xmlns:a16="http://schemas.microsoft.com/office/drawing/2014/main" id="{7F18CE21-58E0-4FF4-81C6-7728B29B7913}"/>
              </a:ext>
            </a:extLst>
          </p:cNvPr>
          <p:cNvSpPr>
            <a:spLocks noChangeShapeType="1"/>
          </p:cNvSpPr>
          <p:nvPr/>
        </p:nvSpPr>
        <p:spPr bwMode="auto">
          <a:xfrm>
            <a:off x="5557838" y="1760539"/>
            <a:ext cx="0" cy="10810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58390" name="Line 84">
            <a:extLst>
              <a:ext uri="{FF2B5EF4-FFF2-40B4-BE49-F238E27FC236}">
                <a16:creationId xmlns:a16="http://schemas.microsoft.com/office/drawing/2014/main" id="{52A6BFD5-D9BF-4453-A658-680C327B1EB8}"/>
              </a:ext>
            </a:extLst>
          </p:cNvPr>
          <p:cNvSpPr>
            <a:spLocks noChangeShapeType="1"/>
          </p:cNvSpPr>
          <p:nvPr/>
        </p:nvSpPr>
        <p:spPr bwMode="auto">
          <a:xfrm flipH="1" flipV="1">
            <a:off x="5697539" y="1887538"/>
            <a:ext cx="89852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58391" name="Line 86">
            <a:extLst>
              <a:ext uri="{FF2B5EF4-FFF2-40B4-BE49-F238E27FC236}">
                <a16:creationId xmlns:a16="http://schemas.microsoft.com/office/drawing/2014/main" id="{8FE96684-C641-4B31-A21C-ACEB44F29A61}"/>
              </a:ext>
            </a:extLst>
          </p:cNvPr>
          <p:cNvSpPr>
            <a:spLocks noChangeShapeType="1"/>
          </p:cNvSpPr>
          <p:nvPr/>
        </p:nvSpPr>
        <p:spPr bwMode="auto">
          <a:xfrm flipV="1">
            <a:off x="5003800" y="1900239"/>
            <a:ext cx="484188" cy="4603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58392" name="Line 87">
            <a:extLst>
              <a:ext uri="{FF2B5EF4-FFF2-40B4-BE49-F238E27FC236}">
                <a16:creationId xmlns:a16="http://schemas.microsoft.com/office/drawing/2014/main" id="{9998FA2B-DFC1-44BD-90A9-E9F387B369B3}"/>
              </a:ext>
            </a:extLst>
          </p:cNvPr>
          <p:cNvSpPr>
            <a:spLocks noChangeShapeType="1"/>
          </p:cNvSpPr>
          <p:nvPr/>
        </p:nvSpPr>
        <p:spPr bwMode="auto">
          <a:xfrm flipH="1" flipV="1">
            <a:off x="2290764" y="1887538"/>
            <a:ext cx="89852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58393" name="Text Box 88">
            <a:extLst>
              <a:ext uri="{FF2B5EF4-FFF2-40B4-BE49-F238E27FC236}">
                <a16:creationId xmlns:a16="http://schemas.microsoft.com/office/drawing/2014/main" id="{C66A1BBC-321B-4C45-AD8C-A832EF26EA6E}"/>
              </a:ext>
            </a:extLst>
          </p:cNvPr>
          <p:cNvSpPr txBox="1">
            <a:spLocks noChangeArrowheads="1"/>
          </p:cNvSpPr>
          <p:nvPr/>
        </p:nvSpPr>
        <p:spPr bwMode="auto">
          <a:xfrm>
            <a:off x="3178176" y="1662113"/>
            <a:ext cx="1890713"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a:t>Phần còn lại của</a:t>
            </a:r>
          </a:p>
          <a:p>
            <a:pPr algn="ctr"/>
            <a:r>
              <a:rPr lang="en-US" altLang="en-US"/>
              <a:t>Internet</a:t>
            </a:r>
          </a:p>
        </p:txBody>
      </p:sp>
      <p:sp>
        <p:nvSpPr>
          <p:cNvPr id="58394" name="Text Box 90">
            <a:extLst>
              <a:ext uri="{FF2B5EF4-FFF2-40B4-BE49-F238E27FC236}">
                <a16:creationId xmlns:a16="http://schemas.microsoft.com/office/drawing/2014/main" id="{424A5A9C-06C4-4EFA-B475-F079A67DADDF}"/>
              </a:ext>
            </a:extLst>
          </p:cNvPr>
          <p:cNvSpPr txBox="1">
            <a:spLocks noChangeArrowheads="1"/>
          </p:cNvSpPr>
          <p:nvPr/>
        </p:nvSpPr>
        <p:spPr bwMode="auto">
          <a:xfrm>
            <a:off x="5505451" y="4729164"/>
            <a:ext cx="5248275" cy="1347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nSpc>
                <a:spcPct val="85000"/>
              </a:lnSpc>
            </a:pPr>
            <a:r>
              <a:rPr lang="en-US" altLang="en-US" sz="2400">
                <a:latin typeface="Comic Sans MS" panose="030F0702030302020204" pitchFamily="66" charset="0"/>
              </a:rPr>
              <a:t>Các datagram với nguồn hoặc đích</a:t>
            </a:r>
          </a:p>
          <a:p>
            <a:pPr>
              <a:lnSpc>
                <a:spcPct val="85000"/>
              </a:lnSpc>
            </a:pPr>
            <a:r>
              <a:rPr lang="en-US" altLang="en-US" sz="2400">
                <a:latin typeface="Comic Sans MS" panose="030F0702030302020204" pitchFamily="66" charset="0"/>
              </a:rPr>
              <a:t>trong mạng này có địa chỉ 10.0.0/24</a:t>
            </a:r>
          </a:p>
          <a:p>
            <a:pPr>
              <a:lnSpc>
                <a:spcPct val="85000"/>
              </a:lnSpc>
            </a:pPr>
            <a:r>
              <a:rPr lang="en-US" altLang="en-US" sz="2400">
                <a:latin typeface="Comic Sans MS" panose="030F0702030302020204" pitchFamily="66" charset="0"/>
              </a:rPr>
              <a:t>cho nguồn, đích </a:t>
            </a:r>
          </a:p>
          <a:p>
            <a:pPr>
              <a:lnSpc>
                <a:spcPct val="85000"/>
              </a:lnSpc>
            </a:pPr>
            <a:r>
              <a:rPr lang="en-US" altLang="en-US" sz="2400">
                <a:latin typeface="Comic Sans MS" panose="030F0702030302020204" pitchFamily="66" charset="0"/>
              </a:rPr>
              <a:t>(như thông thường)</a:t>
            </a:r>
          </a:p>
        </p:txBody>
      </p:sp>
      <p:sp>
        <p:nvSpPr>
          <p:cNvPr id="58395" name="Text Box 92">
            <a:extLst>
              <a:ext uri="{FF2B5EF4-FFF2-40B4-BE49-F238E27FC236}">
                <a16:creationId xmlns:a16="http://schemas.microsoft.com/office/drawing/2014/main" id="{485DB269-0F0B-4028-A5E6-5D57A8B46F8C}"/>
              </a:ext>
            </a:extLst>
          </p:cNvPr>
          <p:cNvSpPr txBox="1">
            <a:spLocks noChangeArrowheads="1"/>
          </p:cNvSpPr>
          <p:nvPr/>
        </p:nvSpPr>
        <p:spPr bwMode="auto">
          <a:xfrm>
            <a:off x="1793875" y="4746625"/>
            <a:ext cx="3684588" cy="197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a:lnSpc>
                <a:spcPct val="85000"/>
              </a:lnSpc>
            </a:pPr>
            <a:r>
              <a:rPr lang="en-US" altLang="en-US" sz="2400" i="1">
                <a:solidFill>
                  <a:srgbClr val="CC0000"/>
                </a:solidFill>
                <a:latin typeface="Comic Sans MS" panose="030F0702030302020204" pitchFamily="66" charset="0"/>
              </a:rPr>
              <a:t>Tất cả </a:t>
            </a:r>
            <a:r>
              <a:rPr lang="en-US" altLang="en-US" sz="2400">
                <a:latin typeface="Comic Sans MS" panose="030F0702030302020204" pitchFamily="66" charset="0"/>
              </a:rPr>
              <a:t>datagram đi ra khỏi mạng cục bộ có cùng một địa chỉ IP NAT là: 138.76.29.7, </a:t>
            </a:r>
          </a:p>
          <a:p>
            <a:pPr algn="r">
              <a:lnSpc>
                <a:spcPct val="85000"/>
              </a:lnSpc>
            </a:pPr>
            <a:r>
              <a:rPr lang="en-US" altLang="en-US" sz="2400">
                <a:latin typeface="Comic Sans MS" panose="030F0702030302020204" pitchFamily="66" charset="0"/>
              </a:rPr>
              <a:t>với các số hiệu cổng nguồn khác nhau</a:t>
            </a:r>
          </a:p>
        </p:txBody>
      </p:sp>
      <p:pic>
        <p:nvPicPr>
          <p:cNvPr id="58396" name="Picture 95" descr="underline_base">
            <a:extLst>
              <a:ext uri="{FF2B5EF4-FFF2-40B4-BE49-F238E27FC236}">
                <a16:creationId xmlns:a16="http://schemas.microsoft.com/office/drawing/2014/main" id="{D1845DA4-3104-41AA-82ED-6394DF0ACC3E}"/>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2489" y="922339"/>
            <a:ext cx="7769225"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397" name="Line 96">
            <a:extLst>
              <a:ext uri="{FF2B5EF4-FFF2-40B4-BE49-F238E27FC236}">
                <a16:creationId xmlns:a16="http://schemas.microsoft.com/office/drawing/2014/main" id="{B6A2BBC0-D34D-4957-8CD6-B51D9DD12E8D}"/>
              </a:ext>
            </a:extLst>
          </p:cNvPr>
          <p:cNvSpPr>
            <a:spLocks noChangeShapeType="1"/>
          </p:cNvSpPr>
          <p:nvPr/>
        </p:nvSpPr>
        <p:spPr bwMode="auto">
          <a:xfrm flipV="1">
            <a:off x="6342064" y="3344863"/>
            <a:ext cx="668337" cy="1427162"/>
          </a:xfrm>
          <a:prstGeom prst="line">
            <a:avLst/>
          </a:prstGeom>
          <a:noFill/>
          <a:ln w="9525">
            <a:solidFill>
              <a:srgbClr val="CC0000"/>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58398" name="Line 97">
            <a:extLst>
              <a:ext uri="{FF2B5EF4-FFF2-40B4-BE49-F238E27FC236}">
                <a16:creationId xmlns:a16="http://schemas.microsoft.com/office/drawing/2014/main" id="{8769639B-C471-44E7-BD6F-9640CAD7497B}"/>
              </a:ext>
            </a:extLst>
          </p:cNvPr>
          <p:cNvSpPr>
            <a:spLocks noChangeShapeType="1"/>
          </p:cNvSpPr>
          <p:nvPr/>
        </p:nvSpPr>
        <p:spPr bwMode="auto">
          <a:xfrm flipV="1">
            <a:off x="4230689" y="3308351"/>
            <a:ext cx="668337" cy="1427163"/>
          </a:xfrm>
          <a:prstGeom prst="line">
            <a:avLst/>
          </a:prstGeom>
          <a:noFill/>
          <a:ln w="9525">
            <a:solidFill>
              <a:srgbClr val="CC0000"/>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nvGrpSpPr>
          <p:cNvPr id="58399" name="Group 98">
            <a:extLst>
              <a:ext uri="{FF2B5EF4-FFF2-40B4-BE49-F238E27FC236}">
                <a16:creationId xmlns:a16="http://schemas.microsoft.com/office/drawing/2014/main" id="{8FE9A9D5-48C9-4A4D-A6EE-2FBE8BDB0E08}"/>
              </a:ext>
            </a:extLst>
          </p:cNvPr>
          <p:cNvGrpSpPr>
            <a:grpSpLocks/>
          </p:cNvGrpSpPr>
          <p:nvPr/>
        </p:nvGrpSpPr>
        <p:grpSpPr bwMode="auto">
          <a:xfrm>
            <a:off x="5157788" y="3059113"/>
            <a:ext cx="900112" cy="347662"/>
            <a:chOff x="4396" y="1245"/>
            <a:chExt cx="672" cy="248"/>
          </a:xfrm>
        </p:grpSpPr>
        <p:sp>
          <p:nvSpPr>
            <p:cNvPr id="58409" name="Oval 407">
              <a:extLst>
                <a:ext uri="{FF2B5EF4-FFF2-40B4-BE49-F238E27FC236}">
                  <a16:creationId xmlns:a16="http://schemas.microsoft.com/office/drawing/2014/main" id="{7547ADEC-C385-46FA-B1A4-7E9ABE408E71}"/>
                </a:ext>
              </a:extLst>
            </p:cNvPr>
            <p:cNvSpPr>
              <a:spLocks noChangeArrowheads="1"/>
            </p:cNvSpPr>
            <p:nvPr/>
          </p:nvSpPr>
          <p:spPr bwMode="auto">
            <a:xfrm>
              <a:off x="4399" y="1355"/>
              <a:ext cx="666" cy="138"/>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sp>
          <p:nvSpPr>
            <p:cNvPr id="58410" name="Rectangle 410">
              <a:extLst>
                <a:ext uri="{FF2B5EF4-FFF2-40B4-BE49-F238E27FC236}">
                  <a16:creationId xmlns:a16="http://schemas.microsoft.com/office/drawing/2014/main" id="{CED01B99-07DA-41AE-B703-CF5ED387EDA6}"/>
                </a:ext>
              </a:extLst>
            </p:cNvPr>
            <p:cNvSpPr>
              <a:spLocks noChangeArrowheads="1"/>
            </p:cNvSpPr>
            <p:nvPr/>
          </p:nvSpPr>
          <p:spPr bwMode="auto">
            <a:xfrm>
              <a:off x="4399" y="1339"/>
              <a:ext cx="669" cy="86"/>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latin typeface="Times New Roman" panose="02020603050405020304" pitchFamily="18" charset="0"/>
                <a:cs typeface="Arial" panose="020B0604020202020204" pitchFamily="34" charset="0"/>
              </a:endParaRPr>
            </a:p>
          </p:txBody>
        </p:sp>
        <p:sp>
          <p:nvSpPr>
            <p:cNvPr id="58411" name="Oval 411">
              <a:extLst>
                <a:ext uri="{FF2B5EF4-FFF2-40B4-BE49-F238E27FC236}">
                  <a16:creationId xmlns:a16="http://schemas.microsoft.com/office/drawing/2014/main" id="{C55FCBE3-86AC-4B0F-8864-E425F40F8823}"/>
                </a:ext>
              </a:extLst>
            </p:cNvPr>
            <p:cNvSpPr>
              <a:spLocks noChangeArrowheads="1"/>
            </p:cNvSpPr>
            <p:nvPr/>
          </p:nvSpPr>
          <p:spPr bwMode="auto">
            <a:xfrm>
              <a:off x="4396" y="1245"/>
              <a:ext cx="667" cy="162"/>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grpSp>
          <p:nvGrpSpPr>
            <p:cNvPr id="58412" name="Group 102">
              <a:extLst>
                <a:ext uri="{FF2B5EF4-FFF2-40B4-BE49-F238E27FC236}">
                  <a16:creationId xmlns:a16="http://schemas.microsoft.com/office/drawing/2014/main" id="{7696B7CE-7F14-442A-AC12-E148F4EB89C0}"/>
                </a:ext>
              </a:extLst>
            </p:cNvPr>
            <p:cNvGrpSpPr>
              <a:grpSpLocks/>
            </p:cNvGrpSpPr>
            <p:nvPr/>
          </p:nvGrpSpPr>
          <p:grpSpPr bwMode="auto">
            <a:xfrm>
              <a:off x="4530" y="1287"/>
              <a:ext cx="377" cy="75"/>
              <a:chOff x="2468" y="1332"/>
              <a:chExt cx="310" cy="60"/>
            </a:xfrm>
          </p:grpSpPr>
          <p:sp>
            <p:nvSpPr>
              <p:cNvPr id="58415" name="Freeform 103">
                <a:extLst>
                  <a:ext uri="{FF2B5EF4-FFF2-40B4-BE49-F238E27FC236}">
                    <a16:creationId xmlns:a16="http://schemas.microsoft.com/office/drawing/2014/main" id="{C49FA0D4-BE37-453A-994B-EB7146BCFC05}"/>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8416" name="Freeform 104">
                <a:extLst>
                  <a:ext uri="{FF2B5EF4-FFF2-40B4-BE49-F238E27FC236}">
                    <a16:creationId xmlns:a16="http://schemas.microsoft.com/office/drawing/2014/main" id="{2E798098-E69E-4F64-84E9-67FCC97388B2}"/>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sp>
          <p:nvSpPr>
            <p:cNvPr id="58413" name="Line 105">
              <a:extLst>
                <a:ext uri="{FF2B5EF4-FFF2-40B4-BE49-F238E27FC236}">
                  <a16:creationId xmlns:a16="http://schemas.microsoft.com/office/drawing/2014/main" id="{46C19D76-02EF-4F1B-8C00-768EE120A4FB}"/>
                </a:ext>
              </a:extLst>
            </p:cNvPr>
            <p:cNvSpPr>
              <a:spLocks noChangeShapeType="1"/>
            </p:cNvSpPr>
            <p:nvPr/>
          </p:nvSpPr>
          <p:spPr bwMode="auto">
            <a:xfrm>
              <a:off x="4400" y="1321"/>
              <a:ext cx="0" cy="109"/>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414" name="Line 106">
              <a:extLst>
                <a:ext uri="{FF2B5EF4-FFF2-40B4-BE49-F238E27FC236}">
                  <a16:creationId xmlns:a16="http://schemas.microsoft.com/office/drawing/2014/main" id="{AA1813D9-BFFC-4A9C-A951-80A3856935D9}"/>
                </a:ext>
              </a:extLst>
            </p:cNvPr>
            <p:cNvSpPr>
              <a:spLocks noChangeShapeType="1"/>
            </p:cNvSpPr>
            <p:nvPr/>
          </p:nvSpPr>
          <p:spPr bwMode="auto">
            <a:xfrm>
              <a:off x="5063" y="1327"/>
              <a:ext cx="0" cy="106"/>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58400" name="Group 107">
            <a:extLst>
              <a:ext uri="{FF2B5EF4-FFF2-40B4-BE49-F238E27FC236}">
                <a16:creationId xmlns:a16="http://schemas.microsoft.com/office/drawing/2014/main" id="{2E5269F3-66DF-44DA-8243-145CB4DBDC76}"/>
              </a:ext>
            </a:extLst>
          </p:cNvPr>
          <p:cNvGrpSpPr>
            <a:grpSpLocks/>
          </p:cNvGrpSpPr>
          <p:nvPr/>
        </p:nvGrpSpPr>
        <p:grpSpPr bwMode="auto">
          <a:xfrm flipH="1">
            <a:off x="8731250" y="2239963"/>
            <a:ext cx="641350" cy="558800"/>
            <a:chOff x="-44" y="1473"/>
            <a:chExt cx="981" cy="1105"/>
          </a:xfrm>
        </p:grpSpPr>
        <p:pic>
          <p:nvPicPr>
            <p:cNvPr id="58407" name="Picture 108" descr="desktop_computer_stylized_medium">
              <a:extLst>
                <a:ext uri="{FF2B5EF4-FFF2-40B4-BE49-F238E27FC236}">
                  <a16:creationId xmlns:a16="http://schemas.microsoft.com/office/drawing/2014/main" id="{470872C0-E958-47D8-8AEC-534C22E323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408" name="Freeform 109">
              <a:extLst>
                <a:ext uri="{FF2B5EF4-FFF2-40B4-BE49-F238E27FC236}">
                  <a16:creationId xmlns:a16="http://schemas.microsoft.com/office/drawing/2014/main" id="{A571B9A4-C2FF-45A8-8102-36D2BF6AA119}"/>
                </a:ext>
              </a:extLst>
            </p:cNvPr>
            <p:cNvSpPr>
              <a:spLocks/>
            </p:cNvSpPr>
            <p:nvPr/>
          </p:nvSpPr>
          <p:spPr bwMode="auto">
            <a:xfrm flipH="1">
              <a:off x="374" y="1579"/>
              <a:ext cx="477" cy="506"/>
            </a:xfrm>
            <a:custGeom>
              <a:avLst/>
              <a:gdLst>
                <a:gd name="T0" fmla="*/ 0 w 356"/>
                <a:gd name="T1" fmla="*/ 0 h 368"/>
                <a:gd name="T2" fmla="*/ 187350 w 356"/>
                <a:gd name="T3" fmla="*/ 15587 h 368"/>
                <a:gd name="T4" fmla="*/ 222251 w 356"/>
                <a:gd name="T5" fmla="*/ 324849 h 368"/>
                <a:gd name="T6" fmla="*/ 48981 w 356"/>
                <a:gd name="T7" fmla="*/ 406259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grpSp>
        <p:nvGrpSpPr>
          <p:cNvPr id="58401" name="Group 110">
            <a:extLst>
              <a:ext uri="{FF2B5EF4-FFF2-40B4-BE49-F238E27FC236}">
                <a16:creationId xmlns:a16="http://schemas.microsoft.com/office/drawing/2014/main" id="{E66994FD-82F6-4031-846D-FDF99576C71A}"/>
              </a:ext>
            </a:extLst>
          </p:cNvPr>
          <p:cNvGrpSpPr>
            <a:grpSpLocks/>
          </p:cNvGrpSpPr>
          <p:nvPr/>
        </p:nvGrpSpPr>
        <p:grpSpPr bwMode="auto">
          <a:xfrm flipH="1">
            <a:off x="8770938" y="2916238"/>
            <a:ext cx="641350" cy="558800"/>
            <a:chOff x="-44" y="1473"/>
            <a:chExt cx="981" cy="1105"/>
          </a:xfrm>
        </p:grpSpPr>
        <p:pic>
          <p:nvPicPr>
            <p:cNvPr id="58405" name="Picture 111" descr="desktop_computer_stylized_medium">
              <a:extLst>
                <a:ext uri="{FF2B5EF4-FFF2-40B4-BE49-F238E27FC236}">
                  <a16:creationId xmlns:a16="http://schemas.microsoft.com/office/drawing/2014/main" id="{E9652D77-CEB6-4444-8717-D0EFA9DBF1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406" name="Freeform 112">
              <a:extLst>
                <a:ext uri="{FF2B5EF4-FFF2-40B4-BE49-F238E27FC236}">
                  <a16:creationId xmlns:a16="http://schemas.microsoft.com/office/drawing/2014/main" id="{41EEF290-A5B6-4F90-96B9-F9E9F7459913}"/>
                </a:ext>
              </a:extLst>
            </p:cNvPr>
            <p:cNvSpPr>
              <a:spLocks/>
            </p:cNvSpPr>
            <p:nvPr/>
          </p:nvSpPr>
          <p:spPr bwMode="auto">
            <a:xfrm flipH="1">
              <a:off x="374" y="1579"/>
              <a:ext cx="477" cy="506"/>
            </a:xfrm>
            <a:custGeom>
              <a:avLst/>
              <a:gdLst>
                <a:gd name="T0" fmla="*/ 0 w 356"/>
                <a:gd name="T1" fmla="*/ 0 h 368"/>
                <a:gd name="T2" fmla="*/ 187350 w 356"/>
                <a:gd name="T3" fmla="*/ 15587 h 368"/>
                <a:gd name="T4" fmla="*/ 222251 w 356"/>
                <a:gd name="T5" fmla="*/ 324849 h 368"/>
                <a:gd name="T6" fmla="*/ 48981 w 356"/>
                <a:gd name="T7" fmla="*/ 406259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grpSp>
        <p:nvGrpSpPr>
          <p:cNvPr id="58402" name="Group 113">
            <a:extLst>
              <a:ext uri="{FF2B5EF4-FFF2-40B4-BE49-F238E27FC236}">
                <a16:creationId xmlns:a16="http://schemas.microsoft.com/office/drawing/2014/main" id="{D4D7A225-8E5B-4BF6-812C-B0221894D50C}"/>
              </a:ext>
            </a:extLst>
          </p:cNvPr>
          <p:cNvGrpSpPr>
            <a:grpSpLocks/>
          </p:cNvGrpSpPr>
          <p:nvPr/>
        </p:nvGrpSpPr>
        <p:grpSpPr bwMode="auto">
          <a:xfrm flipH="1">
            <a:off x="8778875" y="3670300"/>
            <a:ext cx="641350" cy="558800"/>
            <a:chOff x="-44" y="1473"/>
            <a:chExt cx="981" cy="1105"/>
          </a:xfrm>
        </p:grpSpPr>
        <p:pic>
          <p:nvPicPr>
            <p:cNvPr id="58403" name="Picture 114" descr="desktop_computer_stylized_medium">
              <a:extLst>
                <a:ext uri="{FF2B5EF4-FFF2-40B4-BE49-F238E27FC236}">
                  <a16:creationId xmlns:a16="http://schemas.microsoft.com/office/drawing/2014/main" id="{5BBCDD8B-3166-4438-909C-7E7C170EEC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404" name="Freeform 115">
              <a:extLst>
                <a:ext uri="{FF2B5EF4-FFF2-40B4-BE49-F238E27FC236}">
                  <a16:creationId xmlns:a16="http://schemas.microsoft.com/office/drawing/2014/main" id="{C6D22986-7582-4D07-A768-0F1E58FE8CDD}"/>
                </a:ext>
              </a:extLst>
            </p:cNvPr>
            <p:cNvSpPr>
              <a:spLocks/>
            </p:cNvSpPr>
            <p:nvPr/>
          </p:nvSpPr>
          <p:spPr bwMode="auto">
            <a:xfrm flipH="1">
              <a:off x="374" y="1579"/>
              <a:ext cx="477" cy="506"/>
            </a:xfrm>
            <a:custGeom>
              <a:avLst/>
              <a:gdLst>
                <a:gd name="T0" fmla="*/ 0 w 356"/>
                <a:gd name="T1" fmla="*/ 0 h 368"/>
                <a:gd name="T2" fmla="*/ 187350 w 356"/>
                <a:gd name="T3" fmla="*/ 15587 h 368"/>
                <a:gd name="T4" fmla="*/ 222251 w 356"/>
                <a:gd name="T5" fmla="*/ 324849 h 368"/>
                <a:gd name="T6" fmla="*/ 48981 w 356"/>
                <a:gd name="T7" fmla="*/ 406259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spTree>
    <p:extLst>
      <p:ext uri="{BB962C8B-B14F-4D97-AF65-F5344CB8AC3E}">
        <p14:creationId xmlns:p14="http://schemas.microsoft.com/office/powerpoint/2010/main" val="3198283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Footer Placeholder 4">
            <a:extLst>
              <a:ext uri="{FF2B5EF4-FFF2-40B4-BE49-F238E27FC236}">
                <a16:creationId xmlns:a16="http://schemas.microsoft.com/office/drawing/2014/main" id="{B6DD183D-9BAF-4284-A4B1-C5395E606673}"/>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Tầng Network</a:t>
            </a:r>
          </a:p>
        </p:txBody>
      </p:sp>
      <p:sp>
        <p:nvSpPr>
          <p:cNvPr id="59395" name="Slide Number Placeholder 5">
            <a:extLst>
              <a:ext uri="{FF2B5EF4-FFF2-40B4-BE49-F238E27FC236}">
                <a16:creationId xmlns:a16="http://schemas.microsoft.com/office/drawing/2014/main" id="{EAD40CD1-12F0-4A11-9946-64074C88860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4-</a:t>
            </a:r>
            <a:fld id="{D4A5A84C-244E-4F77-9334-23EBE985F2C0}" type="slidenum">
              <a:rPr lang="en-US" altLang="en-US">
                <a:latin typeface="Tahoma" panose="020B0604030504040204" pitchFamily="34" charset="0"/>
              </a:rPr>
              <a:pPr/>
              <a:t>56</a:t>
            </a:fld>
            <a:endParaRPr lang="en-US" altLang="en-US">
              <a:latin typeface="Tahoma" panose="020B0604030504040204" pitchFamily="34" charset="0"/>
            </a:endParaRPr>
          </a:p>
        </p:txBody>
      </p:sp>
      <p:sp>
        <p:nvSpPr>
          <p:cNvPr id="59396" name="Rectangle 3">
            <a:extLst>
              <a:ext uri="{FF2B5EF4-FFF2-40B4-BE49-F238E27FC236}">
                <a16:creationId xmlns:a16="http://schemas.microsoft.com/office/drawing/2014/main" id="{919BCF7E-AA77-4F20-A95F-172D2841D0AB}"/>
              </a:ext>
            </a:extLst>
          </p:cNvPr>
          <p:cNvSpPr>
            <a:spLocks noGrp="1" noChangeArrowheads="1"/>
          </p:cNvSpPr>
          <p:nvPr>
            <p:ph type="body" idx="1"/>
          </p:nvPr>
        </p:nvSpPr>
        <p:spPr>
          <a:xfrm>
            <a:off x="1909763" y="1358900"/>
            <a:ext cx="8418512" cy="4648200"/>
          </a:xfrm>
        </p:spPr>
        <p:txBody>
          <a:bodyPr>
            <a:normAutofit fontScale="92500" lnSpcReduction="10000"/>
          </a:bodyPr>
          <a:lstStyle/>
          <a:p>
            <a:pPr>
              <a:buFont typeface="Wingdings" panose="05000000000000000000" pitchFamily="2" charset="2"/>
              <a:buNone/>
            </a:pPr>
            <a:r>
              <a:rPr lang="en-US" altLang="en-US" i="1">
                <a:solidFill>
                  <a:srgbClr val="CC0000"/>
                </a:solidFill>
                <a:latin typeface="Comic Sans MS" panose="030F0702030302020204" pitchFamily="66" charset="0"/>
                <a:ea typeface="ＭＳ Ｐゴシック" panose="020B0600070205080204" pitchFamily="34" charset="-128"/>
              </a:rPr>
              <a:t>Trình bày: </a:t>
            </a:r>
            <a:r>
              <a:rPr lang="en-US" altLang="en-US">
                <a:latin typeface="Comic Sans MS" panose="030F0702030302020204" pitchFamily="66" charset="0"/>
                <a:ea typeface="ＭＳ Ｐゴシック" panose="020B0600070205080204" pitchFamily="34" charset="-128"/>
              </a:rPr>
              <a:t>mạng cục bộ chỉ dùng 1 địa chỉ IP đối với thế giới bên ngoài:</a:t>
            </a:r>
          </a:p>
          <a:p>
            <a:pPr lvl="1"/>
            <a:r>
              <a:rPr lang="en-US" altLang="en-US" sz="2800">
                <a:latin typeface="Comic Sans MS" panose="030F0702030302020204" pitchFamily="66" charset="0"/>
                <a:ea typeface="ＭＳ Ｐゴシック" panose="020B0600070205080204" pitchFamily="34" charset="-128"/>
              </a:rPr>
              <a:t>Không cần thiết dùng 1 vùng địa chỉ từ ISP: chỉ cần 1 địa chỉ IP cho tất cả các thiết bị</a:t>
            </a:r>
          </a:p>
          <a:p>
            <a:pPr lvl="1"/>
            <a:r>
              <a:rPr lang="en-US" altLang="en-US" sz="2800">
                <a:latin typeface="Comic Sans MS" panose="030F0702030302020204" pitchFamily="66" charset="0"/>
                <a:ea typeface="ＭＳ Ｐゴシック" panose="020B0600070205080204" pitchFamily="34" charset="-128"/>
              </a:rPr>
              <a:t>Có thể thay đổi các địa chỉ IP của các thiết bị trong mạng cục bộ mà không cần thông báo cho thế giới bên ngoài</a:t>
            </a:r>
          </a:p>
          <a:p>
            <a:pPr lvl="1"/>
            <a:r>
              <a:rPr lang="en-US" altLang="en-US" sz="2800">
                <a:latin typeface="Comic Sans MS" panose="030F0702030302020204" pitchFamily="66" charset="0"/>
                <a:ea typeface="ＭＳ Ｐゴシック" panose="020B0600070205080204" pitchFamily="34" charset="-128"/>
              </a:rPr>
              <a:t>Có thể thay đổi ISP mà không cần thay đổi địa chỉ IP của các thiết bị trong mạng nội bộ</a:t>
            </a:r>
          </a:p>
          <a:p>
            <a:pPr lvl="1"/>
            <a:r>
              <a:rPr lang="en-US" altLang="en-US" sz="2800">
                <a:latin typeface="Comic Sans MS" panose="030F0702030302020204" pitchFamily="66" charset="0"/>
                <a:ea typeface="ＭＳ Ｐゴシック" panose="020B0600070205080204" pitchFamily="34" charset="-128"/>
              </a:rPr>
              <a:t>Các thiết bị bên trong mạng cục bộ không nhìn thấy và không định địa chỉ rõ ràng từ  bên ngoài (tăng cường bảo mật)</a:t>
            </a:r>
          </a:p>
          <a:p>
            <a:pPr>
              <a:buFont typeface="Wingdings" panose="05000000000000000000" pitchFamily="2" charset="2"/>
              <a:buNone/>
            </a:pPr>
            <a:endParaRPr lang="en-US" altLang="en-US">
              <a:latin typeface="Comic Sans MS" panose="030F0702030302020204" pitchFamily="66" charset="0"/>
              <a:ea typeface="ＭＳ Ｐゴシック" panose="020B0600070205080204" pitchFamily="34" charset="-128"/>
            </a:endParaRPr>
          </a:p>
        </p:txBody>
      </p:sp>
      <p:sp>
        <p:nvSpPr>
          <p:cNvPr id="57349" name="Rectangle 8">
            <a:extLst>
              <a:ext uri="{FF2B5EF4-FFF2-40B4-BE49-F238E27FC236}">
                <a16:creationId xmlns:a16="http://schemas.microsoft.com/office/drawing/2014/main" id="{E45EBDE6-6D8B-4A1E-ACF0-753F1B3B471C}"/>
              </a:ext>
            </a:extLst>
          </p:cNvPr>
          <p:cNvSpPr>
            <a:spLocks noGrp="1" noChangeArrowheads="1"/>
          </p:cNvSpPr>
          <p:nvPr>
            <p:ph type="title"/>
          </p:nvPr>
        </p:nvSpPr>
        <p:spPr>
          <a:xfrm>
            <a:off x="2057400" y="230188"/>
            <a:ext cx="8091488" cy="908050"/>
          </a:xfrm>
        </p:spPr>
        <p:txBody>
          <a:bodyPr/>
          <a:lstStyle/>
          <a:p>
            <a:pPr>
              <a:defRPr/>
            </a:pPr>
            <a:r>
              <a:rPr lang="en-US" dirty="0">
                <a:cs typeface="+mj-cs"/>
              </a:rPr>
              <a:t>NAT: network address translation</a:t>
            </a:r>
          </a:p>
        </p:txBody>
      </p:sp>
      <p:pic>
        <p:nvPicPr>
          <p:cNvPr id="59398" name="Picture 9" descr="underline_base">
            <a:extLst>
              <a:ext uri="{FF2B5EF4-FFF2-40B4-BE49-F238E27FC236}">
                <a16:creationId xmlns:a16="http://schemas.microsoft.com/office/drawing/2014/main" id="{44CBB766-50F6-4495-AEBF-A51B59273F3D}"/>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2489" y="922339"/>
            <a:ext cx="7769225"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155380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Footer Placeholder 4">
            <a:extLst>
              <a:ext uri="{FF2B5EF4-FFF2-40B4-BE49-F238E27FC236}">
                <a16:creationId xmlns:a16="http://schemas.microsoft.com/office/drawing/2014/main" id="{DCF750ED-F059-4950-8E57-D7CF38A95015}"/>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Tầng Network</a:t>
            </a:r>
          </a:p>
        </p:txBody>
      </p:sp>
      <p:sp>
        <p:nvSpPr>
          <p:cNvPr id="60419" name="Slide Number Placeholder 5">
            <a:extLst>
              <a:ext uri="{FF2B5EF4-FFF2-40B4-BE49-F238E27FC236}">
                <a16:creationId xmlns:a16="http://schemas.microsoft.com/office/drawing/2014/main" id="{28B8C851-0D53-4DC3-820F-9DCEDE3F4C3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4-</a:t>
            </a:r>
            <a:fld id="{D41AFFB7-0081-4CB0-80C5-B78E55DB1203}" type="slidenum">
              <a:rPr lang="en-US" altLang="en-US">
                <a:latin typeface="Tahoma" panose="020B0604030504040204" pitchFamily="34" charset="0"/>
              </a:rPr>
              <a:pPr/>
              <a:t>57</a:t>
            </a:fld>
            <a:endParaRPr lang="en-US" altLang="en-US">
              <a:latin typeface="Tahoma" panose="020B0604030504040204" pitchFamily="34" charset="0"/>
            </a:endParaRPr>
          </a:p>
        </p:txBody>
      </p:sp>
      <p:sp>
        <p:nvSpPr>
          <p:cNvPr id="60420" name="Rectangle 3">
            <a:extLst>
              <a:ext uri="{FF2B5EF4-FFF2-40B4-BE49-F238E27FC236}">
                <a16:creationId xmlns:a16="http://schemas.microsoft.com/office/drawing/2014/main" id="{91572CB7-9E39-4405-BD41-08EA5F5A52FC}"/>
              </a:ext>
            </a:extLst>
          </p:cNvPr>
          <p:cNvSpPr>
            <a:spLocks noGrp="1" noChangeArrowheads="1"/>
          </p:cNvSpPr>
          <p:nvPr>
            <p:ph type="body" idx="1"/>
          </p:nvPr>
        </p:nvSpPr>
        <p:spPr>
          <a:xfrm>
            <a:off x="1758951" y="1330325"/>
            <a:ext cx="8575675" cy="4648200"/>
          </a:xfrm>
        </p:spPr>
        <p:txBody>
          <a:bodyPr/>
          <a:lstStyle/>
          <a:p>
            <a:pPr>
              <a:lnSpc>
                <a:spcPct val="80000"/>
              </a:lnSpc>
              <a:buFont typeface="Wingdings" panose="05000000000000000000" pitchFamily="2" charset="2"/>
              <a:buNone/>
            </a:pPr>
            <a:r>
              <a:rPr lang="en-US" altLang="en-US">
                <a:solidFill>
                  <a:srgbClr val="FF0000"/>
                </a:solidFill>
                <a:latin typeface="Comic Sans MS" panose="030F0702030302020204" pitchFamily="66" charset="0"/>
                <a:ea typeface="ＭＳ Ｐゴシック" panose="020B0600070205080204" pitchFamily="34" charset="-128"/>
              </a:rPr>
              <a:t>   </a:t>
            </a:r>
            <a:r>
              <a:rPr lang="en-US" altLang="en-US" i="1">
                <a:solidFill>
                  <a:srgbClr val="CC0000"/>
                </a:solidFill>
                <a:latin typeface="Comic Sans MS" panose="030F0702030302020204" pitchFamily="66" charset="0"/>
                <a:ea typeface="ＭＳ Ｐゴシック" panose="020B0600070205080204" pitchFamily="34" charset="-128"/>
              </a:rPr>
              <a:t>thực hiện</a:t>
            </a:r>
            <a:r>
              <a:rPr lang="en-US" altLang="en-US">
                <a:solidFill>
                  <a:srgbClr val="CC0000"/>
                </a:solidFill>
                <a:latin typeface="Comic Sans MS" panose="030F0702030302020204" pitchFamily="66" charset="0"/>
                <a:ea typeface="ＭＳ Ｐゴシック" panose="020B0600070205080204" pitchFamily="34" charset="-128"/>
              </a:rPr>
              <a:t>:</a:t>
            </a:r>
            <a:r>
              <a:rPr lang="en-US" altLang="en-US">
                <a:latin typeface="Comic Sans MS" panose="030F0702030302020204" pitchFamily="66" charset="0"/>
                <a:ea typeface="ＭＳ Ｐゴシック" panose="020B0600070205080204" pitchFamily="34" charset="-128"/>
              </a:rPr>
              <a:t> NAT router phải:</a:t>
            </a:r>
            <a:br>
              <a:rPr lang="en-US" altLang="en-US">
                <a:latin typeface="Comic Sans MS" panose="030F0702030302020204" pitchFamily="66" charset="0"/>
                <a:ea typeface="ＭＳ Ｐゴシック" panose="020B0600070205080204" pitchFamily="34" charset="-128"/>
              </a:rPr>
            </a:br>
            <a:endParaRPr lang="en-US" altLang="en-US">
              <a:latin typeface="Comic Sans MS" panose="030F0702030302020204" pitchFamily="66" charset="0"/>
              <a:ea typeface="ＭＳ Ｐゴシック" panose="020B0600070205080204" pitchFamily="34" charset="-128"/>
            </a:endParaRPr>
          </a:p>
          <a:p>
            <a:pPr lvl="1">
              <a:lnSpc>
                <a:spcPct val="80000"/>
              </a:lnSpc>
            </a:pPr>
            <a:r>
              <a:rPr lang="en-US" altLang="en-US" i="1">
                <a:solidFill>
                  <a:srgbClr val="000099"/>
                </a:solidFill>
                <a:latin typeface="Comic Sans MS" panose="030F0702030302020204" pitchFamily="66" charset="0"/>
                <a:ea typeface="ＭＳ Ｐゴシック" panose="020B0600070205080204" pitchFamily="34" charset="-128"/>
              </a:rPr>
              <a:t>Các datagram đi ra:</a:t>
            </a:r>
            <a:r>
              <a:rPr lang="en-US" altLang="en-US">
                <a:solidFill>
                  <a:srgbClr val="000099"/>
                </a:solidFill>
                <a:latin typeface="Comic Sans MS" panose="030F0702030302020204" pitchFamily="66" charset="0"/>
                <a:ea typeface="ＭＳ Ｐゴシック" panose="020B0600070205080204" pitchFamily="34" charset="-128"/>
              </a:rPr>
              <a:t> </a:t>
            </a:r>
            <a:r>
              <a:rPr lang="en-US" altLang="en-US" i="1">
                <a:solidFill>
                  <a:srgbClr val="000099"/>
                </a:solidFill>
                <a:latin typeface="Comic Sans MS" panose="030F0702030302020204" pitchFamily="66" charset="0"/>
                <a:ea typeface="ＭＳ Ｐゴシック" panose="020B0600070205080204" pitchFamily="34" charset="-128"/>
              </a:rPr>
              <a:t>thay thế </a:t>
            </a:r>
            <a:r>
              <a:rPr lang="en-US" altLang="en-US">
                <a:latin typeface="Comic Sans MS" panose="030F0702030302020204" pitchFamily="66" charset="0"/>
                <a:ea typeface="ＭＳ Ｐゴシック" panose="020B0600070205080204" pitchFamily="34" charset="-128"/>
              </a:rPr>
              <a:t>(địa chỉ IP nguồn, số hiệu cổng nguồn) mọi datagram đi ra bên ngoài bằng (địa chỉ IP NAT, số hiệu port mới)</a:t>
            </a:r>
          </a:p>
          <a:p>
            <a:pPr lvl="2">
              <a:lnSpc>
                <a:spcPct val="80000"/>
              </a:lnSpc>
              <a:buFontTx/>
              <a:buNone/>
            </a:pPr>
            <a:r>
              <a:rPr lang="en-US" altLang="en-US" sz="2400">
                <a:ea typeface="ＭＳ Ｐゴシック" panose="020B0600070205080204" pitchFamily="34" charset="-128"/>
              </a:rPr>
              <a:t>. . . Các client/server ở xa sẽ dùng địa chỉ đó ( địa chỉ IP NAT, số hiệu port mối) như là địa chỉ đích</a:t>
            </a:r>
            <a:br>
              <a:rPr lang="en-US" altLang="en-US" sz="2400">
                <a:ea typeface="ＭＳ Ｐゴシック" panose="020B0600070205080204" pitchFamily="34" charset="-128"/>
              </a:rPr>
            </a:br>
            <a:endParaRPr lang="en-US" altLang="en-US" sz="2400">
              <a:ea typeface="ＭＳ Ｐゴシック" panose="020B0600070205080204" pitchFamily="34" charset="-128"/>
            </a:endParaRPr>
          </a:p>
          <a:p>
            <a:pPr lvl="1">
              <a:lnSpc>
                <a:spcPct val="80000"/>
              </a:lnSpc>
            </a:pPr>
            <a:r>
              <a:rPr lang="en-US" altLang="en-US" i="1">
                <a:solidFill>
                  <a:srgbClr val="000099"/>
                </a:solidFill>
                <a:latin typeface="Comic Sans MS" panose="030F0702030302020204" pitchFamily="66" charset="0"/>
                <a:ea typeface="ＭＳ Ｐゴシック" panose="020B0600070205080204" pitchFamily="34" charset="-128"/>
              </a:rPr>
              <a:t>Ghi nhớ (trong bảng chuyển đổi NAT)</a:t>
            </a:r>
            <a:r>
              <a:rPr lang="en-US" altLang="en-US" i="1">
                <a:solidFill>
                  <a:schemeClr val="accent2"/>
                </a:solidFill>
                <a:latin typeface="Comic Sans MS" panose="030F0702030302020204" pitchFamily="66" charset="0"/>
                <a:ea typeface="ＭＳ Ｐゴシック" panose="020B0600070205080204" pitchFamily="34" charset="-128"/>
              </a:rPr>
              <a:t> </a:t>
            </a:r>
            <a:r>
              <a:rPr lang="en-US" altLang="en-US">
                <a:latin typeface="Comic Sans MS" panose="030F0702030302020204" pitchFamily="66" charset="0"/>
                <a:ea typeface="ＭＳ Ｐゴシック" panose="020B0600070205080204" pitchFamily="34" charset="-128"/>
              </a:rPr>
              <a:t>mọi cặp chuyển đổi (địa chỉ IP nguồn, số hiệu port) sang (địa chỉ IP NAT, số hiệu port mới)</a:t>
            </a:r>
            <a:br>
              <a:rPr lang="en-US" altLang="en-US">
                <a:latin typeface="Comic Sans MS" panose="030F0702030302020204" pitchFamily="66" charset="0"/>
                <a:ea typeface="ＭＳ Ｐゴシック" panose="020B0600070205080204" pitchFamily="34" charset="-128"/>
              </a:rPr>
            </a:br>
            <a:endParaRPr lang="en-US" altLang="en-US">
              <a:latin typeface="Comic Sans MS" panose="030F0702030302020204" pitchFamily="66" charset="0"/>
              <a:ea typeface="ＭＳ Ｐゴシック" panose="020B0600070205080204" pitchFamily="34" charset="-128"/>
            </a:endParaRPr>
          </a:p>
          <a:p>
            <a:pPr lvl="1">
              <a:lnSpc>
                <a:spcPct val="80000"/>
              </a:lnSpc>
            </a:pPr>
            <a:r>
              <a:rPr lang="en-US" altLang="en-US" i="1">
                <a:solidFill>
                  <a:srgbClr val="000099"/>
                </a:solidFill>
                <a:latin typeface="Comic Sans MS" panose="030F0702030302020204" pitchFamily="66" charset="0"/>
                <a:ea typeface="ＭＳ Ｐゴシック" panose="020B0600070205080204" pitchFamily="34" charset="-128"/>
              </a:rPr>
              <a:t>Datagram đi đến:</a:t>
            </a:r>
            <a:r>
              <a:rPr lang="en-US" altLang="en-US">
                <a:solidFill>
                  <a:srgbClr val="000099"/>
                </a:solidFill>
                <a:latin typeface="Comic Sans MS" panose="030F0702030302020204" pitchFamily="66" charset="0"/>
                <a:ea typeface="ＭＳ Ｐゴシック" panose="020B0600070205080204" pitchFamily="34" charset="-128"/>
              </a:rPr>
              <a:t> </a:t>
            </a:r>
            <a:r>
              <a:rPr lang="en-US" altLang="en-US" i="1">
                <a:solidFill>
                  <a:srgbClr val="000099"/>
                </a:solidFill>
                <a:latin typeface="Comic Sans MS" panose="030F0702030302020204" pitchFamily="66" charset="0"/>
                <a:ea typeface="ＭＳ Ｐゴシック" panose="020B0600070205080204" pitchFamily="34" charset="-128"/>
              </a:rPr>
              <a:t>thay thế</a:t>
            </a:r>
            <a:r>
              <a:rPr lang="en-US" altLang="en-US">
                <a:latin typeface="Comic Sans MS" panose="030F0702030302020204" pitchFamily="66" charset="0"/>
                <a:ea typeface="ＭＳ Ｐゴシック" panose="020B0600070205080204" pitchFamily="34" charset="-128"/>
              </a:rPr>
              <a:t>(địa chỉ IP NAT, số hiệu port mới) trong các trường đích của mọi datagram đến với giá trị tương ứng (địa chỉ IP và số hiệu cổng nguồn) trong bảng NAT</a:t>
            </a:r>
          </a:p>
        </p:txBody>
      </p:sp>
      <p:sp>
        <p:nvSpPr>
          <p:cNvPr id="58373" name="Rectangle 5">
            <a:extLst>
              <a:ext uri="{FF2B5EF4-FFF2-40B4-BE49-F238E27FC236}">
                <a16:creationId xmlns:a16="http://schemas.microsoft.com/office/drawing/2014/main" id="{5D3D7B6E-7126-44B4-804A-402E24880409}"/>
              </a:ext>
            </a:extLst>
          </p:cNvPr>
          <p:cNvSpPr>
            <a:spLocks noGrp="1" noChangeArrowheads="1"/>
          </p:cNvSpPr>
          <p:nvPr>
            <p:ph type="title"/>
          </p:nvPr>
        </p:nvSpPr>
        <p:spPr>
          <a:xfrm>
            <a:off x="2057400" y="230188"/>
            <a:ext cx="8091488" cy="908050"/>
          </a:xfrm>
        </p:spPr>
        <p:txBody>
          <a:bodyPr/>
          <a:lstStyle/>
          <a:p>
            <a:pPr>
              <a:defRPr/>
            </a:pPr>
            <a:r>
              <a:rPr lang="en-US">
                <a:cs typeface="+mj-cs"/>
              </a:rPr>
              <a:t>NAT: network address translation</a:t>
            </a:r>
          </a:p>
        </p:txBody>
      </p:sp>
      <p:pic>
        <p:nvPicPr>
          <p:cNvPr id="60422" name="Picture 6" descr="underline_base">
            <a:extLst>
              <a:ext uri="{FF2B5EF4-FFF2-40B4-BE49-F238E27FC236}">
                <a16:creationId xmlns:a16="http://schemas.microsoft.com/office/drawing/2014/main" id="{E9E3D74A-82E0-4082-9F2C-87F2C1C077D0}"/>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2489" y="922339"/>
            <a:ext cx="7769225"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297141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Footer Placeholder 5">
            <a:extLst>
              <a:ext uri="{FF2B5EF4-FFF2-40B4-BE49-F238E27FC236}">
                <a16:creationId xmlns:a16="http://schemas.microsoft.com/office/drawing/2014/main" id="{46D33CE4-B3EF-4C0E-A614-9FC24FA9342F}"/>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Tầng Network</a:t>
            </a:r>
          </a:p>
        </p:txBody>
      </p:sp>
      <p:sp>
        <p:nvSpPr>
          <p:cNvPr id="61443" name="Slide Number Placeholder 6">
            <a:extLst>
              <a:ext uri="{FF2B5EF4-FFF2-40B4-BE49-F238E27FC236}">
                <a16:creationId xmlns:a16="http://schemas.microsoft.com/office/drawing/2014/main" id="{BD2FDB1D-6F65-4F16-BD85-4C890899AEE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4-</a:t>
            </a:r>
            <a:fld id="{2CBA364B-9DF3-404D-8B3C-04ECC973998F}" type="slidenum">
              <a:rPr lang="en-US" altLang="en-US">
                <a:latin typeface="Tahoma" panose="020B0604030504040204" pitchFamily="34" charset="0"/>
              </a:rPr>
              <a:pPr/>
              <a:t>58</a:t>
            </a:fld>
            <a:endParaRPr lang="en-US" altLang="en-US">
              <a:latin typeface="Tahoma" panose="020B0604030504040204" pitchFamily="34" charset="0"/>
            </a:endParaRPr>
          </a:p>
        </p:txBody>
      </p:sp>
      <p:sp>
        <p:nvSpPr>
          <p:cNvPr id="61444" name="Freeform 139">
            <a:extLst>
              <a:ext uri="{FF2B5EF4-FFF2-40B4-BE49-F238E27FC236}">
                <a16:creationId xmlns:a16="http://schemas.microsoft.com/office/drawing/2014/main" id="{0EC407BA-852C-468E-BCBC-E5841C645382}"/>
              </a:ext>
            </a:extLst>
          </p:cNvPr>
          <p:cNvSpPr>
            <a:spLocks/>
          </p:cNvSpPr>
          <p:nvPr/>
        </p:nvSpPr>
        <p:spPr bwMode="auto">
          <a:xfrm>
            <a:off x="1703388" y="3651251"/>
            <a:ext cx="4089400" cy="1355725"/>
          </a:xfrm>
          <a:custGeom>
            <a:avLst/>
            <a:gdLst>
              <a:gd name="T0" fmla="*/ 2147483647 w 2269"/>
              <a:gd name="T1" fmla="*/ 2147483647 h 854"/>
              <a:gd name="T2" fmla="*/ 2147483647 w 2269"/>
              <a:gd name="T3" fmla="*/ 2147483647 h 854"/>
              <a:gd name="T4" fmla="*/ 2147483647 w 2269"/>
              <a:gd name="T5" fmla="*/ 2147483647 h 854"/>
              <a:gd name="T6" fmla="*/ 2147483647 w 2269"/>
              <a:gd name="T7" fmla="*/ 2147483647 h 854"/>
              <a:gd name="T8" fmla="*/ 2147483647 w 2269"/>
              <a:gd name="T9" fmla="*/ 2147483647 h 854"/>
              <a:gd name="T10" fmla="*/ 2147483647 w 2269"/>
              <a:gd name="T11" fmla="*/ 2147483647 h 854"/>
              <a:gd name="T12" fmla="*/ 2147483647 w 2269"/>
              <a:gd name="T13" fmla="*/ 2147483647 h 854"/>
              <a:gd name="T14" fmla="*/ 0 60000 65536"/>
              <a:gd name="T15" fmla="*/ 0 60000 65536"/>
              <a:gd name="T16" fmla="*/ 0 60000 65536"/>
              <a:gd name="T17" fmla="*/ 0 60000 65536"/>
              <a:gd name="T18" fmla="*/ 0 60000 65536"/>
              <a:gd name="T19" fmla="*/ 0 60000 65536"/>
              <a:gd name="T20" fmla="*/ 0 60000 65536"/>
              <a:gd name="T21" fmla="*/ 0 w 2269"/>
              <a:gd name="T22" fmla="*/ 0 h 854"/>
              <a:gd name="T23" fmla="*/ 2269 w 2269"/>
              <a:gd name="T24" fmla="*/ 854 h 85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69" h="854">
                <a:moveTo>
                  <a:pt x="1888" y="285"/>
                </a:moveTo>
                <a:cubicBezTo>
                  <a:pt x="1622" y="258"/>
                  <a:pt x="723" y="317"/>
                  <a:pt x="418" y="283"/>
                </a:cubicBezTo>
                <a:cubicBezTo>
                  <a:pt x="113" y="249"/>
                  <a:pt x="120" y="0"/>
                  <a:pt x="60" y="83"/>
                </a:cubicBezTo>
                <a:cubicBezTo>
                  <a:pt x="0" y="166"/>
                  <a:pt x="8" y="708"/>
                  <a:pt x="60" y="781"/>
                </a:cubicBezTo>
                <a:cubicBezTo>
                  <a:pt x="112" y="854"/>
                  <a:pt x="48" y="575"/>
                  <a:pt x="374" y="519"/>
                </a:cubicBezTo>
                <a:cubicBezTo>
                  <a:pt x="700" y="463"/>
                  <a:pt x="1765" y="486"/>
                  <a:pt x="2017" y="447"/>
                </a:cubicBezTo>
                <a:cubicBezTo>
                  <a:pt x="2269" y="408"/>
                  <a:pt x="2110" y="319"/>
                  <a:pt x="1888" y="285"/>
                </a:cubicBezTo>
                <a:close/>
              </a:path>
            </a:pathLst>
          </a:custGeom>
          <a:gradFill rotWithShape="1">
            <a:gsLst>
              <a:gs pos="0">
                <a:srgbClr val="FFFFFF">
                  <a:alpha val="98000"/>
                </a:srgbClr>
              </a:gs>
              <a:gs pos="100000">
                <a:srgbClr val="66CC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61445" name="Freeform 29">
            <a:extLst>
              <a:ext uri="{FF2B5EF4-FFF2-40B4-BE49-F238E27FC236}">
                <a16:creationId xmlns:a16="http://schemas.microsoft.com/office/drawing/2014/main" id="{72A1D922-3F91-4F5E-A225-3A7B03E250E3}"/>
              </a:ext>
            </a:extLst>
          </p:cNvPr>
          <p:cNvSpPr>
            <a:spLocks/>
          </p:cNvSpPr>
          <p:nvPr/>
        </p:nvSpPr>
        <p:spPr bwMode="auto">
          <a:xfrm>
            <a:off x="5992813" y="2922588"/>
            <a:ext cx="3738562" cy="2697162"/>
          </a:xfrm>
          <a:custGeom>
            <a:avLst/>
            <a:gdLst>
              <a:gd name="T0" fmla="*/ 2147483647 w 2355"/>
              <a:gd name="T1" fmla="*/ 2147483647 h 1699"/>
              <a:gd name="T2" fmla="*/ 2147483647 w 2355"/>
              <a:gd name="T3" fmla="*/ 2147483647 h 1699"/>
              <a:gd name="T4" fmla="*/ 2147483647 w 2355"/>
              <a:gd name="T5" fmla="*/ 2147483647 h 1699"/>
              <a:gd name="T6" fmla="*/ 2147483647 w 2355"/>
              <a:gd name="T7" fmla="*/ 2147483647 h 1699"/>
              <a:gd name="T8" fmla="*/ 2147483647 w 2355"/>
              <a:gd name="T9" fmla="*/ 2147483647 h 1699"/>
              <a:gd name="T10" fmla="*/ 2147483647 w 2355"/>
              <a:gd name="T11" fmla="*/ 2147483647 h 1699"/>
              <a:gd name="T12" fmla="*/ 2147483647 w 2355"/>
              <a:gd name="T13" fmla="*/ 2147483647 h 1699"/>
              <a:gd name="T14" fmla="*/ 2147483647 w 2355"/>
              <a:gd name="T15" fmla="*/ 2147483647 h 1699"/>
              <a:gd name="T16" fmla="*/ 2147483647 w 2355"/>
              <a:gd name="T17" fmla="*/ 2147483647 h 1699"/>
              <a:gd name="T18" fmla="*/ 2147483647 w 2355"/>
              <a:gd name="T19" fmla="*/ 2147483647 h 1699"/>
              <a:gd name="T20" fmla="*/ 2147483647 w 2355"/>
              <a:gd name="T21" fmla="*/ 2147483647 h 169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355"/>
              <a:gd name="T34" fmla="*/ 0 h 1699"/>
              <a:gd name="T35" fmla="*/ 2355 w 2355"/>
              <a:gd name="T36" fmla="*/ 1699 h 169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355" h="1699">
                <a:moveTo>
                  <a:pt x="349" y="761"/>
                </a:moveTo>
                <a:cubicBezTo>
                  <a:pt x="587" y="729"/>
                  <a:pt x="1414" y="820"/>
                  <a:pt x="1651" y="732"/>
                </a:cubicBezTo>
                <a:cubicBezTo>
                  <a:pt x="1888" y="644"/>
                  <a:pt x="1710" y="351"/>
                  <a:pt x="1773" y="230"/>
                </a:cubicBezTo>
                <a:cubicBezTo>
                  <a:pt x="1836" y="109"/>
                  <a:pt x="1947" y="16"/>
                  <a:pt x="2029" y="8"/>
                </a:cubicBezTo>
                <a:cubicBezTo>
                  <a:pt x="2111" y="0"/>
                  <a:pt x="2213" y="27"/>
                  <a:pt x="2267" y="183"/>
                </a:cubicBezTo>
                <a:cubicBezTo>
                  <a:pt x="2321" y="339"/>
                  <a:pt x="2355" y="707"/>
                  <a:pt x="2355" y="942"/>
                </a:cubicBezTo>
                <a:cubicBezTo>
                  <a:pt x="2355" y="1177"/>
                  <a:pt x="2353" y="1485"/>
                  <a:pt x="2267" y="1592"/>
                </a:cubicBezTo>
                <a:cubicBezTo>
                  <a:pt x="2181" y="1699"/>
                  <a:pt x="1939" y="1680"/>
                  <a:pt x="1840" y="1586"/>
                </a:cubicBezTo>
                <a:cubicBezTo>
                  <a:pt x="1741" y="1492"/>
                  <a:pt x="1940" y="1135"/>
                  <a:pt x="1670" y="1025"/>
                </a:cubicBezTo>
                <a:cubicBezTo>
                  <a:pt x="1400" y="915"/>
                  <a:pt x="440" y="967"/>
                  <a:pt x="220" y="923"/>
                </a:cubicBezTo>
                <a:cubicBezTo>
                  <a:pt x="0" y="879"/>
                  <a:pt x="127" y="795"/>
                  <a:pt x="349" y="761"/>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61446" name="Line 32">
            <a:extLst>
              <a:ext uri="{FF2B5EF4-FFF2-40B4-BE49-F238E27FC236}">
                <a16:creationId xmlns:a16="http://schemas.microsoft.com/office/drawing/2014/main" id="{930B3803-9EE8-43EE-8BEB-C69F0EEFFF21}"/>
              </a:ext>
            </a:extLst>
          </p:cNvPr>
          <p:cNvSpPr>
            <a:spLocks noChangeShapeType="1"/>
          </p:cNvSpPr>
          <p:nvPr/>
        </p:nvSpPr>
        <p:spPr bwMode="auto">
          <a:xfrm>
            <a:off x="6107114" y="4244975"/>
            <a:ext cx="604837"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61447" name="Line 34">
            <a:extLst>
              <a:ext uri="{FF2B5EF4-FFF2-40B4-BE49-F238E27FC236}">
                <a16:creationId xmlns:a16="http://schemas.microsoft.com/office/drawing/2014/main" id="{3D324550-B05B-458E-B661-5C7153E186E4}"/>
              </a:ext>
            </a:extLst>
          </p:cNvPr>
          <p:cNvSpPr>
            <a:spLocks noChangeShapeType="1"/>
          </p:cNvSpPr>
          <p:nvPr/>
        </p:nvSpPr>
        <p:spPr bwMode="auto">
          <a:xfrm>
            <a:off x="8947150" y="3497263"/>
            <a:ext cx="133350" cy="63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61448" name="Line 35">
            <a:extLst>
              <a:ext uri="{FF2B5EF4-FFF2-40B4-BE49-F238E27FC236}">
                <a16:creationId xmlns:a16="http://schemas.microsoft.com/office/drawing/2014/main" id="{AA1789C9-7007-46F8-842F-17FA0F2334AD}"/>
              </a:ext>
            </a:extLst>
          </p:cNvPr>
          <p:cNvSpPr>
            <a:spLocks noChangeShapeType="1"/>
          </p:cNvSpPr>
          <p:nvPr/>
        </p:nvSpPr>
        <p:spPr bwMode="auto">
          <a:xfrm flipV="1">
            <a:off x="8953500" y="5002213"/>
            <a:ext cx="17145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61449" name="Text Box 36">
            <a:extLst>
              <a:ext uri="{FF2B5EF4-FFF2-40B4-BE49-F238E27FC236}">
                <a16:creationId xmlns:a16="http://schemas.microsoft.com/office/drawing/2014/main" id="{A2301661-6371-4634-B5EC-B7871FDBEA4F}"/>
              </a:ext>
            </a:extLst>
          </p:cNvPr>
          <p:cNvSpPr txBox="1">
            <a:spLocks noChangeArrowheads="1"/>
          </p:cNvSpPr>
          <p:nvPr/>
        </p:nvSpPr>
        <p:spPr bwMode="auto">
          <a:xfrm>
            <a:off x="9572626" y="3227388"/>
            <a:ext cx="9191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600"/>
              <a:t>10.0.0.1</a:t>
            </a:r>
          </a:p>
        </p:txBody>
      </p:sp>
      <p:sp>
        <p:nvSpPr>
          <p:cNvPr id="61450" name="Text Box 37">
            <a:extLst>
              <a:ext uri="{FF2B5EF4-FFF2-40B4-BE49-F238E27FC236}">
                <a16:creationId xmlns:a16="http://schemas.microsoft.com/office/drawing/2014/main" id="{01078D48-CC29-4B88-8F0A-62C74395FE24}"/>
              </a:ext>
            </a:extLst>
          </p:cNvPr>
          <p:cNvSpPr txBox="1">
            <a:spLocks noChangeArrowheads="1"/>
          </p:cNvSpPr>
          <p:nvPr/>
        </p:nvSpPr>
        <p:spPr bwMode="auto">
          <a:xfrm>
            <a:off x="9699626" y="3995738"/>
            <a:ext cx="9191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600"/>
              <a:t>10.0.0.2</a:t>
            </a:r>
          </a:p>
        </p:txBody>
      </p:sp>
      <p:sp>
        <p:nvSpPr>
          <p:cNvPr id="61451" name="Text Box 38">
            <a:extLst>
              <a:ext uri="{FF2B5EF4-FFF2-40B4-BE49-F238E27FC236}">
                <a16:creationId xmlns:a16="http://schemas.microsoft.com/office/drawing/2014/main" id="{0DE489A2-F62F-4938-9B53-060D6B6E43EE}"/>
              </a:ext>
            </a:extLst>
          </p:cNvPr>
          <p:cNvSpPr txBox="1">
            <a:spLocks noChangeArrowheads="1"/>
          </p:cNvSpPr>
          <p:nvPr/>
        </p:nvSpPr>
        <p:spPr bwMode="auto">
          <a:xfrm>
            <a:off x="9661526" y="4891088"/>
            <a:ext cx="9191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600"/>
              <a:t>10.0.0.3</a:t>
            </a:r>
          </a:p>
        </p:txBody>
      </p:sp>
      <p:grpSp>
        <p:nvGrpSpPr>
          <p:cNvPr id="2" name="Group 88">
            <a:extLst>
              <a:ext uri="{FF2B5EF4-FFF2-40B4-BE49-F238E27FC236}">
                <a16:creationId xmlns:a16="http://schemas.microsoft.com/office/drawing/2014/main" id="{70F2579B-4150-4D0D-8E77-5CB01F22A25B}"/>
              </a:ext>
            </a:extLst>
          </p:cNvPr>
          <p:cNvGrpSpPr>
            <a:grpSpLocks/>
          </p:cNvGrpSpPr>
          <p:nvPr/>
        </p:nvGrpSpPr>
        <p:grpSpPr bwMode="auto">
          <a:xfrm>
            <a:off x="7154863" y="2855913"/>
            <a:ext cx="1871662" cy="1033462"/>
            <a:chOff x="3550" y="2055"/>
            <a:chExt cx="1179" cy="651"/>
          </a:xfrm>
        </p:grpSpPr>
        <p:grpSp>
          <p:nvGrpSpPr>
            <p:cNvPr id="61542" name="Group 50">
              <a:extLst>
                <a:ext uri="{FF2B5EF4-FFF2-40B4-BE49-F238E27FC236}">
                  <a16:creationId xmlns:a16="http://schemas.microsoft.com/office/drawing/2014/main" id="{B33C5CD2-9D8C-4506-8786-76009C283D96}"/>
                </a:ext>
              </a:extLst>
            </p:cNvPr>
            <p:cNvGrpSpPr>
              <a:grpSpLocks/>
            </p:cNvGrpSpPr>
            <p:nvPr/>
          </p:nvGrpSpPr>
          <p:grpSpPr bwMode="auto">
            <a:xfrm>
              <a:off x="3550" y="2055"/>
              <a:ext cx="1179" cy="357"/>
              <a:chOff x="4381" y="786"/>
              <a:chExt cx="1108" cy="357"/>
            </a:xfrm>
          </p:grpSpPr>
          <p:sp>
            <p:nvSpPr>
              <p:cNvPr id="61547" name="Rectangle 40">
                <a:extLst>
                  <a:ext uri="{FF2B5EF4-FFF2-40B4-BE49-F238E27FC236}">
                    <a16:creationId xmlns:a16="http://schemas.microsoft.com/office/drawing/2014/main" id="{0F025226-E87C-4C48-8CE8-FFE067ED6C33}"/>
                  </a:ext>
                </a:extLst>
              </p:cNvPr>
              <p:cNvSpPr>
                <a:spLocks noChangeArrowheads="1"/>
              </p:cNvSpPr>
              <p:nvPr/>
            </p:nvSpPr>
            <p:spPr bwMode="auto">
              <a:xfrm>
                <a:off x="4385" y="830"/>
                <a:ext cx="1104" cy="256"/>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61548" name="Text Box 39">
                <a:extLst>
                  <a:ext uri="{FF2B5EF4-FFF2-40B4-BE49-F238E27FC236}">
                    <a16:creationId xmlns:a16="http://schemas.microsoft.com/office/drawing/2014/main" id="{D7E64575-B3EF-4C26-812C-A363486BCC39}"/>
                  </a:ext>
                </a:extLst>
              </p:cNvPr>
              <p:cNvSpPr txBox="1">
                <a:spLocks noChangeArrowheads="1"/>
              </p:cNvSpPr>
              <p:nvPr/>
            </p:nvSpPr>
            <p:spPr bwMode="auto">
              <a:xfrm>
                <a:off x="4381" y="813"/>
                <a:ext cx="104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200"/>
                  <a:t>S: 10.0.0.1, 3345</a:t>
                </a:r>
              </a:p>
              <a:p>
                <a:r>
                  <a:rPr lang="en-US" altLang="en-US" sz="1200"/>
                  <a:t>D: 128.119.40.186, 80</a:t>
                </a:r>
              </a:p>
            </p:txBody>
          </p:sp>
          <p:grpSp>
            <p:nvGrpSpPr>
              <p:cNvPr id="61549" name="Group 44">
                <a:extLst>
                  <a:ext uri="{FF2B5EF4-FFF2-40B4-BE49-F238E27FC236}">
                    <a16:creationId xmlns:a16="http://schemas.microsoft.com/office/drawing/2014/main" id="{3FCDC3AF-4CE6-4F42-A070-948A93954DAD}"/>
                  </a:ext>
                </a:extLst>
              </p:cNvPr>
              <p:cNvGrpSpPr>
                <a:grpSpLocks/>
              </p:cNvGrpSpPr>
              <p:nvPr/>
            </p:nvGrpSpPr>
            <p:grpSpPr bwMode="auto">
              <a:xfrm>
                <a:off x="5394" y="786"/>
                <a:ext cx="48" cy="99"/>
                <a:chOff x="5508" y="1599"/>
                <a:chExt cx="48" cy="99"/>
              </a:xfrm>
            </p:grpSpPr>
            <p:sp>
              <p:nvSpPr>
                <p:cNvPr id="61554" name="Freeform 43">
                  <a:extLst>
                    <a:ext uri="{FF2B5EF4-FFF2-40B4-BE49-F238E27FC236}">
                      <a16:creationId xmlns:a16="http://schemas.microsoft.com/office/drawing/2014/main" id="{7D30E7CD-666B-4E28-BCD3-E186841196FD}"/>
                    </a:ext>
                  </a:extLst>
                </p:cNvPr>
                <p:cNvSpPr>
                  <a:spLocks/>
                </p:cNvSpPr>
                <p:nvPr/>
              </p:nvSpPr>
              <p:spPr bwMode="auto">
                <a:xfrm>
                  <a:off x="5508" y="1599"/>
                  <a:ext cx="48" cy="99"/>
                </a:xfrm>
                <a:custGeom>
                  <a:avLst/>
                  <a:gdLst>
                    <a:gd name="T0" fmla="*/ 21 w 48"/>
                    <a:gd name="T1" fmla="*/ 0 h 99"/>
                    <a:gd name="T2" fmla="*/ 0 w 48"/>
                    <a:gd name="T3" fmla="*/ 72 h 99"/>
                    <a:gd name="T4" fmla="*/ 27 w 48"/>
                    <a:gd name="T5" fmla="*/ 99 h 99"/>
                    <a:gd name="T6" fmla="*/ 48 w 48"/>
                    <a:gd name="T7" fmla="*/ 21 h 99"/>
                    <a:gd name="T8" fmla="*/ 21 w 48"/>
                    <a:gd name="T9" fmla="*/ 0 h 99"/>
                    <a:gd name="T10" fmla="*/ 0 60000 65536"/>
                    <a:gd name="T11" fmla="*/ 0 60000 65536"/>
                    <a:gd name="T12" fmla="*/ 0 60000 65536"/>
                    <a:gd name="T13" fmla="*/ 0 60000 65536"/>
                    <a:gd name="T14" fmla="*/ 0 60000 65536"/>
                    <a:gd name="T15" fmla="*/ 0 w 48"/>
                    <a:gd name="T16" fmla="*/ 0 h 99"/>
                    <a:gd name="T17" fmla="*/ 48 w 48"/>
                    <a:gd name="T18" fmla="*/ 99 h 99"/>
                  </a:gdLst>
                  <a:ahLst/>
                  <a:cxnLst>
                    <a:cxn ang="T10">
                      <a:pos x="T0" y="T1"/>
                    </a:cxn>
                    <a:cxn ang="T11">
                      <a:pos x="T2" y="T3"/>
                    </a:cxn>
                    <a:cxn ang="T12">
                      <a:pos x="T4" y="T5"/>
                    </a:cxn>
                    <a:cxn ang="T13">
                      <a:pos x="T6" y="T7"/>
                    </a:cxn>
                    <a:cxn ang="T14">
                      <a:pos x="T8" y="T9"/>
                    </a:cxn>
                  </a:cxnLst>
                  <a:rect l="T15" t="T16" r="T17" b="T18"/>
                  <a:pathLst>
                    <a:path w="48" h="99">
                      <a:moveTo>
                        <a:pt x="21" y="0"/>
                      </a:moveTo>
                      <a:lnTo>
                        <a:pt x="0" y="72"/>
                      </a:lnTo>
                      <a:lnTo>
                        <a:pt x="27" y="99"/>
                      </a:lnTo>
                      <a:lnTo>
                        <a:pt x="48" y="21"/>
                      </a:lnTo>
                      <a:lnTo>
                        <a:pt x="21"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wrap="none"/>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61555" name="Line 41">
                  <a:extLst>
                    <a:ext uri="{FF2B5EF4-FFF2-40B4-BE49-F238E27FC236}">
                      <a16:creationId xmlns:a16="http://schemas.microsoft.com/office/drawing/2014/main" id="{0560EBA5-A6FD-4BAC-BC6B-77416203F1C1}"/>
                    </a:ext>
                  </a:extLst>
                </p:cNvPr>
                <p:cNvSpPr>
                  <a:spLocks noChangeShapeType="1"/>
                </p:cNvSpPr>
                <p:nvPr/>
              </p:nvSpPr>
              <p:spPr bwMode="auto">
                <a:xfrm flipH="1">
                  <a:off x="5512" y="1608"/>
                  <a:ext cx="22" cy="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61556" name="Line 42">
                  <a:extLst>
                    <a:ext uri="{FF2B5EF4-FFF2-40B4-BE49-F238E27FC236}">
                      <a16:creationId xmlns:a16="http://schemas.microsoft.com/office/drawing/2014/main" id="{B2F7224B-3E0D-4640-849C-B7EC0D9D68B7}"/>
                    </a:ext>
                  </a:extLst>
                </p:cNvPr>
                <p:cNvSpPr>
                  <a:spLocks noChangeShapeType="1"/>
                </p:cNvSpPr>
                <p:nvPr/>
              </p:nvSpPr>
              <p:spPr bwMode="auto">
                <a:xfrm flipH="1">
                  <a:off x="5536" y="1620"/>
                  <a:ext cx="20" cy="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grpSp>
            <p:nvGrpSpPr>
              <p:cNvPr id="61550" name="Group 45">
                <a:extLst>
                  <a:ext uri="{FF2B5EF4-FFF2-40B4-BE49-F238E27FC236}">
                    <a16:creationId xmlns:a16="http://schemas.microsoft.com/office/drawing/2014/main" id="{80DE4D21-3562-4AED-8B02-0D6C956241DA}"/>
                  </a:ext>
                </a:extLst>
              </p:cNvPr>
              <p:cNvGrpSpPr>
                <a:grpSpLocks/>
              </p:cNvGrpSpPr>
              <p:nvPr/>
            </p:nvGrpSpPr>
            <p:grpSpPr bwMode="auto">
              <a:xfrm>
                <a:off x="5382" y="1044"/>
                <a:ext cx="48" cy="99"/>
                <a:chOff x="5508" y="1599"/>
                <a:chExt cx="48" cy="99"/>
              </a:xfrm>
            </p:grpSpPr>
            <p:sp>
              <p:nvSpPr>
                <p:cNvPr id="61551" name="Freeform 46">
                  <a:extLst>
                    <a:ext uri="{FF2B5EF4-FFF2-40B4-BE49-F238E27FC236}">
                      <a16:creationId xmlns:a16="http://schemas.microsoft.com/office/drawing/2014/main" id="{CE2A0E65-60FD-46A3-A118-208ED49C5BF2}"/>
                    </a:ext>
                  </a:extLst>
                </p:cNvPr>
                <p:cNvSpPr>
                  <a:spLocks/>
                </p:cNvSpPr>
                <p:nvPr/>
              </p:nvSpPr>
              <p:spPr bwMode="auto">
                <a:xfrm>
                  <a:off x="5508" y="1599"/>
                  <a:ext cx="48" cy="99"/>
                </a:xfrm>
                <a:custGeom>
                  <a:avLst/>
                  <a:gdLst>
                    <a:gd name="T0" fmla="*/ 21 w 48"/>
                    <a:gd name="T1" fmla="*/ 0 h 99"/>
                    <a:gd name="T2" fmla="*/ 0 w 48"/>
                    <a:gd name="T3" fmla="*/ 72 h 99"/>
                    <a:gd name="T4" fmla="*/ 27 w 48"/>
                    <a:gd name="T5" fmla="*/ 99 h 99"/>
                    <a:gd name="T6" fmla="*/ 48 w 48"/>
                    <a:gd name="T7" fmla="*/ 21 h 99"/>
                    <a:gd name="T8" fmla="*/ 21 w 48"/>
                    <a:gd name="T9" fmla="*/ 0 h 99"/>
                    <a:gd name="T10" fmla="*/ 0 60000 65536"/>
                    <a:gd name="T11" fmla="*/ 0 60000 65536"/>
                    <a:gd name="T12" fmla="*/ 0 60000 65536"/>
                    <a:gd name="T13" fmla="*/ 0 60000 65536"/>
                    <a:gd name="T14" fmla="*/ 0 60000 65536"/>
                    <a:gd name="T15" fmla="*/ 0 w 48"/>
                    <a:gd name="T16" fmla="*/ 0 h 99"/>
                    <a:gd name="T17" fmla="*/ 48 w 48"/>
                    <a:gd name="T18" fmla="*/ 99 h 99"/>
                  </a:gdLst>
                  <a:ahLst/>
                  <a:cxnLst>
                    <a:cxn ang="T10">
                      <a:pos x="T0" y="T1"/>
                    </a:cxn>
                    <a:cxn ang="T11">
                      <a:pos x="T2" y="T3"/>
                    </a:cxn>
                    <a:cxn ang="T12">
                      <a:pos x="T4" y="T5"/>
                    </a:cxn>
                    <a:cxn ang="T13">
                      <a:pos x="T6" y="T7"/>
                    </a:cxn>
                    <a:cxn ang="T14">
                      <a:pos x="T8" y="T9"/>
                    </a:cxn>
                  </a:cxnLst>
                  <a:rect l="T15" t="T16" r="T17" b="T18"/>
                  <a:pathLst>
                    <a:path w="48" h="99">
                      <a:moveTo>
                        <a:pt x="21" y="0"/>
                      </a:moveTo>
                      <a:lnTo>
                        <a:pt x="0" y="72"/>
                      </a:lnTo>
                      <a:lnTo>
                        <a:pt x="27" y="99"/>
                      </a:lnTo>
                      <a:lnTo>
                        <a:pt x="48" y="21"/>
                      </a:lnTo>
                      <a:lnTo>
                        <a:pt x="21"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wrap="none"/>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61552" name="Line 47">
                  <a:extLst>
                    <a:ext uri="{FF2B5EF4-FFF2-40B4-BE49-F238E27FC236}">
                      <a16:creationId xmlns:a16="http://schemas.microsoft.com/office/drawing/2014/main" id="{9524E349-5A19-4884-9E6B-16EED1519AD7}"/>
                    </a:ext>
                  </a:extLst>
                </p:cNvPr>
                <p:cNvSpPr>
                  <a:spLocks noChangeShapeType="1"/>
                </p:cNvSpPr>
                <p:nvPr/>
              </p:nvSpPr>
              <p:spPr bwMode="auto">
                <a:xfrm flipH="1">
                  <a:off x="5512" y="1608"/>
                  <a:ext cx="22" cy="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61553" name="Line 48">
                  <a:extLst>
                    <a:ext uri="{FF2B5EF4-FFF2-40B4-BE49-F238E27FC236}">
                      <a16:creationId xmlns:a16="http://schemas.microsoft.com/office/drawing/2014/main" id="{04E55EE2-E528-4284-A1D7-20FD93C39FB0}"/>
                    </a:ext>
                  </a:extLst>
                </p:cNvPr>
                <p:cNvSpPr>
                  <a:spLocks noChangeShapeType="1"/>
                </p:cNvSpPr>
                <p:nvPr/>
              </p:nvSpPr>
              <p:spPr bwMode="auto">
                <a:xfrm flipH="1">
                  <a:off x="5536" y="1620"/>
                  <a:ext cx="20" cy="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grpSp>
        <p:sp>
          <p:nvSpPr>
            <p:cNvPr id="61543" name="Freeform 51">
              <a:extLst>
                <a:ext uri="{FF2B5EF4-FFF2-40B4-BE49-F238E27FC236}">
                  <a16:creationId xmlns:a16="http://schemas.microsoft.com/office/drawing/2014/main" id="{47CBDF03-EEDE-4756-B6F4-EC1267D566E4}"/>
                </a:ext>
              </a:extLst>
            </p:cNvPr>
            <p:cNvSpPr>
              <a:spLocks/>
            </p:cNvSpPr>
            <p:nvPr/>
          </p:nvSpPr>
          <p:spPr bwMode="auto">
            <a:xfrm>
              <a:off x="3573" y="2364"/>
              <a:ext cx="564" cy="342"/>
            </a:xfrm>
            <a:custGeom>
              <a:avLst/>
              <a:gdLst>
                <a:gd name="T0" fmla="*/ 0 w 417"/>
                <a:gd name="T1" fmla="*/ 78563 h 264"/>
                <a:gd name="T2" fmla="*/ 320286 w 417"/>
                <a:gd name="T3" fmla="*/ 78563 h 264"/>
                <a:gd name="T4" fmla="*/ 320286 w 417"/>
                <a:gd name="T5" fmla="*/ 0 h 264"/>
                <a:gd name="T6" fmla="*/ 0 60000 65536"/>
                <a:gd name="T7" fmla="*/ 0 60000 65536"/>
                <a:gd name="T8" fmla="*/ 0 60000 65536"/>
                <a:gd name="T9" fmla="*/ 0 w 417"/>
                <a:gd name="T10" fmla="*/ 0 h 264"/>
                <a:gd name="T11" fmla="*/ 417 w 417"/>
                <a:gd name="T12" fmla="*/ 264 h 264"/>
              </a:gdLst>
              <a:ahLst/>
              <a:cxnLst>
                <a:cxn ang="T6">
                  <a:pos x="T0" y="T1"/>
                </a:cxn>
                <a:cxn ang="T7">
                  <a:pos x="T2" y="T3"/>
                </a:cxn>
                <a:cxn ang="T8">
                  <a:pos x="T4" y="T5"/>
                </a:cxn>
              </a:cxnLst>
              <a:rect l="T9" t="T10" r="T11" b="T12"/>
              <a:pathLst>
                <a:path w="417" h="264">
                  <a:moveTo>
                    <a:pt x="0" y="264"/>
                  </a:moveTo>
                  <a:lnTo>
                    <a:pt x="417" y="264"/>
                  </a:lnTo>
                  <a:lnTo>
                    <a:pt x="417" y="0"/>
                  </a:lnTo>
                </a:path>
              </a:pathLst>
            </a:custGeom>
            <a:noFill/>
            <a:ln w="28575">
              <a:solidFill>
                <a:schemeClr val="tx1"/>
              </a:solidFill>
              <a:round/>
              <a:headEnd type="triangle" w="med" len="med"/>
              <a:tailEnd/>
            </a:ln>
            <a:extLst>
              <a:ext uri="{909E8E84-426E-40DD-AFC4-6F175D3DCCD1}">
                <a14:hiddenFill xmlns:a14="http://schemas.microsoft.com/office/drawing/2010/main">
                  <a:solidFill>
                    <a:srgbClr val="FFFFFF"/>
                  </a:solidFill>
                </a14:hiddenFill>
              </a:ext>
            </a:extLst>
          </p:spPr>
          <p:txBody>
            <a:bodyPr wrap="none"/>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nvGrpSpPr>
            <p:cNvPr id="61544" name="Group 87">
              <a:extLst>
                <a:ext uri="{FF2B5EF4-FFF2-40B4-BE49-F238E27FC236}">
                  <a16:creationId xmlns:a16="http://schemas.microsoft.com/office/drawing/2014/main" id="{E07DCDAD-E862-4DE4-8EC0-1FEED3FCD089}"/>
                </a:ext>
              </a:extLst>
            </p:cNvPr>
            <p:cNvGrpSpPr>
              <a:grpSpLocks/>
            </p:cNvGrpSpPr>
            <p:nvPr/>
          </p:nvGrpSpPr>
          <p:grpSpPr bwMode="auto">
            <a:xfrm>
              <a:off x="4032" y="2416"/>
              <a:ext cx="218" cy="231"/>
              <a:chOff x="5140" y="400"/>
              <a:chExt cx="218" cy="231"/>
            </a:xfrm>
          </p:grpSpPr>
          <p:sp>
            <p:nvSpPr>
              <p:cNvPr id="61545" name="Oval 86">
                <a:extLst>
                  <a:ext uri="{FF2B5EF4-FFF2-40B4-BE49-F238E27FC236}">
                    <a16:creationId xmlns:a16="http://schemas.microsoft.com/office/drawing/2014/main" id="{CB397908-B669-442B-8FF1-CEAE57556BDE}"/>
                  </a:ext>
                </a:extLst>
              </p:cNvPr>
              <p:cNvSpPr>
                <a:spLocks noChangeArrowheads="1"/>
              </p:cNvSpPr>
              <p:nvPr/>
            </p:nvSpPr>
            <p:spPr bwMode="auto">
              <a:xfrm>
                <a:off x="5140" y="410"/>
                <a:ext cx="218" cy="218"/>
              </a:xfrm>
              <a:prstGeom prst="ellipse">
                <a:avLst/>
              </a:prstGeom>
              <a:solidFill>
                <a:schemeClr val="bg1"/>
              </a:solidFill>
              <a:ln w="9525">
                <a:solidFill>
                  <a:srgbClr val="CC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61546" name="Text Box 52">
                <a:extLst>
                  <a:ext uri="{FF2B5EF4-FFF2-40B4-BE49-F238E27FC236}">
                    <a16:creationId xmlns:a16="http://schemas.microsoft.com/office/drawing/2014/main" id="{0E783D1D-DA36-47EA-BF4E-31EC05A07CD9}"/>
                  </a:ext>
                </a:extLst>
              </p:cNvPr>
              <p:cNvSpPr txBox="1">
                <a:spLocks noChangeArrowheads="1"/>
              </p:cNvSpPr>
              <p:nvPr/>
            </p:nvSpPr>
            <p:spPr bwMode="auto">
              <a:xfrm>
                <a:off x="5154" y="400"/>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solidFill>
                      <a:srgbClr val="CC0000"/>
                    </a:solidFill>
                  </a:rPr>
                  <a:t>1</a:t>
                </a:r>
              </a:p>
            </p:txBody>
          </p:sp>
        </p:grpSp>
      </p:grpSp>
      <p:sp>
        <p:nvSpPr>
          <p:cNvPr id="61453" name="Text Box 54">
            <a:extLst>
              <a:ext uri="{FF2B5EF4-FFF2-40B4-BE49-F238E27FC236}">
                <a16:creationId xmlns:a16="http://schemas.microsoft.com/office/drawing/2014/main" id="{C889573B-1580-4625-B99C-02BFA69C608E}"/>
              </a:ext>
            </a:extLst>
          </p:cNvPr>
          <p:cNvSpPr txBox="1">
            <a:spLocks noChangeArrowheads="1"/>
          </p:cNvSpPr>
          <p:nvPr/>
        </p:nvSpPr>
        <p:spPr bwMode="auto">
          <a:xfrm>
            <a:off x="6057901" y="3817938"/>
            <a:ext cx="9191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600"/>
              <a:t>10.0.0.4</a:t>
            </a:r>
          </a:p>
        </p:txBody>
      </p:sp>
      <p:sp>
        <p:nvSpPr>
          <p:cNvPr id="61454" name="Line 55">
            <a:extLst>
              <a:ext uri="{FF2B5EF4-FFF2-40B4-BE49-F238E27FC236}">
                <a16:creationId xmlns:a16="http://schemas.microsoft.com/office/drawing/2014/main" id="{EDE5D3D9-6DCF-405D-9109-CC0731C54F32}"/>
              </a:ext>
            </a:extLst>
          </p:cNvPr>
          <p:cNvSpPr>
            <a:spLocks noChangeShapeType="1"/>
          </p:cNvSpPr>
          <p:nvPr/>
        </p:nvSpPr>
        <p:spPr bwMode="auto">
          <a:xfrm flipH="1">
            <a:off x="6181726" y="4073525"/>
            <a:ext cx="85725" cy="128588"/>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1455" name="Text Box 56">
            <a:extLst>
              <a:ext uri="{FF2B5EF4-FFF2-40B4-BE49-F238E27FC236}">
                <a16:creationId xmlns:a16="http://schemas.microsoft.com/office/drawing/2014/main" id="{270C042A-38D7-47D8-B036-397CDBCFE814}"/>
              </a:ext>
            </a:extLst>
          </p:cNvPr>
          <p:cNvSpPr txBox="1">
            <a:spLocks noChangeArrowheads="1"/>
          </p:cNvSpPr>
          <p:nvPr/>
        </p:nvSpPr>
        <p:spPr bwMode="auto">
          <a:xfrm>
            <a:off x="4219575" y="4375150"/>
            <a:ext cx="12573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600"/>
              <a:t>138.76.29.7</a:t>
            </a:r>
          </a:p>
        </p:txBody>
      </p:sp>
      <p:sp>
        <p:nvSpPr>
          <p:cNvPr id="61456" name="Line 57">
            <a:extLst>
              <a:ext uri="{FF2B5EF4-FFF2-40B4-BE49-F238E27FC236}">
                <a16:creationId xmlns:a16="http://schemas.microsoft.com/office/drawing/2014/main" id="{7F17AA2B-37CA-440C-802C-F5B1B1DEF63F}"/>
              </a:ext>
            </a:extLst>
          </p:cNvPr>
          <p:cNvSpPr>
            <a:spLocks noChangeShapeType="1"/>
          </p:cNvSpPr>
          <p:nvPr/>
        </p:nvSpPr>
        <p:spPr bwMode="auto">
          <a:xfrm flipH="1">
            <a:off x="5441951" y="4311650"/>
            <a:ext cx="85725" cy="128588"/>
          </a:xfrm>
          <a:prstGeom prst="line">
            <a:avLst/>
          </a:prstGeom>
          <a:noFill/>
          <a:ln w="19050">
            <a:solidFill>
              <a:schemeClr val="tx1"/>
            </a:solidFill>
            <a:round/>
            <a:headEnd type="triangle" w="med" len="med"/>
            <a:tailEnd/>
          </a:ln>
          <a:extLst>
            <a:ext uri="{909E8E84-426E-40DD-AFC4-6F175D3DCCD1}">
              <a14:hiddenFill xmlns:a14="http://schemas.microsoft.com/office/drawing/2010/main">
                <a:noFill/>
              </a14:hiddenFill>
            </a:ext>
          </a:extLst>
        </p:spPr>
        <p:txBody>
          <a:bodyPr wrap="none"/>
          <a:lstStyle/>
          <a:p>
            <a:endParaRPr lang="en-US"/>
          </a:p>
        </p:txBody>
      </p:sp>
      <p:grpSp>
        <p:nvGrpSpPr>
          <p:cNvPr id="7" name="Group 59">
            <a:extLst>
              <a:ext uri="{FF2B5EF4-FFF2-40B4-BE49-F238E27FC236}">
                <a16:creationId xmlns:a16="http://schemas.microsoft.com/office/drawing/2014/main" id="{7E28DD35-4619-4E44-BD04-CD8DB1DD7DF3}"/>
              </a:ext>
            </a:extLst>
          </p:cNvPr>
          <p:cNvGrpSpPr>
            <a:grpSpLocks/>
          </p:cNvGrpSpPr>
          <p:nvPr/>
        </p:nvGrpSpPr>
        <p:grpSpPr bwMode="auto">
          <a:xfrm>
            <a:off x="7993064" y="1570038"/>
            <a:ext cx="2433637" cy="1389062"/>
            <a:chOff x="3944" y="989"/>
            <a:chExt cx="1533" cy="875"/>
          </a:xfrm>
        </p:grpSpPr>
        <p:sp>
          <p:nvSpPr>
            <p:cNvPr id="61540" name="Text Box 53">
              <a:extLst>
                <a:ext uri="{FF2B5EF4-FFF2-40B4-BE49-F238E27FC236}">
                  <a16:creationId xmlns:a16="http://schemas.microsoft.com/office/drawing/2014/main" id="{C90D23B0-1597-4669-A269-BD83B5317329}"/>
                </a:ext>
              </a:extLst>
            </p:cNvPr>
            <p:cNvSpPr txBox="1">
              <a:spLocks noChangeArrowheads="1"/>
            </p:cNvSpPr>
            <p:nvPr/>
          </p:nvSpPr>
          <p:spPr bwMode="auto">
            <a:xfrm>
              <a:off x="4121" y="989"/>
              <a:ext cx="1356" cy="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nSpc>
                  <a:spcPct val="85000"/>
                </a:lnSpc>
              </a:pPr>
              <a:r>
                <a:rPr lang="en-US" altLang="en-US" b="1" i="1">
                  <a:solidFill>
                    <a:srgbClr val="CC0000"/>
                  </a:solidFill>
                </a:rPr>
                <a:t>1:</a:t>
              </a:r>
              <a:r>
                <a:rPr lang="en-US" altLang="en-US">
                  <a:solidFill>
                    <a:srgbClr val="FF0000"/>
                  </a:solidFill>
                </a:rPr>
                <a:t> </a:t>
              </a:r>
              <a:r>
                <a:rPr lang="en-US" altLang="en-US">
                  <a:solidFill>
                    <a:srgbClr val="000099"/>
                  </a:solidFill>
                </a:rPr>
                <a:t>host 10.0.0.1 </a:t>
              </a:r>
            </a:p>
            <a:p>
              <a:pPr>
                <a:lnSpc>
                  <a:spcPct val="85000"/>
                </a:lnSpc>
              </a:pPr>
              <a:r>
                <a:rPr lang="en-US" altLang="en-US">
                  <a:solidFill>
                    <a:srgbClr val="000099"/>
                  </a:solidFill>
                </a:rPr>
                <a:t>gửi datagram tới </a:t>
              </a:r>
            </a:p>
            <a:p>
              <a:pPr>
                <a:lnSpc>
                  <a:spcPct val="85000"/>
                </a:lnSpc>
              </a:pPr>
              <a:r>
                <a:rPr lang="en-US" altLang="en-US">
                  <a:solidFill>
                    <a:srgbClr val="000099"/>
                  </a:solidFill>
                </a:rPr>
                <a:t>128.119.40.186, 80</a:t>
              </a:r>
            </a:p>
          </p:txBody>
        </p:sp>
        <p:sp>
          <p:nvSpPr>
            <p:cNvPr id="61541" name="Line 58">
              <a:extLst>
                <a:ext uri="{FF2B5EF4-FFF2-40B4-BE49-F238E27FC236}">
                  <a16:creationId xmlns:a16="http://schemas.microsoft.com/office/drawing/2014/main" id="{1DE0CAF1-B5E1-4B77-BAA0-4743ECC2E341}"/>
                </a:ext>
              </a:extLst>
            </p:cNvPr>
            <p:cNvSpPr>
              <a:spLocks noChangeShapeType="1"/>
            </p:cNvSpPr>
            <p:nvPr/>
          </p:nvSpPr>
          <p:spPr bwMode="auto">
            <a:xfrm flipH="1">
              <a:off x="3944" y="1105"/>
              <a:ext cx="197" cy="759"/>
            </a:xfrm>
            <a:prstGeom prst="line">
              <a:avLst/>
            </a:prstGeom>
            <a:noFill/>
            <a:ln w="12700">
              <a:solidFill>
                <a:srgbClr val="CC0000"/>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sp>
        <p:nvSpPr>
          <p:cNvPr id="61458" name="Freeform 67">
            <a:extLst>
              <a:ext uri="{FF2B5EF4-FFF2-40B4-BE49-F238E27FC236}">
                <a16:creationId xmlns:a16="http://schemas.microsoft.com/office/drawing/2014/main" id="{0B2AD0DB-4E44-4E53-9374-1A1363071261}"/>
              </a:ext>
            </a:extLst>
          </p:cNvPr>
          <p:cNvSpPr>
            <a:spLocks/>
          </p:cNvSpPr>
          <p:nvPr/>
        </p:nvSpPr>
        <p:spPr bwMode="auto">
          <a:xfrm>
            <a:off x="3868739" y="2627314"/>
            <a:ext cx="3862387" cy="1531937"/>
          </a:xfrm>
          <a:custGeom>
            <a:avLst/>
            <a:gdLst>
              <a:gd name="T0" fmla="*/ 0 w 2433"/>
              <a:gd name="T1" fmla="*/ 2147483647 h 965"/>
              <a:gd name="T2" fmla="*/ 2147483647 w 2433"/>
              <a:gd name="T3" fmla="*/ 2147483647 h 965"/>
              <a:gd name="T4" fmla="*/ 2147483647 w 2433"/>
              <a:gd name="T5" fmla="*/ 2147483647 h 965"/>
              <a:gd name="T6" fmla="*/ 2147483647 w 2433"/>
              <a:gd name="T7" fmla="*/ 2147483647 h 965"/>
              <a:gd name="T8" fmla="*/ 2147483647 w 2433"/>
              <a:gd name="T9" fmla="*/ 2147483647 h 965"/>
              <a:gd name="T10" fmla="*/ 2147483647 w 2433"/>
              <a:gd name="T11" fmla="*/ 2147483647 h 965"/>
              <a:gd name="T12" fmla="*/ 0 w 2433"/>
              <a:gd name="T13" fmla="*/ 2147483647 h 965"/>
              <a:gd name="T14" fmla="*/ 0 60000 65536"/>
              <a:gd name="T15" fmla="*/ 0 60000 65536"/>
              <a:gd name="T16" fmla="*/ 0 60000 65536"/>
              <a:gd name="T17" fmla="*/ 0 60000 65536"/>
              <a:gd name="T18" fmla="*/ 0 60000 65536"/>
              <a:gd name="T19" fmla="*/ 0 60000 65536"/>
              <a:gd name="T20" fmla="*/ 0 60000 65536"/>
              <a:gd name="T21" fmla="*/ 0 w 2433"/>
              <a:gd name="T22" fmla="*/ 0 h 965"/>
              <a:gd name="T23" fmla="*/ 2433 w 2433"/>
              <a:gd name="T24" fmla="*/ 965 h 96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33" h="965">
                <a:moveTo>
                  <a:pt x="0" y="64"/>
                </a:moveTo>
                <a:cubicBezTo>
                  <a:pt x="0" y="64"/>
                  <a:pt x="2079" y="0"/>
                  <a:pt x="2352" y="64"/>
                </a:cubicBezTo>
                <a:cubicBezTo>
                  <a:pt x="2433" y="57"/>
                  <a:pt x="1814" y="309"/>
                  <a:pt x="1640" y="450"/>
                </a:cubicBezTo>
                <a:cubicBezTo>
                  <a:pt x="1466" y="591"/>
                  <a:pt x="1383" y="888"/>
                  <a:pt x="1308" y="965"/>
                </a:cubicBezTo>
                <a:lnTo>
                  <a:pt x="1159" y="965"/>
                </a:lnTo>
                <a:cubicBezTo>
                  <a:pt x="1078" y="870"/>
                  <a:pt x="1013" y="546"/>
                  <a:pt x="820" y="396"/>
                </a:cubicBezTo>
                <a:cubicBezTo>
                  <a:pt x="583" y="207"/>
                  <a:pt x="189" y="142"/>
                  <a:pt x="0" y="64"/>
                </a:cubicBezTo>
                <a:close/>
              </a:path>
            </a:pathLst>
          </a:custGeom>
          <a:gradFill rotWithShape="1">
            <a:gsLst>
              <a:gs pos="0">
                <a:schemeClr val="hlink"/>
              </a:gs>
              <a:gs pos="100000">
                <a:schemeClr val="bg1"/>
              </a:gs>
            </a:gsLst>
            <a:lin ang="5400000" scaled="1"/>
          </a:gradFill>
          <a:ln w="3175">
            <a:solidFill>
              <a:schemeClr val="hlink"/>
            </a:solidFill>
            <a:round/>
            <a:headEnd/>
            <a:tailEnd/>
          </a:ln>
        </p:spPr>
        <p:txBody>
          <a:bodyPr wrap="none"/>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61459" name="Rectangle 62">
            <a:extLst>
              <a:ext uri="{FF2B5EF4-FFF2-40B4-BE49-F238E27FC236}">
                <a16:creationId xmlns:a16="http://schemas.microsoft.com/office/drawing/2014/main" id="{E69A29B4-82E5-42C3-A242-E6AEDDAF5F2C}"/>
              </a:ext>
            </a:extLst>
          </p:cNvPr>
          <p:cNvSpPr>
            <a:spLocks noChangeArrowheads="1"/>
          </p:cNvSpPr>
          <p:nvPr/>
        </p:nvSpPr>
        <p:spPr bwMode="auto">
          <a:xfrm>
            <a:off x="3868738" y="1374775"/>
            <a:ext cx="3784600" cy="1354138"/>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61460" name="Text Box 60">
            <a:extLst>
              <a:ext uri="{FF2B5EF4-FFF2-40B4-BE49-F238E27FC236}">
                <a16:creationId xmlns:a16="http://schemas.microsoft.com/office/drawing/2014/main" id="{FDF273DE-8C2A-4075-8F46-0B26A2B25400}"/>
              </a:ext>
            </a:extLst>
          </p:cNvPr>
          <p:cNvSpPr txBox="1">
            <a:spLocks noChangeArrowheads="1"/>
          </p:cNvSpPr>
          <p:nvPr/>
        </p:nvSpPr>
        <p:spPr bwMode="auto">
          <a:xfrm>
            <a:off x="3910013" y="1419225"/>
            <a:ext cx="36766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a:t>Bảng chuyển đổi NAT</a:t>
            </a:r>
          </a:p>
          <a:p>
            <a:pPr algn="ctr"/>
            <a:r>
              <a:rPr lang="en-US" altLang="en-US"/>
              <a:t>WAN side addr        LAN side addr</a:t>
            </a:r>
          </a:p>
        </p:txBody>
      </p:sp>
      <p:sp>
        <p:nvSpPr>
          <p:cNvPr id="61461" name="Line 63">
            <a:extLst>
              <a:ext uri="{FF2B5EF4-FFF2-40B4-BE49-F238E27FC236}">
                <a16:creationId xmlns:a16="http://schemas.microsoft.com/office/drawing/2014/main" id="{96EBA4FD-C671-4029-8D22-0D791DE64A9B}"/>
              </a:ext>
            </a:extLst>
          </p:cNvPr>
          <p:cNvSpPr>
            <a:spLocks noChangeShapeType="1"/>
          </p:cNvSpPr>
          <p:nvPr/>
        </p:nvSpPr>
        <p:spPr bwMode="auto">
          <a:xfrm flipV="1">
            <a:off x="3868738" y="1747838"/>
            <a:ext cx="3790950" cy="111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61462" name="Line 64">
            <a:extLst>
              <a:ext uri="{FF2B5EF4-FFF2-40B4-BE49-F238E27FC236}">
                <a16:creationId xmlns:a16="http://schemas.microsoft.com/office/drawing/2014/main" id="{7B316B05-791E-4BD3-9955-BE24023F2B87}"/>
              </a:ext>
            </a:extLst>
          </p:cNvPr>
          <p:cNvSpPr>
            <a:spLocks noChangeShapeType="1"/>
          </p:cNvSpPr>
          <p:nvPr/>
        </p:nvSpPr>
        <p:spPr bwMode="auto">
          <a:xfrm flipV="1">
            <a:off x="3883026" y="2025651"/>
            <a:ext cx="3749675" cy="111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61463" name="Line 65">
            <a:extLst>
              <a:ext uri="{FF2B5EF4-FFF2-40B4-BE49-F238E27FC236}">
                <a16:creationId xmlns:a16="http://schemas.microsoft.com/office/drawing/2014/main" id="{69DE17BA-71BE-40A0-BB3F-6BF1B797CAA0}"/>
              </a:ext>
            </a:extLst>
          </p:cNvPr>
          <p:cNvSpPr>
            <a:spLocks noChangeShapeType="1"/>
          </p:cNvSpPr>
          <p:nvPr/>
        </p:nvSpPr>
        <p:spPr bwMode="auto">
          <a:xfrm>
            <a:off x="5992814" y="1770064"/>
            <a:ext cx="3175" cy="9556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33533" name="Text Box 61">
            <a:extLst>
              <a:ext uri="{FF2B5EF4-FFF2-40B4-BE49-F238E27FC236}">
                <a16:creationId xmlns:a16="http://schemas.microsoft.com/office/drawing/2014/main" id="{6C5E965F-E5E6-4571-98E4-4FE45D34D324}"/>
              </a:ext>
            </a:extLst>
          </p:cNvPr>
          <p:cNvSpPr txBox="1">
            <a:spLocks noChangeArrowheads="1"/>
          </p:cNvSpPr>
          <p:nvPr/>
        </p:nvSpPr>
        <p:spPr bwMode="auto">
          <a:xfrm>
            <a:off x="3925888" y="2044700"/>
            <a:ext cx="37020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a:solidFill>
                  <a:srgbClr val="CC0000"/>
                </a:solidFill>
              </a:rPr>
              <a:t>138.76.29.7, 5001   10.0.0.1, 3345</a:t>
            </a:r>
          </a:p>
          <a:p>
            <a:pPr algn="ctr"/>
            <a:r>
              <a:rPr lang="en-US" altLang="en-US"/>
              <a:t>……                                         ……</a:t>
            </a:r>
          </a:p>
        </p:txBody>
      </p:sp>
      <p:grpSp>
        <p:nvGrpSpPr>
          <p:cNvPr id="8" name="Group 135">
            <a:extLst>
              <a:ext uri="{FF2B5EF4-FFF2-40B4-BE49-F238E27FC236}">
                <a16:creationId xmlns:a16="http://schemas.microsoft.com/office/drawing/2014/main" id="{8544C7C5-7A41-4EC6-AA51-77672A515B72}"/>
              </a:ext>
            </a:extLst>
          </p:cNvPr>
          <p:cNvGrpSpPr>
            <a:grpSpLocks/>
          </p:cNvGrpSpPr>
          <p:nvPr/>
        </p:nvGrpSpPr>
        <p:grpSpPr bwMode="auto">
          <a:xfrm>
            <a:off x="6289676" y="3435350"/>
            <a:ext cx="2784475" cy="1638300"/>
            <a:chOff x="3002" y="2417"/>
            <a:chExt cx="1754" cy="1032"/>
          </a:xfrm>
        </p:grpSpPr>
        <p:sp>
          <p:nvSpPr>
            <p:cNvPr id="61526" name="Rectangle 91">
              <a:extLst>
                <a:ext uri="{FF2B5EF4-FFF2-40B4-BE49-F238E27FC236}">
                  <a16:creationId xmlns:a16="http://schemas.microsoft.com/office/drawing/2014/main" id="{DE6D32AE-BD2F-4BC9-8035-CBA092F8AEE5}"/>
                </a:ext>
              </a:extLst>
            </p:cNvPr>
            <p:cNvSpPr>
              <a:spLocks noChangeArrowheads="1"/>
            </p:cNvSpPr>
            <p:nvPr/>
          </p:nvSpPr>
          <p:spPr bwMode="auto">
            <a:xfrm>
              <a:off x="3002" y="3051"/>
              <a:ext cx="1175" cy="256"/>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61527" name="Text Box 92">
              <a:extLst>
                <a:ext uri="{FF2B5EF4-FFF2-40B4-BE49-F238E27FC236}">
                  <a16:creationId xmlns:a16="http://schemas.microsoft.com/office/drawing/2014/main" id="{430EAEEC-3FA9-4DB7-88F1-C0E5B01BCFCC}"/>
                </a:ext>
              </a:extLst>
            </p:cNvPr>
            <p:cNvSpPr txBox="1">
              <a:spLocks noChangeArrowheads="1"/>
            </p:cNvSpPr>
            <p:nvPr/>
          </p:nvSpPr>
          <p:spPr bwMode="auto">
            <a:xfrm>
              <a:off x="3104" y="3042"/>
              <a:ext cx="1112"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200"/>
                <a:t>S: 128.119.40.186, 80 </a:t>
              </a:r>
            </a:p>
            <a:p>
              <a:r>
                <a:rPr lang="en-US" altLang="en-US" sz="1200"/>
                <a:t>D: 10.0.0.1, 3345</a:t>
              </a:r>
            </a:p>
            <a:p>
              <a:endParaRPr lang="en-US" altLang="en-US" sz="1200"/>
            </a:p>
          </p:txBody>
        </p:sp>
        <p:grpSp>
          <p:nvGrpSpPr>
            <p:cNvPr id="61528" name="Group 93">
              <a:extLst>
                <a:ext uri="{FF2B5EF4-FFF2-40B4-BE49-F238E27FC236}">
                  <a16:creationId xmlns:a16="http://schemas.microsoft.com/office/drawing/2014/main" id="{42E686D3-BA61-4B63-BB44-9A1ED505F33B}"/>
                </a:ext>
              </a:extLst>
            </p:cNvPr>
            <p:cNvGrpSpPr>
              <a:grpSpLocks/>
            </p:cNvGrpSpPr>
            <p:nvPr/>
          </p:nvGrpSpPr>
          <p:grpSpPr bwMode="auto">
            <a:xfrm>
              <a:off x="3054" y="3007"/>
              <a:ext cx="51" cy="99"/>
              <a:chOff x="5508" y="1599"/>
              <a:chExt cx="48" cy="99"/>
            </a:xfrm>
          </p:grpSpPr>
          <p:sp>
            <p:nvSpPr>
              <p:cNvPr id="61537" name="Freeform 94">
                <a:extLst>
                  <a:ext uri="{FF2B5EF4-FFF2-40B4-BE49-F238E27FC236}">
                    <a16:creationId xmlns:a16="http://schemas.microsoft.com/office/drawing/2014/main" id="{B911D543-12E0-4144-A078-B776E7B3A590}"/>
                  </a:ext>
                </a:extLst>
              </p:cNvPr>
              <p:cNvSpPr>
                <a:spLocks/>
              </p:cNvSpPr>
              <p:nvPr/>
            </p:nvSpPr>
            <p:spPr bwMode="auto">
              <a:xfrm>
                <a:off x="5508" y="1599"/>
                <a:ext cx="48" cy="99"/>
              </a:xfrm>
              <a:custGeom>
                <a:avLst/>
                <a:gdLst>
                  <a:gd name="T0" fmla="*/ 21 w 48"/>
                  <a:gd name="T1" fmla="*/ 0 h 99"/>
                  <a:gd name="T2" fmla="*/ 0 w 48"/>
                  <a:gd name="T3" fmla="*/ 72 h 99"/>
                  <a:gd name="T4" fmla="*/ 27 w 48"/>
                  <a:gd name="T5" fmla="*/ 99 h 99"/>
                  <a:gd name="T6" fmla="*/ 48 w 48"/>
                  <a:gd name="T7" fmla="*/ 21 h 99"/>
                  <a:gd name="T8" fmla="*/ 21 w 48"/>
                  <a:gd name="T9" fmla="*/ 0 h 99"/>
                  <a:gd name="T10" fmla="*/ 0 60000 65536"/>
                  <a:gd name="T11" fmla="*/ 0 60000 65536"/>
                  <a:gd name="T12" fmla="*/ 0 60000 65536"/>
                  <a:gd name="T13" fmla="*/ 0 60000 65536"/>
                  <a:gd name="T14" fmla="*/ 0 60000 65536"/>
                  <a:gd name="T15" fmla="*/ 0 w 48"/>
                  <a:gd name="T16" fmla="*/ 0 h 99"/>
                  <a:gd name="T17" fmla="*/ 48 w 48"/>
                  <a:gd name="T18" fmla="*/ 99 h 99"/>
                </a:gdLst>
                <a:ahLst/>
                <a:cxnLst>
                  <a:cxn ang="T10">
                    <a:pos x="T0" y="T1"/>
                  </a:cxn>
                  <a:cxn ang="T11">
                    <a:pos x="T2" y="T3"/>
                  </a:cxn>
                  <a:cxn ang="T12">
                    <a:pos x="T4" y="T5"/>
                  </a:cxn>
                  <a:cxn ang="T13">
                    <a:pos x="T6" y="T7"/>
                  </a:cxn>
                  <a:cxn ang="T14">
                    <a:pos x="T8" y="T9"/>
                  </a:cxn>
                </a:cxnLst>
                <a:rect l="T15" t="T16" r="T17" b="T18"/>
                <a:pathLst>
                  <a:path w="48" h="99">
                    <a:moveTo>
                      <a:pt x="21" y="0"/>
                    </a:moveTo>
                    <a:lnTo>
                      <a:pt x="0" y="72"/>
                    </a:lnTo>
                    <a:lnTo>
                      <a:pt x="27" y="99"/>
                    </a:lnTo>
                    <a:lnTo>
                      <a:pt x="48" y="21"/>
                    </a:lnTo>
                    <a:lnTo>
                      <a:pt x="21"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wrap="none"/>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61538" name="Line 95">
                <a:extLst>
                  <a:ext uri="{FF2B5EF4-FFF2-40B4-BE49-F238E27FC236}">
                    <a16:creationId xmlns:a16="http://schemas.microsoft.com/office/drawing/2014/main" id="{243E12AD-C8B3-45FD-8CCA-1CE955D297BA}"/>
                  </a:ext>
                </a:extLst>
              </p:cNvPr>
              <p:cNvSpPr>
                <a:spLocks noChangeShapeType="1"/>
              </p:cNvSpPr>
              <p:nvPr/>
            </p:nvSpPr>
            <p:spPr bwMode="auto">
              <a:xfrm flipH="1">
                <a:off x="5512" y="1608"/>
                <a:ext cx="22" cy="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61539" name="Line 96">
                <a:extLst>
                  <a:ext uri="{FF2B5EF4-FFF2-40B4-BE49-F238E27FC236}">
                    <a16:creationId xmlns:a16="http://schemas.microsoft.com/office/drawing/2014/main" id="{5650C1C6-BED8-4593-A83A-4974ACCE566E}"/>
                  </a:ext>
                </a:extLst>
              </p:cNvPr>
              <p:cNvSpPr>
                <a:spLocks noChangeShapeType="1"/>
              </p:cNvSpPr>
              <p:nvPr/>
            </p:nvSpPr>
            <p:spPr bwMode="auto">
              <a:xfrm flipH="1">
                <a:off x="5536" y="1620"/>
                <a:ext cx="20" cy="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grpSp>
          <p:nvGrpSpPr>
            <p:cNvPr id="61529" name="Group 97">
              <a:extLst>
                <a:ext uri="{FF2B5EF4-FFF2-40B4-BE49-F238E27FC236}">
                  <a16:creationId xmlns:a16="http://schemas.microsoft.com/office/drawing/2014/main" id="{54AA210F-D390-48BB-A043-30517A3D5510}"/>
                </a:ext>
              </a:extLst>
            </p:cNvPr>
            <p:cNvGrpSpPr>
              <a:grpSpLocks/>
            </p:cNvGrpSpPr>
            <p:nvPr/>
          </p:nvGrpSpPr>
          <p:grpSpPr bwMode="auto">
            <a:xfrm>
              <a:off x="3059" y="3248"/>
              <a:ext cx="51" cy="99"/>
              <a:chOff x="5508" y="1599"/>
              <a:chExt cx="48" cy="99"/>
            </a:xfrm>
          </p:grpSpPr>
          <p:sp>
            <p:nvSpPr>
              <p:cNvPr id="61534" name="Freeform 98">
                <a:extLst>
                  <a:ext uri="{FF2B5EF4-FFF2-40B4-BE49-F238E27FC236}">
                    <a16:creationId xmlns:a16="http://schemas.microsoft.com/office/drawing/2014/main" id="{73C2DBAE-688B-4EFA-B92F-99EC6128B980}"/>
                  </a:ext>
                </a:extLst>
              </p:cNvPr>
              <p:cNvSpPr>
                <a:spLocks/>
              </p:cNvSpPr>
              <p:nvPr/>
            </p:nvSpPr>
            <p:spPr bwMode="auto">
              <a:xfrm>
                <a:off x="5508" y="1599"/>
                <a:ext cx="48" cy="99"/>
              </a:xfrm>
              <a:custGeom>
                <a:avLst/>
                <a:gdLst>
                  <a:gd name="T0" fmla="*/ 21 w 48"/>
                  <a:gd name="T1" fmla="*/ 0 h 99"/>
                  <a:gd name="T2" fmla="*/ 0 w 48"/>
                  <a:gd name="T3" fmla="*/ 72 h 99"/>
                  <a:gd name="T4" fmla="*/ 27 w 48"/>
                  <a:gd name="T5" fmla="*/ 99 h 99"/>
                  <a:gd name="T6" fmla="*/ 48 w 48"/>
                  <a:gd name="T7" fmla="*/ 21 h 99"/>
                  <a:gd name="T8" fmla="*/ 21 w 48"/>
                  <a:gd name="T9" fmla="*/ 0 h 99"/>
                  <a:gd name="T10" fmla="*/ 0 60000 65536"/>
                  <a:gd name="T11" fmla="*/ 0 60000 65536"/>
                  <a:gd name="T12" fmla="*/ 0 60000 65536"/>
                  <a:gd name="T13" fmla="*/ 0 60000 65536"/>
                  <a:gd name="T14" fmla="*/ 0 60000 65536"/>
                  <a:gd name="T15" fmla="*/ 0 w 48"/>
                  <a:gd name="T16" fmla="*/ 0 h 99"/>
                  <a:gd name="T17" fmla="*/ 48 w 48"/>
                  <a:gd name="T18" fmla="*/ 99 h 99"/>
                </a:gdLst>
                <a:ahLst/>
                <a:cxnLst>
                  <a:cxn ang="T10">
                    <a:pos x="T0" y="T1"/>
                  </a:cxn>
                  <a:cxn ang="T11">
                    <a:pos x="T2" y="T3"/>
                  </a:cxn>
                  <a:cxn ang="T12">
                    <a:pos x="T4" y="T5"/>
                  </a:cxn>
                  <a:cxn ang="T13">
                    <a:pos x="T6" y="T7"/>
                  </a:cxn>
                  <a:cxn ang="T14">
                    <a:pos x="T8" y="T9"/>
                  </a:cxn>
                </a:cxnLst>
                <a:rect l="T15" t="T16" r="T17" b="T18"/>
                <a:pathLst>
                  <a:path w="48" h="99">
                    <a:moveTo>
                      <a:pt x="21" y="0"/>
                    </a:moveTo>
                    <a:lnTo>
                      <a:pt x="0" y="72"/>
                    </a:lnTo>
                    <a:lnTo>
                      <a:pt x="27" y="99"/>
                    </a:lnTo>
                    <a:lnTo>
                      <a:pt x="48" y="21"/>
                    </a:lnTo>
                    <a:lnTo>
                      <a:pt x="21"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wrap="none"/>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61535" name="Line 99">
                <a:extLst>
                  <a:ext uri="{FF2B5EF4-FFF2-40B4-BE49-F238E27FC236}">
                    <a16:creationId xmlns:a16="http://schemas.microsoft.com/office/drawing/2014/main" id="{30F07016-27BC-416C-AC49-0E9E7581D094}"/>
                  </a:ext>
                </a:extLst>
              </p:cNvPr>
              <p:cNvSpPr>
                <a:spLocks noChangeShapeType="1"/>
              </p:cNvSpPr>
              <p:nvPr/>
            </p:nvSpPr>
            <p:spPr bwMode="auto">
              <a:xfrm flipH="1">
                <a:off x="5512" y="1608"/>
                <a:ext cx="22" cy="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61536" name="Line 100">
                <a:extLst>
                  <a:ext uri="{FF2B5EF4-FFF2-40B4-BE49-F238E27FC236}">
                    <a16:creationId xmlns:a16="http://schemas.microsoft.com/office/drawing/2014/main" id="{AB97D605-48A3-4276-A622-252A8C831A36}"/>
                  </a:ext>
                </a:extLst>
              </p:cNvPr>
              <p:cNvSpPr>
                <a:spLocks noChangeShapeType="1"/>
              </p:cNvSpPr>
              <p:nvPr/>
            </p:nvSpPr>
            <p:spPr bwMode="auto">
              <a:xfrm flipH="1">
                <a:off x="5536" y="1620"/>
                <a:ext cx="20" cy="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sp>
          <p:nvSpPr>
            <p:cNvPr id="61530" name="Freeform 101">
              <a:extLst>
                <a:ext uri="{FF2B5EF4-FFF2-40B4-BE49-F238E27FC236}">
                  <a16:creationId xmlns:a16="http://schemas.microsoft.com/office/drawing/2014/main" id="{DE4181EC-E5C2-4DD6-BE61-DEFABA10A315}"/>
                </a:ext>
              </a:extLst>
            </p:cNvPr>
            <p:cNvSpPr>
              <a:spLocks/>
            </p:cNvSpPr>
            <p:nvPr/>
          </p:nvSpPr>
          <p:spPr bwMode="auto">
            <a:xfrm>
              <a:off x="4179" y="2417"/>
              <a:ext cx="577" cy="768"/>
            </a:xfrm>
            <a:custGeom>
              <a:avLst/>
              <a:gdLst>
                <a:gd name="T0" fmla="*/ 577 w 577"/>
                <a:gd name="T1" fmla="*/ 0 h 768"/>
                <a:gd name="T2" fmla="*/ 342 w 577"/>
                <a:gd name="T3" fmla="*/ 0 h 768"/>
                <a:gd name="T4" fmla="*/ 342 w 577"/>
                <a:gd name="T5" fmla="*/ 768 h 768"/>
                <a:gd name="T6" fmla="*/ 0 w 577"/>
                <a:gd name="T7" fmla="*/ 760 h 768"/>
                <a:gd name="T8" fmla="*/ 0 60000 65536"/>
                <a:gd name="T9" fmla="*/ 0 60000 65536"/>
                <a:gd name="T10" fmla="*/ 0 60000 65536"/>
                <a:gd name="T11" fmla="*/ 0 60000 65536"/>
                <a:gd name="T12" fmla="*/ 0 w 577"/>
                <a:gd name="T13" fmla="*/ 0 h 768"/>
                <a:gd name="T14" fmla="*/ 577 w 577"/>
                <a:gd name="T15" fmla="*/ 768 h 768"/>
              </a:gdLst>
              <a:ahLst/>
              <a:cxnLst>
                <a:cxn ang="T8">
                  <a:pos x="T0" y="T1"/>
                </a:cxn>
                <a:cxn ang="T9">
                  <a:pos x="T2" y="T3"/>
                </a:cxn>
                <a:cxn ang="T10">
                  <a:pos x="T4" y="T5"/>
                </a:cxn>
                <a:cxn ang="T11">
                  <a:pos x="T6" y="T7"/>
                </a:cxn>
              </a:cxnLst>
              <a:rect l="T12" t="T13" r="T14" b="T15"/>
              <a:pathLst>
                <a:path w="577" h="768">
                  <a:moveTo>
                    <a:pt x="577" y="0"/>
                  </a:moveTo>
                  <a:lnTo>
                    <a:pt x="342" y="0"/>
                  </a:lnTo>
                  <a:lnTo>
                    <a:pt x="342" y="768"/>
                  </a:lnTo>
                  <a:lnTo>
                    <a:pt x="0" y="760"/>
                  </a:lnTo>
                </a:path>
              </a:pathLst>
            </a:custGeom>
            <a:noFill/>
            <a:ln w="28575">
              <a:solidFill>
                <a:schemeClr val="tx1"/>
              </a:solidFill>
              <a:round/>
              <a:headEnd type="triangle" w="med" len="med"/>
              <a:tailEnd/>
            </a:ln>
            <a:extLst>
              <a:ext uri="{909E8E84-426E-40DD-AFC4-6F175D3DCCD1}">
                <a14:hiddenFill xmlns:a14="http://schemas.microsoft.com/office/drawing/2010/main">
                  <a:solidFill>
                    <a:srgbClr val="FFFFFF"/>
                  </a:solidFill>
                </a14:hiddenFill>
              </a:ext>
            </a:extLst>
          </p:spPr>
          <p:txBody>
            <a:bodyPr wrap="none"/>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nvGrpSpPr>
            <p:cNvPr id="61531" name="Group 102">
              <a:extLst>
                <a:ext uri="{FF2B5EF4-FFF2-40B4-BE49-F238E27FC236}">
                  <a16:creationId xmlns:a16="http://schemas.microsoft.com/office/drawing/2014/main" id="{ADA0DDB6-0123-4671-86DA-E02ED39842B1}"/>
                </a:ext>
              </a:extLst>
            </p:cNvPr>
            <p:cNvGrpSpPr>
              <a:grpSpLocks/>
            </p:cNvGrpSpPr>
            <p:nvPr/>
          </p:nvGrpSpPr>
          <p:grpSpPr bwMode="auto">
            <a:xfrm>
              <a:off x="4240" y="3061"/>
              <a:ext cx="218" cy="231"/>
              <a:chOff x="5140" y="400"/>
              <a:chExt cx="218" cy="231"/>
            </a:xfrm>
          </p:grpSpPr>
          <p:sp>
            <p:nvSpPr>
              <p:cNvPr id="61532" name="Oval 103">
                <a:extLst>
                  <a:ext uri="{FF2B5EF4-FFF2-40B4-BE49-F238E27FC236}">
                    <a16:creationId xmlns:a16="http://schemas.microsoft.com/office/drawing/2014/main" id="{B664CDE7-6973-4C1C-B049-967D5DBFA627}"/>
                  </a:ext>
                </a:extLst>
              </p:cNvPr>
              <p:cNvSpPr>
                <a:spLocks noChangeArrowheads="1"/>
              </p:cNvSpPr>
              <p:nvPr/>
            </p:nvSpPr>
            <p:spPr bwMode="auto">
              <a:xfrm>
                <a:off x="5140" y="410"/>
                <a:ext cx="218" cy="218"/>
              </a:xfrm>
              <a:prstGeom prst="ellipse">
                <a:avLst/>
              </a:prstGeom>
              <a:solidFill>
                <a:schemeClr val="bg1"/>
              </a:solidFill>
              <a:ln w="9525">
                <a:solidFill>
                  <a:srgbClr val="CC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61533" name="Text Box 104">
                <a:extLst>
                  <a:ext uri="{FF2B5EF4-FFF2-40B4-BE49-F238E27FC236}">
                    <a16:creationId xmlns:a16="http://schemas.microsoft.com/office/drawing/2014/main" id="{72C6DF2A-B16D-4BA5-A80D-BDDA580C74AC}"/>
                  </a:ext>
                </a:extLst>
              </p:cNvPr>
              <p:cNvSpPr txBox="1">
                <a:spLocks noChangeArrowheads="1"/>
              </p:cNvSpPr>
              <p:nvPr/>
            </p:nvSpPr>
            <p:spPr bwMode="auto">
              <a:xfrm>
                <a:off x="5154" y="400"/>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solidFill>
                      <a:srgbClr val="CC0000"/>
                    </a:solidFill>
                  </a:rPr>
                  <a:t>4</a:t>
                </a:r>
              </a:p>
            </p:txBody>
          </p:sp>
        </p:grpSp>
      </p:grpSp>
      <p:grpSp>
        <p:nvGrpSpPr>
          <p:cNvPr id="12" name="Group 108">
            <a:extLst>
              <a:ext uri="{FF2B5EF4-FFF2-40B4-BE49-F238E27FC236}">
                <a16:creationId xmlns:a16="http://schemas.microsoft.com/office/drawing/2014/main" id="{6C9E8F56-C86C-4C50-82EF-D0EBC484B7D5}"/>
              </a:ext>
            </a:extLst>
          </p:cNvPr>
          <p:cNvGrpSpPr>
            <a:grpSpLocks/>
          </p:cNvGrpSpPr>
          <p:nvPr/>
        </p:nvGrpSpPr>
        <p:grpSpPr bwMode="auto">
          <a:xfrm>
            <a:off x="3055939" y="3652839"/>
            <a:ext cx="2497137" cy="566737"/>
            <a:chOff x="1026" y="3559"/>
            <a:chExt cx="1573" cy="357"/>
          </a:xfrm>
        </p:grpSpPr>
        <p:grpSp>
          <p:nvGrpSpPr>
            <p:cNvPr id="61511" name="Group 68">
              <a:extLst>
                <a:ext uri="{FF2B5EF4-FFF2-40B4-BE49-F238E27FC236}">
                  <a16:creationId xmlns:a16="http://schemas.microsoft.com/office/drawing/2014/main" id="{2380AC59-135A-4E38-B925-5F10CAF303D4}"/>
                </a:ext>
              </a:extLst>
            </p:cNvPr>
            <p:cNvGrpSpPr>
              <a:grpSpLocks/>
            </p:cNvGrpSpPr>
            <p:nvPr/>
          </p:nvGrpSpPr>
          <p:grpSpPr bwMode="auto">
            <a:xfrm>
              <a:off x="1412" y="3559"/>
              <a:ext cx="1187" cy="357"/>
              <a:chOff x="4381" y="786"/>
              <a:chExt cx="1108" cy="357"/>
            </a:xfrm>
          </p:grpSpPr>
          <p:sp>
            <p:nvSpPr>
              <p:cNvPr id="61516" name="Rectangle 69">
                <a:extLst>
                  <a:ext uri="{FF2B5EF4-FFF2-40B4-BE49-F238E27FC236}">
                    <a16:creationId xmlns:a16="http://schemas.microsoft.com/office/drawing/2014/main" id="{DB57DF9D-24F3-40B9-9A16-B7C40D2CB795}"/>
                  </a:ext>
                </a:extLst>
              </p:cNvPr>
              <p:cNvSpPr>
                <a:spLocks noChangeArrowheads="1"/>
              </p:cNvSpPr>
              <p:nvPr/>
            </p:nvSpPr>
            <p:spPr bwMode="auto">
              <a:xfrm>
                <a:off x="4385" y="830"/>
                <a:ext cx="1104" cy="256"/>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61517" name="Text Box 70">
                <a:extLst>
                  <a:ext uri="{FF2B5EF4-FFF2-40B4-BE49-F238E27FC236}">
                    <a16:creationId xmlns:a16="http://schemas.microsoft.com/office/drawing/2014/main" id="{373463C4-C6CD-4329-BE42-74A3C4C05E68}"/>
                  </a:ext>
                </a:extLst>
              </p:cNvPr>
              <p:cNvSpPr txBox="1">
                <a:spLocks noChangeArrowheads="1"/>
              </p:cNvSpPr>
              <p:nvPr/>
            </p:nvSpPr>
            <p:spPr bwMode="auto">
              <a:xfrm>
                <a:off x="4381" y="813"/>
                <a:ext cx="104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200"/>
                  <a:t>S: 138.76.29.7, 5001</a:t>
                </a:r>
              </a:p>
              <a:p>
                <a:r>
                  <a:rPr lang="en-US" altLang="en-US" sz="1200"/>
                  <a:t>D: 128.119.40.186, 80</a:t>
                </a:r>
              </a:p>
            </p:txBody>
          </p:sp>
          <p:grpSp>
            <p:nvGrpSpPr>
              <p:cNvPr id="61518" name="Group 71">
                <a:extLst>
                  <a:ext uri="{FF2B5EF4-FFF2-40B4-BE49-F238E27FC236}">
                    <a16:creationId xmlns:a16="http://schemas.microsoft.com/office/drawing/2014/main" id="{D9DF31DE-E03A-4AAB-8107-A84BCD8579B9}"/>
                  </a:ext>
                </a:extLst>
              </p:cNvPr>
              <p:cNvGrpSpPr>
                <a:grpSpLocks/>
              </p:cNvGrpSpPr>
              <p:nvPr/>
            </p:nvGrpSpPr>
            <p:grpSpPr bwMode="auto">
              <a:xfrm>
                <a:off x="5394" y="786"/>
                <a:ext cx="48" cy="99"/>
                <a:chOff x="5508" y="1599"/>
                <a:chExt cx="48" cy="99"/>
              </a:xfrm>
            </p:grpSpPr>
            <p:sp>
              <p:nvSpPr>
                <p:cNvPr id="61523" name="Freeform 72">
                  <a:extLst>
                    <a:ext uri="{FF2B5EF4-FFF2-40B4-BE49-F238E27FC236}">
                      <a16:creationId xmlns:a16="http://schemas.microsoft.com/office/drawing/2014/main" id="{52FD2497-C951-4F86-9F5E-4CB8AF629FD3}"/>
                    </a:ext>
                  </a:extLst>
                </p:cNvPr>
                <p:cNvSpPr>
                  <a:spLocks/>
                </p:cNvSpPr>
                <p:nvPr/>
              </p:nvSpPr>
              <p:spPr bwMode="auto">
                <a:xfrm>
                  <a:off x="5508" y="1599"/>
                  <a:ext cx="48" cy="99"/>
                </a:xfrm>
                <a:custGeom>
                  <a:avLst/>
                  <a:gdLst>
                    <a:gd name="T0" fmla="*/ 21 w 48"/>
                    <a:gd name="T1" fmla="*/ 0 h 99"/>
                    <a:gd name="T2" fmla="*/ 0 w 48"/>
                    <a:gd name="T3" fmla="*/ 72 h 99"/>
                    <a:gd name="T4" fmla="*/ 27 w 48"/>
                    <a:gd name="T5" fmla="*/ 99 h 99"/>
                    <a:gd name="T6" fmla="*/ 48 w 48"/>
                    <a:gd name="T7" fmla="*/ 21 h 99"/>
                    <a:gd name="T8" fmla="*/ 21 w 48"/>
                    <a:gd name="T9" fmla="*/ 0 h 99"/>
                    <a:gd name="T10" fmla="*/ 0 60000 65536"/>
                    <a:gd name="T11" fmla="*/ 0 60000 65536"/>
                    <a:gd name="T12" fmla="*/ 0 60000 65536"/>
                    <a:gd name="T13" fmla="*/ 0 60000 65536"/>
                    <a:gd name="T14" fmla="*/ 0 60000 65536"/>
                    <a:gd name="T15" fmla="*/ 0 w 48"/>
                    <a:gd name="T16" fmla="*/ 0 h 99"/>
                    <a:gd name="T17" fmla="*/ 48 w 48"/>
                    <a:gd name="T18" fmla="*/ 99 h 99"/>
                  </a:gdLst>
                  <a:ahLst/>
                  <a:cxnLst>
                    <a:cxn ang="T10">
                      <a:pos x="T0" y="T1"/>
                    </a:cxn>
                    <a:cxn ang="T11">
                      <a:pos x="T2" y="T3"/>
                    </a:cxn>
                    <a:cxn ang="T12">
                      <a:pos x="T4" y="T5"/>
                    </a:cxn>
                    <a:cxn ang="T13">
                      <a:pos x="T6" y="T7"/>
                    </a:cxn>
                    <a:cxn ang="T14">
                      <a:pos x="T8" y="T9"/>
                    </a:cxn>
                  </a:cxnLst>
                  <a:rect l="T15" t="T16" r="T17" b="T18"/>
                  <a:pathLst>
                    <a:path w="48" h="99">
                      <a:moveTo>
                        <a:pt x="21" y="0"/>
                      </a:moveTo>
                      <a:lnTo>
                        <a:pt x="0" y="72"/>
                      </a:lnTo>
                      <a:lnTo>
                        <a:pt x="27" y="99"/>
                      </a:lnTo>
                      <a:lnTo>
                        <a:pt x="48" y="21"/>
                      </a:lnTo>
                      <a:lnTo>
                        <a:pt x="21"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wrap="none"/>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61524" name="Line 73">
                  <a:extLst>
                    <a:ext uri="{FF2B5EF4-FFF2-40B4-BE49-F238E27FC236}">
                      <a16:creationId xmlns:a16="http://schemas.microsoft.com/office/drawing/2014/main" id="{6AAD97BE-08D4-4642-8CCA-83C376E8DFF2}"/>
                    </a:ext>
                  </a:extLst>
                </p:cNvPr>
                <p:cNvSpPr>
                  <a:spLocks noChangeShapeType="1"/>
                </p:cNvSpPr>
                <p:nvPr/>
              </p:nvSpPr>
              <p:spPr bwMode="auto">
                <a:xfrm flipH="1">
                  <a:off x="5512" y="1608"/>
                  <a:ext cx="21" cy="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61525" name="Line 74">
                  <a:extLst>
                    <a:ext uri="{FF2B5EF4-FFF2-40B4-BE49-F238E27FC236}">
                      <a16:creationId xmlns:a16="http://schemas.microsoft.com/office/drawing/2014/main" id="{4D6C73D3-365E-430A-AE1F-11BF6301FA1B}"/>
                    </a:ext>
                  </a:extLst>
                </p:cNvPr>
                <p:cNvSpPr>
                  <a:spLocks noChangeShapeType="1"/>
                </p:cNvSpPr>
                <p:nvPr/>
              </p:nvSpPr>
              <p:spPr bwMode="auto">
                <a:xfrm flipH="1">
                  <a:off x="5536" y="1620"/>
                  <a:ext cx="21" cy="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grpSp>
            <p:nvGrpSpPr>
              <p:cNvPr id="61519" name="Group 75">
                <a:extLst>
                  <a:ext uri="{FF2B5EF4-FFF2-40B4-BE49-F238E27FC236}">
                    <a16:creationId xmlns:a16="http://schemas.microsoft.com/office/drawing/2014/main" id="{D96513DA-746C-4861-A25B-1E6CD21E0FCA}"/>
                  </a:ext>
                </a:extLst>
              </p:cNvPr>
              <p:cNvGrpSpPr>
                <a:grpSpLocks/>
              </p:cNvGrpSpPr>
              <p:nvPr/>
            </p:nvGrpSpPr>
            <p:grpSpPr bwMode="auto">
              <a:xfrm>
                <a:off x="5382" y="1044"/>
                <a:ext cx="48" cy="99"/>
                <a:chOff x="5508" y="1599"/>
                <a:chExt cx="48" cy="99"/>
              </a:xfrm>
            </p:grpSpPr>
            <p:sp>
              <p:nvSpPr>
                <p:cNvPr id="61520" name="Freeform 76">
                  <a:extLst>
                    <a:ext uri="{FF2B5EF4-FFF2-40B4-BE49-F238E27FC236}">
                      <a16:creationId xmlns:a16="http://schemas.microsoft.com/office/drawing/2014/main" id="{29F1619D-A386-4663-9B35-65C4758DC3EE}"/>
                    </a:ext>
                  </a:extLst>
                </p:cNvPr>
                <p:cNvSpPr>
                  <a:spLocks/>
                </p:cNvSpPr>
                <p:nvPr/>
              </p:nvSpPr>
              <p:spPr bwMode="auto">
                <a:xfrm>
                  <a:off x="5508" y="1599"/>
                  <a:ext cx="48" cy="99"/>
                </a:xfrm>
                <a:custGeom>
                  <a:avLst/>
                  <a:gdLst>
                    <a:gd name="T0" fmla="*/ 21 w 48"/>
                    <a:gd name="T1" fmla="*/ 0 h 99"/>
                    <a:gd name="T2" fmla="*/ 0 w 48"/>
                    <a:gd name="T3" fmla="*/ 72 h 99"/>
                    <a:gd name="T4" fmla="*/ 27 w 48"/>
                    <a:gd name="T5" fmla="*/ 99 h 99"/>
                    <a:gd name="T6" fmla="*/ 48 w 48"/>
                    <a:gd name="T7" fmla="*/ 21 h 99"/>
                    <a:gd name="T8" fmla="*/ 21 w 48"/>
                    <a:gd name="T9" fmla="*/ 0 h 99"/>
                    <a:gd name="T10" fmla="*/ 0 60000 65536"/>
                    <a:gd name="T11" fmla="*/ 0 60000 65536"/>
                    <a:gd name="T12" fmla="*/ 0 60000 65536"/>
                    <a:gd name="T13" fmla="*/ 0 60000 65536"/>
                    <a:gd name="T14" fmla="*/ 0 60000 65536"/>
                    <a:gd name="T15" fmla="*/ 0 w 48"/>
                    <a:gd name="T16" fmla="*/ 0 h 99"/>
                    <a:gd name="T17" fmla="*/ 48 w 48"/>
                    <a:gd name="T18" fmla="*/ 99 h 99"/>
                  </a:gdLst>
                  <a:ahLst/>
                  <a:cxnLst>
                    <a:cxn ang="T10">
                      <a:pos x="T0" y="T1"/>
                    </a:cxn>
                    <a:cxn ang="T11">
                      <a:pos x="T2" y="T3"/>
                    </a:cxn>
                    <a:cxn ang="T12">
                      <a:pos x="T4" y="T5"/>
                    </a:cxn>
                    <a:cxn ang="T13">
                      <a:pos x="T6" y="T7"/>
                    </a:cxn>
                    <a:cxn ang="T14">
                      <a:pos x="T8" y="T9"/>
                    </a:cxn>
                  </a:cxnLst>
                  <a:rect l="T15" t="T16" r="T17" b="T18"/>
                  <a:pathLst>
                    <a:path w="48" h="99">
                      <a:moveTo>
                        <a:pt x="21" y="0"/>
                      </a:moveTo>
                      <a:lnTo>
                        <a:pt x="0" y="72"/>
                      </a:lnTo>
                      <a:lnTo>
                        <a:pt x="27" y="99"/>
                      </a:lnTo>
                      <a:lnTo>
                        <a:pt x="48" y="21"/>
                      </a:lnTo>
                      <a:lnTo>
                        <a:pt x="21"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wrap="none"/>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61521" name="Line 77">
                  <a:extLst>
                    <a:ext uri="{FF2B5EF4-FFF2-40B4-BE49-F238E27FC236}">
                      <a16:creationId xmlns:a16="http://schemas.microsoft.com/office/drawing/2014/main" id="{25C0E016-D2E7-4AA1-B823-AFE72A6F8A4A}"/>
                    </a:ext>
                  </a:extLst>
                </p:cNvPr>
                <p:cNvSpPr>
                  <a:spLocks noChangeShapeType="1"/>
                </p:cNvSpPr>
                <p:nvPr/>
              </p:nvSpPr>
              <p:spPr bwMode="auto">
                <a:xfrm flipH="1">
                  <a:off x="5510" y="1608"/>
                  <a:ext cx="21" cy="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61522" name="Line 78">
                  <a:extLst>
                    <a:ext uri="{FF2B5EF4-FFF2-40B4-BE49-F238E27FC236}">
                      <a16:creationId xmlns:a16="http://schemas.microsoft.com/office/drawing/2014/main" id="{8B58A27E-AE65-4B47-AD35-B0B48FAC14E1}"/>
                    </a:ext>
                  </a:extLst>
                </p:cNvPr>
                <p:cNvSpPr>
                  <a:spLocks noChangeShapeType="1"/>
                </p:cNvSpPr>
                <p:nvPr/>
              </p:nvSpPr>
              <p:spPr bwMode="auto">
                <a:xfrm flipH="1">
                  <a:off x="5536" y="1620"/>
                  <a:ext cx="21" cy="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grpSp>
        <p:sp>
          <p:nvSpPr>
            <p:cNvPr id="61512" name="Line 79">
              <a:extLst>
                <a:ext uri="{FF2B5EF4-FFF2-40B4-BE49-F238E27FC236}">
                  <a16:creationId xmlns:a16="http://schemas.microsoft.com/office/drawing/2014/main" id="{CB61F6CB-8678-4695-A79C-770980A9D146}"/>
                </a:ext>
              </a:extLst>
            </p:cNvPr>
            <p:cNvSpPr>
              <a:spLocks noChangeShapeType="1"/>
            </p:cNvSpPr>
            <p:nvPr/>
          </p:nvSpPr>
          <p:spPr bwMode="auto">
            <a:xfrm flipH="1">
              <a:off x="1026" y="3729"/>
              <a:ext cx="37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nvGrpSpPr>
            <p:cNvPr id="61513" name="Group 105">
              <a:extLst>
                <a:ext uri="{FF2B5EF4-FFF2-40B4-BE49-F238E27FC236}">
                  <a16:creationId xmlns:a16="http://schemas.microsoft.com/office/drawing/2014/main" id="{F97111BF-C2C9-4C0B-AAE4-ACA37D788017}"/>
                </a:ext>
              </a:extLst>
            </p:cNvPr>
            <p:cNvGrpSpPr>
              <a:grpSpLocks/>
            </p:cNvGrpSpPr>
            <p:nvPr/>
          </p:nvGrpSpPr>
          <p:grpSpPr bwMode="auto">
            <a:xfrm>
              <a:off x="1143" y="3613"/>
              <a:ext cx="218" cy="231"/>
              <a:chOff x="5140" y="400"/>
              <a:chExt cx="218" cy="231"/>
            </a:xfrm>
          </p:grpSpPr>
          <p:sp>
            <p:nvSpPr>
              <p:cNvPr id="61514" name="Oval 106">
                <a:extLst>
                  <a:ext uri="{FF2B5EF4-FFF2-40B4-BE49-F238E27FC236}">
                    <a16:creationId xmlns:a16="http://schemas.microsoft.com/office/drawing/2014/main" id="{6804649E-7BB7-4FF0-9662-DF1F0556EE03}"/>
                  </a:ext>
                </a:extLst>
              </p:cNvPr>
              <p:cNvSpPr>
                <a:spLocks noChangeArrowheads="1"/>
              </p:cNvSpPr>
              <p:nvPr/>
            </p:nvSpPr>
            <p:spPr bwMode="auto">
              <a:xfrm>
                <a:off x="5140" y="410"/>
                <a:ext cx="218" cy="218"/>
              </a:xfrm>
              <a:prstGeom prst="ellipse">
                <a:avLst/>
              </a:prstGeom>
              <a:solidFill>
                <a:schemeClr val="bg1"/>
              </a:solidFill>
              <a:ln w="9525">
                <a:solidFill>
                  <a:srgbClr val="FF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61515" name="Text Box 107">
                <a:extLst>
                  <a:ext uri="{FF2B5EF4-FFF2-40B4-BE49-F238E27FC236}">
                    <a16:creationId xmlns:a16="http://schemas.microsoft.com/office/drawing/2014/main" id="{8B55169F-E096-45CA-B5F5-66B3AE99EB22}"/>
                  </a:ext>
                </a:extLst>
              </p:cNvPr>
              <p:cNvSpPr txBox="1">
                <a:spLocks noChangeArrowheads="1"/>
              </p:cNvSpPr>
              <p:nvPr/>
            </p:nvSpPr>
            <p:spPr bwMode="auto">
              <a:xfrm>
                <a:off x="5154" y="400"/>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solidFill>
                      <a:srgbClr val="CC0000"/>
                    </a:solidFill>
                  </a:rPr>
                  <a:t>2</a:t>
                </a:r>
              </a:p>
            </p:txBody>
          </p:sp>
        </p:grpSp>
      </p:grpSp>
      <p:grpSp>
        <p:nvGrpSpPr>
          <p:cNvPr id="17" name="Group 112">
            <a:extLst>
              <a:ext uri="{FF2B5EF4-FFF2-40B4-BE49-F238E27FC236}">
                <a16:creationId xmlns:a16="http://schemas.microsoft.com/office/drawing/2014/main" id="{A8EE753C-EA43-4A76-A741-A19FE98E9145}"/>
              </a:ext>
            </a:extLst>
          </p:cNvPr>
          <p:cNvGrpSpPr>
            <a:grpSpLocks/>
          </p:cNvGrpSpPr>
          <p:nvPr/>
        </p:nvGrpSpPr>
        <p:grpSpPr bwMode="auto">
          <a:xfrm>
            <a:off x="1524001" y="1671639"/>
            <a:ext cx="5154613" cy="2052637"/>
            <a:chOff x="0" y="1306"/>
            <a:chExt cx="3247" cy="1293"/>
          </a:xfrm>
        </p:grpSpPr>
        <p:sp>
          <p:nvSpPr>
            <p:cNvPr id="61507" name="Text Box 82">
              <a:extLst>
                <a:ext uri="{FF2B5EF4-FFF2-40B4-BE49-F238E27FC236}">
                  <a16:creationId xmlns:a16="http://schemas.microsoft.com/office/drawing/2014/main" id="{EC3F5E0F-949E-475E-9538-BD9164A0192F}"/>
                </a:ext>
              </a:extLst>
            </p:cNvPr>
            <p:cNvSpPr txBox="1">
              <a:spLocks noChangeArrowheads="1"/>
            </p:cNvSpPr>
            <p:nvPr/>
          </p:nvSpPr>
          <p:spPr bwMode="auto">
            <a:xfrm>
              <a:off x="0" y="1306"/>
              <a:ext cx="1530" cy="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nSpc>
                  <a:spcPct val="85000"/>
                </a:lnSpc>
              </a:pPr>
              <a:r>
                <a:rPr lang="en-US" altLang="en-US" b="1" i="1">
                  <a:solidFill>
                    <a:srgbClr val="CC0000"/>
                  </a:solidFill>
                </a:rPr>
                <a:t>2:</a:t>
              </a:r>
              <a:r>
                <a:rPr lang="en-US" altLang="en-US">
                  <a:solidFill>
                    <a:srgbClr val="FF0000"/>
                  </a:solidFill>
                </a:rPr>
                <a:t> </a:t>
              </a:r>
              <a:r>
                <a:rPr lang="en-US" altLang="en-US">
                  <a:solidFill>
                    <a:srgbClr val="000099"/>
                  </a:solidFill>
                </a:rPr>
                <a:t>NAT router</a:t>
              </a:r>
            </a:p>
            <a:p>
              <a:pPr>
                <a:lnSpc>
                  <a:spcPct val="85000"/>
                </a:lnSpc>
              </a:pPr>
              <a:r>
                <a:rPr lang="en-US" altLang="en-US">
                  <a:solidFill>
                    <a:srgbClr val="000099"/>
                  </a:solidFill>
                </a:rPr>
                <a:t>thay đổi địa chỉ nguồn</a:t>
              </a:r>
            </a:p>
            <a:p>
              <a:pPr>
                <a:lnSpc>
                  <a:spcPct val="85000"/>
                </a:lnSpc>
              </a:pPr>
              <a:r>
                <a:rPr lang="en-US" altLang="en-US">
                  <a:solidFill>
                    <a:srgbClr val="000099"/>
                  </a:solidFill>
                </a:rPr>
                <a:t>từ 10.0.0.1, 3345 đến</a:t>
              </a:r>
            </a:p>
            <a:p>
              <a:pPr>
                <a:lnSpc>
                  <a:spcPct val="85000"/>
                </a:lnSpc>
              </a:pPr>
              <a:r>
                <a:rPr lang="en-US" altLang="en-US">
                  <a:solidFill>
                    <a:srgbClr val="000099"/>
                  </a:solidFill>
                </a:rPr>
                <a:t>138.76.29.7, 5001,</a:t>
              </a:r>
            </a:p>
            <a:p>
              <a:pPr>
                <a:lnSpc>
                  <a:spcPct val="85000"/>
                </a:lnSpc>
              </a:pPr>
              <a:r>
                <a:rPr lang="en-US" altLang="en-US">
                  <a:solidFill>
                    <a:srgbClr val="000099"/>
                  </a:solidFill>
                </a:rPr>
                <a:t>cập nhật bảng</a:t>
              </a:r>
            </a:p>
          </p:txBody>
        </p:sp>
        <p:sp>
          <p:nvSpPr>
            <p:cNvPr id="61508" name="Line 83">
              <a:extLst>
                <a:ext uri="{FF2B5EF4-FFF2-40B4-BE49-F238E27FC236}">
                  <a16:creationId xmlns:a16="http://schemas.microsoft.com/office/drawing/2014/main" id="{C1B15B3A-0950-4179-BA5B-7D4B23E5AF0A}"/>
                </a:ext>
              </a:extLst>
            </p:cNvPr>
            <p:cNvSpPr>
              <a:spLocks noChangeShapeType="1"/>
            </p:cNvSpPr>
            <p:nvPr/>
          </p:nvSpPr>
          <p:spPr bwMode="auto">
            <a:xfrm>
              <a:off x="1285" y="2243"/>
              <a:ext cx="147" cy="356"/>
            </a:xfrm>
            <a:prstGeom prst="line">
              <a:avLst/>
            </a:prstGeom>
            <a:noFill/>
            <a:ln w="12700">
              <a:solidFill>
                <a:srgbClr val="CC0000"/>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61509" name="Line 110">
              <a:extLst>
                <a:ext uri="{FF2B5EF4-FFF2-40B4-BE49-F238E27FC236}">
                  <a16:creationId xmlns:a16="http://schemas.microsoft.com/office/drawing/2014/main" id="{A78545BD-D23D-456F-BE4F-F424C58864AA}"/>
                </a:ext>
              </a:extLst>
            </p:cNvPr>
            <p:cNvSpPr>
              <a:spLocks noChangeShapeType="1"/>
            </p:cNvSpPr>
            <p:nvPr/>
          </p:nvSpPr>
          <p:spPr bwMode="auto">
            <a:xfrm flipV="1">
              <a:off x="1275" y="1788"/>
              <a:ext cx="663" cy="455"/>
            </a:xfrm>
            <a:prstGeom prst="line">
              <a:avLst/>
            </a:prstGeom>
            <a:noFill/>
            <a:ln w="12700">
              <a:solidFill>
                <a:srgbClr val="CC0000"/>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61510" name="Line 111">
              <a:extLst>
                <a:ext uri="{FF2B5EF4-FFF2-40B4-BE49-F238E27FC236}">
                  <a16:creationId xmlns:a16="http://schemas.microsoft.com/office/drawing/2014/main" id="{E8A55B88-E716-4D61-83B2-B411B59F26D1}"/>
                </a:ext>
              </a:extLst>
            </p:cNvPr>
            <p:cNvSpPr>
              <a:spLocks noChangeShapeType="1"/>
            </p:cNvSpPr>
            <p:nvPr/>
          </p:nvSpPr>
          <p:spPr bwMode="auto">
            <a:xfrm flipV="1">
              <a:off x="1275" y="1751"/>
              <a:ext cx="1972" cy="491"/>
            </a:xfrm>
            <a:prstGeom prst="line">
              <a:avLst/>
            </a:prstGeom>
            <a:noFill/>
            <a:ln w="12700">
              <a:solidFill>
                <a:srgbClr val="CC0000"/>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grpSp>
        <p:nvGrpSpPr>
          <p:cNvPr id="18" name="Group 129">
            <a:extLst>
              <a:ext uri="{FF2B5EF4-FFF2-40B4-BE49-F238E27FC236}">
                <a16:creationId xmlns:a16="http://schemas.microsoft.com/office/drawing/2014/main" id="{760E2694-EDDD-48C0-B36C-6B4BC6572D7D}"/>
              </a:ext>
            </a:extLst>
          </p:cNvPr>
          <p:cNvGrpSpPr>
            <a:grpSpLocks/>
          </p:cNvGrpSpPr>
          <p:nvPr/>
        </p:nvGrpSpPr>
        <p:grpSpPr bwMode="auto">
          <a:xfrm>
            <a:off x="2884489" y="4681538"/>
            <a:ext cx="2471737" cy="703262"/>
            <a:chOff x="1163" y="3752"/>
            <a:chExt cx="1557" cy="443"/>
          </a:xfrm>
        </p:grpSpPr>
        <p:sp>
          <p:nvSpPr>
            <p:cNvPr id="61493" name="Rectangle 115">
              <a:extLst>
                <a:ext uri="{FF2B5EF4-FFF2-40B4-BE49-F238E27FC236}">
                  <a16:creationId xmlns:a16="http://schemas.microsoft.com/office/drawing/2014/main" id="{220E33FB-7AC6-4B3E-8008-C5B6652B0CAB}"/>
                </a:ext>
              </a:extLst>
            </p:cNvPr>
            <p:cNvSpPr>
              <a:spLocks noChangeArrowheads="1"/>
            </p:cNvSpPr>
            <p:nvPr/>
          </p:nvSpPr>
          <p:spPr bwMode="auto">
            <a:xfrm>
              <a:off x="1163" y="3796"/>
              <a:ext cx="1183" cy="256"/>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61494" name="Text Box 116">
              <a:extLst>
                <a:ext uri="{FF2B5EF4-FFF2-40B4-BE49-F238E27FC236}">
                  <a16:creationId xmlns:a16="http://schemas.microsoft.com/office/drawing/2014/main" id="{C8ABD8F8-6AA1-4396-8624-639AC5834B4D}"/>
                </a:ext>
              </a:extLst>
            </p:cNvPr>
            <p:cNvSpPr txBox="1">
              <a:spLocks noChangeArrowheads="1"/>
            </p:cNvSpPr>
            <p:nvPr/>
          </p:nvSpPr>
          <p:spPr bwMode="auto">
            <a:xfrm>
              <a:off x="1281" y="3788"/>
              <a:ext cx="1120"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200"/>
                <a:t>S: 128.119.40.186, 80 </a:t>
              </a:r>
            </a:p>
            <a:p>
              <a:r>
                <a:rPr lang="en-US" altLang="en-US" sz="1200"/>
                <a:t>D: 138.76.29.7, 5001</a:t>
              </a:r>
            </a:p>
            <a:p>
              <a:endParaRPr lang="en-US" altLang="en-US" sz="1200"/>
            </a:p>
          </p:txBody>
        </p:sp>
        <p:grpSp>
          <p:nvGrpSpPr>
            <p:cNvPr id="61495" name="Group 117">
              <a:extLst>
                <a:ext uri="{FF2B5EF4-FFF2-40B4-BE49-F238E27FC236}">
                  <a16:creationId xmlns:a16="http://schemas.microsoft.com/office/drawing/2014/main" id="{58B69687-60C8-4ECF-99EC-87F75C48B5F5}"/>
                </a:ext>
              </a:extLst>
            </p:cNvPr>
            <p:cNvGrpSpPr>
              <a:grpSpLocks/>
            </p:cNvGrpSpPr>
            <p:nvPr/>
          </p:nvGrpSpPr>
          <p:grpSpPr bwMode="auto">
            <a:xfrm>
              <a:off x="1214" y="3752"/>
              <a:ext cx="52" cy="99"/>
              <a:chOff x="5508" y="1599"/>
              <a:chExt cx="48" cy="99"/>
            </a:xfrm>
          </p:grpSpPr>
          <p:sp>
            <p:nvSpPr>
              <p:cNvPr id="61504" name="Freeform 118">
                <a:extLst>
                  <a:ext uri="{FF2B5EF4-FFF2-40B4-BE49-F238E27FC236}">
                    <a16:creationId xmlns:a16="http://schemas.microsoft.com/office/drawing/2014/main" id="{9BA0DA96-B7C9-4B03-B7BC-466180EDD61D}"/>
                  </a:ext>
                </a:extLst>
              </p:cNvPr>
              <p:cNvSpPr>
                <a:spLocks/>
              </p:cNvSpPr>
              <p:nvPr/>
            </p:nvSpPr>
            <p:spPr bwMode="auto">
              <a:xfrm>
                <a:off x="5508" y="1599"/>
                <a:ext cx="48" cy="99"/>
              </a:xfrm>
              <a:custGeom>
                <a:avLst/>
                <a:gdLst>
                  <a:gd name="T0" fmla="*/ 21 w 48"/>
                  <a:gd name="T1" fmla="*/ 0 h 99"/>
                  <a:gd name="T2" fmla="*/ 0 w 48"/>
                  <a:gd name="T3" fmla="*/ 72 h 99"/>
                  <a:gd name="T4" fmla="*/ 27 w 48"/>
                  <a:gd name="T5" fmla="*/ 99 h 99"/>
                  <a:gd name="T6" fmla="*/ 48 w 48"/>
                  <a:gd name="T7" fmla="*/ 21 h 99"/>
                  <a:gd name="T8" fmla="*/ 21 w 48"/>
                  <a:gd name="T9" fmla="*/ 0 h 99"/>
                  <a:gd name="T10" fmla="*/ 0 60000 65536"/>
                  <a:gd name="T11" fmla="*/ 0 60000 65536"/>
                  <a:gd name="T12" fmla="*/ 0 60000 65536"/>
                  <a:gd name="T13" fmla="*/ 0 60000 65536"/>
                  <a:gd name="T14" fmla="*/ 0 60000 65536"/>
                  <a:gd name="T15" fmla="*/ 0 w 48"/>
                  <a:gd name="T16" fmla="*/ 0 h 99"/>
                  <a:gd name="T17" fmla="*/ 48 w 48"/>
                  <a:gd name="T18" fmla="*/ 99 h 99"/>
                </a:gdLst>
                <a:ahLst/>
                <a:cxnLst>
                  <a:cxn ang="T10">
                    <a:pos x="T0" y="T1"/>
                  </a:cxn>
                  <a:cxn ang="T11">
                    <a:pos x="T2" y="T3"/>
                  </a:cxn>
                  <a:cxn ang="T12">
                    <a:pos x="T4" y="T5"/>
                  </a:cxn>
                  <a:cxn ang="T13">
                    <a:pos x="T6" y="T7"/>
                  </a:cxn>
                  <a:cxn ang="T14">
                    <a:pos x="T8" y="T9"/>
                  </a:cxn>
                </a:cxnLst>
                <a:rect l="T15" t="T16" r="T17" b="T18"/>
                <a:pathLst>
                  <a:path w="48" h="99">
                    <a:moveTo>
                      <a:pt x="21" y="0"/>
                    </a:moveTo>
                    <a:lnTo>
                      <a:pt x="0" y="72"/>
                    </a:lnTo>
                    <a:lnTo>
                      <a:pt x="27" y="99"/>
                    </a:lnTo>
                    <a:lnTo>
                      <a:pt x="48" y="21"/>
                    </a:lnTo>
                    <a:lnTo>
                      <a:pt x="21"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wrap="none"/>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61505" name="Line 119">
                <a:extLst>
                  <a:ext uri="{FF2B5EF4-FFF2-40B4-BE49-F238E27FC236}">
                    <a16:creationId xmlns:a16="http://schemas.microsoft.com/office/drawing/2014/main" id="{9AB5DAD3-6D4C-4BE2-8F3E-5A445812D587}"/>
                  </a:ext>
                </a:extLst>
              </p:cNvPr>
              <p:cNvSpPr>
                <a:spLocks noChangeShapeType="1"/>
              </p:cNvSpPr>
              <p:nvPr/>
            </p:nvSpPr>
            <p:spPr bwMode="auto">
              <a:xfrm flipH="1">
                <a:off x="5512" y="1608"/>
                <a:ext cx="20" cy="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61506" name="Line 120">
                <a:extLst>
                  <a:ext uri="{FF2B5EF4-FFF2-40B4-BE49-F238E27FC236}">
                    <a16:creationId xmlns:a16="http://schemas.microsoft.com/office/drawing/2014/main" id="{AB82B506-58C2-4469-A69C-02DBAF7B4808}"/>
                  </a:ext>
                </a:extLst>
              </p:cNvPr>
              <p:cNvSpPr>
                <a:spLocks noChangeShapeType="1"/>
              </p:cNvSpPr>
              <p:nvPr/>
            </p:nvSpPr>
            <p:spPr bwMode="auto">
              <a:xfrm flipH="1">
                <a:off x="5536" y="1620"/>
                <a:ext cx="20" cy="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grpSp>
          <p:nvGrpSpPr>
            <p:cNvPr id="61496" name="Group 121">
              <a:extLst>
                <a:ext uri="{FF2B5EF4-FFF2-40B4-BE49-F238E27FC236}">
                  <a16:creationId xmlns:a16="http://schemas.microsoft.com/office/drawing/2014/main" id="{F776D6C3-9837-4FE6-8DB9-1F6FB2295116}"/>
                </a:ext>
              </a:extLst>
            </p:cNvPr>
            <p:cNvGrpSpPr>
              <a:grpSpLocks/>
            </p:cNvGrpSpPr>
            <p:nvPr/>
          </p:nvGrpSpPr>
          <p:grpSpPr bwMode="auto">
            <a:xfrm>
              <a:off x="1193" y="3984"/>
              <a:ext cx="52" cy="99"/>
              <a:chOff x="5508" y="1599"/>
              <a:chExt cx="48" cy="99"/>
            </a:xfrm>
          </p:grpSpPr>
          <p:sp>
            <p:nvSpPr>
              <p:cNvPr id="61501" name="Freeform 122">
                <a:extLst>
                  <a:ext uri="{FF2B5EF4-FFF2-40B4-BE49-F238E27FC236}">
                    <a16:creationId xmlns:a16="http://schemas.microsoft.com/office/drawing/2014/main" id="{C38E1803-1E54-4220-8A19-57251FF2E135}"/>
                  </a:ext>
                </a:extLst>
              </p:cNvPr>
              <p:cNvSpPr>
                <a:spLocks/>
              </p:cNvSpPr>
              <p:nvPr/>
            </p:nvSpPr>
            <p:spPr bwMode="auto">
              <a:xfrm>
                <a:off x="5508" y="1599"/>
                <a:ext cx="48" cy="99"/>
              </a:xfrm>
              <a:custGeom>
                <a:avLst/>
                <a:gdLst>
                  <a:gd name="T0" fmla="*/ 21 w 48"/>
                  <a:gd name="T1" fmla="*/ 0 h 99"/>
                  <a:gd name="T2" fmla="*/ 0 w 48"/>
                  <a:gd name="T3" fmla="*/ 72 h 99"/>
                  <a:gd name="T4" fmla="*/ 27 w 48"/>
                  <a:gd name="T5" fmla="*/ 99 h 99"/>
                  <a:gd name="T6" fmla="*/ 48 w 48"/>
                  <a:gd name="T7" fmla="*/ 21 h 99"/>
                  <a:gd name="T8" fmla="*/ 21 w 48"/>
                  <a:gd name="T9" fmla="*/ 0 h 99"/>
                  <a:gd name="T10" fmla="*/ 0 60000 65536"/>
                  <a:gd name="T11" fmla="*/ 0 60000 65536"/>
                  <a:gd name="T12" fmla="*/ 0 60000 65536"/>
                  <a:gd name="T13" fmla="*/ 0 60000 65536"/>
                  <a:gd name="T14" fmla="*/ 0 60000 65536"/>
                  <a:gd name="T15" fmla="*/ 0 w 48"/>
                  <a:gd name="T16" fmla="*/ 0 h 99"/>
                  <a:gd name="T17" fmla="*/ 48 w 48"/>
                  <a:gd name="T18" fmla="*/ 99 h 99"/>
                </a:gdLst>
                <a:ahLst/>
                <a:cxnLst>
                  <a:cxn ang="T10">
                    <a:pos x="T0" y="T1"/>
                  </a:cxn>
                  <a:cxn ang="T11">
                    <a:pos x="T2" y="T3"/>
                  </a:cxn>
                  <a:cxn ang="T12">
                    <a:pos x="T4" y="T5"/>
                  </a:cxn>
                  <a:cxn ang="T13">
                    <a:pos x="T6" y="T7"/>
                  </a:cxn>
                  <a:cxn ang="T14">
                    <a:pos x="T8" y="T9"/>
                  </a:cxn>
                </a:cxnLst>
                <a:rect l="T15" t="T16" r="T17" b="T18"/>
                <a:pathLst>
                  <a:path w="48" h="99">
                    <a:moveTo>
                      <a:pt x="21" y="0"/>
                    </a:moveTo>
                    <a:lnTo>
                      <a:pt x="0" y="72"/>
                    </a:lnTo>
                    <a:lnTo>
                      <a:pt x="27" y="99"/>
                    </a:lnTo>
                    <a:lnTo>
                      <a:pt x="48" y="21"/>
                    </a:lnTo>
                    <a:lnTo>
                      <a:pt x="21"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wrap="none"/>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61502" name="Line 123">
                <a:extLst>
                  <a:ext uri="{FF2B5EF4-FFF2-40B4-BE49-F238E27FC236}">
                    <a16:creationId xmlns:a16="http://schemas.microsoft.com/office/drawing/2014/main" id="{D6CF07F2-4A9E-4BDF-830E-0CA642C2F1DD}"/>
                  </a:ext>
                </a:extLst>
              </p:cNvPr>
              <p:cNvSpPr>
                <a:spLocks noChangeShapeType="1"/>
              </p:cNvSpPr>
              <p:nvPr/>
            </p:nvSpPr>
            <p:spPr bwMode="auto">
              <a:xfrm flipH="1">
                <a:off x="5512" y="1608"/>
                <a:ext cx="20" cy="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61503" name="Line 124">
                <a:extLst>
                  <a:ext uri="{FF2B5EF4-FFF2-40B4-BE49-F238E27FC236}">
                    <a16:creationId xmlns:a16="http://schemas.microsoft.com/office/drawing/2014/main" id="{21C68FAD-ACD0-4A7E-A7BD-172DB9C7AE90}"/>
                  </a:ext>
                </a:extLst>
              </p:cNvPr>
              <p:cNvSpPr>
                <a:spLocks noChangeShapeType="1"/>
              </p:cNvSpPr>
              <p:nvPr/>
            </p:nvSpPr>
            <p:spPr bwMode="auto">
              <a:xfrm flipH="1">
                <a:off x="5536" y="1620"/>
                <a:ext cx="20" cy="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sp>
          <p:nvSpPr>
            <p:cNvPr id="61497" name="Line 125">
              <a:extLst>
                <a:ext uri="{FF2B5EF4-FFF2-40B4-BE49-F238E27FC236}">
                  <a16:creationId xmlns:a16="http://schemas.microsoft.com/office/drawing/2014/main" id="{D849A5B3-9437-48A0-9AFF-8FDC7AE6307D}"/>
                </a:ext>
              </a:extLst>
            </p:cNvPr>
            <p:cNvSpPr>
              <a:spLocks noChangeShapeType="1"/>
            </p:cNvSpPr>
            <p:nvPr/>
          </p:nvSpPr>
          <p:spPr bwMode="auto">
            <a:xfrm flipH="1">
              <a:off x="2344" y="3931"/>
              <a:ext cx="376" cy="0"/>
            </a:xfrm>
            <a:prstGeom prst="line">
              <a:avLst/>
            </a:prstGeom>
            <a:noFill/>
            <a:ln w="19050">
              <a:solidFill>
                <a:schemeClr val="tx1"/>
              </a:solidFill>
              <a:round/>
              <a:headEnd type="triangle" w="med" len="med"/>
              <a:tailEnd/>
            </a:ln>
            <a:extLst>
              <a:ext uri="{909E8E84-426E-40DD-AFC4-6F175D3DCCD1}">
                <a14:hiddenFill xmlns:a14="http://schemas.microsoft.com/office/drawing/2010/main">
                  <a:noFill/>
                </a14:hiddenFill>
              </a:ext>
            </a:extLst>
          </p:spPr>
          <p:txBody>
            <a:bodyPr wrap="none"/>
            <a:lstStyle/>
            <a:p>
              <a:endParaRPr lang="en-US"/>
            </a:p>
          </p:txBody>
        </p:sp>
        <p:grpSp>
          <p:nvGrpSpPr>
            <p:cNvPr id="61498" name="Group 126">
              <a:extLst>
                <a:ext uri="{FF2B5EF4-FFF2-40B4-BE49-F238E27FC236}">
                  <a16:creationId xmlns:a16="http://schemas.microsoft.com/office/drawing/2014/main" id="{9D141FAF-0B3E-432B-9190-D8F327E3E817}"/>
                </a:ext>
              </a:extLst>
            </p:cNvPr>
            <p:cNvGrpSpPr>
              <a:grpSpLocks/>
            </p:cNvGrpSpPr>
            <p:nvPr/>
          </p:nvGrpSpPr>
          <p:grpSpPr bwMode="auto">
            <a:xfrm>
              <a:off x="2409" y="3815"/>
              <a:ext cx="218" cy="231"/>
              <a:chOff x="5140" y="400"/>
              <a:chExt cx="218" cy="231"/>
            </a:xfrm>
          </p:grpSpPr>
          <p:sp>
            <p:nvSpPr>
              <p:cNvPr id="61499" name="Oval 127">
                <a:extLst>
                  <a:ext uri="{FF2B5EF4-FFF2-40B4-BE49-F238E27FC236}">
                    <a16:creationId xmlns:a16="http://schemas.microsoft.com/office/drawing/2014/main" id="{7B0585B3-1C9A-4EC6-814B-A8A34C165425}"/>
                  </a:ext>
                </a:extLst>
              </p:cNvPr>
              <p:cNvSpPr>
                <a:spLocks noChangeArrowheads="1"/>
              </p:cNvSpPr>
              <p:nvPr/>
            </p:nvSpPr>
            <p:spPr bwMode="auto">
              <a:xfrm>
                <a:off x="5140" y="410"/>
                <a:ext cx="218" cy="218"/>
              </a:xfrm>
              <a:prstGeom prst="ellipse">
                <a:avLst/>
              </a:prstGeom>
              <a:solidFill>
                <a:schemeClr val="bg1"/>
              </a:solidFill>
              <a:ln w="9525">
                <a:solidFill>
                  <a:srgbClr val="CC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61500" name="Text Box 128">
                <a:extLst>
                  <a:ext uri="{FF2B5EF4-FFF2-40B4-BE49-F238E27FC236}">
                    <a16:creationId xmlns:a16="http://schemas.microsoft.com/office/drawing/2014/main" id="{14CF2C30-66E9-4D4D-8168-E330404FF1F8}"/>
                  </a:ext>
                </a:extLst>
              </p:cNvPr>
              <p:cNvSpPr txBox="1">
                <a:spLocks noChangeArrowheads="1"/>
              </p:cNvSpPr>
              <p:nvPr/>
            </p:nvSpPr>
            <p:spPr bwMode="auto">
              <a:xfrm>
                <a:off x="5154" y="400"/>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solidFill>
                      <a:srgbClr val="CC0000"/>
                    </a:solidFill>
                  </a:rPr>
                  <a:t>3</a:t>
                </a:r>
              </a:p>
            </p:txBody>
          </p:sp>
        </p:grpSp>
      </p:grpSp>
      <p:sp>
        <p:nvSpPr>
          <p:cNvPr id="233603" name="Text Box 131">
            <a:extLst>
              <a:ext uri="{FF2B5EF4-FFF2-40B4-BE49-F238E27FC236}">
                <a16:creationId xmlns:a16="http://schemas.microsoft.com/office/drawing/2014/main" id="{1DDEF929-4848-4E21-8D63-DD7F9B8182F6}"/>
              </a:ext>
            </a:extLst>
          </p:cNvPr>
          <p:cNvSpPr txBox="1">
            <a:spLocks noChangeArrowheads="1"/>
          </p:cNvSpPr>
          <p:nvPr/>
        </p:nvSpPr>
        <p:spPr bwMode="auto">
          <a:xfrm>
            <a:off x="2841626" y="5170488"/>
            <a:ext cx="3082925" cy="563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nSpc>
                <a:spcPct val="85000"/>
              </a:lnSpc>
            </a:pPr>
            <a:r>
              <a:rPr lang="en-US" altLang="en-US" b="1" i="1">
                <a:solidFill>
                  <a:srgbClr val="CC0000"/>
                </a:solidFill>
              </a:rPr>
              <a:t>3:</a:t>
            </a:r>
            <a:r>
              <a:rPr lang="en-US" altLang="en-US">
                <a:solidFill>
                  <a:srgbClr val="FF0000"/>
                </a:solidFill>
              </a:rPr>
              <a:t> </a:t>
            </a:r>
            <a:r>
              <a:rPr lang="en-US" altLang="en-US">
                <a:solidFill>
                  <a:srgbClr val="000099"/>
                </a:solidFill>
              </a:rPr>
              <a:t>phản hồi đến địa chỉ đích:</a:t>
            </a:r>
          </a:p>
          <a:p>
            <a:pPr>
              <a:lnSpc>
                <a:spcPct val="85000"/>
              </a:lnSpc>
            </a:pPr>
            <a:r>
              <a:rPr lang="en-US" altLang="en-US">
                <a:solidFill>
                  <a:srgbClr val="000099"/>
                </a:solidFill>
              </a:rPr>
              <a:t> 138.76.29.7, 5001</a:t>
            </a:r>
          </a:p>
        </p:txBody>
      </p:sp>
      <p:sp>
        <p:nvSpPr>
          <p:cNvPr id="233608" name="Text Box 136">
            <a:extLst>
              <a:ext uri="{FF2B5EF4-FFF2-40B4-BE49-F238E27FC236}">
                <a16:creationId xmlns:a16="http://schemas.microsoft.com/office/drawing/2014/main" id="{CE59187A-859A-4706-9156-42F706E60E11}"/>
              </a:ext>
            </a:extLst>
          </p:cNvPr>
          <p:cNvSpPr txBox="1">
            <a:spLocks noChangeArrowheads="1"/>
          </p:cNvSpPr>
          <p:nvPr/>
        </p:nvSpPr>
        <p:spPr bwMode="auto">
          <a:xfrm>
            <a:off x="6265864" y="5005389"/>
            <a:ext cx="3976687"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nSpc>
                <a:spcPct val="85000"/>
              </a:lnSpc>
            </a:pPr>
            <a:r>
              <a:rPr lang="en-US" altLang="en-US" b="1" i="1">
                <a:solidFill>
                  <a:srgbClr val="CC0000"/>
                </a:solidFill>
              </a:rPr>
              <a:t>4:</a:t>
            </a:r>
            <a:r>
              <a:rPr lang="en-US" altLang="en-US">
                <a:solidFill>
                  <a:srgbClr val="FF0000"/>
                </a:solidFill>
              </a:rPr>
              <a:t> </a:t>
            </a:r>
            <a:r>
              <a:rPr lang="en-US" altLang="en-US">
                <a:solidFill>
                  <a:srgbClr val="000099"/>
                </a:solidFill>
              </a:rPr>
              <a:t>NAT router</a:t>
            </a:r>
          </a:p>
          <a:p>
            <a:pPr>
              <a:lnSpc>
                <a:spcPct val="85000"/>
              </a:lnSpc>
            </a:pPr>
            <a:r>
              <a:rPr lang="en-US" altLang="en-US">
                <a:solidFill>
                  <a:srgbClr val="000099"/>
                </a:solidFill>
              </a:rPr>
              <a:t>thay đổi địa chỉ đích từ </a:t>
            </a:r>
          </a:p>
          <a:p>
            <a:pPr>
              <a:lnSpc>
                <a:spcPct val="85000"/>
              </a:lnSpc>
            </a:pPr>
            <a:r>
              <a:rPr lang="en-US" altLang="en-US">
                <a:solidFill>
                  <a:srgbClr val="000099"/>
                </a:solidFill>
              </a:rPr>
              <a:t>138.76.29.7, 5001 tới 10.0.0.1, 3345 </a:t>
            </a:r>
          </a:p>
          <a:p>
            <a:endParaRPr lang="en-US" altLang="en-US">
              <a:solidFill>
                <a:srgbClr val="000099"/>
              </a:solidFill>
            </a:endParaRPr>
          </a:p>
        </p:txBody>
      </p:sp>
      <p:sp>
        <p:nvSpPr>
          <p:cNvPr id="61471" name="Line 138">
            <a:extLst>
              <a:ext uri="{FF2B5EF4-FFF2-40B4-BE49-F238E27FC236}">
                <a16:creationId xmlns:a16="http://schemas.microsoft.com/office/drawing/2014/main" id="{51F902EA-E3A2-46AB-8F78-F39F173CFA68}"/>
              </a:ext>
            </a:extLst>
          </p:cNvPr>
          <p:cNvSpPr>
            <a:spLocks noChangeShapeType="1"/>
          </p:cNvSpPr>
          <p:nvPr/>
        </p:nvSpPr>
        <p:spPr bwMode="auto">
          <a:xfrm>
            <a:off x="2546351" y="4273550"/>
            <a:ext cx="3025775" cy="63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59425" name="Rectangle 141">
            <a:extLst>
              <a:ext uri="{FF2B5EF4-FFF2-40B4-BE49-F238E27FC236}">
                <a16:creationId xmlns:a16="http://schemas.microsoft.com/office/drawing/2014/main" id="{5FE590B2-292A-40D0-A306-6807AAE6EF8B}"/>
              </a:ext>
            </a:extLst>
          </p:cNvPr>
          <p:cNvSpPr>
            <a:spLocks noGrp="1" noChangeArrowheads="1"/>
          </p:cNvSpPr>
          <p:nvPr>
            <p:ph type="title"/>
          </p:nvPr>
        </p:nvSpPr>
        <p:spPr>
          <a:xfrm>
            <a:off x="2057400" y="230188"/>
            <a:ext cx="8091488" cy="908050"/>
          </a:xfrm>
        </p:spPr>
        <p:txBody>
          <a:bodyPr/>
          <a:lstStyle/>
          <a:p>
            <a:pPr>
              <a:defRPr/>
            </a:pPr>
            <a:r>
              <a:rPr lang="en-US">
                <a:cs typeface="+mj-cs"/>
              </a:rPr>
              <a:t>NAT: network address translation</a:t>
            </a:r>
          </a:p>
        </p:txBody>
      </p:sp>
      <p:pic>
        <p:nvPicPr>
          <p:cNvPr id="61473" name="Picture 142" descr="underline_base">
            <a:extLst>
              <a:ext uri="{FF2B5EF4-FFF2-40B4-BE49-F238E27FC236}">
                <a16:creationId xmlns:a16="http://schemas.microsoft.com/office/drawing/2014/main" id="{341702D1-E6C5-4636-8801-4135578AE93A}"/>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2489" y="922339"/>
            <a:ext cx="7769225"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1474" name="Group 143">
            <a:extLst>
              <a:ext uri="{FF2B5EF4-FFF2-40B4-BE49-F238E27FC236}">
                <a16:creationId xmlns:a16="http://schemas.microsoft.com/office/drawing/2014/main" id="{E8350B59-3EE4-4D13-8360-6D1569B158E7}"/>
              </a:ext>
            </a:extLst>
          </p:cNvPr>
          <p:cNvGrpSpPr>
            <a:grpSpLocks/>
          </p:cNvGrpSpPr>
          <p:nvPr/>
        </p:nvGrpSpPr>
        <p:grpSpPr bwMode="auto">
          <a:xfrm>
            <a:off x="5559426" y="4095750"/>
            <a:ext cx="587375" cy="323850"/>
            <a:chOff x="4396" y="1245"/>
            <a:chExt cx="672" cy="248"/>
          </a:xfrm>
        </p:grpSpPr>
        <p:sp>
          <p:nvSpPr>
            <p:cNvPr id="61485" name="Oval 407">
              <a:extLst>
                <a:ext uri="{FF2B5EF4-FFF2-40B4-BE49-F238E27FC236}">
                  <a16:creationId xmlns:a16="http://schemas.microsoft.com/office/drawing/2014/main" id="{2AC7F2F5-F0D5-46DB-87C4-5F7E5ED04E89}"/>
                </a:ext>
              </a:extLst>
            </p:cNvPr>
            <p:cNvSpPr>
              <a:spLocks noChangeArrowheads="1"/>
            </p:cNvSpPr>
            <p:nvPr/>
          </p:nvSpPr>
          <p:spPr bwMode="auto">
            <a:xfrm>
              <a:off x="4399" y="1355"/>
              <a:ext cx="666" cy="138"/>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sp>
          <p:nvSpPr>
            <p:cNvPr id="61486" name="Rectangle 410">
              <a:extLst>
                <a:ext uri="{FF2B5EF4-FFF2-40B4-BE49-F238E27FC236}">
                  <a16:creationId xmlns:a16="http://schemas.microsoft.com/office/drawing/2014/main" id="{572A388F-B01D-45A4-861A-B7158CC85E97}"/>
                </a:ext>
              </a:extLst>
            </p:cNvPr>
            <p:cNvSpPr>
              <a:spLocks noChangeArrowheads="1"/>
            </p:cNvSpPr>
            <p:nvPr/>
          </p:nvSpPr>
          <p:spPr bwMode="auto">
            <a:xfrm>
              <a:off x="4399" y="1339"/>
              <a:ext cx="669" cy="86"/>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latin typeface="Times New Roman" panose="02020603050405020304" pitchFamily="18" charset="0"/>
                <a:cs typeface="Arial" panose="020B0604020202020204" pitchFamily="34" charset="0"/>
              </a:endParaRPr>
            </a:p>
          </p:txBody>
        </p:sp>
        <p:sp>
          <p:nvSpPr>
            <p:cNvPr id="61487" name="Oval 411">
              <a:extLst>
                <a:ext uri="{FF2B5EF4-FFF2-40B4-BE49-F238E27FC236}">
                  <a16:creationId xmlns:a16="http://schemas.microsoft.com/office/drawing/2014/main" id="{B3317D01-D4C6-4316-A61E-D9D2B87A5464}"/>
                </a:ext>
              </a:extLst>
            </p:cNvPr>
            <p:cNvSpPr>
              <a:spLocks noChangeArrowheads="1"/>
            </p:cNvSpPr>
            <p:nvPr/>
          </p:nvSpPr>
          <p:spPr bwMode="auto">
            <a:xfrm>
              <a:off x="4396" y="1245"/>
              <a:ext cx="667" cy="162"/>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grpSp>
          <p:nvGrpSpPr>
            <p:cNvPr id="61488" name="Group 147">
              <a:extLst>
                <a:ext uri="{FF2B5EF4-FFF2-40B4-BE49-F238E27FC236}">
                  <a16:creationId xmlns:a16="http://schemas.microsoft.com/office/drawing/2014/main" id="{251694AB-A542-43EB-9CA4-243922686983}"/>
                </a:ext>
              </a:extLst>
            </p:cNvPr>
            <p:cNvGrpSpPr>
              <a:grpSpLocks/>
            </p:cNvGrpSpPr>
            <p:nvPr/>
          </p:nvGrpSpPr>
          <p:grpSpPr bwMode="auto">
            <a:xfrm>
              <a:off x="4530" y="1287"/>
              <a:ext cx="377" cy="75"/>
              <a:chOff x="2468" y="1332"/>
              <a:chExt cx="310" cy="60"/>
            </a:xfrm>
          </p:grpSpPr>
          <p:sp>
            <p:nvSpPr>
              <p:cNvPr id="61491" name="Freeform 148">
                <a:extLst>
                  <a:ext uri="{FF2B5EF4-FFF2-40B4-BE49-F238E27FC236}">
                    <a16:creationId xmlns:a16="http://schemas.microsoft.com/office/drawing/2014/main" id="{946E3A81-8D53-4EEA-8D23-341BCA0CF24E}"/>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61492" name="Freeform 149">
                <a:extLst>
                  <a:ext uri="{FF2B5EF4-FFF2-40B4-BE49-F238E27FC236}">
                    <a16:creationId xmlns:a16="http://schemas.microsoft.com/office/drawing/2014/main" id="{90919E79-34DE-413C-8433-EC81B6344718}"/>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sp>
          <p:nvSpPr>
            <p:cNvPr id="61489" name="Line 150">
              <a:extLst>
                <a:ext uri="{FF2B5EF4-FFF2-40B4-BE49-F238E27FC236}">
                  <a16:creationId xmlns:a16="http://schemas.microsoft.com/office/drawing/2014/main" id="{369BC7C7-63A0-4989-9B00-4673E8691E04}"/>
                </a:ext>
              </a:extLst>
            </p:cNvPr>
            <p:cNvSpPr>
              <a:spLocks noChangeShapeType="1"/>
            </p:cNvSpPr>
            <p:nvPr/>
          </p:nvSpPr>
          <p:spPr bwMode="auto">
            <a:xfrm>
              <a:off x="4400" y="1322"/>
              <a:ext cx="0" cy="10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490" name="Line 151">
              <a:extLst>
                <a:ext uri="{FF2B5EF4-FFF2-40B4-BE49-F238E27FC236}">
                  <a16:creationId xmlns:a16="http://schemas.microsoft.com/office/drawing/2014/main" id="{F9894A6E-6E31-4DCE-BBD2-45CE11C299BC}"/>
                </a:ext>
              </a:extLst>
            </p:cNvPr>
            <p:cNvSpPr>
              <a:spLocks noChangeShapeType="1"/>
            </p:cNvSpPr>
            <p:nvPr/>
          </p:nvSpPr>
          <p:spPr bwMode="auto">
            <a:xfrm>
              <a:off x="5063" y="1326"/>
              <a:ext cx="0" cy="10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61475" name="Group 156">
            <a:extLst>
              <a:ext uri="{FF2B5EF4-FFF2-40B4-BE49-F238E27FC236}">
                <a16:creationId xmlns:a16="http://schemas.microsoft.com/office/drawing/2014/main" id="{489D658C-6E50-43B2-83D1-C70EBA4BAA37}"/>
              </a:ext>
            </a:extLst>
          </p:cNvPr>
          <p:cNvGrpSpPr>
            <a:grpSpLocks/>
          </p:cNvGrpSpPr>
          <p:nvPr/>
        </p:nvGrpSpPr>
        <p:grpSpPr bwMode="auto">
          <a:xfrm flipH="1">
            <a:off x="9053513" y="3311525"/>
            <a:ext cx="641350" cy="558800"/>
            <a:chOff x="-44" y="1473"/>
            <a:chExt cx="981" cy="1105"/>
          </a:xfrm>
        </p:grpSpPr>
        <p:pic>
          <p:nvPicPr>
            <p:cNvPr id="61483" name="Picture 157" descr="desktop_computer_stylized_medium">
              <a:extLst>
                <a:ext uri="{FF2B5EF4-FFF2-40B4-BE49-F238E27FC236}">
                  <a16:creationId xmlns:a16="http://schemas.microsoft.com/office/drawing/2014/main" id="{C2C41C91-DB2B-42CF-9FCC-24F3903942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84" name="Freeform 158">
              <a:extLst>
                <a:ext uri="{FF2B5EF4-FFF2-40B4-BE49-F238E27FC236}">
                  <a16:creationId xmlns:a16="http://schemas.microsoft.com/office/drawing/2014/main" id="{A3A0DF05-8CFF-466C-8ABD-E1B1009C816A}"/>
                </a:ext>
              </a:extLst>
            </p:cNvPr>
            <p:cNvSpPr>
              <a:spLocks/>
            </p:cNvSpPr>
            <p:nvPr/>
          </p:nvSpPr>
          <p:spPr bwMode="auto">
            <a:xfrm flipH="1">
              <a:off x="374" y="1579"/>
              <a:ext cx="477" cy="506"/>
            </a:xfrm>
            <a:custGeom>
              <a:avLst/>
              <a:gdLst>
                <a:gd name="T0" fmla="*/ 0 w 356"/>
                <a:gd name="T1" fmla="*/ 0 h 368"/>
                <a:gd name="T2" fmla="*/ 187350 w 356"/>
                <a:gd name="T3" fmla="*/ 15587 h 368"/>
                <a:gd name="T4" fmla="*/ 222251 w 356"/>
                <a:gd name="T5" fmla="*/ 324849 h 368"/>
                <a:gd name="T6" fmla="*/ 48981 w 356"/>
                <a:gd name="T7" fmla="*/ 406259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grpSp>
        <p:nvGrpSpPr>
          <p:cNvPr id="61476" name="Group 159">
            <a:extLst>
              <a:ext uri="{FF2B5EF4-FFF2-40B4-BE49-F238E27FC236}">
                <a16:creationId xmlns:a16="http://schemas.microsoft.com/office/drawing/2014/main" id="{09CE0017-D771-4BA0-97C6-C91218C51F4A}"/>
              </a:ext>
            </a:extLst>
          </p:cNvPr>
          <p:cNvGrpSpPr>
            <a:grpSpLocks/>
          </p:cNvGrpSpPr>
          <p:nvPr/>
        </p:nvGrpSpPr>
        <p:grpSpPr bwMode="auto">
          <a:xfrm flipH="1">
            <a:off x="9064625" y="4054475"/>
            <a:ext cx="641350" cy="558800"/>
            <a:chOff x="-44" y="1473"/>
            <a:chExt cx="981" cy="1105"/>
          </a:xfrm>
        </p:grpSpPr>
        <p:pic>
          <p:nvPicPr>
            <p:cNvPr id="61481" name="Picture 160" descr="desktop_computer_stylized_medium">
              <a:extLst>
                <a:ext uri="{FF2B5EF4-FFF2-40B4-BE49-F238E27FC236}">
                  <a16:creationId xmlns:a16="http://schemas.microsoft.com/office/drawing/2014/main" id="{106518C3-9448-4D61-8A67-F39A066525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82" name="Freeform 161">
              <a:extLst>
                <a:ext uri="{FF2B5EF4-FFF2-40B4-BE49-F238E27FC236}">
                  <a16:creationId xmlns:a16="http://schemas.microsoft.com/office/drawing/2014/main" id="{37561765-A674-4E0F-9A13-DF7215C4F9FD}"/>
                </a:ext>
              </a:extLst>
            </p:cNvPr>
            <p:cNvSpPr>
              <a:spLocks/>
            </p:cNvSpPr>
            <p:nvPr/>
          </p:nvSpPr>
          <p:spPr bwMode="auto">
            <a:xfrm flipH="1">
              <a:off x="374" y="1579"/>
              <a:ext cx="477" cy="506"/>
            </a:xfrm>
            <a:custGeom>
              <a:avLst/>
              <a:gdLst>
                <a:gd name="T0" fmla="*/ 0 w 356"/>
                <a:gd name="T1" fmla="*/ 0 h 368"/>
                <a:gd name="T2" fmla="*/ 187350 w 356"/>
                <a:gd name="T3" fmla="*/ 15587 h 368"/>
                <a:gd name="T4" fmla="*/ 222251 w 356"/>
                <a:gd name="T5" fmla="*/ 324849 h 368"/>
                <a:gd name="T6" fmla="*/ 48981 w 356"/>
                <a:gd name="T7" fmla="*/ 406259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grpSp>
        <p:nvGrpSpPr>
          <p:cNvPr id="61477" name="Group 162">
            <a:extLst>
              <a:ext uri="{FF2B5EF4-FFF2-40B4-BE49-F238E27FC236}">
                <a16:creationId xmlns:a16="http://schemas.microsoft.com/office/drawing/2014/main" id="{3CD38523-76CF-4716-A9DE-27CEBEB2B75A}"/>
              </a:ext>
            </a:extLst>
          </p:cNvPr>
          <p:cNvGrpSpPr>
            <a:grpSpLocks/>
          </p:cNvGrpSpPr>
          <p:nvPr/>
        </p:nvGrpSpPr>
        <p:grpSpPr bwMode="auto">
          <a:xfrm flipH="1">
            <a:off x="9072563" y="4808538"/>
            <a:ext cx="641350" cy="558800"/>
            <a:chOff x="-44" y="1473"/>
            <a:chExt cx="981" cy="1105"/>
          </a:xfrm>
        </p:grpSpPr>
        <p:pic>
          <p:nvPicPr>
            <p:cNvPr id="61479" name="Picture 163" descr="desktop_computer_stylized_medium">
              <a:extLst>
                <a:ext uri="{FF2B5EF4-FFF2-40B4-BE49-F238E27FC236}">
                  <a16:creationId xmlns:a16="http://schemas.microsoft.com/office/drawing/2014/main" id="{20ECE14C-665F-4614-AB06-A193E905D2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80" name="Freeform 164">
              <a:extLst>
                <a:ext uri="{FF2B5EF4-FFF2-40B4-BE49-F238E27FC236}">
                  <a16:creationId xmlns:a16="http://schemas.microsoft.com/office/drawing/2014/main" id="{99B9BD84-AA70-4B5E-9BA4-7D2C66165D88}"/>
                </a:ext>
              </a:extLst>
            </p:cNvPr>
            <p:cNvSpPr>
              <a:spLocks/>
            </p:cNvSpPr>
            <p:nvPr/>
          </p:nvSpPr>
          <p:spPr bwMode="auto">
            <a:xfrm flipH="1">
              <a:off x="374" y="1579"/>
              <a:ext cx="477" cy="506"/>
            </a:xfrm>
            <a:custGeom>
              <a:avLst/>
              <a:gdLst>
                <a:gd name="T0" fmla="*/ 0 w 356"/>
                <a:gd name="T1" fmla="*/ 0 h 368"/>
                <a:gd name="T2" fmla="*/ 187350 w 356"/>
                <a:gd name="T3" fmla="*/ 15587 h 368"/>
                <a:gd name="T4" fmla="*/ 222251 w 356"/>
                <a:gd name="T5" fmla="*/ 324849 h 368"/>
                <a:gd name="T6" fmla="*/ 48981 w 356"/>
                <a:gd name="T7" fmla="*/ 406259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sp>
        <p:nvSpPr>
          <p:cNvPr id="61478" name="Line 32">
            <a:extLst>
              <a:ext uri="{FF2B5EF4-FFF2-40B4-BE49-F238E27FC236}">
                <a16:creationId xmlns:a16="http://schemas.microsoft.com/office/drawing/2014/main" id="{8904816C-E881-4509-A349-50762238E69D}"/>
              </a:ext>
            </a:extLst>
          </p:cNvPr>
          <p:cNvSpPr>
            <a:spLocks noChangeShapeType="1"/>
          </p:cNvSpPr>
          <p:nvPr/>
        </p:nvSpPr>
        <p:spPr bwMode="auto">
          <a:xfrm>
            <a:off x="8910639" y="4238625"/>
            <a:ext cx="21907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Tree>
    <p:extLst>
      <p:ext uri="{BB962C8B-B14F-4D97-AF65-F5344CB8AC3E}">
        <p14:creationId xmlns:p14="http://schemas.microsoft.com/office/powerpoint/2010/main" val="5136964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right)">
                                      <p:cBhvr>
                                        <p:cTn id="7" dur="1000"/>
                                        <p:tgtEl>
                                          <p:spTgt spid="2"/>
                                        </p:tgtEl>
                                      </p:cBhvr>
                                    </p:animEffect>
                                  </p:childTnLst>
                                </p:cTn>
                              </p:par>
                            </p:childTnLst>
                          </p:cTn>
                        </p:par>
                        <p:par>
                          <p:cTn id="8" fill="hold" nodeType="afterGroup">
                            <p:stCondLst>
                              <p:cond delay="1000"/>
                            </p:stCondLst>
                            <p:childTnLst>
                              <p:par>
                                <p:cTn id="9" presetID="1" presetClass="entr" presetSubtype="0"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childTnLst>
                                  <p:subTnLst>
                                    <p:set>
                                      <p:cBhvr override="childStyle">
                                        <p:cTn dur="1" fill="hold" display="0" masterRel="nextClick" afterEffect="1"/>
                                        <p:tgtEl>
                                          <p:spTgt spid="7"/>
                                        </p:tgtEl>
                                        <p:attrNameLst>
                                          <p:attrName>style.visibility</p:attrName>
                                        </p:attrNameLst>
                                      </p:cBhvr>
                                      <p:to>
                                        <p:strVal val="hidden"/>
                                      </p:to>
                                    </p:set>
                                  </p:sub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2"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wipe(right)">
                                      <p:cBhvr>
                                        <p:cTn id="15" dur="1000"/>
                                        <p:tgtEl>
                                          <p:spTgt spid="12"/>
                                        </p:tgtEl>
                                      </p:cBhvr>
                                    </p:animEffect>
                                  </p:childTnLst>
                                </p:cTn>
                              </p:par>
                            </p:childTnLst>
                          </p:cTn>
                        </p:par>
                        <p:par>
                          <p:cTn id="16" fill="hold" nodeType="afterGroup">
                            <p:stCondLst>
                              <p:cond delay="1000"/>
                            </p:stCondLst>
                            <p:childTnLst>
                              <p:par>
                                <p:cTn id="17" presetID="1" presetClass="entr" presetSubtype="0" fill="hold" grpId="0" nodeType="afterEffect">
                                  <p:stCondLst>
                                    <p:cond delay="0"/>
                                  </p:stCondLst>
                                  <p:childTnLst>
                                    <p:set>
                                      <p:cBhvr>
                                        <p:cTn id="18" dur="1" fill="hold">
                                          <p:stCondLst>
                                            <p:cond delay="0"/>
                                          </p:stCondLst>
                                        </p:cTn>
                                        <p:tgtEl>
                                          <p:spTgt spid="233533"/>
                                        </p:tgtEl>
                                        <p:attrNameLst>
                                          <p:attrName>style.visibility</p:attrName>
                                        </p:attrNameLst>
                                      </p:cBhvr>
                                      <p:to>
                                        <p:strVal val="visible"/>
                                      </p:to>
                                    </p:set>
                                  </p:childTnLst>
                                </p:cTn>
                              </p:par>
                            </p:childTnLst>
                          </p:cTn>
                        </p:par>
                        <p:par>
                          <p:cTn id="19" fill="hold" nodeType="afterGroup">
                            <p:stCondLst>
                              <p:cond delay="1000"/>
                            </p:stCondLst>
                            <p:childTnLst>
                              <p:par>
                                <p:cTn id="20" presetID="1" presetClass="entr" presetSubtype="0" fill="hold" nodeType="afterEffect">
                                  <p:stCondLst>
                                    <p:cond delay="0"/>
                                  </p:stCondLst>
                                  <p:childTnLst>
                                    <p:set>
                                      <p:cBhvr>
                                        <p:cTn id="21" dur="1" fill="hold">
                                          <p:stCondLst>
                                            <p:cond delay="0"/>
                                          </p:stCondLst>
                                        </p:cTn>
                                        <p:tgtEl>
                                          <p:spTgt spid="17"/>
                                        </p:tgtEl>
                                        <p:attrNameLst>
                                          <p:attrName>style.visibility</p:attrName>
                                        </p:attrNameLst>
                                      </p:cBhvr>
                                      <p:to>
                                        <p:strVal val="visible"/>
                                      </p:to>
                                    </p:set>
                                  </p:childTnLst>
                                  <p:subTnLst>
                                    <p:set>
                                      <p:cBhvr override="childStyle">
                                        <p:cTn dur="1" fill="hold" display="0" masterRel="nextClick" afterEffect="1"/>
                                        <p:tgtEl>
                                          <p:spTgt spid="17"/>
                                        </p:tgtEl>
                                        <p:attrNameLst>
                                          <p:attrName>style.visibility</p:attrName>
                                        </p:attrNameLst>
                                      </p:cBhvr>
                                      <p:to>
                                        <p:strVal val="hidden"/>
                                      </p:to>
                                    </p:set>
                                  </p:sub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wipe(left)">
                                      <p:cBhvr>
                                        <p:cTn id="26" dur="1000"/>
                                        <p:tgtEl>
                                          <p:spTgt spid="18"/>
                                        </p:tgtEl>
                                      </p:cBhvr>
                                    </p:animEffect>
                                  </p:childTnLst>
                                </p:cTn>
                              </p:par>
                            </p:childTnLst>
                          </p:cTn>
                        </p:par>
                        <p:par>
                          <p:cTn id="27" fill="hold" nodeType="afterGroup">
                            <p:stCondLst>
                              <p:cond delay="1000"/>
                            </p:stCondLst>
                            <p:childTnLst>
                              <p:par>
                                <p:cTn id="28" presetID="1" presetClass="entr" presetSubtype="0" fill="hold" grpId="0" nodeType="afterEffect">
                                  <p:stCondLst>
                                    <p:cond delay="0"/>
                                  </p:stCondLst>
                                  <p:childTnLst>
                                    <p:set>
                                      <p:cBhvr>
                                        <p:cTn id="29" dur="1" fill="hold">
                                          <p:stCondLst>
                                            <p:cond delay="0"/>
                                          </p:stCondLst>
                                        </p:cTn>
                                        <p:tgtEl>
                                          <p:spTgt spid="233603"/>
                                        </p:tgtEl>
                                        <p:attrNameLst>
                                          <p:attrName>style.visibility</p:attrName>
                                        </p:attrNameLst>
                                      </p:cBhvr>
                                      <p:to>
                                        <p:strVal val="visible"/>
                                      </p:to>
                                    </p:set>
                                  </p:childTnLst>
                                  <p:subTnLst>
                                    <p:set>
                                      <p:cBhvr override="childStyle">
                                        <p:cTn dur="1" fill="hold" display="0" masterRel="nextClick" afterEffect="1"/>
                                        <p:tgtEl>
                                          <p:spTgt spid="233603"/>
                                        </p:tgtEl>
                                        <p:attrNameLst>
                                          <p:attrName>style.visibility</p:attrName>
                                        </p:attrNameLst>
                                      </p:cBhvr>
                                      <p:to>
                                        <p:strVal val="hidden"/>
                                      </p:to>
                                    </p:set>
                                  </p:sub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nodeType="click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wipe(left)">
                                      <p:cBhvr>
                                        <p:cTn id="34" dur="1000"/>
                                        <p:tgtEl>
                                          <p:spTgt spid="8"/>
                                        </p:tgtEl>
                                      </p:cBhvr>
                                    </p:animEffect>
                                  </p:childTnLst>
                                </p:cTn>
                              </p:par>
                            </p:childTnLst>
                          </p:cTn>
                        </p:par>
                        <p:par>
                          <p:cTn id="35" fill="hold" nodeType="afterGroup">
                            <p:stCondLst>
                              <p:cond delay="1000"/>
                            </p:stCondLst>
                            <p:childTnLst>
                              <p:par>
                                <p:cTn id="36" presetID="1" presetClass="entr" presetSubtype="0" fill="hold" grpId="0" nodeType="afterEffect">
                                  <p:stCondLst>
                                    <p:cond delay="0"/>
                                  </p:stCondLst>
                                  <p:childTnLst>
                                    <p:set>
                                      <p:cBhvr>
                                        <p:cTn id="37" dur="1" fill="hold">
                                          <p:stCondLst>
                                            <p:cond delay="0"/>
                                          </p:stCondLst>
                                        </p:cTn>
                                        <p:tgtEl>
                                          <p:spTgt spid="23360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3533" grpId="0"/>
      <p:bldP spid="233603" grpId="0"/>
      <p:bldP spid="233608"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Footer Placeholder 4">
            <a:extLst>
              <a:ext uri="{FF2B5EF4-FFF2-40B4-BE49-F238E27FC236}">
                <a16:creationId xmlns:a16="http://schemas.microsoft.com/office/drawing/2014/main" id="{D2C3E72F-68F2-449B-AD9F-171C4F37C4C2}"/>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Tầng Network</a:t>
            </a:r>
          </a:p>
        </p:txBody>
      </p:sp>
      <p:sp>
        <p:nvSpPr>
          <p:cNvPr id="62467" name="Slide Number Placeholder 5">
            <a:extLst>
              <a:ext uri="{FF2B5EF4-FFF2-40B4-BE49-F238E27FC236}">
                <a16:creationId xmlns:a16="http://schemas.microsoft.com/office/drawing/2014/main" id="{A801F04C-07E0-4003-B20B-D3C8322E894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4-</a:t>
            </a:r>
            <a:fld id="{FEDAB1F0-C58E-40E7-9C30-B3C5819D3BA9}" type="slidenum">
              <a:rPr lang="en-US" altLang="en-US">
                <a:latin typeface="Tahoma" panose="020B0604030504040204" pitchFamily="34" charset="0"/>
              </a:rPr>
              <a:pPr/>
              <a:t>59</a:t>
            </a:fld>
            <a:endParaRPr lang="en-US" altLang="en-US">
              <a:latin typeface="Tahoma" panose="020B0604030504040204" pitchFamily="34" charset="0"/>
            </a:endParaRPr>
          </a:p>
        </p:txBody>
      </p:sp>
      <p:sp>
        <p:nvSpPr>
          <p:cNvPr id="62468" name="Rectangle 3">
            <a:extLst>
              <a:ext uri="{FF2B5EF4-FFF2-40B4-BE49-F238E27FC236}">
                <a16:creationId xmlns:a16="http://schemas.microsoft.com/office/drawing/2014/main" id="{FC95FBCE-463F-444B-8652-0F867FA88F3E}"/>
              </a:ext>
            </a:extLst>
          </p:cNvPr>
          <p:cNvSpPr>
            <a:spLocks noGrp="1" noChangeArrowheads="1"/>
          </p:cNvSpPr>
          <p:nvPr>
            <p:ph type="body" idx="1"/>
          </p:nvPr>
        </p:nvSpPr>
        <p:spPr/>
        <p:txBody>
          <a:bodyPr>
            <a:normAutofit fontScale="92500" lnSpcReduction="10000"/>
          </a:bodyPr>
          <a:lstStyle/>
          <a:p>
            <a:r>
              <a:rPr lang="en-US" altLang="en-US">
                <a:latin typeface="Comic Sans MS" panose="030F0702030302020204" pitchFamily="66" charset="0"/>
                <a:ea typeface="ＭＳ Ｐゴシック" panose="020B0600070205080204" pitchFamily="34" charset="-128"/>
              </a:rPr>
              <a:t>Trường số hiệu port 16-bit: </a:t>
            </a:r>
          </a:p>
          <a:p>
            <a:pPr lvl="1"/>
            <a:r>
              <a:rPr lang="en-US" altLang="en-US" sz="2800">
                <a:latin typeface="Comic Sans MS" panose="030F0702030302020204" pitchFamily="66" charset="0"/>
                <a:ea typeface="ＭＳ Ｐゴシック" panose="020B0600070205080204" pitchFamily="34" charset="-128"/>
              </a:rPr>
              <a:t>60,000 kết nối đồng thời với một địa chỉ phía LAN!</a:t>
            </a:r>
          </a:p>
          <a:p>
            <a:r>
              <a:rPr lang="en-US" altLang="en-US">
                <a:latin typeface="Comic Sans MS" panose="030F0702030302020204" pitchFamily="66" charset="0"/>
                <a:ea typeface="ＭＳ Ｐゴシック" panose="020B0600070205080204" pitchFamily="34" charset="-128"/>
              </a:rPr>
              <a:t>NAT gây ra tranh luận:</a:t>
            </a:r>
          </a:p>
          <a:p>
            <a:pPr lvl="1"/>
            <a:r>
              <a:rPr lang="en-US" altLang="en-US" sz="2800">
                <a:latin typeface="Comic Sans MS" panose="030F0702030302020204" pitchFamily="66" charset="0"/>
                <a:ea typeface="ＭＳ Ｐゴシック" panose="020B0600070205080204" pitchFamily="34" charset="-128"/>
              </a:rPr>
              <a:t>Các router chỉ nên xử lý đến tầng 3</a:t>
            </a:r>
          </a:p>
          <a:p>
            <a:pPr lvl="1"/>
            <a:r>
              <a:rPr lang="en-US" altLang="en-US" sz="2800">
                <a:latin typeface="Comic Sans MS" panose="030F0702030302020204" pitchFamily="66" charset="0"/>
                <a:ea typeface="ＭＳ Ｐゴシック" panose="020B0600070205080204" pitchFamily="34" charset="-128"/>
              </a:rPr>
              <a:t>Vi phạm thỏa thuận end-to-end</a:t>
            </a:r>
          </a:p>
          <a:p>
            <a:pPr lvl="2"/>
            <a:r>
              <a:rPr lang="en-US" altLang="en-US" sz="2400">
                <a:ea typeface="ＭＳ Ｐゴシック" panose="020B0600070205080204" pitchFamily="34" charset="-128"/>
              </a:rPr>
              <a:t>Những nhà thiết kế ứng dụng phải tính đến khả năng của NAT, ví dụ ứng dụng P2P</a:t>
            </a:r>
          </a:p>
          <a:p>
            <a:pPr lvl="1"/>
            <a:r>
              <a:rPr lang="en-US" altLang="en-US" sz="2800">
                <a:latin typeface="Comic Sans MS" panose="030F0702030302020204" pitchFamily="66" charset="0"/>
                <a:ea typeface="ＭＳ Ｐゴシック" panose="020B0600070205080204" pitchFamily="34" charset="-128"/>
              </a:rPr>
              <a:t>Việc thiếu địa chỉ IP sẽ được giải quyết khi dùng IPv6</a:t>
            </a:r>
          </a:p>
          <a:p>
            <a:endParaRPr lang="en-US" altLang="en-US">
              <a:latin typeface="Comic Sans MS" panose="030F0702030302020204" pitchFamily="66" charset="0"/>
              <a:ea typeface="ＭＳ Ｐゴシック" panose="020B0600070205080204" pitchFamily="34" charset="-128"/>
            </a:endParaRPr>
          </a:p>
        </p:txBody>
      </p:sp>
      <p:sp>
        <p:nvSpPr>
          <p:cNvPr id="60421" name="Rectangle 5">
            <a:extLst>
              <a:ext uri="{FF2B5EF4-FFF2-40B4-BE49-F238E27FC236}">
                <a16:creationId xmlns:a16="http://schemas.microsoft.com/office/drawing/2014/main" id="{E2F62ACE-EF18-4EE1-BFEE-E2705B8C8A27}"/>
              </a:ext>
            </a:extLst>
          </p:cNvPr>
          <p:cNvSpPr>
            <a:spLocks noGrp="1" noChangeArrowheads="1"/>
          </p:cNvSpPr>
          <p:nvPr>
            <p:ph type="title"/>
          </p:nvPr>
        </p:nvSpPr>
        <p:spPr>
          <a:xfrm>
            <a:off x="2057400" y="230188"/>
            <a:ext cx="8091488" cy="908050"/>
          </a:xfrm>
        </p:spPr>
        <p:txBody>
          <a:bodyPr/>
          <a:lstStyle/>
          <a:p>
            <a:pPr>
              <a:defRPr/>
            </a:pPr>
            <a:r>
              <a:rPr lang="en-US">
                <a:cs typeface="+mj-cs"/>
              </a:rPr>
              <a:t>NAT: network address translation</a:t>
            </a:r>
          </a:p>
        </p:txBody>
      </p:sp>
      <p:pic>
        <p:nvPicPr>
          <p:cNvPr id="62470" name="Picture 6" descr="underline_base">
            <a:extLst>
              <a:ext uri="{FF2B5EF4-FFF2-40B4-BE49-F238E27FC236}">
                <a16:creationId xmlns:a16="http://schemas.microsoft.com/office/drawing/2014/main" id="{A17B56A9-89E8-40F1-9993-65C724FFE1C7}"/>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2489" y="922339"/>
            <a:ext cx="7769225"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283296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ame 3"/>
          <p:cNvSpPr/>
          <p:nvPr/>
        </p:nvSpPr>
        <p:spPr>
          <a:xfrm>
            <a:off x="75302" y="74294"/>
            <a:ext cx="11984019" cy="1375683"/>
          </a:xfrm>
          <a:prstGeom prst="frame">
            <a:avLst>
              <a:gd name="adj1" fmla="val 3135"/>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solidFill>
                  <a:schemeClr val="tx1"/>
                </a:solidFill>
              </a:rPr>
              <a:t>Cho </a:t>
            </a:r>
            <a:r>
              <a:rPr lang="en-US" sz="2800" b="1" dirty="0" err="1">
                <a:solidFill>
                  <a:schemeClr val="tx1"/>
                </a:solidFill>
              </a:rPr>
              <a:t>mô</a:t>
            </a:r>
            <a:r>
              <a:rPr lang="en-US" sz="2800" b="1" dirty="0">
                <a:solidFill>
                  <a:schemeClr val="tx1"/>
                </a:solidFill>
              </a:rPr>
              <a:t> </a:t>
            </a:r>
            <a:r>
              <a:rPr lang="en-US" sz="2800" b="1" dirty="0" err="1">
                <a:solidFill>
                  <a:schemeClr val="tx1"/>
                </a:solidFill>
              </a:rPr>
              <a:t>hình</a:t>
            </a:r>
            <a:r>
              <a:rPr lang="en-US" sz="2800" b="1" dirty="0">
                <a:solidFill>
                  <a:schemeClr val="tx1"/>
                </a:solidFill>
              </a:rPr>
              <a:t> </a:t>
            </a:r>
            <a:r>
              <a:rPr lang="en-US" sz="2800" b="1" dirty="0" err="1">
                <a:solidFill>
                  <a:schemeClr val="tx1"/>
                </a:solidFill>
              </a:rPr>
              <a:t>chuyển</a:t>
            </a:r>
            <a:r>
              <a:rPr lang="en-US" sz="2800" b="1" dirty="0">
                <a:solidFill>
                  <a:schemeClr val="tx1"/>
                </a:solidFill>
              </a:rPr>
              <a:t> </a:t>
            </a:r>
            <a:r>
              <a:rPr lang="en-US" sz="2800" b="1" dirty="0" err="1">
                <a:solidFill>
                  <a:schemeClr val="tx1"/>
                </a:solidFill>
              </a:rPr>
              <a:t>đổi</a:t>
            </a:r>
            <a:r>
              <a:rPr lang="en-US" sz="2800" b="1" dirty="0">
                <a:solidFill>
                  <a:schemeClr val="tx1"/>
                </a:solidFill>
              </a:rPr>
              <a:t> </a:t>
            </a:r>
            <a:r>
              <a:rPr lang="en-US" sz="2800" b="1" dirty="0" err="1">
                <a:solidFill>
                  <a:schemeClr val="tx1"/>
                </a:solidFill>
              </a:rPr>
              <a:t>địa</a:t>
            </a:r>
            <a:r>
              <a:rPr lang="en-US" sz="2800" b="1" dirty="0">
                <a:solidFill>
                  <a:schemeClr val="tx1"/>
                </a:solidFill>
              </a:rPr>
              <a:t> </a:t>
            </a:r>
            <a:r>
              <a:rPr lang="en-US" sz="2800" b="1" dirty="0" err="1">
                <a:solidFill>
                  <a:schemeClr val="tx1"/>
                </a:solidFill>
              </a:rPr>
              <a:t>chỉ</a:t>
            </a:r>
            <a:r>
              <a:rPr lang="en-US" sz="2800" b="1" dirty="0">
                <a:solidFill>
                  <a:schemeClr val="tx1"/>
                </a:solidFill>
              </a:rPr>
              <a:t> NAT </a:t>
            </a:r>
            <a:r>
              <a:rPr lang="en-US" sz="2800" b="1" dirty="0" err="1">
                <a:solidFill>
                  <a:schemeClr val="tx1"/>
                </a:solidFill>
              </a:rPr>
              <a:t>nh</a:t>
            </a:r>
            <a:r>
              <a:rPr lang="vi-VN" sz="2800" b="1" dirty="0">
                <a:solidFill>
                  <a:schemeClr val="tx1"/>
                </a:solidFill>
              </a:rPr>
              <a:t>ư</a:t>
            </a:r>
            <a:r>
              <a:rPr lang="en-US" sz="2800" b="1" dirty="0">
                <a:solidFill>
                  <a:schemeClr val="tx1"/>
                </a:solidFill>
              </a:rPr>
              <a:t> </a:t>
            </a:r>
            <a:r>
              <a:rPr lang="en-US" sz="2800" b="1" dirty="0" err="1">
                <a:solidFill>
                  <a:schemeClr val="tx1"/>
                </a:solidFill>
              </a:rPr>
              <a:t>hình</a:t>
            </a:r>
            <a:r>
              <a:rPr lang="en-US" sz="2800" b="1" dirty="0">
                <a:solidFill>
                  <a:schemeClr val="tx1"/>
                </a:solidFill>
              </a:rPr>
              <a:t> d</a:t>
            </a:r>
            <a:r>
              <a:rPr lang="vi-VN" sz="2800" b="1" dirty="0">
                <a:solidFill>
                  <a:schemeClr val="tx1"/>
                </a:solidFill>
              </a:rPr>
              <a:t>ư</a:t>
            </a:r>
            <a:r>
              <a:rPr lang="en-US" sz="2800" b="1" dirty="0" err="1">
                <a:solidFill>
                  <a:schemeClr val="tx1"/>
                </a:solidFill>
              </a:rPr>
              <a:t>ới</a:t>
            </a:r>
            <a:r>
              <a:rPr lang="en-US" sz="2800" b="1" dirty="0">
                <a:solidFill>
                  <a:schemeClr val="tx1"/>
                </a:solidFill>
              </a:rPr>
              <a:t> </a:t>
            </a:r>
            <a:r>
              <a:rPr lang="en-US" sz="2800" b="1" dirty="0" err="1">
                <a:solidFill>
                  <a:schemeClr val="tx1"/>
                </a:solidFill>
              </a:rPr>
              <a:t>đây</a:t>
            </a:r>
            <a:r>
              <a:rPr lang="en-US" sz="2800" b="1" dirty="0">
                <a:solidFill>
                  <a:schemeClr val="tx1"/>
                </a:solidFill>
              </a:rPr>
              <a:t>. </a:t>
            </a:r>
            <a:r>
              <a:rPr lang="en-US" sz="2800" b="1" dirty="0" err="1">
                <a:solidFill>
                  <a:schemeClr val="tx1"/>
                </a:solidFill>
              </a:rPr>
              <a:t>Hãy</a:t>
            </a:r>
            <a:r>
              <a:rPr lang="en-US" sz="2800" b="1" dirty="0">
                <a:solidFill>
                  <a:schemeClr val="tx1"/>
                </a:solidFill>
              </a:rPr>
              <a:t> </a:t>
            </a:r>
            <a:r>
              <a:rPr lang="en-US" sz="2800" b="1" dirty="0" err="1">
                <a:solidFill>
                  <a:schemeClr val="tx1"/>
                </a:solidFill>
              </a:rPr>
              <a:t>xác</a:t>
            </a:r>
            <a:r>
              <a:rPr lang="en-US" sz="2800" b="1" dirty="0">
                <a:solidFill>
                  <a:schemeClr val="tx1"/>
                </a:solidFill>
              </a:rPr>
              <a:t> </a:t>
            </a:r>
            <a:r>
              <a:rPr lang="en-US" sz="2800" b="1" dirty="0" err="1">
                <a:solidFill>
                  <a:schemeClr val="tx1"/>
                </a:solidFill>
              </a:rPr>
              <a:t>định</a:t>
            </a:r>
            <a:r>
              <a:rPr lang="en-US" sz="2800" b="1" dirty="0">
                <a:solidFill>
                  <a:schemeClr val="tx1"/>
                </a:solidFill>
              </a:rPr>
              <a:t> </a:t>
            </a:r>
            <a:r>
              <a:rPr lang="en-US" sz="2800" b="1" dirty="0" err="1">
                <a:solidFill>
                  <a:schemeClr val="tx1"/>
                </a:solidFill>
              </a:rPr>
              <a:t>địa</a:t>
            </a:r>
            <a:r>
              <a:rPr lang="en-US" sz="2800" b="1" dirty="0">
                <a:solidFill>
                  <a:schemeClr val="tx1"/>
                </a:solidFill>
              </a:rPr>
              <a:t> </a:t>
            </a:r>
            <a:r>
              <a:rPr lang="en-US" sz="2800" b="1" dirty="0" err="1">
                <a:solidFill>
                  <a:schemeClr val="tx1"/>
                </a:solidFill>
              </a:rPr>
              <a:t>chỉ</a:t>
            </a:r>
            <a:r>
              <a:rPr lang="en-US" sz="2800" b="1" dirty="0">
                <a:solidFill>
                  <a:schemeClr val="tx1"/>
                </a:solidFill>
              </a:rPr>
              <a:t> IP </a:t>
            </a:r>
            <a:r>
              <a:rPr lang="en-US" sz="2800" b="1" dirty="0" err="1">
                <a:solidFill>
                  <a:schemeClr val="tx1"/>
                </a:solidFill>
              </a:rPr>
              <a:t>nguồn</a:t>
            </a:r>
            <a:r>
              <a:rPr lang="en-US" sz="2800" b="1" dirty="0">
                <a:solidFill>
                  <a:schemeClr val="tx1"/>
                </a:solidFill>
              </a:rPr>
              <a:t> </a:t>
            </a:r>
            <a:r>
              <a:rPr lang="en-US" sz="2800" b="1" dirty="0" err="1">
                <a:solidFill>
                  <a:schemeClr val="tx1"/>
                </a:solidFill>
              </a:rPr>
              <a:t>và</a:t>
            </a:r>
            <a:r>
              <a:rPr lang="en-US" sz="2800" b="1" dirty="0">
                <a:solidFill>
                  <a:schemeClr val="tx1"/>
                </a:solidFill>
              </a:rPr>
              <a:t> </a:t>
            </a:r>
            <a:r>
              <a:rPr lang="en-US" sz="2800" b="1" dirty="0" err="1">
                <a:solidFill>
                  <a:schemeClr val="tx1"/>
                </a:solidFill>
              </a:rPr>
              <a:t>địa</a:t>
            </a:r>
            <a:r>
              <a:rPr lang="en-US" sz="2800" b="1" dirty="0">
                <a:solidFill>
                  <a:schemeClr val="tx1"/>
                </a:solidFill>
              </a:rPr>
              <a:t> </a:t>
            </a:r>
            <a:r>
              <a:rPr lang="en-US" sz="2800" b="1" dirty="0" err="1">
                <a:solidFill>
                  <a:schemeClr val="tx1"/>
                </a:solidFill>
              </a:rPr>
              <a:t>chỉ</a:t>
            </a:r>
            <a:r>
              <a:rPr lang="en-US" sz="2800" b="1" dirty="0">
                <a:solidFill>
                  <a:schemeClr val="tx1"/>
                </a:solidFill>
              </a:rPr>
              <a:t> IP </a:t>
            </a:r>
            <a:r>
              <a:rPr lang="en-US" sz="2800" b="1" dirty="0" err="1">
                <a:solidFill>
                  <a:schemeClr val="tx1"/>
                </a:solidFill>
              </a:rPr>
              <a:t>đích</a:t>
            </a:r>
            <a:r>
              <a:rPr lang="en-US" sz="2800" b="1" dirty="0">
                <a:solidFill>
                  <a:schemeClr val="tx1"/>
                </a:solidFill>
              </a:rPr>
              <a:t> </a:t>
            </a:r>
            <a:r>
              <a:rPr lang="en-US" sz="2800" b="1" dirty="0" err="1">
                <a:solidFill>
                  <a:schemeClr val="tx1"/>
                </a:solidFill>
              </a:rPr>
              <a:t>của</a:t>
            </a:r>
            <a:r>
              <a:rPr lang="en-US" sz="2800" b="1" dirty="0">
                <a:solidFill>
                  <a:schemeClr val="tx1"/>
                </a:solidFill>
              </a:rPr>
              <a:t> </a:t>
            </a:r>
            <a:r>
              <a:rPr lang="en-US" sz="2800" b="1" dirty="0" err="1">
                <a:solidFill>
                  <a:schemeClr val="tx1"/>
                </a:solidFill>
              </a:rPr>
              <a:t>gói</a:t>
            </a:r>
            <a:r>
              <a:rPr lang="en-US" sz="2800" b="1" dirty="0">
                <a:solidFill>
                  <a:schemeClr val="tx1"/>
                </a:solidFill>
              </a:rPr>
              <a:t> tin </a:t>
            </a:r>
            <a:r>
              <a:rPr lang="en-US" sz="2800" b="1" dirty="0" err="1">
                <a:solidFill>
                  <a:schemeClr val="tx1"/>
                </a:solidFill>
              </a:rPr>
              <a:t>tại</a:t>
            </a:r>
            <a:r>
              <a:rPr lang="en-US" sz="2800" b="1" dirty="0">
                <a:solidFill>
                  <a:schemeClr val="tx1"/>
                </a:solidFill>
              </a:rPr>
              <a:t> b</a:t>
            </a:r>
            <a:r>
              <a:rPr lang="vi-VN" sz="2800" b="1" dirty="0">
                <a:solidFill>
                  <a:schemeClr val="tx1"/>
                </a:solidFill>
              </a:rPr>
              <a:t>ư</a:t>
            </a:r>
            <a:r>
              <a:rPr lang="en-US" sz="2800" b="1" dirty="0" err="1">
                <a:solidFill>
                  <a:schemeClr val="tx1"/>
                </a:solidFill>
              </a:rPr>
              <a:t>ớc</a:t>
            </a:r>
            <a:r>
              <a:rPr lang="en-US" sz="2800" b="1" dirty="0">
                <a:solidFill>
                  <a:schemeClr val="tx1"/>
                </a:solidFill>
              </a:rPr>
              <a:t> 3.</a:t>
            </a:r>
          </a:p>
          <a:p>
            <a:endParaRPr lang="en-US" sz="2800" b="1" dirty="0">
              <a:solidFill>
                <a:schemeClr val="tx1"/>
              </a:solidFill>
            </a:endParaRPr>
          </a:p>
        </p:txBody>
      </p:sp>
      <p:sp>
        <p:nvSpPr>
          <p:cNvPr id="8" name="Frame 7"/>
          <p:cNvSpPr/>
          <p:nvPr/>
        </p:nvSpPr>
        <p:spPr>
          <a:xfrm>
            <a:off x="75304" y="4645041"/>
            <a:ext cx="11984017" cy="431626"/>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Frame 11"/>
          <p:cNvSpPr/>
          <p:nvPr/>
        </p:nvSpPr>
        <p:spPr>
          <a:xfrm>
            <a:off x="72032" y="5188841"/>
            <a:ext cx="11984017" cy="466687"/>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Frame 12"/>
          <p:cNvSpPr/>
          <p:nvPr/>
        </p:nvSpPr>
        <p:spPr>
          <a:xfrm>
            <a:off x="75300" y="5715255"/>
            <a:ext cx="11984017" cy="431625"/>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Frame 13"/>
          <p:cNvSpPr/>
          <p:nvPr/>
        </p:nvSpPr>
        <p:spPr>
          <a:xfrm>
            <a:off x="75301" y="6231392"/>
            <a:ext cx="11984017" cy="552314"/>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2" name="Oval 21"/>
          <p:cNvSpPr/>
          <p:nvPr/>
        </p:nvSpPr>
        <p:spPr>
          <a:xfrm>
            <a:off x="132679" y="4645040"/>
            <a:ext cx="515794" cy="431626"/>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A</a:t>
            </a:r>
          </a:p>
        </p:txBody>
      </p:sp>
      <p:sp>
        <p:nvSpPr>
          <p:cNvPr id="23" name="Oval 22"/>
          <p:cNvSpPr/>
          <p:nvPr/>
        </p:nvSpPr>
        <p:spPr>
          <a:xfrm>
            <a:off x="132682" y="6273590"/>
            <a:ext cx="515794" cy="467917"/>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D</a:t>
            </a:r>
          </a:p>
        </p:txBody>
      </p:sp>
      <p:sp>
        <p:nvSpPr>
          <p:cNvPr id="24" name="Oval 23"/>
          <p:cNvSpPr/>
          <p:nvPr/>
        </p:nvSpPr>
        <p:spPr>
          <a:xfrm>
            <a:off x="135951" y="5715256"/>
            <a:ext cx="515796" cy="389427"/>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C</a:t>
            </a:r>
          </a:p>
        </p:txBody>
      </p:sp>
      <p:sp>
        <p:nvSpPr>
          <p:cNvPr id="25" name="Oval 24"/>
          <p:cNvSpPr/>
          <p:nvPr/>
        </p:nvSpPr>
        <p:spPr>
          <a:xfrm>
            <a:off x="135951" y="5206373"/>
            <a:ext cx="512525" cy="43162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B</a:t>
            </a:r>
          </a:p>
        </p:txBody>
      </p:sp>
      <p:pic>
        <p:nvPicPr>
          <p:cNvPr id="5" name="Hình ảnh 4">
            <a:extLst>
              <a:ext uri="{FF2B5EF4-FFF2-40B4-BE49-F238E27FC236}">
                <a16:creationId xmlns:a16="http://schemas.microsoft.com/office/drawing/2014/main" id="{0286FAEC-3F8C-44F3-8A7A-7984C40FF489}"/>
              </a:ext>
            </a:extLst>
          </p:cNvPr>
          <p:cNvPicPr>
            <a:picLocks noChangeAspect="1"/>
          </p:cNvPicPr>
          <p:nvPr/>
        </p:nvPicPr>
        <p:blipFill>
          <a:blip r:embed="rId2"/>
          <a:stretch>
            <a:fillRect/>
          </a:stretch>
        </p:blipFill>
        <p:spPr>
          <a:xfrm>
            <a:off x="2523989" y="1530498"/>
            <a:ext cx="6334125" cy="3018452"/>
          </a:xfrm>
          <a:prstGeom prst="rect">
            <a:avLst/>
          </a:prstGeom>
        </p:spPr>
      </p:pic>
      <p:sp>
        <p:nvSpPr>
          <p:cNvPr id="6" name="Hộp Văn bản 5">
            <a:extLst>
              <a:ext uri="{FF2B5EF4-FFF2-40B4-BE49-F238E27FC236}">
                <a16:creationId xmlns:a16="http://schemas.microsoft.com/office/drawing/2014/main" id="{D444E982-98C4-41B3-A46E-3CFFB20C8583}"/>
              </a:ext>
            </a:extLst>
          </p:cNvPr>
          <p:cNvSpPr txBox="1"/>
          <p:nvPr/>
        </p:nvSpPr>
        <p:spPr>
          <a:xfrm>
            <a:off x="883919" y="4676187"/>
            <a:ext cx="4807132" cy="369332"/>
          </a:xfrm>
          <a:prstGeom prst="rect">
            <a:avLst/>
          </a:prstGeom>
          <a:noFill/>
        </p:spPr>
        <p:txBody>
          <a:bodyPr wrap="square" rtlCol="0">
            <a:spAutoFit/>
          </a:bodyPr>
          <a:lstStyle/>
          <a:p>
            <a:r>
              <a:rPr lang="en-US" dirty="0"/>
              <a:t>S: 128.119.40.186, 80 </a:t>
            </a:r>
            <a:r>
              <a:rPr lang="en-US" dirty="0" err="1"/>
              <a:t>và</a:t>
            </a:r>
            <a:r>
              <a:rPr lang="en-US" dirty="0"/>
              <a:t> D: 10.0.0.1, 3345</a:t>
            </a:r>
          </a:p>
        </p:txBody>
      </p:sp>
      <p:sp>
        <p:nvSpPr>
          <p:cNvPr id="18" name="Hộp Văn bản 17">
            <a:extLst>
              <a:ext uri="{FF2B5EF4-FFF2-40B4-BE49-F238E27FC236}">
                <a16:creationId xmlns:a16="http://schemas.microsoft.com/office/drawing/2014/main" id="{7B4CD765-97FD-4155-9290-76FF2AD3CB01}"/>
              </a:ext>
            </a:extLst>
          </p:cNvPr>
          <p:cNvSpPr txBox="1"/>
          <p:nvPr/>
        </p:nvSpPr>
        <p:spPr>
          <a:xfrm>
            <a:off x="883919" y="5181517"/>
            <a:ext cx="4807132" cy="369332"/>
          </a:xfrm>
          <a:prstGeom prst="rect">
            <a:avLst/>
          </a:prstGeom>
          <a:noFill/>
        </p:spPr>
        <p:txBody>
          <a:bodyPr wrap="square" rtlCol="0">
            <a:spAutoFit/>
          </a:bodyPr>
          <a:lstStyle/>
          <a:p>
            <a:r>
              <a:rPr lang="en-US" dirty="0"/>
              <a:t>S: 128.119.40.186, 80 </a:t>
            </a:r>
            <a:r>
              <a:rPr lang="en-US" dirty="0" err="1"/>
              <a:t>và</a:t>
            </a:r>
            <a:r>
              <a:rPr lang="en-US" dirty="0"/>
              <a:t> D: 138.76.29.7, 5001</a:t>
            </a:r>
          </a:p>
        </p:txBody>
      </p:sp>
      <p:sp>
        <p:nvSpPr>
          <p:cNvPr id="19" name="Hộp Văn bản 18">
            <a:extLst>
              <a:ext uri="{FF2B5EF4-FFF2-40B4-BE49-F238E27FC236}">
                <a16:creationId xmlns:a16="http://schemas.microsoft.com/office/drawing/2014/main" id="{0761E865-9D16-4942-ADD2-A9A12CDD0801}"/>
              </a:ext>
            </a:extLst>
          </p:cNvPr>
          <p:cNvSpPr txBox="1"/>
          <p:nvPr/>
        </p:nvSpPr>
        <p:spPr>
          <a:xfrm>
            <a:off x="883919" y="5725303"/>
            <a:ext cx="4807132" cy="369332"/>
          </a:xfrm>
          <a:prstGeom prst="rect">
            <a:avLst/>
          </a:prstGeom>
          <a:noFill/>
        </p:spPr>
        <p:txBody>
          <a:bodyPr wrap="square" rtlCol="0">
            <a:spAutoFit/>
          </a:bodyPr>
          <a:lstStyle/>
          <a:p>
            <a:r>
              <a:rPr lang="en-US" dirty="0"/>
              <a:t>S: 138.76.29.7, 5001 </a:t>
            </a:r>
            <a:r>
              <a:rPr lang="en-US" dirty="0" err="1"/>
              <a:t>và</a:t>
            </a:r>
            <a:r>
              <a:rPr lang="en-US" dirty="0"/>
              <a:t> D: 128.119.40.186, 80</a:t>
            </a:r>
          </a:p>
        </p:txBody>
      </p:sp>
      <p:sp>
        <p:nvSpPr>
          <p:cNvPr id="20" name="Hộp Văn bản 19">
            <a:extLst>
              <a:ext uri="{FF2B5EF4-FFF2-40B4-BE49-F238E27FC236}">
                <a16:creationId xmlns:a16="http://schemas.microsoft.com/office/drawing/2014/main" id="{B016C051-2D05-4E4F-8C77-B94C055F778F}"/>
              </a:ext>
            </a:extLst>
          </p:cNvPr>
          <p:cNvSpPr txBox="1"/>
          <p:nvPr/>
        </p:nvSpPr>
        <p:spPr>
          <a:xfrm>
            <a:off x="883919" y="6276579"/>
            <a:ext cx="4807132" cy="369332"/>
          </a:xfrm>
          <a:prstGeom prst="rect">
            <a:avLst/>
          </a:prstGeom>
          <a:noFill/>
        </p:spPr>
        <p:txBody>
          <a:bodyPr wrap="square" rtlCol="0">
            <a:spAutoFit/>
          </a:bodyPr>
          <a:lstStyle/>
          <a:p>
            <a:r>
              <a:rPr lang="en-US" dirty="0"/>
              <a:t>S: 10.0.0.1, 3345 </a:t>
            </a:r>
            <a:r>
              <a:rPr lang="en-US" dirty="0" err="1"/>
              <a:t>và</a:t>
            </a:r>
            <a:r>
              <a:rPr lang="en-US" dirty="0"/>
              <a:t> D: 128.119.40.186, 80</a:t>
            </a:r>
          </a:p>
        </p:txBody>
      </p:sp>
      <p:sp>
        <p:nvSpPr>
          <p:cNvPr id="2" name="Tiêu đề 1">
            <a:extLst>
              <a:ext uri="{FF2B5EF4-FFF2-40B4-BE49-F238E27FC236}">
                <a16:creationId xmlns:a16="http://schemas.microsoft.com/office/drawing/2014/main" id="{B2C78D4F-F538-4897-888B-06F04A6AC76B}"/>
              </a:ext>
            </a:extLst>
          </p:cNvPr>
          <p:cNvSpPr>
            <a:spLocks noGrp="1"/>
          </p:cNvSpPr>
          <p:nvPr>
            <p:ph type="ctrTitle"/>
          </p:nvPr>
        </p:nvSpPr>
        <p:spPr/>
        <p:txBody>
          <a:bodyPr/>
          <a:lstStyle/>
          <a:p>
            <a:endParaRPr lang="en-US"/>
          </a:p>
        </p:txBody>
      </p:sp>
      <p:sp>
        <p:nvSpPr>
          <p:cNvPr id="3" name="Tiêu đề phụ 2">
            <a:extLst>
              <a:ext uri="{FF2B5EF4-FFF2-40B4-BE49-F238E27FC236}">
                <a16:creationId xmlns:a16="http://schemas.microsoft.com/office/drawing/2014/main" id="{B9B38B1D-B3AE-4ECF-A39D-1EF50BA941AB}"/>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4992230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trips(downLeft)">
                                      <p:cBhvr>
                                        <p:cTn id="7" dur="500"/>
                                        <p:tgtEl>
                                          <p:spTgt spid="4"/>
                                        </p:tgtEl>
                                      </p:cBhvr>
                                    </p:animEffect>
                                  </p:childTnLst>
                                </p:cTn>
                              </p:par>
                              <p:par>
                                <p:cTn id="8" presetID="18" presetClass="entr" presetSubtype="12"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strips(downLeft)">
                                      <p:cBhvr>
                                        <p:cTn id="10" dur="500"/>
                                        <p:tgtEl>
                                          <p:spTgt spid="8"/>
                                        </p:tgtEl>
                                      </p:cBhvr>
                                    </p:animEffect>
                                  </p:childTnLst>
                                </p:cTn>
                              </p:par>
                              <p:par>
                                <p:cTn id="11" presetID="18" presetClass="entr" presetSubtype="12"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strips(downLeft)">
                                      <p:cBhvr>
                                        <p:cTn id="13" dur="500"/>
                                        <p:tgtEl>
                                          <p:spTgt spid="12"/>
                                        </p:tgtEl>
                                      </p:cBhvr>
                                    </p:animEffect>
                                  </p:childTnLst>
                                </p:cTn>
                              </p:par>
                              <p:par>
                                <p:cTn id="14" presetID="18" presetClass="entr" presetSubtype="12"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strips(downLeft)">
                                      <p:cBhvr>
                                        <p:cTn id="16" dur="500"/>
                                        <p:tgtEl>
                                          <p:spTgt spid="13"/>
                                        </p:tgtEl>
                                      </p:cBhvr>
                                    </p:animEffect>
                                  </p:childTnLst>
                                </p:cTn>
                              </p:par>
                              <p:par>
                                <p:cTn id="17" presetID="18" presetClass="entr" presetSubtype="12"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strips(downLeft)">
                                      <p:cBhvr>
                                        <p:cTn id="19" dur="500"/>
                                        <p:tgtEl>
                                          <p:spTgt spid="14"/>
                                        </p:tgtEl>
                                      </p:cBhvr>
                                    </p:animEffect>
                                  </p:childTnLst>
                                </p:cTn>
                              </p:par>
                              <p:par>
                                <p:cTn id="20" presetID="18" presetClass="entr" presetSubtype="12" fill="hold" grpId="0" nodeType="with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strips(downLeft)">
                                      <p:cBhvr>
                                        <p:cTn id="22" dur="500"/>
                                        <p:tgtEl>
                                          <p:spTgt spid="23"/>
                                        </p:tgtEl>
                                      </p:cBhvr>
                                    </p:animEffect>
                                  </p:childTnLst>
                                </p:cTn>
                              </p:par>
                              <p:par>
                                <p:cTn id="23" presetID="18" presetClass="entr" presetSubtype="12"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strips(downLeft)">
                                      <p:cBhvr>
                                        <p:cTn id="25" dur="500"/>
                                        <p:tgtEl>
                                          <p:spTgt spid="24"/>
                                        </p:tgtEl>
                                      </p:cBhvr>
                                    </p:animEffect>
                                  </p:childTnLst>
                                </p:cTn>
                              </p:par>
                              <p:par>
                                <p:cTn id="26" presetID="18" presetClass="entr" presetSubtype="12" fill="hold" grpId="0" nodeType="with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strips(downLeft)">
                                      <p:cBhvr>
                                        <p:cTn id="28" dur="500"/>
                                        <p:tgtEl>
                                          <p:spTgt spid="25"/>
                                        </p:tgtEl>
                                      </p:cBhvr>
                                    </p:animEffect>
                                  </p:childTnLst>
                                </p:cTn>
                              </p:par>
                              <p:par>
                                <p:cTn id="29" presetID="18" presetClass="entr" presetSubtype="12" fill="hold" grpId="0" nodeType="with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strips(downLeft)">
                                      <p:cBhvr>
                                        <p:cTn id="31" dur="500"/>
                                        <p:tgtEl>
                                          <p:spTgt spid="22"/>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mph" presetSubtype="2" fill="hold" nodeType="clickEffect">
                                  <p:stCondLst>
                                    <p:cond delay="0"/>
                                  </p:stCondLst>
                                  <p:childTnLst>
                                    <p:animClr clrSpc="rgb" dir="cw">
                                      <p:cBhvr>
                                        <p:cTn id="35" dur="2000" fill="hold"/>
                                        <p:tgtEl>
                                          <p:spTgt spid="12"/>
                                        </p:tgtEl>
                                        <p:attrNameLst>
                                          <p:attrName>fillcolor</p:attrName>
                                        </p:attrNameLst>
                                      </p:cBhvr>
                                      <p:to>
                                        <a:schemeClr val="accent2"/>
                                      </p:to>
                                    </p:animClr>
                                    <p:set>
                                      <p:cBhvr>
                                        <p:cTn id="36" dur="2000" fill="hold"/>
                                        <p:tgtEl>
                                          <p:spTgt spid="12"/>
                                        </p:tgtEl>
                                        <p:attrNameLst>
                                          <p:attrName>fill.type</p:attrName>
                                        </p:attrNameLst>
                                      </p:cBhvr>
                                      <p:to>
                                        <p:strVal val="solid"/>
                                      </p:to>
                                    </p:set>
                                    <p:set>
                                      <p:cBhvr>
                                        <p:cTn id="37" dur="2000" fill="hold"/>
                                        <p:tgtEl>
                                          <p:spTgt spid="12"/>
                                        </p:tgtEl>
                                        <p:attrNameLst>
                                          <p:attrName>fill.on</p:attrName>
                                        </p:attrNameLst>
                                      </p:cBhvr>
                                      <p:to>
                                        <p:strVal val="true"/>
                                      </p:to>
                                    </p:set>
                                  </p:childTnLst>
                                </p:cTn>
                              </p:par>
                              <p:par>
                                <p:cTn id="38" presetID="1" presetClass="emph" presetSubtype="2" fill="hold" nodeType="withEffect">
                                  <p:stCondLst>
                                    <p:cond delay="0"/>
                                  </p:stCondLst>
                                  <p:childTnLst>
                                    <p:animClr clrSpc="rgb" dir="cw">
                                      <p:cBhvr>
                                        <p:cTn id="39" dur="2000" fill="hold"/>
                                        <p:tgtEl>
                                          <p:spTgt spid="25"/>
                                        </p:tgtEl>
                                        <p:attrNameLst>
                                          <p:attrName>fillcolor</p:attrName>
                                        </p:attrNameLst>
                                      </p:cBhvr>
                                      <p:to>
                                        <a:schemeClr val="accent2"/>
                                      </p:to>
                                    </p:animClr>
                                    <p:set>
                                      <p:cBhvr>
                                        <p:cTn id="40" dur="2000" fill="hold"/>
                                        <p:tgtEl>
                                          <p:spTgt spid="25"/>
                                        </p:tgtEl>
                                        <p:attrNameLst>
                                          <p:attrName>fill.type</p:attrName>
                                        </p:attrNameLst>
                                      </p:cBhvr>
                                      <p:to>
                                        <p:strVal val="solid"/>
                                      </p:to>
                                    </p:set>
                                    <p:set>
                                      <p:cBhvr>
                                        <p:cTn id="41" dur="2000" fill="hold"/>
                                        <p:tgtEl>
                                          <p:spTgt spid="25"/>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P spid="12" grpId="0" animBg="1"/>
      <p:bldP spid="13" grpId="0" animBg="1"/>
      <p:bldP spid="14" grpId="0" animBg="1"/>
      <p:bldP spid="22" grpId="0" animBg="1"/>
      <p:bldP spid="23" grpId="0" animBg="1"/>
      <p:bldP spid="24" grpId="0" animBg="1"/>
      <p:bldP spid="25"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Footer Placeholder 5">
            <a:extLst>
              <a:ext uri="{FF2B5EF4-FFF2-40B4-BE49-F238E27FC236}">
                <a16:creationId xmlns:a16="http://schemas.microsoft.com/office/drawing/2014/main" id="{3860DAEA-5C18-4C81-AD47-CA742EDEE5BE}"/>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Tầng Network</a:t>
            </a:r>
          </a:p>
        </p:txBody>
      </p:sp>
      <p:sp>
        <p:nvSpPr>
          <p:cNvPr id="67587" name="Slide Number Placeholder 6">
            <a:extLst>
              <a:ext uri="{FF2B5EF4-FFF2-40B4-BE49-F238E27FC236}">
                <a16:creationId xmlns:a16="http://schemas.microsoft.com/office/drawing/2014/main" id="{8299CFC6-AD75-48FF-B6E0-5781C94B346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4-</a:t>
            </a:r>
            <a:fld id="{207F415A-118E-4EB4-9367-F56F6EF23CB1}" type="slidenum">
              <a:rPr lang="en-US" altLang="en-US">
                <a:latin typeface="Tahoma" panose="020B0604030504040204" pitchFamily="34" charset="0"/>
              </a:rPr>
              <a:pPr/>
              <a:t>61</a:t>
            </a:fld>
            <a:endParaRPr lang="en-US" altLang="en-US">
              <a:latin typeface="Tahoma" panose="020B0604030504040204" pitchFamily="34" charset="0"/>
            </a:endParaRPr>
          </a:p>
        </p:txBody>
      </p:sp>
      <p:sp>
        <p:nvSpPr>
          <p:cNvPr id="67588" name="Rectangle 2">
            <a:extLst>
              <a:ext uri="{FF2B5EF4-FFF2-40B4-BE49-F238E27FC236}">
                <a16:creationId xmlns:a16="http://schemas.microsoft.com/office/drawing/2014/main" id="{ED17EDF0-1E54-403F-8653-7E745BB45098}"/>
              </a:ext>
            </a:extLst>
          </p:cNvPr>
          <p:cNvSpPr>
            <a:spLocks noGrp="1" noChangeArrowheads="1"/>
          </p:cNvSpPr>
          <p:nvPr>
            <p:ph type="title"/>
          </p:nvPr>
        </p:nvSpPr>
        <p:spPr>
          <a:xfrm>
            <a:off x="2057401" y="228600"/>
            <a:ext cx="8124825" cy="876300"/>
          </a:xfrm>
        </p:spPr>
        <p:txBody>
          <a:bodyPr>
            <a:normAutofit fontScale="90000"/>
          </a:bodyPr>
          <a:lstStyle/>
          <a:p>
            <a:r>
              <a:rPr lang="en-US" altLang="en-US">
                <a:ea typeface="ＭＳ Ｐゴシック" panose="020B0600070205080204" pitchFamily="34" charset="-128"/>
              </a:rPr>
              <a:t>ICMP: internet control message protocol</a:t>
            </a:r>
          </a:p>
        </p:txBody>
      </p:sp>
      <p:sp>
        <p:nvSpPr>
          <p:cNvPr id="67589" name="Rectangle 3">
            <a:extLst>
              <a:ext uri="{FF2B5EF4-FFF2-40B4-BE49-F238E27FC236}">
                <a16:creationId xmlns:a16="http://schemas.microsoft.com/office/drawing/2014/main" id="{4BD13855-7557-45C5-80D0-6D53F6432E69}"/>
              </a:ext>
            </a:extLst>
          </p:cNvPr>
          <p:cNvSpPr>
            <a:spLocks noGrp="1" noChangeArrowheads="1"/>
          </p:cNvSpPr>
          <p:nvPr>
            <p:ph type="body" sz="half" idx="1"/>
          </p:nvPr>
        </p:nvSpPr>
        <p:spPr>
          <a:xfrm>
            <a:off x="1676400" y="1277938"/>
            <a:ext cx="4135438" cy="4648200"/>
          </a:xfrm>
        </p:spPr>
        <p:txBody>
          <a:bodyPr>
            <a:normAutofit fontScale="92500" lnSpcReduction="20000"/>
          </a:bodyPr>
          <a:lstStyle/>
          <a:p>
            <a:r>
              <a:rPr lang="en-US" altLang="en-US" sz="2400">
                <a:latin typeface="Comic Sans MS" panose="030F0702030302020204" pitchFamily="66" charset="0"/>
                <a:ea typeface="ＭＳ Ｐゴシック" panose="020B0600070205080204" pitchFamily="34" charset="-128"/>
              </a:rPr>
              <a:t>Được sử dụng bởi các host và router để truyền thông thông tin tầng network</a:t>
            </a:r>
          </a:p>
          <a:p>
            <a:pPr lvl="1"/>
            <a:r>
              <a:rPr lang="en-US" altLang="en-US" sz="2000">
                <a:latin typeface="Comic Sans MS" panose="030F0702030302020204" pitchFamily="66" charset="0"/>
                <a:ea typeface="ＭＳ Ｐゴシック" panose="020B0600070205080204" pitchFamily="34" charset="-128"/>
              </a:rPr>
              <a:t>Thông báo: host, network, port, giao thức không có thực</a:t>
            </a:r>
          </a:p>
          <a:p>
            <a:pPr lvl="1"/>
            <a:r>
              <a:rPr lang="en-US" altLang="en-US" sz="2000">
                <a:latin typeface="Comic Sans MS" panose="030F0702030302020204" pitchFamily="66" charset="0"/>
                <a:ea typeface="ＭＳ Ｐゴシック" panose="020B0600070205080204" pitchFamily="34" charset="-128"/>
              </a:rPr>
              <a:t>Phản hồi request/reply (được dùng bởi ping)</a:t>
            </a:r>
          </a:p>
          <a:p>
            <a:r>
              <a:rPr lang="en-US" altLang="en-US" sz="2400">
                <a:latin typeface="Comic Sans MS" panose="030F0702030302020204" pitchFamily="66" charset="0"/>
                <a:ea typeface="ＭＳ Ｐゴシック" panose="020B0600070205080204" pitchFamily="34" charset="-128"/>
              </a:rPr>
              <a:t>Tầng network </a:t>
            </a:r>
            <a:r>
              <a:rPr lang="ja-JP" altLang="en-US" sz="2400">
                <a:latin typeface="Comic Sans MS" panose="030F0702030302020204" pitchFamily="66" charset="0"/>
                <a:ea typeface="ＭＳ Ｐゴシック" panose="020B0600070205080204" pitchFamily="34" charset="-128"/>
              </a:rPr>
              <a:t>“</a:t>
            </a:r>
            <a:r>
              <a:rPr lang="en-US" altLang="ja-JP" sz="2400">
                <a:latin typeface="Comic Sans MS" panose="030F0702030302020204" pitchFamily="66" charset="0"/>
                <a:ea typeface="ＭＳ Ｐゴシック" panose="020B0600070205080204" pitchFamily="34" charset="-128"/>
              </a:rPr>
              <a:t>trên</a:t>
            </a:r>
            <a:r>
              <a:rPr lang="ja-JP" altLang="en-US" sz="2400">
                <a:latin typeface="Comic Sans MS" panose="030F0702030302020204" pitchFamily="66" charset="0"/>
                <a:ea typeface="ＭＳ Ｐゴシック" panose="020B0600070205080204" pitchFamily="34" charset="-128"/>
              </a:rPr>
              <a:t>”</a:t>
            </a:r>
            <a:r>
              <a:rPr lang="en-US" altLang="ja-JP" sz="2400">
                <a:latin typeface="Comic Sans MS" panose="030F0702030302020204" pitchFamily="66" charset="0"/>
                <a:ea typeface="ＭＳ Ｐゴシック" panose="020B0600070205080204" pitchFamily="34" charset="-128"/>
              </a:rPr>
              <a:t> IP:</a:t>
            </a:r>
          </a:p>
          <a:p>
            <a:pPr lvl="1"/>
            <a:r>
              <a:rPr lang="en-US" altLang="en-US" sz="2000">
                <a:latin typeface="Comic Sans MS" panose="030F0702030302020204" pitchFamily="66" charset="0"/>
                <a:ea typeface="ＭＳ Ｐゴシック" panose="020B0600070205080204" pitchFamily="34" charset="-128"/>
              </a:rPr>
              <a:t>Các thông điệp ICMP được mang trong các IP datagram</a:t>
            </a:r>
          </a:p>
          <a:p>
            <a:r>
              <a:rPr lang="en-US" altLang="en-US" sz="2400">
                <a:solidFill>
                  <a:srgbClr val="000099"/>
                </a:solidFill>
                <a:latin typeface="Comic Sans MS" panose="030F0702030302020204" pitchFamily="66" charset="0"/>
                <a:ea typeface="ＭＳ Ｐゴシック" panose="020B0600070205080204" pitchFamily="34" charset="-128"/>
              </a:rPr>
              <a:t>Thông điệp ICMP:</a:t>
            </a:r>
            <a:r>
              <a:rPr lang="en-US" altLang="en-US" sz="2400">
                <a:latin typeface="Comic Sans MS" panose="030F0702030302020204" pitchFamily="66" charset="0"/>
                <a:ea typeface="ＭＳ Ｐゴシック" panose="020B0600070205080204" pitchFamily="34" charset="-128"/>
              </a:rPr>
              <a:t> loại, mã cộng thêm 8 byte đầu tiên của IP datagram gây ra lỗi</a:t>
            </a:r>
          </a:p>
        </p:txBody>
      </p:sp>
      <p:sp>
        <p:nvSpPr>
          <p:cNvPr id="67590" name="Text Box 4">
            <a:extLst>
              <a:ext uri="{FF2B5EF4-FFF2-40B4-BE49-F238E27FC236}">
                <a16:creationId xmlns:a16="http://schemas.microsoft.com/office/drawing/2014/main" id="{D1B5C21F-8B52-4138-8BF5-02EE2B5CFB8F}"/>
              </a:ext>
            </a:extLst>
          </p:cNvPr>
          <p:cNvSpPr txBox="1">
            <a:spLocks noChangeArrowheads="1"/>
          </p:cNvSpPr>
          <p:nvPr/>
        </p:nvSpPr>
        <p:spPr bwMode="auto">
          <a:xfrm>
            <a:off x="6108700" y="1760539"/>
            <a:ext cx="4260850" cy="448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u="sng"/>
              <a:t>Loại</a:t>
            </a:r>
            <a:r>
              <a:rPr lang="en-US" altLang="en-US"/>
              <a:t>  </a:t>
            </a:r>
            <a:r>
              <a:rPr lang="en-US" altLang="en-US" u="sng"/>
              <a:t>mã</a:t>
            </a:r>
            <a:r>
              <a:rPr lang="en-US" altLang="en-US"/>
              <a:t>       </a:t>
            </a:r>
            <a:r>
              <a:rPr lang="en-US" altLang="en-US" u="sng"/>
              <a:t>Mô tả</a:t>
            </a:r>
            <a:endParaRPr lang="en-US" altLang="en-US"/>
          </a:p>
          <a:p>
            <a:r>
              <a:rPr lang="en-US" altLang="en-US"/>
              <a:t>0        0         echo reply (ping)</a:t>
            </a:r>
          </a:p>
          <a:p>
            <a:r>
              <a:rPr lang="en-US" altLang="en-US"/>
              <a:t>3        0         dest. network unreachable</a:t>
            </a:r>
          </a:p>
          <a:p>
            <a:r>
              <a:rPr lang="en-US" altLang="en-US"/>
              <a:t>3        1         dest host unreachable</a:t>
            </a:r>
          </a:p>
          <a:p>
            <a:r>
              <a:rPr lang="en-US" altLang="en-US"/>
              <a:t>3        2         dest protocol unreachable</a:t>
            </a:r>
          </a:p>
          <a:p>
            <a:r>
              <a:rPr lang="en-US" altLang="en-US"/>
              <a:t>3        3         dest port unreachable</a:t>
            </a:r>
          </a:p>
          <a:p>
            <a:r>
              <a:rPr lang="en-US" altLang="en-US"/>
              <a:t>3        6         dest network unknown</a:t>
            </a:r>
          </a:p>
          <a:p>
            <a:r>
              <a:rPr lang="en-US" altLang="en-US"/>
              <a:t>3        7         dest host unknown</a:t>
            </a:r>
          </a:p>
          <a:p>
            <a:r>
              <a:rPr lang="en-US" altLang="en-US"/>
              <a:t>4        0         source quench (congestion</a:t>
            </a:r>
          </a:p>
          <a:p>
            <a:r>
              <a:rPr lang="en-US" altLang="en-US"/>
              <a:t>                     control - not used)</a:t>
            </a:r>
          </a:p>
          <a:p>
            <a:r>
              <a:rPr lang="en-US" altLang="en-US"/>
              <a:t>8        0         echo request (ping)</a:t>
            </a:r>
          </a:p>
          <a:p>
            <a:r>
              <a:rPr lang="en-US" altLang="en-US"/>
              <a:t>9        0         route advertisement</a:t>
            </a:r>
          </a:p>
          <a:p>
            <a:r>
              <a:rPr lang="en-US" altLang="en-US"/>
              <a:t>10      0         router discovery</a:t>
            </a:r>
          </a:p>
          <a:p>
            <a:r>
              <a:rPr lang="en-US" altLang="en-US"/>
              <a:t>11      0         TTL expired</a:t>
            </a:r>
          </a:p>
          <a:p>
            <a:r>
              <a:rPr lang="en-US" altLang="en-US"/>
              <a:t>12      0         bad IP header</a:t>
            </a:r>
          </a:p>
          <a:p>
            <a:endParaRPr lang="en-US" altLang="en-US"/>
          </a:p>
        </p:txBody>
      </p:sp>
      <p:pic>
        <p:nvPicPr>
          <p:cNvPr id="67591" name="Picture 5" descr="underline_base">
            <a:extLst>
              <a:ext uri="{FF2B5EF4-FFF2-40B4-BE49-F238E27FC236}">
                <a16:creationId xmlns:a16="http://schemas.microsoft.com/office/drawing/2014/main" id="{3B5CF68D-A1B2-4E93-900B-8A161C671306}"/>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9774" y="1104900"/>
            <a:ext cx="7769225"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767683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Footer Placeholder 5">
            <a:extLst>
              <a:ext uri="{FF2B5EF4-FFF2-40B4-BE49-F238E27FC236}">
                <a16:creationId xmlns:a16="http://schemas.microsoft.com/office/drawing/2014/main" id="{D855066A-F115-46A1-BD96-F218D3D79326}"/>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Tầng Network</a:t>
            </a:r>
          </a:p>
        </p:txBody>
      </p:sp>
      <p:sp>
        <p:nvSpPr>
          <p:cNvPr id="68611" name="Slide Number Placeholder 6">
            <a:extLst>
              <a:ext uri="{FF2B5EF4-FFF2-40B4-BE49-F238E27FC236}">
                <a16:creationId xmlns:a16="http://schemas.microsoft.com/office/drawing/2014/main" id="{EE9D8E5D-84CF-4319-8852-8F43AB2B678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4-</a:t>
            </a:r>
            <a:fld id="{C1391384-73E9-40E5-8445-558C8F417D1A}" type="slidenum">
              <a:rPr lang="en-US" altLang="en-US">
                <a:latin typeface="Tahoma" panose="020B0604030504040204" pitchFamily="34" charset="0"/>
              </a:rPr>
              <a:pPr/>
              <a:t>62</a:t>
            </a:fld>
            <a:endParaRPr lang="en-US" altLang="en-US">
              <a:latin typeface="Tahoma" panose="020B0604030504040204" pitchFamily="34" charset="0"/>
            </a:endParaRPr>
          </a:p>
        </p:txBody>
      </p:sp>
      <p:sp>
        <p:nvSpPr>
          <p:cNvPr id="66564" name="Rectangle 2">
            <a:extLst>
              <a:ext uri="{FF2B5EF4-FFF2-40B4-BE49-F238E27FC236}">
                <a16:creationId xmlns:a16="http://schemas.microsoft.com/office/drawing/2014/main" id="{6C08E2E7-C9BB-4E00-9D88-D3B0E3DC9CBB}"/>
              </a:ext>
            </a:extLst>
          </p:cNvPr>
          <p:cNvSpPr>
            <a:spLocks noGrp="1" noChangeArrowheads="1"/>
          </p:cNvSpPr>
          <p:nvPr>
            <p:ph type="title"/>
          </p:nvPr>
        </p:nvSpPr>
        <p:spPr>
          <a:xfrm>
            <a:off x="2057400" y="85726"/>
            <a:ext cx="7772400" cy="974725"/>
          </a:xfrm>
        </p:spPr>
        <p:txBody>
          <a:bodyPr/>
          <a:lstStyle/>
          <a:p>
            <a:pPr>
              <a:defRPr/>
            </a:pPr>
            <a:r>
              <a:rPr lang="en-US" dirty="0" err="1">
                <a:cs typeface="+mj-cs"/>
              </a:rPr>
              <a:t>Traceroute</a:t>
            </a:r>
            <a:r>
              <a:rPr lang="en-US" dirty="0">
                <a:cs typeface="+mj-cs"/>
              </a:rPr>
              <a:t> </a:t>
            </a:r>
            <a:r>
              <a:rPr lang="en-US" dirty="0" err="1">
                <a:cs typeface="+mj-cs"/>
              </a:rPr>
              <a:t>và</a:t>
            </a:r>
            <a:r>
              <a:rPr lang="en-US" dirty="0">
                <a:cs typeface="+mj-cs"/>
              </a:rPr>
              <a:t> ICMP</a:t>
            </a:r>
          </a:p>
        </p:txBody>
      </p:sp>
      <p:sp>
        <p:nvSpPr>
          <p:cNvPr id="66565" name="Rectangle 3">
            <a:extLst>
              <a:ext uri="{FF2B5EF4-FFF2-40B4-BE49-F238E27FC236}">
                <a16:creationId xmlns:a16="http://schemas.microsoft.com/office/drawing/2014/main" id="{D4634144-4DCF-4428-A530-BD102608EF7F}"/>
              </a:ext>
            </a:extLst>
          </p:cNvPr>
          <p:cNvSpPr>
            <a:spLocks noGrp="1" noChangeArrowheads="1"/>
          </p:cNvSpPr>
          <p:nvPr>
            <p:ph type="body" sz="half" idx="1"/>
          </p:nvPr>
        </p:nvSpPr>
        <p:spPr>
          <a:xfrm>
            <a:off x="1524001" y="1166813"/>
            <a:ext cx="4398963" cy="4648200"/>
          </a:xfrm>
        </p:spPr>
        <p:txBody>
          <a:bodyPr>
            <a:normAutofit fontScale="92500"/>
          </a:bodyPr>
          <a:lstStyle/>
          <a:p>
            <a:pPr>
              <a:buFont typeface="Wingdings" charset="0"/>
              <a:buChar char="v"/>
              <a:defRPr/>
            </a:pPr>
            <a:r>
              <a:rPr lang="en-US" sz="2400" dirty="0" err="1">
                <a:latin typeface="Comic Sans MS" pitchFamily="66" charset="0"/>
              </a:rPr>
              <a:t>Nguồn</a:t>
            </a:r>
            <a:r>
              <a:rPr lang="en-US" sz="2400" dirty="0">
                <a:latin typeface="Comic Sans MS" pitchFamily="66" charset="0"/>
              </a:rPr>
              <a:t> </a:t>
            </a:r>
            <a:r>
              <a:rPr lang="en-US" sz="2400" dirty="0" err="1">
                <a:latin typeface="Comic Sans MS" pitchFamily="66" charset="0"/>
              </a:rPr>
              <a:t>gửi</a:t>
            </a:r>
            <a:r>
              <a:rPr lang="en-US" sz="2400" dirty="0">
                <a:latin typeface="Comic Sans MS" pitchFamily="66" charset="0"/>
              </a:rPr>
              <a:t> </a:t>
            </a:r>
            <a:r>
              <a:rPr lang="en-US" sz="2400" dirty="0" err="1">
                <a:latin typeface="Comic Sans MS" pitchFamily="66" charset="0"/>
              </a:rPr>
              <a:t>một</a:t>
            </a:r>
            <a:r>
              <a:rPr lang="en-US" sz="2400" dirty="0">
                <a:latin typeface="Comic Sans MS" pitchFamily="66" charset="0"/>
              </a:rPr>
              <a:t> </a:t>
            </a:r>
            <a:r>
              <a:rPr lang="en-US" sz="2400" dirty="0" err="1">
                <a:latin typeface="Comic Sans MS" pitchFamily="66" charset="0"/>
              </a:rPr>
              <a:t>chuỗi</a:t>
            </a:r>
            <a:r>
              <a:rPr lang="en-US" sz="2400" dirty="0">
                <a:latin typeface="Comic Sans MS" pitchFamily="66" charset="0"/>
              </a:rPr>
              <a:t> </a:t>
            </a:r>
            <a:r>
              <a:rPr lang="en-US" sz="2400" dirty="0" err="1">
                <a:latin typeface="Comic Sans MS" pitchFamily="66" charset="0"/>
              </a:rPr>
              <a:t>các</a:t>
            </a:r>
            <a:r>
              <a:rPr lang="en-US" sz="2400" dirty="0">
                <a:latin typeface="Comic Sans MS" pitchFamily="66" charset="0"/>
              </a:rPr>
              <a:t> segment UDP </a:t>
            </a:r>
            <a:r>
              <a:rPr lang="en-US" sz="2400" dirty="0" err="1">
                <a:latin typeface="Comic Sans MS" pitchFamily="66" charset="0"/>
              </a:rPr>
              <a:t>đến</a:t>
            </a:r>
            <a:r>
              <a:rPr lang="en-US" sz="2400" dirty="0">
                <a:latin typeface="Comic Sans MS" pitchFamily="66" charset="0"/>
              </a:rPr>
              <a:t> </a:t>
            </a:r>
            <a:r>
              <a:rPr lang="en-US" sz="2400" dirty="0" err="1">
                <a:latin typeface="Comic Sans MS" pitchFamily="66" charset="0"/>
              </a:rPr>
              <a:t>đích</a:t>
            </a:r>
            <a:r>
              <a:rPr lang="en-US" sz="2400" dirty="0">
                <a:latin typeface="Comic Sans MS" pitchFamily="66" charset="0"/>
              </a:rPr>
              <a:t> </a:t>
            </a:r>
          </a:p>
          <a:p>
            <a:pPr lvl="1">
              <a:buFont typeface="Wingdings" charset="0"/>
              <a:buChar char="§"/>
              <a:defRPr/>
            </a:pPr>
            <a:r>
              <a:rPr lang="en-US" sz="2000" dirty="0" err="1">
                <a:latin typeface="Comic Sans MS" pitchFamily="66" charset="0"/>
              </a:rPr>
              <a:t>Cái</a:t>
            </a:r>
            <a:r>
              <a:rPr lang="en-US" sz="2000" dirty="0">
                <a:latin typeface="Comic Sans MS" pitchFamily="66" charset="0"/>
              </a:rPr>
              <a:t> </a:t>
            </a:r>
            <a:r>
              <a:rPr lang="en-US" sz="2000" dirty="0" err="1">
                <a:latin typeface="Comic Sans MS" pitchFamily="66" charset="0"/>
              </a:rPr>
              <a:t>đầu</a:t>
            </a:r>
            <a:r>
              <a:rPr lang="en-US" sz="2000" dirty="0">
                <a:latin typeface="Comic Sans MS" pitchFamily="66" charset="0"/>
              </a:rPr>
              <a:t> </a:t>
            </a:r>
            <a:r>
              <a:rPr lang="en-US" sz="2000" dirty="0" err="1">
                <a:latin typeface="Comic Sans MS" pitchFamily="66" charset="0"/>
              </a:rPr>
              <a:t>tiên</a:t>
            </a:r>
            <a:r>
              <a:rPr lang="en-US" sz="2000" dirty="0">
                <a:latin typeface="Comic Sans MS" pitchFamily="66" charset="0"/>
              </a:rPr>
              <a:t> </a:t>
            </a:r>
            <a:r>
              <a:rPr lang="en-US" sz="2000" dirty="0" err="1">
                <a:latin typeface="Comic Sans MS" pitchFamily="66" charset="0"/>
              </a:rPr>
              <a:t>có</a:t>
            </a:r>
            <a:r>
              <a:rPr lang="en-US" sz="2000" dirty="0">
                <a:latin typeface="Comic Sans MS" pitchFamily="66" charset="0"/>
              </a:rPr>
              <a:t> TTL =1</a:t>
            </a:r>
          </a:p>
          <a:p>
            <a:pPr lvl="1">
              <a:buFont typeface="Wingdings" charset="0"/>
              <a:buChar char="§"/>
              <a:defRPr/>
            </a:pPr>
            <a:r>
              <a:rPr lang="en-US" sz="2000" dirty="0" err="1">
                <a:latin typeface="Comic Sans MS" pitchFamily="66" charset="0"/>
              </a:rPr>
              <a:t>Cái</a:t>
            </a:r>
            <a:r>
              <a:rPr lang="en-US" sz="2000" dirty="0">
                <a:latin typeface="Comic Sans MS" pitchFamily="66" charset="0"/>
              </a:rPr>
              <a:t> </a:t>
            </a:r>
            <a:r>
              <a:rPr lang="en-US" sz="2000" dirty="0" err="1">
                <a:latin typeface="Comic Sans MS" pitchFamily="66" charset="0"/>
              </a:rPr>
              <a:t>thứ</a:t>
            </a:r>
            <a:r>
              <a:rPr lang="en-US" sz="2000" dirty="0">
                <a:latin typeface="Comic Sans MS" pitchFamily="66" charset="0"/>
              </a:rPr>
              <a:t> 2 </a:t>
            </a:r>
            <a:r>
              <a:rPr lang="en-US" sz="2000" dirty="0" err="1">
                <a:latin typeface="Comic Sans MS" pitchFamily="66" charset="0"/>
              </a:rPr>
              <a:t>có</a:t>
            </a:r>
            <a:r>
              <a:rPr lang="en-US" sz="2000" dirty="0">
                <a:latin typeface="Comic Sans MS" pitchFamily="66" charset="0"/>
              </a:rPr>
              <a:t> TTL=2, </a:t>
            </a:r>
            <a:r>
              <a:rPr lang="en-US" sz="2000" dirty="0" err="1">
                <a:latin typeface="Comic Sans MS" pitchFamily="66" charset="0"/>
              </a:rPr>
              <a:t>tương</a:t>
            </a:r>
            <a:r>
              <a:rPr lang="en-US" sz="2000" dirty="0">
                <a:latin typeface="Comic Sans MS" pitchFamily="66" charset="0"/>
              </a:rPr>
              <a:t> </a:t>
            </a:r>
            <a:r>
              <a:rPr lang="en-US" sz="2000" dirty="0" err="1">
                <a:latin typeface="Comic Sans MS" pitchFamily="66" charset="0"/>
              </a:rPr>
              <a:t>tự</a:t>
            </a:r>
            <a:r>
              <a:rPr lang="en-US" sz="2000" dirty="0">
                <a:latin typeface="Comic Sans MS" pitchFamily="66" charset="0"/>
              </a:rPr>
              <a:t>.</a:t>
            </a:r>
          </a:p>
          <a:p>
            <a:pPr lvl="1">
              <a:buFont typeface="Wingdings" charset="0"/>
              <a:buChar char="§"/>
              <a:defRPr/>
            </a:pPr>
            <a:r>
              <a:rPr lang="en-US" sz="2000" dirty="0" err="1">
                <a:latin typeface="Comic Sans MS" pitchFamily="66" charset="0"/>
              </a:rPr>
              <a:t>Không</a:t>
            </a:r>
            <a:r>
              <a:rPr lang="en-US" sz="2000" dirty="0">
                <a:latin typeface="Comic Sans MS" pitchFamily="66" charset="0"/>
              </a:rPr>
              <a:t> </a:t>
            </a:r>
            <a:r>
              <a:rPr lang="en-US" sz="2000" dirty="0" err="1">
                <a:latin typeface="Comic Sans MS" pitchFamily="66" charset="0"/>
              </a:rPr>
              <a:t>giống</a:t>
            </a:r>
            <a:r>
              <a:rPr lang="en-US" sz="2000" dirty="0">
                <a:latin typeface="Comic Sans MS" pitchFamily="66" charset="0"/>
              </a:rPr>
              <a:t> </a:t>
            </a:r>
            <a:r>
              <a:rPr lang="en-US" sz="2000" dirty="0" err="1">
                <a:latin typeface="Comic Sans MS" pitchFamily="66" charset="0"/>
              </a:rPr>
              <a:t>số</a:t>
            </a:r>
            <a:r>
              <a:rPr lang="en-US" sz="2000" dirty="0">
                <a:latin typeface="Comic Sans MS" pitchFamily="66" charset="0"/>
              </a:rPr>
              <a:t> port</a:t>
            </a:r>
          </a:p>
          <a:p>
            <a:pPr>
              <a:buFont typeface="Wingdings" charset="0"/>
              <a:buChar char="v"/>
              <a:defRPr/>
            </a:pPr>
            <a:r>
              <a:rPr lang="en-US" sz="2400" dirty="0" err="1">
                <a:latin typeface="Comic Sans MS" pitchFamily="66" charset="0"/>
              </a:rPr>
              <a:t>Khi</a:t>
            </a:r>
            <a:r>
              <a:rPr lang="en-US" sz="2400" dirty="0">
                <a:latin typeface="Comic Sans MS" pitchFamily="66" charset="0"/>
              </a:rPr>
              <a:t> datagram </a:t>
            </a:r>
            <a:r>
              <a:rPr lang="en-US" sz="2400" dirty="0" err="1">
                <a:latin typeface="Comic Sans MS" pitchFamily="66" charset="0"/>
              </a:rPr>
              <a:t>thứ</a:t>
            </a:r>
            <a:r>
              <a:rPr lang="en-US" sz="2400" dirty="0">
                <a:latin typeface="Comic Sans MS" pitchFamily="66" charset="0"/>
              </a:rPr>
              <a:t> n </a:t>
            </a:r>
            <a:r>
              <a:rPr lang="en-US" sz="2400" dirty="0" err="1">
                <a:latin typeface="Comic Sans MS" pitchFamily="66" charset="0"/>
              </a:rPr>
              <a:t>đến</a:t>
            </a:r>
            <a:r>
              <a:rPr lang="en-US" sz="2400" dirty="0">
                <a:latin typeface="Comic Sans MS" pitchFamily="66" charset="0"/>
              </a:rPr>
              <a:t> router </a:t>
            </a:r>
            <a:r>
              <a:rPr lang="en-US" sz="2400" dirty="0" err="1">
                <a:latin typeface="Comic Sans MS" pitchFamily="66" charset="0"/>
              </a:rPr>
              <a:t>thứ</a:t>
            </a:r>
            <a:r>
              <a:rPr lang="en-US" sz="2400" dirty="0">
                <a:latin typeface="Comic Sans MS" pitchFamily="66" charset="0"/>
              </a:rPr>
              <a:t> n:</a:t>
            </a:r>
          </a:p>
          <a:p>
            <a:pPr lvl="1">
              <a:buFont typeface="Wingdings" charset="0"/>
              <a:buChar char="§"/>
              <a:defRPr/>
            </a:pPr>
            <a:r>
              <a:rPr lang="en-US" sz="2000" dirty="0">
                <a:latin typeface="Comic Sans MS" pitchFamily="66" charset="0"/>
              </a:rPr>
              <a:t>router </a:t>
            </a:r>
            <a:r>
              <a:rPr lang="en-US" sz="2000" dirty="0" err="1">
                <a:latin typeface="Comic Sans MS" pitchFamily="66" charset="0"/>
              </a:rPr>
              <a:t>hủy</a:t>
            </a:r>
            <a:r>
              <a:rPr lang="en-US" sz="2000" dirty="0">
                <a:latin typeface="Comic Sans MS" pitchFamily="66" charset="0"/>
              </a:rPr>
              <a:t> datagram</a:t>
            </a:r>
          </a:p>
          <a:p>
            <a:pPr lvl="1">
              <a:buFont typeface="Wingdings" charset="0"/>
              <a:buChar char="§"/>
              <a:defRPr/>
            </a:pPr>
            <a:r>
              <a:rPr lang="en-US" sz="2000" dirty="0" err="1">
                <a:latin typeface="Comic Sans MS" pitchFamily="66" charset="0"/>
              </a:rPr>
              <a:t>Và</a:t>
            </a:r>
            <a:r>
              <a:rPr lang="en-US" sz="2000" dirty="0">
                <a:latin typeface="Comic Sans MS" pitchFamily="66" charset="0"/>
              </a:rPr>
              <a:t> </a:t>
            </a:r>
            <a:r>
              <a:rPr lang="en-US" sz="2000" dirty="0" err="1">
                <a:latin typeface="Comic Sans MS" pitchFamily="66" charset="0"/>
              </a:rPr>
              <a:t>gửi</a:t>
            </a:r>
            <a:r>
              <a:rPr lang="en-US" sz="2000" dirty="0">
                <a:latin typeface="Comic Sans MS" pitchFamily="66" charset="0"/>
              </a:rPr>
              <a:t> </a:t>
            </a:r>
            <a:r>
              <a:rPr lang="en-US" sz="2000" dirty="0" err="1">
                <a:latin typeface="Comic Sans MS" pitchFamily="66" charset="0"/>
              </a:rPr>
              <a:t>đến</a:t>
            </a:r>
            <a:r>
              <a:rPr lang="en-US" sz="2000" dirty="0">
                <a:latin typeface="Comic Sans MS" pitchFamily="66" charset="0"/>
              </a:rPr>
              <a:t> </a:t>
            </a:r>
            <a:r>
              <a:rPr lang="en-US" sz="2000" dirty="0" err="1">
                <a:latin typeface="Comic Sans MS" pitchFamily="66" charset="0"/>
              </a:rPr>
              <a:t>nguồn</a:t>
            </a:r>
            <a:r>
              <a:rPr lang="en-US" sz="2000" dirty="0">
                <a:latin typeface="Comic Sans MS" pitchFamily="66" charset="0"/>
              </a:rPr>
              <a:t> </a:t>
            </a:r>
            <a:r>
              <a:rPr lang="en-US" sz="2000" dirty="0" err="1">
                <a:latin typeface="Comic Sans MS" pitchFamily="66" charset="0"/>
              </a:rPr>
              <a:t>một</a:t>
            </a:r>
            <a:r>
              <a:rPr lang="en-US" sz="2000" dirty="0">
                <a:latin typeface="Comic Sans MS" pitchFamily="66" charset="0"/>
              </a:rPr>
              <a:t> </a:t>
            </a:r>
            <a:r>
              <a:rPr lang="en-US" sz="2000" dirty="0" err="1">
                <a:latin typeface="Comic Sans MS" pitchFamily="66" charset="0"/>
              </a:rPr>
              <a:t>thông</a:t>
            </a:r>
            <a:r>
              <a:rPr lang="en-US" sz="2000" dirty="0">
                <a:latin typeface="Comic Sans MS" pitchFamily="66" charset="0"/>
              </a:rPr>
              <a:t> </a:t>
            </a:r>
            <a:r>
              <a:rPr lang="en-US" sz="2000" dirty="0" err="1">
                <a:latin typeface="Comic Sans MS" pitchFamily="66" charset="0"/>
              </a:rPr>
              <a:t>điệp</a:t>
            </a:r>
            <a:r>
              <a:rPr lang="en-US" sz="2000" dirty="0">
                <a:latin typeface="Comic Sans MS" pitchFamily="66" charset="0"/>
              </a:rPr>
              <a:t> ICMP (</a:t>
            </a:r>
            <a:r>
              <a:rPr lang="en-US" sz="2000" dirty="0" err="1">
                <a:latin typeface="Comic Sans MS" pitchFamily="66" charset="0"/>
              </a:rPr>
              <a:t>loại</a:t>
            </a:r>
            <a:r>
              <a:rPr lang="en-US" sz="2000" dirty="0">
                <a:latin typeface="Comic Sans MS" pitchFamily="66" charset="0"/>
              </a:rPr>
              <a:t> 11, </a:t>
            </a:r>
            <a:r>
              <a:rPr lang="en-US" sz="2000" dirty="0" err="1">
                <a:latin typeface="Comic Sans MS" pitchFamily="66" charset="0"/>
              </a:rPr>
              <a:t>mã</a:t>
            </a:r>
            <a:r>
              <a:rPr lang="en-US" sz="2000" dirty="0">
                <a:latin typeface="Comic Sans MS" pitchFamily="66" charset="0"/>
              </a:rPr>
              <a:t> 0)</a:t>
            </a:r>
          </a:p>
          <a:p>
            <a:pPr lvl="1">
              <a:buFont typeface="Wingdings" charset="0"/>
              <a:buChar char="§"/>
              <a:defRPr/>
            </a:pPr>
            <a:r>
              <a:rPr lang="en-US" sz="2000" dirty="0" err="1">
                <a:latin typeface="Comic Sans MS" pitchFamily="66" charset="0"/>
              </a:rPr>
              <a:t>Thông</a:t>
            </a:r>
            <a:r>
              <a:rPr lang="en-US" sz="2000" dirty="0">
                <a:latin typeface="Comic Sans MS" pitchFamily="66" charset="0"/>
              </a:rPr>
              <a:t> </a:t>
            </a:r>
            <a:r>
              <a:rPr lang="en-US" sz="2000" dirty="0" err="1">
                <a:latin typeface="Comic Sans MS" pitchFamily="66" charset="0"/>
              </a:rPr>
              <a:t>điệp</a:t>
            </a:r>
            <a:r>
              <a:rPr lang="en-US" sz="2000" dirty="0">
                <a:latin typeface="Comic Sans MS" pitchFamily="66" charset="0"/>
              </a:rPr>
              <a:t> ICMP </a:t>
            </a:r>
            <a:r>
              <a:rPr lang="en-US" sz="2000" dirty="0" err="1">
                <a:latin typeface="Comic Sans MS" pitchFamily="66" charset="0"/>
              </a:rPr>
              <a:t>bao</a:t>
            </a:r>
            <a:r>
              <a:rPr lang="en-US" sz="2000" dirty="0">
                <a:latin typeface="Comic Sans MS" pitchFamily="66" charset="0"/>
              </a:rPr>
              <a:t> </a:t>
            </a:r>
            <a:r>
              <a:rPr lang="en-US" sz="2000" dirty="0" err="1">
                <a:latin typeface="Comic Sans MS" pitchFamily="66" charset="0"/>
              </a:rPr>
              <a:t>gồm</a:t>
            </a:r>
            <a:r>
              <a:rPr lang="en-US" sz="2000" dirty="0">
                <a:latin typeface="Comic Sans MS" pitchFamily="66" charset="0"/>
              </a:rPr>
              <a:t> </a:t>
            </a:r>
            <a:r>
              <a:rPr lang="en-US" sz="2000" dirty="0" err="1">
                <a:latin typeface="Comic Sans MS" pitchFamily="66" charset="0"/>
              </a:rPr>
              <a:t>tên</a:t>
            </a:r>
            <a:r>
              <a:rPr lang="en-US" sz="2000" dirty="0">
                <a:latin typeface="Comic Sans MS" pitchFamily="66" charset="0"/>
              </a:rPr>
              <a:t> </a:t>
            </a:r>
            <a:r>
              <a:rPr lang="en-US" sz="2000" dirty="0" err="1">
                <a:latin typeface="Comic Sans MS" pitchFamily="66" charset="0"/>
              </a:rPr>
              <a:t>và</a:t>
            </a:r>
            <a:r>
              <a:rPr lang="en-US" sz="2000" dirty="0">
                <a:latin typeface="Comic Sans MS" pitchFamily="66" charset="0"/>
              </a:rPr>
              <a:t> </a:t>
            </a:r>
            <a:r>
              <a:rPr lang="en-US" sz="2000" dirty="0" err="1">
                <a:latin typeface="Comic Sans MS" pitchFamily="66" charset="0"/>
              </a:rPr>
              <a:t>địa</a:t>
            </a:r>
            <a:r>
              <a:rPr lang="en-US" sz="2000" dirty="0">
                <a:latin typeface="Comic Sans MS" pitchFamily="66" charset="0"/>
              </a:rPr>
              <a:t> </a:t>
            </a:r>
            <a:r>
              <a:rPr lang="en-US" sz="2000" dirty="0" err="1">
                <a:latin typeface="Comic Sans MS" pitchFamily="66" charset="0"/>
              </a:rPr>
              <a:t>chỉ</a:t>
            </a:r>
            <a:r>
              <a:rPr lang="en-US" sz="2000" dirty="0">
                <a:latin typeface="Comic Sans MS" pitchFamily="66" charset="0"/>
              </a:rPr>
              <a:t> IP </a:t>
            </a:r>
            <a:r>
              <a:rPr lang="en-US" sz="2000" dirty="0" err="1">
                <a:latin typeface="Comic Sans MS" pitchFamily="66" charset="0"/>
              </a:rPr>
              <a:t>của</a:t>
            </a:r>
            <a:r>
              <a:rPr lang="en-US" sz="2000" dirty="0">
                <a:latin typeface="Comic Sans MS" pitchFamily="66" charset="0"/>
              </a:rPr>
              <a:t> router</a:t>
            </a:r>
          </a:p>
        </p:txBody>
      </p:sp>
      <p:sp>
        <p:nvSpPr>
          <p:cNvPr id="66566" name="Rectangle 4">
            <a:extLst>
              <a:ext uri="{FF2B5EF4-FFF2-40B4-BE49-F238E27FC236}">
                <a16:creationId xmlns:a16="http://schemas.microsoft.com/office/drawing/2014/main" id="{04324BC6-F16A-43C0-838C-10CDF2B0C7F1}"/>
              </a:ext>
            </a:extLst>
          </p:cNvPr>
          <p:cNvSpPr>
            <a:spLocks noGrp="1" noChangeArrowheads="1"/>
          </p:cNvSpPr>
          <p:nvPr>
            <p:ph type="body" sz="half" idx="2"/>
          </p:nvPr>
        </p:nvSpPr>
        <p:spPr>
          <a:xfrm>
            <a:off x="6419850" y="1177926"/>
            <a:ext cx="3810000" cy="2005013"/>
          </a:xfrm>
        </p:spPr>
        <p:txBody>
          <a:bodyPr/>
          <a:lstStyle/>
          <a:p>
            <a:pPr>
              <a:buFont typeface="Wingdings" charset="0"/>
              <a:buChar char="v"/>
              <a:defRPr/>
            </a:pPr>
            <a:r>
              <a:rPr lang="en-US" sz="2400" dirty="0" err="1">
                <a:latin typeface="Comic Sans MS" pitchFamily="66" charset="0"/>
              </a:rPr>
              <a:t>Khi</a:t>
            </a:r>
            <a:r>
              <a:rPr lang="en-US" sz="2400" dirty="0">
                <a:latin typeface="Comic Sans MS" pitchFamily="66" charset="0"/>
              </a:rPr>
              <a:t> </a:t>
            </a:r>
            <a:r>
              <a:rPr lang="en-US" sz="2400" dirty="0" err="1">
                <a:latin typeface="Comic Sans MS" pitchFamily="66" charset="0"/>
              </a:rPr>
              <a:t>thông</a:t>
            </a:r>
            <a:r>
              <a:rPr lang="en-US" sz="2400" dirty="0">
                <a:latin typeface="Comic Sans MS" pitchFamily="66" charset="0"/>
              </a:rPr>
              <a:t> </a:t>
            </a:r>
            <a:r>
              <a:rPr lang="en-US" sz="2400" dirty="0" err="1">
                <a:latin typeface="Comic Sans MS" pitchFamily="66" charset="0"/>
              </a:rPr>
              <a:t>điệp</a:t>
            </a:r>
            <a:r>
              <a:rPr lang="en-US" sz="2400" dirty="0">
                <a:latin typeface="Comic Sans MS" pitchFamily="66" charset="0"/>
              </a:rPr>
              <a:t> ICMP </a:t>
            </a:r>
            <a:r>
              <a:rPr lang="en-US" sz="2400" dirty="0" err="1">
                <a:latin typeface="Comic Sans MS" pitchFamily="66" charset="0"/>
              </a:rPr>
              <a:t>đến</a:t>
            </a:r>
            <a:r>
              <a:rPr lang="en-US" sz="2400" dirty="0">
                <a:latin typeface="Comic Sans MS" pitchFamily="66" charset="0"/>
              </a:rPr>
              <a:t>, </a:t>
            </a:r>
            <a:r>
              <a:rPr lang="en-US" sz="2400" dirty="0" err="1">
                <a:latin typeface="Comic Sans MS" pitchFamily="66" charset="0"/>
              </a:rPr>
              <a:t>nguồn</a:t>
            </a:r>
            <a:r>
              <a:rPr lang="en-US" sz="2400" dirty="0">
                <a:latin typeface="Comic Sans MS" pitchFamily="66" charset="0"/>
              </a:rPr>
              <a:t> </a:t>
            </a:r>
            <a:r>
              <a:rPr lang="en-US" sz="2400" dirty="0" err="1">
                <a:latin typeface="Comic Sans MS" pitchFamily="66" charset="0"/>
              </a:rPr>
              <a:t>ghi</a:t>
            </a:r>
            <a:r>
              <a:rPr lang="en-US" sz="2400" dirty="0">
                <a:latin typeface="Comic Sans MS" pitchFamily="66" charset="0"/>
              </a:rPr>
              <a:t> </a:t>
            </a:r>
            <a:r>
              <a:rPr lang="en-US" sz="2400" dirty="0" err="1">
                <a:latin typeface="Comic Sans MS" pitchFamily="66" charset="0"/>
              </a:rPr>
              <a:t>lại</a:t>
            </a:r>
            <a:r>
              <a:rPr lang="en-US" sz="2400" dirty="0">
                <a:latin typeface="Comic Sans MS" pitchFamily="66" charset="0"/>
              </a:rPr>
              <a:t> RTTs</a:t>
            </a:r>
          </a:p>
        </p:txBody>
      </p:sp>
      <p:sp>
        <p:nvSpPr>
          <p:cNvPr id="655365" name="Rectangle 5">
            <a:extLst>
              <a:ext uri="{FF2B5EF4-FFF2-40B4-BE49-F238E27FC236}">
                <a16:creationId xmlns:a16="http://schemas.microsoft.com/office/drawing/2014/main" id="{73AEA047-96EF-46EF-AFF2-7B639AA6952B}"/>
              </a:ext>
            </a:extLst>
          </p:cNvPr>
          <p:cNvSpPr>
            <a:spLocks noChangeArrowheads="1"/>
          </p:cNvSpPr>
          <p:nvPr/>
        </p:nvSpPr>
        <p:spPr bwMode="auto">
          <a:xfrm>
            <a:off x="6416675" y="2411414"/>
            <a:ext cx="3810000" cy="304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nSpc>
                <a:spcPct val="85000"/>
              </a:lnSpc>
              <a:spcBef>
                <a:spcPct val="20000"/>
              </a:spcBef>
              <a:buClr>
                <a:srgbClr val="000099"/>
              </a:buClr>
              <a:buSzPct val="65000"/>
              <a:buFont typeface="Wingdings" panose="05000000000000000000" pitchFamily="2" charset="2"/>
              <a:buNone/>
            </a:pPr>
            <a:r>
              <a:rPr lang="en-US" altLang="en-US" sz="2400" i="1">
                <a:solidFill>
                  <a:srgbClr val="000099"/>
                </a:solidFill>
                <a:latin typeface="Comic Sans MS" panose="030F0702030302020204" pitchFamily="66" charset="0"/>
              </a:rPr>
              <a:t>Tiêu chuẩn dừng:</a:t>
            </a:r>
          </a:p>
          <a:p>
            <a:pPr>
              <a:lnSpc>
                <a:spcPct val="85000"/>
              </a:lnSpc>
              <a:spcBef>
                <a:spcPct val="20000"/>
              </a:spcBef>
              <a:buClr>
                <a:srgbClr val="000099"/>
              </a:buClr>
              <a:buSzPct val="65000"/>
              <a:buFont typeface="Wingdings" panose="05000000000000000000" pitchFamily="2" charset="2"/>
              <a:buChar char="v"/>
            </a:pPr>
            <a:r>
              <a:rPr lang="en-US" altLang="en-US" sz="2400">
                <a:latin typeface="Comic Sans MS" panose="030F0702030302020204" pitchFamily="66" charset="0"/>
              </a:rPr>
              <a:t>Segment UDP lần lượt đến tới host đích</a:t>
            </a:r>
          </a:p>
          <a:p>
            <a:pPr>
              <a:lnSpc>
                <a:spcPct val="85000"/>
              </a:lnSpc>
              <a:spcBef>
                <a:spcPct val="20000"/>
              </a:spcBef>
              <a:buClr>
                <a:srgbClr val="000099"/>
              </a:buClr>
              <a:buSzPct val="65000"/>
              <a:buFont typeface="Wingdings" panose="05000000000000000000" pitchFamily="2" charset="2"/>
              <a:buChar char="v"/>
            </a:pPr>
            <a:r>
              <a:rPr lang="en-US" altLang="en-US" sz="2400">
                <a:latin typeface="Comic Sans MS" panose="030F0702030302020204" pitchFamily="66" charset="0"/>
              </a:rPr>
              <a:t>Đích trả về thông điệp ICMP </a:t>
            </a:r>
            <a:r>
              <a:rPr lang="ja-JP" altLang="en-US" sz="2400">
                <a:latin typeface="Comic Sans MS" panose="030F0702030302020204" pitchFamily="66" charset="0"/>
              </a:rPr>
              <a:t>“</a:t>
            </a:r>
            <a:r>
              <a:rPr lang="en-US" altLang="ja-JP" sz="2400">
                <a:latin typeface="Comic Sans MS" panose="030F0702030302020204" pitchFamily="66" charset="0"/>
              </a:rPr>
              <a:t>port không có thực</a:t>
            </a:r>
            <a:r>
              <a:rPr lang="ja-JP" altLang="en-US" sz="2400">
                <a:latin typeface="Comic Sans MS" panose="030F0702030302020204" pitchFamily="66" charset="0"/>
              </a:rPr>
              <a:t>”</a:t>
            </a:r>
            <a:r>
              <a:rPr lang="en-US" altLang="ja-JP" sz="2400">
                <a:latin typeface="Comic Sans MS" panose="030F0702030302020204" pitchFamily="66" charset="0"/>
              </a:rPr>
              <a:t>(loại 3, mã 3)</a:t>
            </a:r>
          </a:p>
          <a:p>
            <a:pPr>
              <a:lnSpc>
                <a:spcPct val="85000"/>
              </a:lnSpc>
              <a:spcBef>
                <a:spcPct val="20000"/>
              </a:spcBef>
              <a:buClr>
                <a:srgbClr val="000099"/>
              </a:buClr>
              <a:buSzPct val="65000"/>
              <a:buFont typeface="Wingdings" panose="05000000000000000000" pitchFamily="2" charset="2"/>
              <a:buChar char="v"/>
            </a:pPr>
            <a:r>
              <a:rPr lang="en-US" altLang="en-US" sz="2400">
                <a:latin typeface="Comic Sans MS" panose="030F0702030302020204" pitchFamily="66" charset="0"/>
              </a:rPr>
              <a:t>Nguồn dừng</a:t>
            </a:r>
          </a:p>
        </p:txBody>
      </p:sp>
      <p:pic>
        <p:nvPicPr>
          <p:cNvPr id="68616" name="Picture 6" descr="underline_base">
            <a:extLst>
              <a:ext uri="{FF2B5EF4-FFF2-40B4-BE49-F238E27FC236}">
                <a16:creationId xmlns:a16="http://schemas.microsoft.com/office/drawing/2014/main" id="{219AA583-2C36-4487-A3AA-22BC93EA298F}"/>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63763" y="811214"/>
            <a:ext cx="5484812"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8617" name="Line 38">
            <a:extLst>
              <a:ext uri="{FF2B5EF4-FFF2-40B4-BE49-F238E27FC236}">
                <a16:creationId xmlns:a16="http://schemas.microsoft.com/office/drawing/2014/main" id="{7F33BF97-E5C0-47D0-AF1C-9717480D3CBD}"/>
              </a:ext>
            </a:extLst>
          </p:cNvPr>
          <p:cNvSpPr>
            <a:spLocks noChangeShapeType="1"/>
          </p:cNvSpPr>
          <p:nvPr/>
        </p:nvSpPr>
        <p:spPr bwMode="auto">
          <a:xfrm>
            <a:off x="2809876" y="5886451"/>
            <a:ext cx="288925" cy="26511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8618" name="Line 105">
            <a:extLst>
              <a:ext uri="{FF2B5EF4-FFF2-40B4-BE49-F238E27FC236}">
                <a16:creationId xmlns:a16="http://schemas.microsoft.com/office/drawing/2014/main" id="{96BFC5D3-3371-4D08-82FC-83D19F588D36}"/>
              </a:ext>
            </a:extLst>
          </p:cNvPr>
          <p:cNvSpPr>
            <a:spLocks noChangeShapeType="1"/>
          </p:cNvSpPr>
          <p:nvPr/>
        </p:nvSpPr>
        <p:spPr bwMode="auto">
          <a:xfrm flipV="1">
            <a:off x="3603625" y="5937251"/>
            <a:ext cx="458788" cy="2079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8619" name="Line 106">
            <a:extLst>
              <a:ext uri="{FF2B5EF4-FFF2-40B4-BE49-F238E27FC236}">
                <a16:creationId xmlns:a16="http://schemas.microsoft.com/office/drawing/2014/main" id="{3B35582D-D36B-488E-9D2D-AECA716AC46D}"/>
              </a:ext>
            </a:extLst>
          </p:cNvPr>
          <p:cNvSpPr>
            <a:spLocks noChangeShapeType="1"/>
          </p:cNvSpPr>
          <p:nvPr/>
        </p:nvSpPr>
        <p:spPr bwMode="auto">
          <a:xfrm>
            <a:off x="4538664" y="5921376"/>
            <a:ext cx="485775" cy="2079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8620" name="Line 108">
            <a:extLst>
              <a:ext uri="{FF2B5EF4-FFF2-40B4-BE49-F238E27FC236}">
                <a16:creationId xmlns:a16="http://schemas.microsoft.com/office/drawing/2014/main" id="{E0537914-70DA-4DBA-AAB1-A44CCC86D7FA}"/>
              </a:ext>
            </a:extLst>
          </p:cNvPr>
          <p:cNvSpPr>
            <a:spLocks noChangeShapeType="1"/>
          </p:cNvSpPr>
          <p:nvPr/>
        </p:nvSpPr>
        <p:spPr bwMode="auto">
          <a:xfrm flipH="1">
            <a:off x="4300538" y="5653088"/>
            <a:ext cx="349250" cy="1524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8621" name="Line 113">
            <a:extLst>
              <a:ext uri="{FF2B5EF4-FFF2-40B4-BE49-F238E27FC236}">
                <a16:creationId xmlns:a16="http://schemas.microsoft.com/office/drawing/2014/main" id="{D887AA98-CB98-465B-B62E-927680F72236}"/>
              </a:ext>
            </a:extLst>
          </p:cNvPr>
          <p:cNvSpPr>
            <a:spLocks noChangeShapeType="1"/>
          </p:cNvSpPr>
          <p:nvPr/>
        </p:nvSpPr>
        <p:spPr bwMode="auto">
          <a:xfrm flipH="1">
            <a:off x="5514976" y="5981701"/>
            <a:ext cx="620713" cy="1444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8622" name="Line 260">
            <a:extLst>
              <a:ext uri="{FF2B5EF4-FFF2-40B4-BE49-F238E27FC236}">
                <a16:creationId xmlns:a16="http://schemas.microsoft.com/office/drawing/2014/main" id="{3C18973B-0C6E-4751-97E5-5E6771284C65}"/>
              </a:ext>
            </a:extLst>
          </p:cNvPr>
          <p:cNvSpPr>
            <a:spLocks noChangeShapeType="1"/>
          </p:cNvSpPr>
          <p:nvPr/>
        </p:nvSpPr>
        <p:spPr bwMode="auto">
          <a:xfrm>
            <a:off x="6634164" y="5946776"/>
            <a:ext cx="485775" cy="2079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8623" name="Line 261">
            <a:extLst>
              <a:ext uri="{FF2B5EF4-FFF2-40B4-BE49-F238E27FC236}">
                <a16:creationId xmlns:a16="http://schemas.microsoft.com/office/drawing/2014/main" id="{9645958C-28C1-44DD-8B00-EC3BF2E81263}"/>
              </a:ext>
            </a:extLst>
          </p:cNvPr>
          <p:cNvSpPr>
            <a:spLocks noChangeShapeType="1"/>
          </p:cNvSpPr>
          <p:nvPr/>
        </p:nvSpPr>
        <p:spPr bwMode="auto">
          <a:xfrm flipH="1">
            <a:off x="7572376" y="5892801"/>
            <a:ext cx="557213" cy="27781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8624" name="Line 291">
            <a:extLst>
              <a:ext uri="{FF2B5EF4-FFF2-40B4-BE49-F238E27FC236}">
                <a16:creationId xmlns:a16="http://schemas.microsoft.com/office/drawing/2014/main" id="{7F129BF1-2EC7-4489-BCA9-AAEE0979A835}"/>
              </a:ext>
            </a:extLst>
          </p:cNvPr>
          <p:cNvSpPr>
            <a:spLocks noChangeShapeType="1"/>
          </p:cNvSpPr>
          <p:nvPr/>
        </p:nvSpPr>
        <p:spPr bwMode="auto">
          <a:xfrm>
            <a:off x="4268788" y="6053138"/>
            <a:ext cx="228600" cy="311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8625" name="Line 292">
            <a:extLst>
              <a:ext uri="{FF2B5EF4-FFF2-40B4-BE49-F238E27FC236}">
                <a16:creationId xmlns:a16="http://schemas.microsoft.com/office/drawing/2014/main" id="{9C2EA5A9-5E23-4111-A819-9B457355A431}"/>
              </a:ext>
            </a:extLst>
          </p:cNvPr>
          <p:cNvSpPr>
            <a:spLocks noChangeShapeType="1"/>
          </p:cNvSpPr>
          <p:nvPr/>
        </p:nvSpPr>
        <p:spPr bwMode="auto">
          <a:xfrm>
            <a:off x="6192838" y="5640388"/>
            <a:ext cx="228600" cy="311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8626" name="Line 294">
            <a:extLst>
              <a:ext uri="{FF2B5EF4-FFF2-40B4-BE49-F238E27FC236}">
                <a16:creationId xmlns:a16="http://schemas.microsoft.com/office/drawing/2014/main" id="{619099FC-6095-4E0B-BC5A-D412E7C83E9C}"/>
              </a:ext>
            </a:extLst>
          </p:cNvPr>
          <p:cNvSpPr>
            <a:spLocks noChangeShapeType="1"/>
          </p:cNvSpPr>
          <p:nvPr/>
        </p:nvSpPr>
        <p:spPr bwMode="auto">
          <a:xfrm flipH="1">
            <a:off x="4910138" y="6243638"/>
            <a:ext cx="349250" cy="1524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8627" name="Line 295">
            <a:extLst>
              <a:ext uri="{FF2B5EF4-FFF2-40B4-BE49-F238E27FC236}">
                <a16:creationId xmlns:a16="http://schemas.microsoft.com/office/drawing/2014/main" id="{0904F435-F20A-46CC-B637-58535F5BE040}"/>
              </a:ext>
            </a:extLst>
          </p:cNvPr>
          <p:cNvSpPr>
            <a:spLocks noChangeShapeType="1"/>
          </p:cNvSpPr>
          <p:nvPr/>
        </p:nvSpPr>
        <p:spPr bwMode="auto">
          <a:xfrm>
            <a:off x="5265738" y="5748338"/>
            <a:ext cx="6350" cy="2603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3244" name="Text Box 300">
            <a:extLst>
              <a:ext uri="{FF2B5EF4-FFF2-40B4-BE49-F238E27FC236}">
                <a16:creationId xmlns:a16="http://schemas.microsoft.com/office/drawing/2014/main" id="{4716F752-2AE1-4978-8D82-887A31BD35C2}"/>
              </a:ext>
            </a:extLst>
          </p:cNvPr>
          <p:cNvSpPr txBox="1">
            <a:spLocks noChangeArrowheads="1"/>
          </p:cNvSpPr>
          <p:nvPr/>
        </p:nvSpPr>
        <p:spPr bwMode="auto">
          <a:xfrm>
            <a:off x="2911475" y="5605463"/>
            <a:ext cx="1073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solidFill>
                  <a:srgbClr val="CC0000"/>
                </a:solidFill>
              </a:rPr>
              <a:t>3 probes</a:t>
            </a:r>
          </a:p>
        </p:txBody>
      </p:sp>
      <p:sp>
        <p:nvSpPr>
          <p:cNvPr id="83246" name="Text Box 302">
            <a:extLst>
              <a:ext uri="{FF2B5EF4-FFF2-40B4-BE49-F238E27FC236}">
                <a16:creationId xmlns:a16="http://schemas.microsoft.com/office/drawing/2014/main" id="{2B93910E-C42C-4586-8E4B-C77C4C8B3C51}"/>
              </a:ext>
            </a:extLst>
          </p:cNvPr>
          <p:cNvSpPr txBox="1">
            <a:spLocks noChangeArrowheads="1"/>
          </p:cNvSpPr>
          <p:nvPr/>
        </p:nvSpPr>
        <p:spPr bwMode="auto">
          <a:xfrm>
            <a:off x="3525838" y="6165851"/>
            <a:ext cx="1073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solidFill>
                  <a:srgbClr val="CC0000"/>
                </a:solidFill>
              </a:rPr>
              <a:t>3 probes</a:t>
            </a:r>
          </a:p>
        </p:txBody>
      </p:sp>
      <p:sp>
        <p:nvSpPr>
          <p:cNvPr id="83248" name="Text Box 304">
            <a:extLst>
              <a:ext uri="{FF2B5EF4-FFF2-40B4-BE49-F238E27FC236}">
                <a16:creationId xmlns:a16="http://schemas.microsoft.com/office/drawing/2014/main" id="{F7D072D2-9B85-499E-B978-FE0B2D99BE14}"/>
              </a:ext>
            </a:extLst>
          </p:cNvPr>
          <p:cNvSpPr txBox="1">
            <a:spLocks noChangeArrowheads="1"/>
          </p:cNvSpPr>
          <p:nvPr/>
        </p:nvSpPr>
        <p:spPr bwMode="auto">
          <a:xfrm>
            <a:off x="4549775" y="5580063"/>
            <a:ext cx="1073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solidFill>
                  <a:srgbClr val="CC0000"/>
                </a:solidFill>
              </a:rPr>
              <a:t>3 probes</a:t>
            </a:r>
          </a:p>
        </p:txBody>
      </p:sp>
      <p:grpSp>
        <p:nvGrpSpPr>
          <p:cNvPr id="68631" name="Group 21">
            <a:extLst>
              <a:ext uri="{FF2B5EF4-FFF2-40B4-BE49-F238E27FC236}">
                <a16:creationId xmlns:a16="http://schemas.microsoft.com/office/drawing/2014/main" id="{3F1687E1-BCC1-41FA-B711-126D25F26F3E}"/>
              </a:ext>
            </a:extLst>
          </p:cNvPr>
          <p:cNvGrpSpPr>
            <a:grpSpLocks/>
          </p:cNvGrpSpPr>
          <p:nvPr/>
        </p:nvGrpSpPr>
        <p:grpSpPr bwMode="auto">
          <a:xfrm>
            <a:off x="2041525" y="5541964"/>
            <a:ext cx="820738" cy="688975"/>
            <a:chOff x="-44" y="1473"/>
            <a:chExt cx="981" cy="1105"/>
          </a:xfrm>
        </p:grpSpPr>
        <p:pic>
          <p:nvPicPr>
            <p:cNvPr id="68683" name="Picture 22" descr="desktop_computer_stylized_medium">
              <a:extLst>
                <a:ext uri="{FF2B5EF4-FFF2-40B4-BE49-F238E27FC236}">
                  <a16:creationId xmlns:a16="http://schemas.microsoft.com/office/drawing/2014/main" id="{B972690F-799E-43D1-985A-681F0385A0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8684" name="Freeform 23">
              <a:extLst>
                <a:ext uri="{FF2B5EF4-FFF2-40B4-BE49-F238E27FC236}">
                  <a16:creationId xmlns:a16="http://schemas.microsoft.com/office/drawing/2014/main" id="{03B12AF2-E442-4D64-8638-08175B2F6316}"/>
                </a:ext>
              </a:extLst>
            </p:cNvPr>
            <p:cNvSpPr>
              <a:spLocks/>
            </p:cNvSpPr>
            <p:nvPr/>
          </p:nvSpPr>
          <p:spPr bwMode="auto">
            <a:xfrm flipH="1">
              <a:off x="374" y="1579"/>
              <a:ext cx="477" cy="506"/>
            </a:xfrm>
            <a:custGeom>
              <a:avLst/>
              <a:gdLst>
                <a:gd name="T0" fmla="*/ 0 w 356"/>
                <a:gd name="T1" fmla="*/ 0 h 368"/>
                <a:gd name="T2" fmla="*/ 187350 w 356"/>
                <a:gd name="T3" fmla="*/ 15587 h 368"/>
                <a:gd name="T4" fmla="*/ 222251 w 356"/>
                <a:gd name="T5" fmla="*/ 324849 h 368"/>
                <a:gd name="T6" fmla="*/ 48981 w 356"/>
                <a:gd name="T7" fmla="*/ 406259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grpSp>
        <p:nvGrpSpPr>
          <p:cNvPr id="68632" name="Group 24">
            <a:extLst>
              <a:ext uri="{FF2B5EF4-FFF2-40B4-BE49-F238E27FC236}">
                <a16:creationId xmlns:a16="http://schemas.microsoft.com/office/drawing/2014/main" id="{8145DDF2-70B9-4566-9317-35BC8B4E0D58}"/>
              </a:ext>
            </a:extLst>
          </p:cNvPr>
          <p:cNvGrpSpPr>
            <a:grpSpLocks/>
          </p:cNvGrpSpPr>
          <p:nvPr/>
        </p:nvGrpSpPr>
        <p:grpSpPr bwMode="auto">
          <a:xfrm flipH="1">
            <a:off x="8089901" y="5580064"/>
            <a:ext cx="754063" cy="669925"/>
            <a:chOff x="-44" y="1473"/>
            <a:chExt cx="981" cy="1105"/>
          </a:xfrm>
        </p:grpSpPr>
        <p:pic>
          <p:nvPicPr>
            <p:cNvPr id="68681" name="Picture 25" descr="desktop_computer_stylized_medium">
              <a:extLst>
                <a:ext uri="{FF2B5EF4-FFF2-40B4-BE49-F238E27FC236}">
                  <a16:creationId xmlns:a16="http://schemas.microsoft.com/office/drawing/2014/main" id="{923094D6-9156-499D-9980-786D88F6BE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8682" name="Freeform 26">
              <a:extLst>
                <a:ext uri="{FF2B5EF4-FFF2-40B4-BE49-F238E27FC236}">
                  <a16:creationId xmlns:a16="http://schemas.microsoft.com/office/drawing/2014/main" id="{901171FE-1652-42A4-8E47-1C338C639AD4}"/>
                </a:ext>
              </a:extLst>
            </p:cNvPr>
            <p:cNvSpPr>
              <a:spLocks/>
            </p:cNvSpPr>
            <p:nvPr/>
          </p:nvSpPr>
          <p:spPr bwMode="auto">
            <a:xfrm flipH="1">
              <a:off x="374" y="1579"/>
              <a:ext cx="477" cy="506"/>
            </a:xfrm>
            <a:custGeom>
              <a:avLst/>
              <a:gdLst>
                <a:gd name="T0" fmla="*/ 0 w 356"/>
                <a:gd name="T1" fmla="*/ 0 h 368"/>
                <a:gd name="T2" fmla="*/ 187350 w 356"/>
                <a:gd name="T3" fmla="*/ 15587 h 368"/>
                <a:gd name="T4" fmla="*/ 222251 w 356"/>
                <a:gd name="T5" fmla="*/ 324849 h 368"/>
                <a:gd name="T6" fmla="*/ 48981 w 356"/>
                <a:gd name="T7" fmla="*/ 406259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grpSp>
        <p:nvGrpSpPr>
          <p:cNvPr id="68633" name="Group 27">
            <a:extLst>
              <a:ext uri="{FF2B5EF4-FFF2-40B4-BE49-F238E27FC236}">
                <a16:creationId xmlns:a16="http://schemas.microsoft.com/office/drawing/2014/main" id="{F2FCE198-4F7C-4D17-8E51-AA19DA0D29E0}"/>
              </a:ext>
            </a:extLst>
          </p:cNvPr>
          <p:cNvGrpSpPr>
            <a:grpSpLocks/>
          </p:cNvGrpSpPr>
          <p:nvPr/>
        </p:nvGrpSpPr>
        <p:grpSpPr bwMode="auto">
          <a:xfrm>
            <a:off x="7037389" y="6080126"/>
            <a:ext cx="617537" cy="250825"/>
            <a:chOff x="2356" y="1300"/>
            <a:chExt cx="555" cy="194"/>
          </a:xfrm>
        </p:grpSpPr>
        <p:sp>
          <p:nvSpPr>
            <p:cNvPr id="68673" name="Oval 407">
              <a:extLst>
                <a:ext uri="{FF2B5EF4-FFF2-40B4-BE49-F238E27FC236}">
                  <a16:creationId xmlns:a16="http://schemas.microsoft.com/office/drawing/2014/main" id="{70754FF6-35DE-4C82-B5AB-E727D8378C77}"/>
                </a:ext>
              </a:extLst>
            </p:cNvPr>
            <p:cNvSpPr>
              <a:spLocks noChangeArrowheads="1"/>
            </p:cNvSpPr>
            <p:nvPr/>
          </p:nvSpPr>
          <p:spPr bwMode="auto">
            <a:xfrm>
              <a:off x="2357" y="1385"/>
              <a:ext cx="551" cy="109"/>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sp>
          <p:nvSpPr>
            <p:cNvPr id="68674" name="Rectangle 410">
              <a:extLst>
                <a:ext uri="{FF2B5EF4-FFF2-40B4-BE49-F238E27FC236}">
                  <a16:creationId xmlns:a16="http://schemas.microsoft.com/office/drawing/2014/main" id="{75480094-882F-4654-930D-469DB59FA09D}"/>
                </a:ext>
              </a:extLst>
            </p:cNvPr>
            <p:cNvSpPr>
              <a:spLocks noChangeArrowheads="1"/>
            </p:cNvSpPr>
            <p:nvPr/>
          </p:nvSpPr>
          <p:spPr bwMode="auto">
            <a:xfrm>
              <a:off x="2357" y="1374"/>
              <a:ext cx="554" cy="66"/>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latin typeface="Times New Roman" panose="02020603050405020304" pitchFamily="18" charset="0"/>
                <a:cs typeface="Arial" panose="020B0604020202020204" pitchFamily="34" charset="0"/>
              </a:endParaRPr>
            </a:p>
          </p:txBody>
        </p:sp>
        <p:sp>
          <p:nvSpPr>
            <p:cNvPr id="68675" name="Oval 411">
              <a:extLst>
                <a:ext uri="{FF2B5EF4-FFF2-40B4-BE49-F238E27FC236}">
                  <a16:creationId xmlns:a16="http://schemas.microsoft.com/office/drawing/2014/main" id="{31893BAD-5715-4746-B6FA-472A52888F60}"/>
                </a:ext>
              </a:extLst>
            </p:cNvPr>
            <p:cNvSpPr>
              <a:spLocks noChangeArrowheads="1"/>
            </p:cNvSpPr>
            <p:nvPr/>
          </p:nvSpPr>
          <p:spPr bwMode="auto">
            <a:xfrm>
              <a:off x="2356" y="1300"/>
              <a:ext cx="551" cy="127"/>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grpSp>
          <p:nvGrpSpPr>
            <p:cNvPr id="68676" name="Group 31">
              <a:extLst>
                <a:ext uri="{FF2B5EF4-FFF2-40B4-BE49-F238E27FC236}">
                  <a16:creationId xmlns:a16="http://schemas.microsoft.com/office/drawing/2014/main" id="{449C1C99-21EA-43F4-ACD9-762B6AC8BEE2}"/>
                </a:ext>
              </a:extLst>
            </p:cNvPr>
            <p:cNvGrpSpPr>
              <a:grpSpLocks/>
            </p:cNvGrpSpPr>
            <p:nvPr/>
          </p:nvGrpSpPr>
          <p:grpSpPr bwMode="auto">
            <a:xfrm>
              <a:off x="2468" y="1332"/>
              <a:ext cx="310" cy="60"/>
              <a:chOff x="2468" y="1332"/>
              <a:chExt cx="310" cy="60"/>
            </a:xfrm>
          </p:grpSpPr>
          <p:sp>
            <p:nvSpPr>
              <p:cNvPr id="68679" name="Freeform 32">
                <a:extLst>
                  <a:ext uri="{FF2B5EF4-FFF2-40B4-BE49-F238E27FC236}">
                    <a16:creationId xmlns:a16="http://schemas.microsoft.com/office/drawing/2014/main" id="{89020419-8537-4384-A0CA-4276C89EDC21}"/>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68680" name="Freeform 33">
                <a:extLst>
                  <a:ext uri="{FF2B5EF4-FFF2-40B4-BE49-F238E27FC236}">
                    <a16:creationId xmlns:a16="http://schemas.microsoft.com/office/drawing/2014/main" id="{945B0C3E-1C78-4B92-8FAC-FB8BD9E3280D}"/>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sp>
          <p:nvSpPr>
            <p:cNvPr id="68677" name="Line 34">
              <a:extLst>
                <a:ext uri="{FF2B5EF4-FFF2-40B4-BE49-F238E27FC236}">
                  <a16:creationId xmlns:a16="http://schemas.microsoft.com/office/drawing/2014/main" id="{F2D00E83-1BE0-4509-B1E2-BC9185C66E07}"/>
                </a:ext>
              </a:extLst>
            </p:cNvPr>
            <p:cNvSpPr>
              <a:spLocks noChangeShapeType="1"/>
            </p:cNvSpPr>
            <p:nvPr/>
          </p:nvSpPr>
          <p:spPr bwMode="auto">
            <a:xfrm>
              <a:off x="2357" y="1361"/>
              <a:ext cx="0" cy="8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8678" name="Line 35">
              <a:extLst>
                <a:ext uri="{FF2B5EF4-FFF2-40B4-BE49-F238E27FC236}">
                  <a16:creationId xmlns:a16="http://schemas.microsoft.com/office/drawing/2014/main" id="{C9BAA525-D6BB-49F3-958F-6F71872193D5}"/>
                </a:ext>
              </a:extLst>
            </p:cNvPr>
            <p:cNvSpPr>
              <a:spLocks noChangeShapeType="1"/>
            </p:cNvSpPr>
            <p:nvPr/>
          </p:nvSpPr>
          <p:spPr bwMode="auto">
            <a:xfrm>
              <a:off x="2907" y="1363"/>
              <a:ext cx="0" cy="8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68634" name="Group 36">
            <a:extLst>
              <a:ext uri="{FF2B5EF4-FFF2-40B4-BE49-F238E27FC236}">
                <a16:creationId xmlns:a16="http://schemas.microsoft.com/office/drawing/2014/main" id="{6D13C121-2115-4160-BC5A-6D4A366DB056}"/>
              </a:ext>
            </a:extLst>
          </p:cNvPr>
          <p:cNvGrpSpPr>
            <a:grpSpLocks/>
          </p:cNvGrpSpPr>
          <p:nvPr/>
        </p:nvGrpSpPr>
        <p:grpSpPr bwMode="auto">
          <a:xfrm>
            <a:off x="6069014" y="5808664"/>
            <a:ext cx="617537" cy="250825"/>
            <a:chOff x="2356" y="1300"/>
            <a:chExt cx="555" cy="194"/>
          </a:xfrm>
        </p:grpSpPr>
        <p:sp>
          <p:nvSpPr>
            <p:cNvPr id="68665" name="Oval 407">
              <a:extLst>
                <a:ext uri="{FF2B5EF4-FFF2-40B4-BE49-F238E27FC236}">
                  <a16:creationId xmlns:a16="http://schemas.microsoft.com/office/drawing/2014/main" id="{2FC138ED-FAF1-4FE5-ABBA-13EC2BE65054}"/>
                </a:ext>
              </a:extLst>
            </p:cNvPr>
            <p:cNvSpPr>
              <a:spLocks noChangeArrowheads="1"/>
            </p:cNvSpPr>
            <p:nvPr/>
          </p:nvSpPr>
          <p:spPr bwMode="auto">
            <a:xfrm>
              <a:off x="2357" y="1385"/>
              <a:ext cx="551" cy="109"/>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sp>
          <p:nvSpPr>
            <p:cNvPr id="68666" name="Rectangle 410">
              <a:extLst>
                <a:ext uri="{FF2B5EF4-FFF2-40B4-BE49-F238E27FC236}">
                  <a16:creationId xmlns:a16="http://schemas.microsoft.com/office/drawing/2014/main" id="{E3DF0DB7-D82F-4AD2-BE11-BFE20815E2EA}"/>
                </a:ext>
              </a:extLst>
            </p:cNvPr>
            <p:cNvSpPr>
              <a:spLocks noChangeArrowheads="1"/>
            </p:cNvSpPr>
            <p:nvPr/>
          </p:nvSpPr>
          <p:spPr bwMode="auto">
            <a:xfrm>
              <a:off x="2357" y="1374"/>
              <a:ext cx="554" cy="66"/>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latin typeface="Times New Roman" panose="02020603050405020304" pitchFamily="18" charset="0"/>
                <a:cs typeface="Arial" panose="020B0604020202020204" pitchFamily="34" charset="0"/>
              </a:endParaRPr>
            </a:p>
          </p:txBody>
        </p:sp>
        <p:sp>
          <p:nvSpPr>
            <p:cNvPr id="68667" name="Oval 411">
              <a:extLst>
                <a:ext uri="{FF2B5EF4-FFF2-40B4-BE49-F238E27FC236}">
                  <a16:creationId xmlns:a16="http://schemas.microsoft.com/office/drawing/2014/main" id="{679E660F-ECC8-463B-901F-5E21EF0C84D7}"/>
                </a:ext>
              </a:extLst>
            </p:cNvPr>
            <p:cNvSpPr>
              <a:spLocks noChangeArrowheads="1"/>
            </p:cNvSpPr>
            <p:nvPr/>
          </p:nvSpPr>
          <p:spPr bwMode="auto">
            <a:xfrm>
              <a:off x="2356" y="1300"/>
              <a:ext cx="551" cy="127"/>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grpSp>
          <p:nvGrpSpPr>
            <p:cNvPr id="68668" name="Group 40">
              <a:extLst>
                <a:ext uri="{FF2B5EF4-FFF2-40B4-BE49-F238E27FC236}">
                  <a16:creationId xmlns:a16="http://schemas.microsoft.com/office/drawing/2014/main" id="{A8D0EB19-D1BE-4607-A50F-A4BEF66FA7CF}"/>
                </a:ext>
              </a:extLst>
            </p:cNvPr>
            <p:cNvGrpSpPr>
              <a:grpSpLocks/>
            </p:cNvGrpSpPr>
            <p:nvPr/>
          </p:nvGrpSpPr>
          <p:grpSpPr bwMode="auto">
            <a:xfrm>
              <a:off x="2468" y="1332"/>
              <a:ext cx="310" cy="60"/>
              <a:chOff x="2468" y="1332"/>
              <a:chExt cx="310" cy="60"/>
            </a:xfrm>
          </p:grpSpPr>
          <p:sp>
            <p:nvSpPr>
              <p:cNvPr id="68671" name="Freeform 41">
                <a:extLst>
                  <a:ext uri="{FF2B5EF4-FFF2-40B4-BE49-F238E27FC236}">
                    <a16:creationId xmlns:a16="http://schemas.microsoft.com/office/drawing/2014/main" id="{6E5BB2B4-63F6-492F-B3AF-A94EF9925824}"/>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68672" name="Freeform 42">
                <a:extLst>
                  <a:ext uri="{FF2B5EF4-FFF2-40B4-BE49-F238E27FC236}">
                    <a16:creationId xmlns:a16="http://schemas.microsoft.com/office/drawing/2014/main" id="{FC3EEF7B-2506-4F2A-A314-BFEF17F2B63B}"/>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sp>
          <p:nvSpPr>
            <p:cNvPr id="68669" name="Line 43">
              <a:extLst>
                <a:ext uri="{FF2B5EF4-FFF2-40B4-BE49-F238E27FC236}">
                  <a16:creationId xmlns:a16="http://schemas.microsoft.com/office/drawing/2014/main" id="{46A5E708-D72E-491B-9BA3-749BD7106673}"/>
                </a:ext>
              </a:extLst>
            </p:cNvPr>
            <p:cNvSpPr>
              <a:spLocks noChangeShapeType="1"/>
            </p:cNvSpPr>
            <p:nvPr/>
          </p:nvSpPr>
          <p:spPr bwMode="auto">
            <a:xfrm>
              <a:off x="2357" y="1361"/>
              <a:ext cx="0" cy="8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8670" name="Line 44">
              <a:extLst>
                <a:ext uri="{FF2B5EF4-FFF2-40B4-BE49-F238E27FC236}">
                  <a16:creationId xmlns:a16="http://schemas.microsoft.com/office/drawing/2014/main" id="{84A2F173-697A-4F74-A6B3-580991D7C5B8}"/>
                </a:ext>
              </a:extLst>
            </p:cNvPr>
            <p:cNvSpPr>
              <a:spLocks noChangeShapeType="1"/>
            </p:cNvSpPr>
            <p:nvPr/>
          </p:nvSpPr>
          <p:spPr bwMode="auto">
            <a:xfrm>
              <a:off x="2907" y="1363"/>
              <a:ext cx="0" cy="8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68635" name="Group 45">
            <a:extLst>
              <a:ext uri="{FF2B5EF4-FFF2-40B4-BE49-F238E27FC236}">
                <a16:creationId xmlns:a16="http://schemas.microsoft.com/office/drawing/2014/main" id="{28B40BC0-8241-4946-9B0E-A0127727C6A9}"/>
              </a:ext>
            </a:extLst>
          </p:cNvPr>
          <p:cNvGrpSpPr>
            <a:grpSpLocks/>
          </p:cNvGrpSpPr>
          <p:nvPr/>
        </p:nvGrpSpPr>
        <p:grpSpPr bwMode="auto">
          <a:xfrm>
            <a:off x="4918075" y="6018214"/>
            <a:ext cx="617538" cy="250825"/>
            <a:chOff x="2356" y="1300"/>
            <a:chExt cx="555" cy="194"/>
          </a:xfrm>
        </p:grpSpPr>
        <p:sp>
          <p:nvSpPr>
            <p:cNvPr id="68657" name="Oval 407">
              <a:extLst>
                <a:ext uri="{FF2B5EF4-FFF2-40B4-BE49-F238E27FC236}">
                  <a16:creationId xmlns:a16="http://schemas.microsoft.com/office/drawing/2014/main" id="{7B44CC59-26D6-416D-BD8D-E21D58C767B6}"/>
                </a:ext>
              </a:extLst>
            </p:cNvPr>
            <p:cNvSpPr>
              <a:spLocks noChangeArrowheads="1"/>
            </p:cNvSpPr>
            <p:nvPr/>
          </p:nvSpPr>
          <p:spPr bwMode="auto">
            <a:xfrm>
              <a:off x="2357" y="1385"/>
              <a:ext cx="551" cy="109"/>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sp>
          <p:nvSpPr>
            <p:cNvPr id="68658" name="Rectangle 410">
              <a:extLst>
                <a:ext uri="{FF2B5EF4-FFF2-40B4-BE49-F238E27FC236}">
                  <a16:creationId xmlns:a16="http://schemas.microsoft.com/office/drawing/2014/main" id="{4167DD1E-1BCD-408E-A0C2-22BA8C570481}"/>
                </a:ext>
              </a:extLst>
            </p:cNvPr>
            <p:cNvSpPr>
              <a:spLocks noChangeArrowheads="1"/>
            </p:cNvSpPr>
            <p:nvPr/>
          </p:nvSpPr>
          <p:spPr bwMode="auto">
            <a:xfrm>
              <a:off x="2357" y="1374"/>
              <a:ext cx="554" cy="66"/>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latin typeface="Times New Roman" panose="02020603050405020304" pitchFamily="18" charset="0"/>
                <a:cs typeface="Arial" panose="020B0604020202020204" pitchFamily="34" charset="0"/>
              </a:endParaRPr>
            </a:p>
          </p:txBody>
        </p:sp>
        <p:sp>
          <p:nvSpPr>
            <p:cNvPr id="68659" name="Oval 411">
              <a:extLst>
                <a:ext uri="{FF2B5EF4-FFF2-40B4-BE49-F238E27FC236}">
                  <a16:creationId xmlns:a16="http://schemas.microsoft.com/office/drawing/2014/main" id="{90F7CD41-3970-4322-BB38-8ED46DC0F1AF}"/>
                </a:ext>
              </a:extLst>
            </p:cNvPr>
            <p:cNvSpPr>
              <a:spLocks noChangeArrowheads="1"/>
            </p:cNvSpPr>
            <p:nvPr/>
          </p:nvSpPr>
          <p:spPr bwMode="auto">
            <a:xfrm>
              <a:off x="2356" y="1300"/>
              <a:ext cx="551" cy="127"/>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grpSp>
          <p:nvGrpSpPr>
            <p:cNvPr id="68660" name="Group 49">
              <a:extLst>
                <a:ext uri="{FF2B5EF4-FFF2-40B4-BE49-F238E27FC236}">
                  <a16:creationId xmlns:a16="http://schemas.microsoft.com/office/drawing/2014/main" id="{AC2C47AF-9ED8-4A89-86DB-6F8632BC7CAF}"/>
                </a:ext>
              </a:extLst>
            </p:cNvPr>
            <p:cNvGrpSpPr>
              <a:grpSpLocks/>
            </p:cNvGrpSpPr>
            <p:nvPr/>
          </p:nvGrpSpPr>
          <p:grpSpPr bwMode="auto">
            <a:xfrm>
              <a:off x="2468" y="1332"/>
              <a:ext cx="310" cy="60"/>
              <a:chOff x="2468" y="1332"/>
              <a:chExt cx="310" cy="60"/>
            </a:xfrm>
          </p:grpSpPr>
          <p:sp>
            <p:nvSpPr>
              <p:cNvPr id="68663" name="Freeform 50">
                <a:extLst>
                  <a:ext uri="{FF2B5EF4-FFF2-40B4-BE49-F238E27FC236}">
                    <a16:creationId xmlns:a16="http://schemas.microsoft.com/office/drawing/2014/main" id="{7DEED04B-BF0F-4A2C-B9C3-A80C69E01949}"/>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68664" name="Freeform 51">
                <a:extLst>
                  <a:ext uri="{FF2B5EF4-FFF2-40B4-BE49-F238E27FC236}">
                    <a16:creationId xmlns:a16="http://schemas.microsoft.com/office/drawing/2014/main" id="{50138797-276D-449B-965A-4FF64F6BFCEF}"/>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sp>
          <p:nvSpPr>
            <p:cNvPr id="68661" name="Line 52">
              <a:extLst>
                <a:ext uri="{FF2B5EF4-FFF2-40B4-BE49-F238E27FC236}">
                  <a16:creationId xmlns:a16="http://schemas.microsoft.com/office/drawing/2014/main" id="{63FD217D-6500-4EE9-8421-ED35CF7D66EA}"/>
                </a:ext>
              </a:extLst>
            </p:cNvPr>
            <p:cNvSpPr>
              <a:spLocks noChangeShapeType="1"/>
            </p:cNvSpPr>
            <p:nvPr/>
          </p:nvSpPr>
          <p:spPr bwMode="auto">
            <a:xfrm>
              <a:off x="2357" y="1361"/>
              <a:ext cx="0" cy="8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8662" name="Line 53">
              <a:extLst>
                <a:ext uri="{FF2B5EF4-FFF2-40B4-BE49-F238E27FC236}">
                  <a16:creationId xmlns:a16="http://schemas.microsoft.com/office/drawing/2014/main" id="{4E2FBC6C-5301-4F05-857C-4C79D0BF93EA}"/>
                </a:ext>
              </a:extLst>
            </p:cNvPr>
            <p:cNvSpPr>
              <a:spLocks noChangeShapeType="1"/>
            </p:cNvSpPr>
            <p:nvPr/>
          </p:nvSpPr>
          <p:spPr bwMode="auto">
            <a:xfrm>
              <a:off x="2907" y="1363"/>
              <a:ext cx="0" cy="8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68636" name="Group 54">
            <a:extLst>
              <a:ext uri="{FF2B5EF4-FFF2-40B4-BE49-F238E27FC236}">
                <a16:creationId xmlns:a16="http://schemas.microsoft.com/office/drawing/2014/main" id="{5425D519-DEE0-47F8-88D6-A2A966C87726}"/>
              </a:ext>
            </a:extLst>
          </p:cNvPr>
          <p:cNvGrpSpPr>
            <a:grpSpLocks/>
          </p:cNvGrpSpPr>
          <p:nvPr/>
        </p:nvGrpSpPr>
        <p:grpSpPr bwMode="auto">
          <a:xfrm>
            <a:off x="3916364" y="5772151"/>
            <a:ext cx="617537" cy="250825"/>
            <a:chOff x="2356" y="1300"/>
            <a:chExt cx="555" cy="194"/>
          </a:xfrm>
        </p:grpSpPr>
        <p:sp>
          <p:nvSpPr>
            <p:cNvPr id="68649" name="Oval 407">
              <a:extLst>
                <a:ext uri="{FF2B5EF4-FFF2-40B4-BE49-F238E27FC236}">
                  <a16:creationId xmlns:a16="http://schemas.microsoft.com/office/drawing/2014/main" id="{524C841F-4FBE-476B-927C-7E3D2F701AAB}"/>
                </a:ext>
              </a:extLst>
            </p:cNvPr>
            <p:cNvSpPr>
              <a:spLocks noChangeArrowheads="1"/>
            </p:cNvSpPr>
            <p:nvPr/>
          </p:nvSpPr>
          <p:spPr bwMode="auto">
            <a:xfrm>
              <a:off x="2357" y="1385"/>
              <a:ext cx="551" cy="109"/>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sp>
          <p:nvSpPr>
            <p:cNvPr id="68650" name="Rectangle 410">
              <a:extLst>
                <a:ext uri="{FF2B5EF4-FFF2-40B4-BE49-F238E27FC236}">
                  <a16:creationId xmlns:a16="http://schemas.microsoft.com/office/drawing/2014/main" id="{2640CB13-0FC2-4D4C-879D-4085D54337E1}"/>
                </a:ext>
              </a:extLst>
            </p:cNvPr>
            <p:cNvSpPr>
              <a:spLocks noChangeArrowheads="1"/>
            </p:cNvSpPr>
            <p:nvPr/>
          </p:nvSpPr>
          <p:spPr bwMode="auto">
            <a:xfrm>
              <a:off x="2357" y="1374"/>
              <a:ext cx="554" cy="66"/>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latin typeface="Times New Roman" panose="02020603050405020304" pitchFamily="18" charset="0"/>
                <a:cs typeface="Arial" panose="020B0604020202020204" pitchFamily="34" charset="0"/>
              </a:endParaRPr>
            </a:p>
          </p:txBody>
        </p:sp>
        <p:sp>
          <p:nvSpPr>
            <p:cNvPr id="68651" name="Oval 411">
              <a:extLst>
                <a:ext uri="{FF2B5EF4-FFF2-40B4-BE49-F238E27FC236}">
                  <a16:creationId xmlns:a16="http://schemas.microsoft.com/office/drawing/2014/main" id="{A8FF3681-7025-4196-AF30-B94839FB552F}"/>
                </a:ext>
              </a:extLst>
            </p:cNvPr>
            <p:cNvSpPr>
              <a:spLocks noChangeArrowheads="1"/>
            </p:cNvSpPr>
            <p:nvPr/>
          </p:nvSpPr>
          <p:spPr bwMode="auto">
            <a:xfrm>
              <a:off x="2356" y="1300"/>
              <a:ext cx="551" cy="127"/>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grpSp>
          <p:nvGrpSpPr>
            <p:cNvPr id="68652" name="Group 58">
              <a:extLst>
                <a:ext uri="{FF2B5EF4-FFF2-40B4-BE49-F238E27FC236}">
                  <a16:creationId xmlns:a16="http://schemas.microsoft.com/office/drawing/2014/main" id="{1ADD85F7-DB83-4A7C-A137-20900A274C44}"/>
                </a:ext>
              </a:extLst>
            </p:cNvPr>
            <p:cNvGrpSpPr>
              <a:grpSpLocks/>
            </p:cNvGrpSpPr>
            <p:nvPr/>
          </p:nvGrpSpPr>
          <p:grpSpPr bwMode="auto">
            <a:xfrm>
              <a:off x="2468" y="1332"/>
              <a:ext cx="310" cy="60"/>
              <a:chOff x="2468" y="1332"/>
              <a:chExt cx="310" cy="60"/>
            </a:xfrm>
          </p:grpSpPr>
          <p:sp>
            <p:nvSpPr>
              <p:cNvPr id="68655" name="Freeform 59">
                <a:extLst>
                  <a:ext uri="{FF2B5EF4-FFF2-40B4-BE49-F238E27FC236}">
                    <a16:creationId xmlns:a16="http://schemas.microsoft.com/office/drawing/2014/main" id="{B78A8370-27F3-40C6-B256-612E4127935E}"/>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68656" name="Freeform 60">
                <a:extLst>
                  <a:ext uri="{FF2B5EF4-FFF2-40B4-BE49-F238E27FC236}">
                    <a16:creationId xmlns:a16="http://schemas.microsoft.com/office/drawing/2014/main" id="{50DFCD3C-8F5F-40A9-A0E3-5C4DFD12FDE5}"/>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sp>
          <p:nvSpPr>
            <p:cNvPr id="68653" name="Line 61">
              <a:extLst>
                <a:ext uri="{FF2B5EF4-FFF2-40B4-BE49-F238E27FC236}">
                  <a16:creationId xmlns:a16="http://schemas.microsoft.com/office/drawing/2014/main" id="{8F461A2A-3F80-448A-99B1-3B78E35BCF7C}"/>
                </a:ext>
              </a:extLst>
            </p:cNvPr>
            <p:cNvSpPr>
              <a:spLocks noChangeShapeType="1"/>
            </p:cNvSpPr>
            <p:nvPr/>
          </p:nvSpPr>
          <p:spPr bwMode="auto">
            <a:xfrm>
              <a:off x="2357" y="1361"/>
              <a:ext cx="0" cy="8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8654" name="Line 62">
              <a:extLst>
                <a:ext uri="{FF2B5EF4-FFF2-40B4-BE49-F238E27FC236}">
                  <a16:creationId xmlns:a16="http://schemas.microsoft.com/office/drawing/2014/main" id="{A5FE9684-1683-4562-A926-F10851675C1F}"/>
                </a:ext>
              </a:extLst>
            </p:cNvPr>
            <p:cNvSpPr>
              <a:spLocks noChangeShapeType="1"/>
            </p:cNvSpPr>
            <p:nvPr/>
          </p:nvSpPr>
          <p:spPr bwMode="auto">
            <a:xfrm>
              <a:off x="2907" y="1363"/>
              <a:ext cx="0" cy="8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68637" name="Group 63">
            <a:extLst>
              <a:ext uri="{FF2B5EF4-FFF2-40B4-BE49-F238E27FC236}">
                <a16:creationId xmlns:a16="http://schemas.microsoft.com/office/drawing/2014/main" id="{106B0FFD-8CE8-4062-9594-E1584C47C09E}"/>
              </a:ext>
            </a:extLst>
          </p:cNvPr>
          <p:cNvGrpSpPr>
            <a:grpSpLocks/>
          </p:cNvGrpSpPr>
          <p:nvPr/>
        </p:nvGrpSpPr>
        <p:grpSpPr bwMode="auto">
          <a:xfrm>
            <a:off x="3041650" y="6038851"/>
            <a:ext cx="617538" cy="250825"/>
            <a:chOff x="2356" y="1300"/>
            <a:chExt cx="555" cy="194"/>
          </a:xfrm>
        </p:grpSpPr>
        <p:sp>
          <p:nvSpPr>
            <p:cNvPr id="68641" name="Oval 407">
              <a:extLst>
                <a:ext uri="{FF2B5EF4-FFF2-40B4-BE49-F238E27FC236}">
                  <a16:creationId xmlns:a16="http://schemas.microsoft.com/office/drawing/2014/main" id="{A73CBC27-4F31-4119-B9A4-43457DFBE81D}"/>
                </a:ext>
              </a:extLst>
            </p:cNvPr>
            <p:cNvSpPr>
              <a:spLocks noChangeArrowheads="1"/>
            </p:cNvSpPr>
            <p:nvPr/>
          </p:nvSpPr>
          <p:spPr bwMode="auto">
            <a:xfrm>
              <a:off x="2357" y="1385"/>
              <a:ext cx="551" cy="109"/>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sp>
          <p:nvSpPr>
            <p:cNvPr id="68642" name="Rectangle 410">
              <a:extLst>
                <a:ext uri="{FF2B5EF4-FFF2-40B4-BE49-F238E27FC236}">
                  <a16:creationId xmlns:a16="http://schemas.microsoft.com/office/drawing/2014/main" id="{8051D8F7-8D0B-435C-BD20-F676C62A7245}"/>
                </a:ext>
              </a:extLst>
            </p:cNvPr>
            <p:cNvSpPr>
              <a:spLocks noChangeArrowheads="1"/>
            </p:cNvSpPr>
            <p:nvPr/>
          </p:nvSpPr>
          <p:spPr bwMode="auto">
            <a:xfrm>
              <a:off x="2357" y="1374"/>
              <a:ext cx="554" cy="66"/>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latin typeface="Times New Roman" panose="02020603050405020304" pitchFamily="18" charset="0"/>
                <a:cs typeface="Arial" panose="020B0604020202020204" pitchFamily="34" charset="0"/>
              </a:endParaRPr>
            </a:p>
          </p:txBody>
        </p:sp>
        <p:sp>
          <p:nvSpPr>
            <p:cNvPr id="68643" name="Oval 411">
              <a:extLst>
                <a:ext uri="{FF2B5EF4-FFF2-40B4-BE49-F238E27FC236}">
                  <a16:creationId xmlns:a16="http://schemas.microsoft.com/office/drawing/2014/main" id="{14E035BB-6F7B-4462-95D7-2CB5C14D56DD}"/>
                </a:ext>
              </a:extLst>
            </p:cNvPr>
            <p:cNvSpPr>
              <a:spLocks noChangeArrowheads="1"/>
            </p:cNvSpPr>
            <p:nvPr/>
          </p:nvSpPr>
          <p:spPr bwMode="auto">
            <a:xfrm>
              <a:off x="2356" y="1300"/>
              <a:ext cx="551" cy="127"/>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grpSp>
          <p:nvGrpSpPr>
            <p:cNvPr id="68644" name="Group 67">
              <a:extLst>
                <a:ext uri="{FF2B5EF4-FFF2-40B4-BE49-F238E27FC236}">
                  <a16:creationId xmlns:a16="http://schemas.microsoft.com/office/drawing/2014/main" id="{8571143C-78F5-4AD5-8518-26C1C84B636D}"/>
                </a:ext>
              </a:extLst>
            </p:cNvPr>
            <p:cNvGrpSpPr>
              <a:grpSpLocks/>
            </p:cNvGrpSpPr>
            <p:nvPr/>
          </p:nvGrpSpPr>
          <p:grpSpPr bwMode="auto">
            <a:xfrm>
              <a:off x="2468" y="1332"/>
              <a:ext cx="310" cy="60"/>
              <a:chOff x="2468" y="1332"/>
              <a:chExt cx="310" cy="60"/>
            </a:xfrm>
          </p:grpSpPr>
          <p:sp>
            <p:nvSpPr>
              <p:cNvPr id="68647" name="Freeform 68">
                <a:extLst>
                  <a:ext uri="{FF2B5EF4-FFF2-40B4-BE49-F238E27FC236}">
                    <a16:creationId xmlns:a16="http://schemas.microsoft.com/office/drawing/2014/main" id="{130FCF27-D405-4D51-AFCA-C1BB84FF737F}"/>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68648" name="Freeform 69">
                <a:extLst>
                  <a:ext uri="{FF2B5EF4-FFF2-40B4-BE49-F238E27FC236}">
                    <a16:creationId xmlns:a16="http://schemas.microsoft.com/office/drawing/2014/main" id="{2E1DD926-81EB-4838-AEAA-C6CF642F6F0D}"/>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sp>
          <p:nvSpPr>
            <p:cNvPr id="68645" name="Line 70">
              <a:extLst>
                <a:ext uri="{FF2B5EF4-FFF2-40B4-BE49-F238E27FC236}">
                  <a16:creationId xmlns:a16="http://schemas.microsoft.com/office/drawing/2014/main" id="{EA492EF5-AE98-41E7-9C5F-3F4DEF449BC7}"/>
                </a:ext>
              </a:extLst>
            </p:cNvPr>
            <p:cNvSpPr>
              <a:spLocks noChangeShapeType="1"/>
            </p:cNvSpPr>
            <p:nvPr/>
          </p:nvSpPr>
          <p:spPr bwMode="auto">
            <a:xfrm>
              <a:off x="2357" y="1361"/>
              <a:ext cx="0" cy="8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8646" name="Line 71">
              <a:extLst>
                <a:ext uri="{FF2B5EF4-FFF2-40B4-BE49-F238E27FC236}">
                  <a16:creationId xmlns:a16="http://schemas.microsoft.com/office/drawing/2014/main" id="{85977DF4-25A4-4E20-A426-2480A40A1DEA}"/>
                </a:ext>
              </a:extLst>
            </p:cNvPr>
            <p:cNvSpPr>
              <a:spLocks noChangeShapeType="1"/>
            </p:cNvSpPr>
            <p:nvPr/>
          </p:nvSpPr>
          <p:spPr bwMode="auto">
            <a:xfrm>
              <a:off x="2907" y="1363"/>
              <a:ext cx="0" cy="8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83247" name="Freeform 303">
            <a:extLst>
              <a:ext uri="{FF2B5EF4-FFF2-40B4-BE49-F238E27FC236}">
                <a16:creationId xmlns:a16="http://schemas.microsoft.com/office/drawing/2014/main" id="{44226802-53D7-4512-88E0-3848479E47F6}"/>
              </a:ext>
            </a:extLst>
          </p:cNvPr>
          <p:cNvSpPr>
            <a:spLocks/>
          </p:cNvSpPr>
          <p:nvPr/>
        </p:nvSpPr>
        <p:spPr bwMode="auto">
          <a:xfrm>
            <a:off x="2781300" y="5826126"/>
            <a:ext cx="2247900" cy="403225"/>
          </a:xfrm>
          <a:custGeom>
            <a:avLst/>
            <a:gdLst>
              <a:gd name="T0" fmla="*/ 2147483647 w 1416"/>
              <a:gd name="T1" fmla="*/ 2147483647 h 254"/>
              <a:gd name="T2" fmla="*/ 2147483647 w 1416"/>
              <a:gd name="T3" fmla="*/ 2147483647 h 254"/>
              <a:gd name="T4" fmla="*/ 2147483647 w 1416"/>
              <a:gd name="T5" fmla="*/ 2147483647 h 254"/>
              <a:gd name="T6" fmla="*/ 2147483647 w 1416"/>
              <a:gd name="T7" fmla="*/ 2147483647 h 254"/>
              <a:gd name="T8" fmla="*/ 2147483647 w 1416"/>
              <a:gd name="T9" fmla="*/ 2147483647 h 254"/>
              <a:gd name="T10" fmla="*/ 2147483647 w 1416"/>
              <a:gd name="T11" fmla="*/ 2147483647 h 254"/>
              <a:gd name="T12" fmla="*/ 0 w 1416"/>
              <a:gd name="T13" fmla="*/ 2147483647 h 254"/>
              <a:gd name="T14" fmla="*/ 0 60000 65536"/>
              <a:gd name="T15" fmla="*/ 0 60000 65536"/>
              <a:gd name="T16" fmla="*/ 0 60000 65536"/>
              <a:gd name="T17" fmla="*/ 0 60000 65536"/>
              <a:gd name="T18" fmla="*/ 0 60000 65536"/>
              <a:gd name="T19" fmla="*/ 0 60000 65536"/>
              <a:gd name="T20" fmla="*/ 0 60000 65536"/>
              <a:gd name="T21" fmla="*/ 0 w 1416"/>
              <a:gd name="T22" fmla="*/ 0 h 254"/>
              <a:gd name="T23" fmla="*/ 1416 w 1416"/>
              <a:gd name="T24" fmla="*/ 254 h 25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16" h="254">
                <a:moveTo>
                  <a:pt x="76" y="30"/>
                </a:moveTo>
                <a:cubicBezTo>
                  <a:pt x="137" y="11"/>
                  <a:pt x="200" y="170"/>
                  <a:pt x="324" y="170"/>
                </a:cubicBezTo>
                <a:cubicBezTo>
                  <a:pt x="461" y="165"/>
                  <a:pt x="717" y="0"/>
                  <a:pt x="896" y="2"/>
                </a:cubicBezTo>
                <a:cubicBezTo>
                  <a:pt x="1075" y="4"/>
                  <a:pt x="1416" y="122"/>
                  <a:pt x="1400" y="182"/>
                </a:cubicBezTo>
                <a:cubicBezTo>
                  <a:pt x="1384" y="242"/>
                  <a:pt x="1073" y="63"/>
                  <a:pt x="896" y="74"/>
                </a:cubicBezTo>
                <a:cubicBezTo>
                  <a:pt x="719" y="85"/>
                  <a:pt x="489" y="254"/>
                  <a:pt x="340" y="250"/>
                </a:cubicBezTo>
                <a:cubicBezTo>
                  <a:pt x="191" y="246"/>
                  <a:pt x="62" y="32"/>
                  <a:pt x="0" y="50"/>
                </a:cubicBezTo>
              </a:path>
            </a:pathLst>
          </a:custGeom>
          <a:noFill/>
          <a:ln w="28575">
            <a:solidFill>
              <a:srgbClr val="CC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83243" name="Freeform 299">
            <a:extLst>
              <a:ext uri="{FF2B5EF4-FFF2-40B4-BE49-F238E27FC236}">
                <a16:creationId xmlns:a16="http://schemas.microsoft.com/office/drawing/2014/main" id="{A983FD4F-F5E7-4C8E-B478-7ECB15852AA0}"/>
              </a:ext>
            </a:extLst>
          </p:cNvPr>
          <p:cNvSpPr>
            <a:spLocks/>
          </p:cNvSpPr>
          <p:nvPr/>
        </p:nvSpPr>
        <p:spPr bwMode="auto">
          <a:xfrm>
            <a:off x="2813050" y="5862638"/>
            <a:ext cx="419100" cy="419100"/>
          </a:xfrm>
          <a:custGeom>
            <a:avLst/>
            <a:gdLst>
              <a:gd name="T0" fmla="*/ 2147483647 w 264"/>
              <a:gd name="T1" fmla="*/ 0 h 264"/>
              <a:gd name="T2" fmla="*/ 2147483647 w 264"/>
              <a:gd name="T3" fmla="*/ 2147483647 h 264"/>
              <a:gd name="T4" fmla="*/ 0 w 264"/>
              <a:gd name="T5" fmla="*/ 2147483647 h 264"/>
              <a:gd name="T6" fmla="*/ 0 60000 65536"/>
              <a:gd name="T7" fmla="*/ 0 60000 65536"/>
              <a:gd name="T8" fmla="*/ 0 60000 65536"/>
              <a:gd name="T9" fmla="*/ 0 w 264"/>
              <a:gd name="T10" fmla="*/ 0 h 264"/>
              <a:gd name="T11" fmla="*/ 264 w 264"/>
              <a:gd name="T12" fmla="*/ 264 h 264"/>
            </a:gdLst>
            <a:ahLst/>
            <a:cxnLst>
              <a:cxn ang="T6">
                <a:pos x="T0" y="T1"/>
              </a:cxn>
              <a:cxn ang="T7">
                <a:pos x="T2" y="T3"/>
              </a:cxn>
              <a:cxn ang="T8">
                <a:pos x="T4" y="T5"/>
              </a:cxn>
            </a:cxnLst>
            <a:rect l="T9" t="T10" r="T11" b="T12"/>
            <a:pathLst>
              <a:path w="264" h="264">
                <a:moveTo>
                  <a:pt x="60" y="0"/>
                </a:moveTo>
                <a:cubicBezTo>
                  <a:pt x="86" y="31"/>
                  <a:pt x="264" y="176"/>
                  <a:pt x="228" y="220"/>
                </a:cubicBezTo>
                <a:cubicBezTo>
                  <a:pt x="192" y="264"/>
                  <a:pt x="60" y="109"/>
                  <a:pt x="0" y="88"/>
                </a:cubicBezTo>
              </a:path>
            </a:pathLst>
          </a:custGeom>
          <a:noFill/>
          <a:ln w="28575">
            <a:solidFill>
              <a:srgbClr val="CC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83245" name="Freeform 301">
            <a:extLst>
              <a:ext uri="{FF2B5EF4-FFF2-40B4-BE49-F238E27FC236}">
                <a16:creationId xmlns:a16="http://schemas.microsoft.com/office/drawing/2014/main" id="{2B294E7B-903B-4CF6-93EB-13422884B563}"/>
              </a:ext>
            </a:extLst>
          </p:cNvPr>
          <p:cNvSpPr>
            <a:spLocks/>
          </p:cNvSpPr>
          <p:nvPr/>
        </p:nvSpPr>
        <p:spPr bwMode="auto">
          <a:xfrm>
            <a:off x="2806700" y="5776913"/>
            <a:ext cx="1346200" cy="474662"/>
          </a:xfrm>
          <a:custGeom>
            <a:avLst/>
            <a:gdLst>
              <a:gd name="T0" fmla="*/ 2147483647 w 848"/>
              <a:gd name="T1" fmla="*/ 2147483647 h 299"/>
              <a:gd name="T2" fmla="*/ 2147483647 w 848"/>
              <a:gd name="T3" fmla="*/ 2147483647 h 299"/>
              <a:gd name="T4" fmla="*/ 2147483647 w 848"/>
              <a:gd name="T5" fmla="*/ 2147483647 h 299"/>
              <a:gd name="T6" fmla="*/ 2147483647 w 848"/>
              <a:gd name="T7" fmla="*/ 2147483647 h 299"/>
              <a:gd name="T8" fmla="*/ 0 w 848"/>
              <a:gd name="T9" fmla="*/ 2147483647 h 299"/>
              <a:gd name="T10" fmla="*/ 0 60000 65536"/>
              <a:gd name="T11" fmla="*/ 0 60000 65536"/>
              <a:gd name="T12" fmla="*/ 0 60000 65536"/>
              <a:gd name="T13" fmla="*/ 0 60000 65536"/>
              <a:gd name="T14" fmla="*/ 0 60000 65536"/>
              <a:gd name="T15" fmla="*/ 0 w 848"/>
              <a:gd name="T16" fmla="*/ 0 h 299"/>
              <a:gd name="T17" fmla="*/ 848 w 848"/>
              <a:gd name="T18" fmla="*/ 299 h 299"/>
            </a:gdLst>
            <a:ahLst/>
            <a:cxnLst>
              <a:cxn ang="T10">
                <a:pos x="T0" y="T1"/>
              </a:cxn>
              <a:cxn ang="T11">
                <a:pos x="T2" y="T3"/>
              </a:cxn>
              <a:cxn ang="T12">
                <a:pos x="T4" y="T5"/>
              </a:cxn>
              <a:cxn ang="T13">
                <a:pos x="T6" y="T7"/>
              </a:cxn>
              <a:cxn ang="T14">
                <a:pos x="T8" y="T9"/>
              </a:cxn>
            </a:cxnLst>
            <a:rect l="T15" t="T16" r="T17" b="T18"/>
            <a:pathLst>
              <a:path w="848" h="299">
                <a:moveTo>
                  <a:pt x="76" y="76"/>
                </a:moveTo>
                <a:cubicBezTo>
                  <a:pt x="137" y="57"/>
                  <a:pt x="200" y="216"/>
                  <a:pt x="324" y="216"/>
                </a:cubicBezTo>
                <a:cubicBezTo>
                  <a:pt x="448" y="216"/>
                  <a:pt x="792" y="0"/>
                  <a:pt x="820" y="76"/>
                </a:cubicBezTo>
                <a:cubicBezTo>
                  <a:pt x="848" y="152"/>
                  <a:pt x="469" y="245"/>
                  <a:pt x="340" y="296"/>
                </a:cubicBezTo>
                <a:cubicBezTo>
                  <a:pt x="203" y="299"/>
                  <a:pt x="62" y="78"/>
                  <a:pt x="0" y="96"/>
                </a:cubicBezTo>
              </a:path>
            </a:pathLst>
          </a:custGeom>
          <a:noFill/>
          <a:ln w="28575">
            <a:solidFill>
              <a:srgbClr val="CC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Tree>
    <p:extLst>
      <p:ext uri="{BB962C8B-B14F-4D97-AF65-F5344CB8AC3E}">
        <p14:creationId xmlns:p14="http://schemas.microsoft.com/office/powerpoint/2010/main" val="555819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3243"/>
                                        </p:tgtEl>
                                        <p:attrNameLst>
                                          <p:attrName>style.visibility</p:attrName>
                                        </p:attrNameLst>
                                      </p:cBhvr>
                                      <p:to>
                                        <p:strVal val="visible"/>
                                      </p:to>
                                    </p:set>
                                  </p:childTnLst>
                                  <p:subTnLst>
                                    <p:set>
                                      <p:cBhvr override="childStyle">
                                        <p:cTn dur="1" fill="hold" display="0" masterRel="nextClick" afterEffect="1"/>
                                        <p:tgtEl>
                                          <p:spTgt spid="83243"/>
                                        </p:tgtEl>
                                        <p:attrNameLst>
                                          <p:attrName>style.visibility</p:attrName>
                                        </p:attrNameLst>
                                      </p:cBhvr>
                                      <p:to>
                                        <p:strVal val="hidden"/>
                                      </p:to>
                                    </p:set>
                                  </p:subTnLst>
                                </p:cTn>
                              </p:par>
                              <p:par>
                                <p:cTn id="7" presetID="1" presetClass="entr" presetSubtype="0" fill="hold" grpId="0" nodeType="withEffect">
                                  <p:stCondLst>
                                    <p:cond delay="0"/>
                                  </p:stCondLst>
                                  <p:childTnLst>
                                    <p:set>
                                      <p:cBhvr>
                                        <p:cTn id="8" dur="1" fill="hold">
                                          <p:stCondLst>
                                            <p:cond delay="0"/>
                                          </p:stCondLst>
                                        </p:cTn>
                                        <p:tgtEl>
                                          <p:spTgt spid="83244"/>
                                        </p:tgtEl>
                                        <p:attrNameLst>
                                          <p:attrName>style.visibility</p:attrName>
                                        </p:attrNameLst>
                                      </p:cBhvr>
                                      <p:to>
                                        <p:strVal val="visible"/>
                                      </p:to>
                                    </p:set>
                                  </p:childTnLst>
                                  <p:subTnLst>
                                    <p:set>
                                      <p:cBhvr override="childStyle">
                                        <p:cTn dur="1" fill="hold" display="0" masterRel="nextClick" afterEffect="1"/>
                                        <p:tgtEl>
                                          <p:spTgt spid="83244"/>
                                        </p:tgtEl>
                                        <p:attrNameLst>
                                          <p:attrName>style.visibility</p:attrName>
                                        </p:attrNameLst>
                                      </p:cBhvr>
                                      <p:to>
                                        <p:strVal val="hidden"/>
                                      </p:to>
                                    </p:set>
                                  </p:sub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3245"/>
                                        </p:tgtEl>
                                        <p:attrNameLst>
                                          <p:attrName>style.visibility</p:attrName>
                                        </p:attrNameLst>
                                      </p:cBhvr>
                                      <p:to>
                                        <p:strVal val="visible"/>
                                      </p:to>
                                    </p:set>
                                  </p:childTnLst>
                                  <p:subTnLst>
                                    <p:set>
                                      <p:cBhvr override="childStyle">
                                        <p:cTn dur="1" fill="hold" display="0" masterRel="nextClick" afterEffect="1"/>
                                        <p:tgtEl>
                                          <p:spTgt spid="83245"/>
                                        </p:tgtEl>
                                        <p:attrNameLst>
                                          <p:attrName>style.visibility</p:attrName>
                                        </p:attrNameLst>
                                      </p:cBhvr>
                                      <p:to>
                                        <p:strVal val="hidden"/>
                                      </p:to>
                                    </p:set>
                                  </p:subTnLst>
                                </p:cTn>
                              </p:par>
                              <p:par>
                                <p:cTn id="13" presetID="1" presetClass="entr" presetSubtype="0" fill="hold" grpId="0" nodeType="withEffect">
                                  <p:stCondLst>
                                    <p:cond delay="0"/>
                                  </p:stCondLst>
                                  <p:childTnLst>
                                    <p:set>
                                      <p:cBhvr>
                                        <p:cTn id="14" dur="1" fill="hold">
                                          <p:stCondLst>
                                            <p:cond delay="0"/>
                                          </p:stCondLst>
                                        </p:cTn>
                                        <p:tgtEl>
                                          <p:spTgt spid="83246"/>
                                        </p:tgtEl>
                                        <p:attrNameLst>
                                          <p:attrName>style.visibility</p:attrName>
                                        </p:attrNameLst>
                                      </p:cBhvr>
                                      <p:to>
                                        <p:strVal val="visible"/>
                                      </p:to>
                                    </p:set>
                                  </p:childTnLst>
                                  <p:subTnLst>
                                    <p:set>
                                      <p:cBhvr override="childStyle">
                                        <p:cTn dur="1" fill="hold" display="0" masterRel="nextClick" afterEffect="1"/>
                                        <p:tgtEl>
                                          <p:spTgt spid="83246"/>
                                        </p:tgtEl>
                                        <p:attrNameLst>
                                          <p:attrName>style.visibility</p:attrName>
                                        </p:attrNameLst>
                                      </p:cBhvr>
                                      <p:to>
                                        <p:strVal val="hidden"/>
                                      </p:to>
                                    </p:set>
                                  </p:sub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324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3248"/>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655365"/>
                                        </p:tgtEl>
                                        <p:attrNameLst>
                                          <p:attrName>style.visibility</p:attrName>
                                        </p:attrNameLst>
                                      </p:cBhvr>
                                      <p:to>
                                        <p:strVal val="visible"/>
                                      </p:to>
                                    </p:set>
                                    <p:animEffect transition="in" filter="dissolve">
                                      <p:cBhvr>
                                        <p:cTn id="25" dur="500"/>
                                        <p:tgtEl>
                                          <p:spTgt spid="6553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365" grpId="0"/>
      <p:bldP spid="83244" grpId="0"/>
      <p:bldP spid="83246" grpId="0"/>
      <p:bldP spid="83248" grpId="0"/>
      <p:bldP spid="83247" grpId="0" animBg="1"/>
      <p:bldP spid="83243" grpId="0" animBg="1"/>
      <p:bldP spid="83245"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ame 3"/>
          <p:cNvSpPr/>
          <p:nvPr/>
        </p:nvSpPr>
        <p:spPr>
          <a:xfrm>
            <a:off x="75302" y="74294"/>
            <a:ext cx="11984019" cy="2076226"/>
          </a:xfrm>
          <a:prstGeom prst="frame">
            <a:avLst>
              <a:gd name="adj1" fmla="val 3135"/>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err="1">
                <a:solidFill>
                  <a:schemeClr val="tx1"/>
                </a:solidFill>
              </a:rPr>
              <a:t>Thông</a:t>
            </a:r>
            <a:r>
              <a:rPr lang="en-US" sz="2800" b="1" dirty="0">
                <a:solidFill>
                  <a:schemeClr val="tx1"/>
                </a:solidFill>
              </a:rPr>
              <a:t> </a:t>
            </a:r>
            <a:r>
              <a:rPr lang="en-US" sz="2800" b="1" dirty="0" err="1">
                <a:solidFill>
                  <a:schemeClr val="tx1"/>
                </a:solidFill>
              </a:rPr>
              <a:t>điệp</a:t>
            </a:r>
            <a:r>
              <a:rPr lang="en-US" sz="2800" b="1" dirty="0">
                <a:solidFill>
                  <a:schemeClr val="tx1"/>
                </a:solidFill>
              </a:rPr>
              <a:t> </a:t>
            </a:r>
            <a:r>
              <a:rPr lang="en-US" sz="2800" b="1" dirty="0" err="1">
                <a:solidFill>
                  <a:schemeClr val="tx1"/>
                </a:solidFill>
              </a:rPr>
              <a:t>ICMP</a:t>
            </a:r>
            <a:r>
              <a:rPr lang="en-US" sz="2800" b="1" dirty="0">
                <a:solidFill>
                  <a:schemeClr val="tx1"/>
                </a:solidFill>
              </a:rPr>
              <a:t> đ</a:t>
            </a:r>
            <a:r>
              <a:rPr lang="vi-VN" sz="2800" b="1" dirty="0">
                <a:solidFill>
                  <a:schemeClr val="tx1"/>
                </a:solidFill>
              </a:rPr>
              <a:t>ư</a:t>
            </a:r>
            <a:r>
              <a:rPr lang="en-US" sz="2800" b="1" dirty="0" err="1">
                <a:solidFill>
                  <a:schemeClr val="tx1"/>
                </a:solidFill>
              </a:rPr>
              <a:t>ợc</a:t>
            </a:r>
            <a:r>
              <a:rPr lang="en-US" sz="2800" b="1" dirty="0">
                <a:solidFill>
                  <a:schemeClr val="tx1"/>
                </a:solidFill>
              </a:rPr>
              <a:t> </a:t>
            </a:r>
            <a:r>
              <a:rPr lang="en-US" sz="2800" b="1" dirty="0" err="1">
                <a:solidFill>
                  <a:schemeClr val="tx1"/>
                </a:solidFill>
              </a:rPr>
              <a:t>đặt</a:t>
            </a:r>
            <a:r>
              <a:rPr lang="en-US" sz="2800" b="1" dirty="0">
                <a:solidFill>
                  <a:schemeClr val="tx1"/>
                </a:solidFill>
              </a:rPr>
              <a:t> </a:t>
            </a:r>
            <a:r>
              <a:rPr lang="en-US" sz="2800" b="1" dirty="0" err="1">
                <a:solidFill>
                  <a:schemeClr val="tx1"/>
                </a:solidFill>
              </a:rPr>
              <a:t>trong</a:t>
            </a:r>
            <a:r>
              <a:rPr lang="en-US" sz="2800" b="1" dirty="0">
                <a:solidFill>
                  <a:schemeClr val="tx1"/>
                </a:solidFill>
              </a:rPr>
              <a:t> </a:t>
            </a:r>
            <a:r>
              <a:rPr lang="en-US" sz="2800" b="1" dirty="0" err="1">
                <a:solidFill>
                  <a:schemeClr val="tx1"/>
                </a:solidFill>
              </a:rPr>
              <a:t>gói</a:t>
            </a:r>
            <a:r>
              <a:rPr lang="en-US" sz="2800" b="1" dirty="0">
                <a:solidFill>
                  <a:schemeClr val="tx1"/>
                </a:solidFill>
              </a:rPr>
              <a:t> </a:t>
            </a:r>
            <a:r>
              <a:rPr lang="en-US" sz="2800" b="1" dirty="0" err="1">
                <a:solidFill>
                  <a:schemeClr val="tx1"/>
                </a:solidFill>
              </a:rPr>
              <a:t>dữ</a:t>
            </a:r>
            <a:r>
              <a:rPr lang="en-US" sz="2800" b="1" dirty="0">
                <a:solidFill>
                  <a:schemeClr val="tx1"/>
                </a:solidFill>
              </a:rPr>
              <a:t> </a:t>
            </a:r>
            <a:r>
              <a:rPr lang="en-US" sz="2800" b="1" dirty="0" err="1">
                <a:solidFill>
                  <a:schemeClr val="tx1"/>
                </a:solidFill>
              </a:rPr>
              <a:t>liệu</a:t>
            </a:r>
            <a:r>
              <a:rPr lang="en-US" sz="2800" b="1" dirty="0">
                <a:solidFill>
                  <a:schemeClr val="tx1"/>
                </a:solidFill>
              </a:rPr>
              <a:t> ?</a:t>
            </a:r>
          </a:p>
        </p:txBody>
      </p:sp>
      <p:sp>
        <p:nvSpPr>
          <p:cNvPr id="8" name="Frame 7"/>
          <p:cNvSpPr/>
          <p:nvPr/>
        </p:nvSpPr>
        <p:spPr>
          <a:xfrm>
            <a:off x="75304" y="2506532"/>
            <a:ext cx="11984017" cy="968188"/>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Frame 11"/>
          <p:cNvSpPr/>
          <p:nvPr/>
        </p:nvSpPr>
        <p:spPr>
          <a:xfrm>
            <a:off x="75302" y="3580057"/>
            <a:ext cx="11984017" cy="968188"/>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Frame 12"/>
          <p:cNvSpPr/>
          <p:nvPr/>
        </p:nvSpPr>
        <p:spPr>
          <a:xfrm>
            <a:off x="75302" y="4652402"/>
            <a:ext cx="11984017" cy="968188"/>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Frame 13"/>
          <p:cNvSpPr/>
          <p:nvPr/>
        </p:nvSpPr>
        <p:spPr>
          <a:xfrm>
            <a:off x="75303" y="5749795"/>
            <a:ext cx="11984017" cy="968188"/>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2" name="Oval 21"/>
          <p:cNvSpPr/>
          <p:nvPr/>
        </p:nvSpPr>
        <p:spPr>
          <a:xfrm>
            <a:off x="189602" y="2590928"/>
            <a:ext cx="829575" cy="7993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A</a:t>
            </a:r>
          </a:p>
        </p:txBody>
      </p:sp>
      <p:sp>
        <p:nvSpPr>
          <p:cNvPr id="23" name="Oval 22"/>
          <p:cNvSpPr/>
          <p:nvPr/>
        </p:nvSpPr>
        <p:spPr>
          <a:xfrm>
            <a:off x="189600" y="5834191"/>
            <a:ext cx="829575" cy="7993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D</a:t>
            </a:r>
          </a:p>
        </p:txBody>
      </p:sp>
      <p:sp>
        <p:nvSpPr>
          <p:cNvPr id="24" name="Oval 23"/>
          <p:cNvSpPr/>
          <p:nvPr/>
        </p:nvSpPr>
        <p:spPr>
          <a:xfrm>
            <a:off x="189599" y="4736798"/>
            <a:ext cx="829575" cy="7993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C</a:t>
            </a:r>
          </a:p>
        </p:txBody>
      </p:sp>
      <p:sp>
        <p:nvSpPr>
          <p:cNvPr id="25" name="Oval 24"/>
          <p:cNvSpPr/>
          <p:nvPr/>
        </p:nvSpPr>
        <p:spPr>
          <a:xfrm>
            <a:off x="189599" y="3664453"/>
            <a:ext cx="829575" cy="7993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B</a:t>
            </a:r>
          </a:p>
        </p:txBody>
      </p:sp>
      <p:sp>
        <p:nvSpPr>
          <p:cNvPr id="2" name="TextBox 1"/>
          <p:cNvSpPr txBox="1"/>
          <p:nvPr/>
        </p:nvSpPr>
        <p:spPr>
          <a:xfrm>
            <a:off x="1133471" y="3884631"/>
            <a:ext cx="10572750" cy="369332"/>
          </a:xfrm>
          <a:prstGeom prst="rect">
            <a:avLst/>
          </a:prstGeom>
          <a:noFill/>
        </p:spPr>
        <p:txBody>
          <a:bodyPr wrap="square" rtlCol="0">
            <a:spAutoFit/>
          </a:bodyPr>
          <a:lstStyle/>
          <a:p>
            <a:r>
              <a:rPr lang="en-US" dirty="0"/>
              <a:t>TCP</a:t>
            </a:r>
          </a:p>
        </p:txBody>
      </p:sp>
      <p:sp>
        <p:nvSpPr>
          <p:cNvPr id="15" name="TextBox 14"/>
          <p:cNvSpPr txBox="1"/>
          <p:nvPr/>
        </p:nvSpPr>
        <p:spPr>
          <a:xfrm>
            <a:off x="1133471" y="2805959"/>
            <a:ext cx="10572750" cy="369332"/>
          </a:xfrm>
          <a:prstGeom prst="rect">
            <a:avLst/>
          </a:prstGeom>
          <a:noFill/>
        </p:spPr>
        <p:txBody>
          <a:bodyPr wrap="square" rtlCol="0">
            <a:spAutoFit/>
          </a:bodyPr>
          <a:lstStyle/>
          <a:p>
            <a:r>
              <a:rPr lang="en-US" dirty="0" err="1"/>
              <a:t>UDP</a:t>
            </a:r>
            <a:endParaRPr lang="en-US" dirty="0"/>
          </a:p>
        </p:txBody>
      </p:sp>
      <p:sp>
        <p:nvSpPr>
          <p:cNvPr id="16" name="TextBox 15"/>
          <p:cNvSpPr txBox="1"/>
          <p:nvPr/>
        </p:nvSpPr>
        <p:spPr>
          <a:xfrm>
            <a:off x="1133471" y="4951829"/>
            <a:ext cx="10572750" cy="369332"/>
          </a:xfrm>
          <a:prstGeom prst="rect">
            <a:avLst/>
          </a:prstGeom>
          <a:noFill/>
        </p:spPr>
        <p:txBody>
          <a:bodyPr wrap="square" rtlCol="0">
            <a:spAutoFit/>
          </a:bodyPr>
          <a:lstStyle/>
          <a:p>
            <a:r>
              <a:rPr lang="en-US" dirty="0"/>
              <a:t>IP</a:t>
            </a:r>
          </a:p>
        </p:txBody>
      </p:sp>
      <p:sp>
        <p:nvSpPr>
          <p:cNvPr id="17" name="TextBox 16"/>
          <p:cNvSpPr txBox="1"/>
          <p:nvPr/>
        </p:nvSpPr>
        <p:spPr>
          <a:xfrm>
            <a:off x="1133471" y="6068101"/>
            <a:ext cx="10572750" cy="369332"/>
          </a:xfrm>
          <a:prstGeom prst="rect">
            <a:avLst/>
          </a:prstGeom>
          <a:noFill/>
        </p:spPr>
        <p:txBody>
          <a:bodyPr wrap="square" rtlCol="0">
            <a:spAutoFit/>
          </a:bodyPr>
          <a:lstStyle/>
          <a:p>
            <a:r>
              <a:rPr lang="en-US" dirty="0" err="1"/>
              <a:t>Không</a:t>
            </a:r>
            <a:r>
              <a:rPr lang="en-US" dirty="0"/>
              <a:t> </a:t>
            </a:r>
            <a:r>
              <a:rPr lang="en-US" dirty="0" err="1"/>
              <a:t>xác</a:t>
            </a:r>
            <a:r>
              <a:rPr lang="en-US" dirty="0"/>
              <a:t> </a:t>
            </a:r>
            <a:r>
              <a:rPr lang="en-US" dirty="0" err="1"/>
              <a:t>định</a:t>
            </a:r>
            <a:endParaRPr lang="en-US" dirty="0"/>
          </a:p>
        </p:txBody>
      </p:sp>
      <p:sp>
        <p:nvSpPr>
          <p:cNvPr id="6" name="Tiêu đề 5">
            <a:extLst>
              <a:ext uri="{FF2B5EF4-FFF2-40B4-BE49-F238E27FC236}">
                <a16:creationId xmlns:a16="http://schemas.microsoft.com/office/drawing/2014/main" id="{E5FCA1B7-5FD0-406D-BB97-D17892CC000D}"/>
              </a:ext>
            </a:extLst>
          </p:cNvPr>
          <p:cNvSpPr>
            <a:spLocks noGrp="1"/>
          </p:cNvSpPr>
          <p:nvPr>
            <p:ph type="ctrTitle"/>
          </p:nvPr>
        </p:nvSpPr>
        <p:spPr/>
        <p:txBody>
          <a:bodyPr/>
          <a:lstStyle/>
          <a:p>
            <a:endParaRPr lang="en-US"/>
          </a:p>
        </p:txBody>
      </p:sp>
      <p:sp>
        <p:nvSpPr>
          <p:cNvPr id="7" name="Tiêu đề phụ 6">
            <a:extLst>
              <a:ext uri="{FF2B5EF4-FFF2-40B4-BE49-F238E27FC236}">
                <a16:creationId xmlns:a16="http://schemas.microsoft.com/office/drawing/2014/main" id="{CDF24BB9-FE4A-45E6-9174-E66E74C233DF}"/>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5382529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trips(downLeft)">
                                      <p:cBhvr>
                                        <p:cTn id="7" dur="500"/>
                                        <p:tgtEl>
                                          <p:spTgt spid="4"/>
                                        </p:tgtEl>
                                      </p:cBhvr>
                                    </p:animEffect>
                                  </p:childTnLst>
                                </p:cTn>
                              </p:par>
                              <p:par>
                                <p:cTn id="8" presetID="18" presetClass="entr" presetSubtype="12"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strips(downLeft)">
                                      <p:cBhvr>
                                        <p:cTn id="10" dur="500"/>
                                        <p:tgtEl>
                                          <p:spTgt spid="8"/>
                                        </p:tgtEl>
                                      </p:cBhvr>
                                    </p:animEffect>
                                  </p:childTnLst>
                                </p:cTn>
                              </p:par>
                              <p:par>
                                <p:cTn id="11" presetID="18" presetClass="entr" presetSubtype="12"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strips(downLeft)">
                                      <p:cBhvr>
                                        <p:cTn id="13" dur="500"/>
                                        <p:tgtEl>
                                          <p:spTgt spid="12"/>
                                        </p:tgtEl>
                                      </p:cBhvr>
                                    </p:animEffect>
                                  </p:childTnLst>
                                </p:cTn>
                              </p:par>
                              <p:par>
                                <p:cTn id="14" presetID="18" presetClass="entr" presetSubtype="12"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strips(downLeft)">
                                      <p:cBhvr>
                                        <p:cTn id="16" dur="500"/>
                                        <p:tgtEl>
                                          <p:spTgt spid="13"/>
                                        </p:tgtEl>
                                      </p:cBhvr>
                                    </p:animEffect>
                                  </p:childTnLst>
                                </p:cTn>
                              </p:par>
                              <p:par>
                                <p:cTn id="17" presetID="18" presetClass="entr" presetSubtype="12"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strips(downLeft)">
                                      <p:cBhvr>
                                        <p:cTn id="19" dur="500"/>
                                        <p:tgtEl>
                                          <p:spTgt spid="14"/>
                                        </p:tgtEl>
                                      </p:cBhvr>
                                    </p:animEffect>
                                  </p:childTnLst>
                                </p:cTn>
                              </p:par>
                              <p:par>
                                <p:cTn id="20" presetID="18" presetClass="entr" presetSubtype="12" fill="hold" grpId="0" nodeType="with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strips(downLeft)">
                                      <p:cBhvr>
                                        <p:cTn id="22" dur="500"/>
                                        <p:tgtEl>
                                          <p:spTgt spid="23"/>
                                        </p:tgtEl>
                                      </p:cBhvr>
                                    </p:animEffect>
                                  </p:childTnLst>
                                </p:cTn>
                              </p:par>
                              <p:par>
                                <p:cTn id="23" presetID="18" presetClass="entr" presetSubtype="12"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strips(downLeft)">
                                      <p:cBhvr>
                                        <p:cTn id="25" dur="500"/>
                                        <p:tgtEl>
                                          <p:spTgt spid="24"/>
                                        </p:tgtEl>
                                      </p:cBhvr>
                                    </p:animEffect>
                                  </p:childTnLst>
                                </p:cTn>
                              </p:par>
                              <p:par>
                                <p:cTn id="26" presetID="18" presetClass="entr" presetSubtype="12" fill="hold" grpId="0" nodeType="with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strips(downLeft)">
                                      <p:cBhvr>
                                        <p:cTn id="28" dur="500"/>
                                        <p:tgtEl>
                                          <p:spTgt spid="25"/>
                                        </p:tgtEl>
                                      </p:cBhvr>
                                    </p:animEffect>
                                  </p:childTnLst>
                                </p:cTn>
                              </p:par>
                              <p:par>
                                <p:cTn id="29" presetID="18" presetClass="entr" presetSubtype="12" fill="hold" grpId="0" nodeType="with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strips(downLeft)">
                                      <p:cBhvr>
                                        <p:cTn id="31" dur="500"/>
                                        <p:tgtEl>
                                          <p:spTgt spid="22"/>
                                        </p:tgtEl>
                                      </p:cBhvr>
                                    </p:animEffect>
                                  </p:childTnLst>
                                </p:cTn>
                              </p:par>
                              <p:par>
                                <p:cTn id="32" presetID="18" presetClass="entr" presetSubtype="12"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strips(downLeft)">
                                      <p:cBhvr>
                                        <p:cTn id="34" dur="500"/>
                                        <p:tgtEl>
                                          <p:spTgt spid="15"/>
                                        </p:tgtEl>
                                      </p:cBhvr>
                                    </p:animEffect>
                                  </p:childTnLst>
                                </p:cTn>
                              </p:par>
                              <p:par>
                                <p:cTn id="35" presetID="18" presetClass="entr" presetSubtype="12" fill="hold" grpId="0" nodeType="with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strips(downLeft)">
                                      <p:cBhvr>
                                        <p:cTn id="37" dur="500"/>
                                        <p:tgtEl>
                                          <p:spTgt spid="2"/>
                                        </p:tgtEl>
                                      </p:cBhvr>
                                    </p:animEffect>
                                  </p:childTnLst>
                                </p:cTn>
                              </p:par>
                              <p:par>
                                <p:cTn id="38" presetID="18" presetClass="entr" presetSubtype="12" fill="hold" grpId="0" nodeType="withEffect">
                                  <p:stCondLst>
                                    <p:cond delay="0"/>
                                  </p:stCondLst>
                                  <p:iterate type="lt">
                                    <p:tmPct val="0"/>
                                  </p:iterate>
                                  <p:childTnLst>
                                    <p:set>
                                      <p:cBhvr>
                                        <p:cTn id="39" dur="1" fill="hold">
                                          <p:stCondLst>
                                            <p:cond delay="0"/>
                                          </p:stCondLst>
                                        </p:cTn>
                                        <p:tgtEl>
                                          <p:spTgt spid="16"/>
                                        </p:tgtEl>
                                        <p:attrNameLst>
                                          <p:attrName>style.visibility</p:attrName>
                                        </p:attrNameLst>
                                      </p:cBhvr>
                                      <p:to>
                                        <p:strVal val="visible"/>
                                      </p:to>
                                    </p:set>
                                    <p:animEffect transition="in" filter="strips(downLeft)">
                                      <p:cBhvr>
                                        <p:cTn id="40" dur="500"/>
                                        <p:tgtEl>
                                          <p:spTgt spid="16"/>
                                        </p:tgtEl>
                                      </p:cBhvr>
                                    </p:animEffect>
                                  </p:childTnLst>
                                </p:cTn>
                              </p:par>
                              <p:par>
                                <p:cTn id="41" presetID="18" presetClass="entr" presetSubtype="12"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strips(downLeft)">
                                      <p:cBhvr>
                                        <p:cTn id="43" dur="500"/>
                                        <p:tgtEl>
                                          <p:spTgt spid="17"/>
                                        </p:tgtEl>
                                      </p:cBhvr>
                                    </p:animEffect>
                                  </p:childTnLst>
                                </p:cTn>
                              </p:par>
                            </p:childTnLst>
                          </p:cTn>
                        </p:par>
                      </p:childTnLst>
                    </p:cTn>
                  </p:par>
                  <p:par>
                    <p:cTn id="44" fill="hold">
                      <p:stCondLst>
                        <p:cond delay="indefinite"/>
                      </p:stCondLst>
                      <p:childTnLst>
                        <p:par>
                          <p:cTn id="45" fill="hold">
                            <p:stCondLst>
                              <p:cond delay="0"/>
                            </p:stCondLst>
                            <p:childTnLst>
                              <p:par>
                                <p:cTn id="46" presetID="1" presetClass="emph" presetSubtype="2" fill="hold" nodeType="clickEffect">
                                  <p:stCondLst>
                                    <p:cond delay="0"/>
                                  </p:stCondLst>
                                  <p:childTnLst>
                                    <p:animClr clrSpc="rgb" dir="cw">
                                      <p:cBhvr>
                                        <p:cTn id="47" dur="2000" fill="hold"/>
                                        <p:tgtEl>
                                          <p:spTgt spid="13"/>
                                        </p:tgtEl>
                                        <p:attrNameLst>
                                          <p:attrName>fillcolor</p:attrName>
                                        </p:attrNameLst>
                                      </p:cBhvr>
                                      <p:to>
                                        <a:schemeClr val="accent2"/>
                                      </p:to>
                                    </p:animClr>
                                    <p:set>
                                      <p:cBhvr>
                                        <p:cTn id="48" dur="2000" fill="hold"/>
                                        <p:tgtEl>
                                          <p:spTgt spid="13"/>
                                        </p:tgtEl>
                                        <p:attrNameLst>
                                          <p:attrName>fill.type</p:attrName>
                                        </p:attrNameLst>
                                      </p:cBhvr>
                                      <p:to>
                                        <p:strVal val="solid"/>
                                      </p:to>
                                    </p:set>
                                    <p:set>
                                      <p:cBhvr>
                                        <p:cTn id="49" dur="2000" fill="hold"/>
                                        <p:tgtEl>
                                          <p:spTgt spid="13"/>
                                        </p:tgtEl>
                                        <p:attrNameLst>
                                          <p:attrName>fill.on</p:attrName>
                                        </p:attrNameLst>
                                      </p:cBhvr>
                                      <p:to>
                                        <p:strVal val="true"/>
                                      </p:to>
                                    </p:set>
                                  </p:childTnLst>
                                </p:cTn>
                              </p:par>
                              <p:par>
                                <p:cTn id="50" presetID="1" presetClass="emph" presetSubtype="2" fill="hold" nodeType="withEffect">
                                  <p:stCondLst>
                                    <p:cond delay="0"/>
                                  </p:stCondLst>
                                  <p:childTnLst>
                                    <p:animClr clrSpc="rgb" dir="cw">
                                      <p:cBhvr>
                                        <p:cTn id="51" dur="2000" fill="hold"/>
                                        <p:tgtEl>
                                          <p:spTgt spid="24"/>
                                        </p:tgtEl>
                                        <p:attrNameLst>
                                          <p:attrName>fillcolor</p:attrName>
                                        </p:attrNameLst>
                                      </p:cBhvr>
                                      <p:to>
                                        <a:schemeClr val="accent2"/>
                                      </p:to>
                                    </p:animClr>
                                    <p:set>
                                      <p:cBhvr>
                                        <p:cTn id="52" dur="2000" fill="hold"/>
                                        <p:tgtEl>
                                          <p:spTgt spid="24"/>
                                        </p:tgtEl>
                                        <p:attrNameLst>
                                          <p:attrName>fill.type</p:attrName>
                                        </p:attrNameLst>
                                      </p:cBhvr>
                                      <p:to>
                                        <p:strVal val="solid"/>
                                      </p:to>
                                    </p:set>
                                    <p:set>
                                      <p:cBhvr>
                                        <p:cTn id="53" dur="2000" fill="hold"/>
                                        <p:tgtEl>
                                          <p:spTgt spid="24"/>
                                        </p:tgtEl>
                                        <p:attrNameLst>
                                          <p:attrName>fill.on</p:attrName>
                                        </p:attrNameLst>
                                      </p:cBhvr>
                                      <p:to>
                                        <p:strVal val="true"/>
                                      </p:to>
                                    </p:set>
                                  </p:childTnLst>
                                </p:cTn>
                              </p:par>
                              <p:par>
                                <p:cTn id="54" presetID="36" presetClass="emph" presetSubtype="0" fill="hold" grpId="1" nodeType="withEffect">
                                  <p:stCondLst>
                                    <p:cond delay="0"/>
                                  </p:stCondLst>
                                  <p:iterate type="lt">
                                    <p:tmPct val="10000"/>
                                  </p:iterate>
                                  <p:childTnLst>
                                    <p:animScale>
                                      <p:cBhvr>
                                        <p:cTn id="55" dur="250" autoRev="1" fill="hold">
                                          <p:stCondLst>
                                            <p:cond delay="0"/>
                                          </p:stCondLst>
                                        </p:cTn>
                                        <p:tgtEl>
                                          <p:spTgt spid="16"/>
                                        </p:tgtEl>
                                      </p:cBhvr>
                                      <p:to x="80000" y="100000"/>
                                    </p:animScale>
                                    <p:anim by="(#ppt_w*0.10)" calcmode="lin" valueType="num">
                                      <p:cBhvr>
                                        <p:cTn id="56" dur="250" autoRev="1" fill="hold">
                                          <p:stCondLst>
                                            <p:cond delay="0"/>
                                          </p:stCondLst>
                                        </p:cTn>
                                        <p:tgtEl>
                                          <p:spTgt spid="16"/>
                                        </p:tgtEl>
                                        <p:attrNameLst>
                                          <p:attrName>ppt_x</p:attrName>
                                        </p:attrNameLst>
                                      </p:cBhvr>
                                    </p:anim>
                                    <p:anim by="(-#ppt_w*0.10)" calcmode="lin" valueType="num">
                                      <p:cBhvr>
                                        <p:cTn id="57" dur="250" autoRev="1" fill="hold">
                                          <p:stCondLst>
                                            <p:cond delay="0"/>
                                          </p:stCondLst>
                                        </p:cTn>
                                        <p:tgtEl>
                                          <p:spTgt spid="16"/>
                                        </p:tgtEl>
                                        <p:attrNameLst>
                                          <p:attrName>ppt_y</p:attrName>
                                        </p:attrNameLst>
                                      </p:cBhvr>
                                    </p:anim>
                                    <p:animRot by="-480000">
                                      <p:cBhvr>
                                        <p:cTn id="58" dur="250" autoRev="1" fill="hold">
                                          <p:stCondLst>
                                            <p:cond delay="0"/>
                                          </p:stCondLst>
                                        </p:cTn>
                                        <p:tgtEl>
                                          <p:spTgt spid="16"/>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P spid="12" grpId="0" animBg="1"/>
      <p:bldP spid="13" grpId="0" animBg="1"/>
      <p:bldP spid="14" grpId="0" animBg="1"/>
      <p:bldP spid="22" grpId="0" animBg="1"/>
      <p:bldP spid="23" grpId="0" animBg="1"/>
      <p:bldP spid="24" grpId="0" animBg="1"/>
      <p:bldP spid="25" grpId="0" animBg="1"/>
      <p:bldP spid="2" grpId="0"/>
      <p:bldP spid="15" grpId="0"/>
      <p:bldP spid="16" grpId="0"/>
      <p:bldP spid="16" grpId="1"/>
      <p:bldP spid="17"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Footer Placeholder 4">
            <a:extLst>
              <a:ext uri="{FF2B5EF4-FFF2-40B4-BE49-F238E27FC236}">
                <a16:creationId xmlns:a16="http://schemas.microsoft.com/office/drawing/2014/main" id="{6EEB34C9-34D9-4BD2-9CB5-2049C418FBA7}"/>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Tầng Network</a:t>
            </a:r>
          </a:p>
        </p:txBody>
      </p:sp>
      <p:sp>
        <p:nvSpPr>
          <p:cNvPr id="69635" name="Slide Number Placeholder 5">
            <a:extLst>
              <a:ext uri="{FF2B5EF4-FFF2-40B4-BE49-F238E27FC236}">
                <a16:creationId xmlns:a16="http://schemas.microsoft.com/office/drawing/2014/main" id="{B408C2D4-ED7B-4C6E-8904-8D3972C1DE3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4-</a:t>
            </a:r>
            <a:fld id="{A4416B1C-382C-4D03-87B2-F4CA39193C7A}" type="slidenum">
              <a:rPr lang="en-US" altLang="en-US">
                <a:latin typeface="Tahoma" panose="020B0604030504040204" pitchFamily="34" charset="0"/>
              </a:rPr>
              <a:pPr/>
              <a:t>64</a:t>
            </a:fld>
            <a:endParaRPr lang="en-US" altLang="en-US">
              <a:latin typeface="Tahoma" panose="020B0604030504040204" pitchFamily="34" charset="0"/>
            </a:endParaRPr>
          </a:p>
        </p:txBody>
      </p:sp>
      <p:sp>
        <p:nvSpPr>
          <p:cNvPr id="67588" name="Rectangle 2">
            <a:extLst>
              <a:ext uri="{FF2B5EF4-FFF2-40B4-BE49-F238E27FC236}">
                <a16:creationId xmlns:a16="http://schemas.microsoft.com/office/drawing/2014/main" id="{07CBC1F8-5D3D-4969-A988-BF9475BEE134}"/>
              </a:ext>
            </a:extLst>
          </p:cNvPr>
          <p:cNvSpPr>
            <a:spLocks noGrp="1" noChangeArrowheads="1"/>
          </p:cNvSpPr>
          <p:nvPr>
            <p:ph type="title"/>
          </p:nvPr>
        </p:nvSpPr>
        <p:spPr>
          <a:xfrm>
            <a:off x="2209800" y="422275"/>
            <a:ext cx="7772400" cy="838200"/>
          </a:xfrm>
        </p:spPr>
        <p:txBody>
          <a:bodyPr/>
          <a:lstStyle/>
          <a:p>
            <a:pPr>
              <a:defRPr/>
            </a:pPr>
            <a:r>
              <a:rPr lang="en-US" dirty="0">
                <a:cs typeface="+mj-cs"/>
              </a:rPr>
              <a:t>IPv6: </a:t>
            </a:r>
            <a:r>
              <a:rPr lang="en-US" dirty="0" err="1">
                <a:cs typeface="+mj-cs"/>
              </a:rPr>
              <a:t>Động</a:t>
            </a:r>
            <a:r>
              <a:rPr lang="en-US" dirty="0">
                <a:cs typeface="+mj-cs"/>
              </a:rPr>
              <a:t> </a:t>
            </a:r>
            <a:r>
              <a:rPr lang="en-US" dirty="0" err="1">
                <a:cs typeface="+mj-cs"/>
              </a:rPr>
              <a:t>lực</a:t>
            </a:r>
            <a:endParaRPr lang="en-US" dirty="0">
              <a:cs typeface="+mj-cs"/>
            </a:endParaRPr>
          </a:p>
        </p:txBody>
      </p:sp>
      <p:sp>
        <p:nvSpPr>
          <p:cNvPr id="69637" name="Rectangle 3">
            <a:extLst>
              <a:ext uri="{FF2B5EF4-FFF2-40B4-BE49-F238E27FC236}">
                <a16:creationId xmlns:a16="http://schemas.microsoft.com/office/drawing/2014/main" id="{0BCC609A-84B2-4BB8-B152-55E22D92B4AD}"/>
              </a:ext>
            </a:extLst>
          </p:cNvPr>
          <p:cNvSpPr>
            <a:spLocks noGrp="1" noChangeArrowheads="1"/>
          </p:cNvSpPr>
          <p:nvPr>
            <p:ph type="body" idx="1"/>
          </p:nvPr>
        </p:nvSpPr>
        <p:spPr>
          <a:xfrm>
            <a:off x="2035175" y="1401763"/>
            <a:ext cx="8205788" cy="5105400"/>
          </a:xfrm>
        </p:spPr>
        <p:txBody>
          <a:bodyPr/>
          <a:lstStyle/>
          <a:p>
            <a:r>
              <a:rPr lang="en-US" altLang="en-US" i="1">
                <a:solidFill>
                  <a:srgbClr val="CC0000"/>
                </a:solidFill>
                <a:latin typeface="Comic Sans MS" panose="030F0702030302020204" pitchFamily="66" charset="0"/>
                <a:ea typeface="ＭＳ Ｐゴシック" panose="020B0600070205080204" pitchFamily="34" charset="-128"/>
              </a:rPr>
              <a:t>Động lực thúc đẩy ban đầu:</a:t>
            </a:r>
            <a:r>
              <a:rPr lang="en-US" altLang="en-US" i="1">
                <a:latin typeface="Comic Sans MS" panose="030F0702030302020204" pitchFamily="66" charset="0"/>
                <a:ea typeface="ＭＳ Ｐゴシック" panose="020B0600070205080204" pitchFamily="34" charset="-128"/>
              </a:rPr>
              <a:t> không gian địa chỉ </a:t>
            </a:r>
            <a:r>
              <a:rPr lang="en-US" altLang="en-US">
                <a:latin typeface="Comic Sans MS" panose="030F0702030302020204" pitchFamily="66" charset="0"/>
                <a:ea typeface="ＭＳ Ｐゴシック" panose="020B0600070205080204" pitchFamily="34" charset="-128"/>
              </a:rPr>
              <a:t>32-bit sớm được cấp phát cạn kiệt.  </a:t>
            </a:r>
          </a:p>
          <a:p>
            <a:r>
              <a:rPr lang="en-US" altLang="en-US">
                <a:latin typeface="Comic Sans MS" panose="030F0702030302020204" pitchFamily="66" charset="0"/>
                <a:ea typeface="ＭＳ Ｐゴシック" panose="020B0600070205080204" pitchFamily="34" charset="-128"/>
              </a:rPr>
              <a:t>Động lực khác:</a:t>
            </a:r>
          </a:p>
          <a:p>
            <a:pPr lvl="1"/>
            <a:r>
              <a:rPr lang="en-US" altLang="en-US">
                <a:latin typeface="Comic Sans MS" panose="030F0702030302020204" pitchFamily="66" charset="0"/>
                <a:ea typeface="ＭＳ Ｐゴシック" panose="020B0600070205080204" pitchFamily="34" charset="-128"/>
              </a:rPr>
              <a:t>Định dạng của header giúp tăng tốc xử lý/chuyển gói</a:t>
            </a:r>
          </a:p>
          <a:p>
            <a:pPr lvl="1"/>
            <a:r>
              <a:rPr lang="en-US" altLang="en-US">
                <a:latin typeface="Comic Sans MS" panose="030F0702030302020204" pitchFamily="66" charset="0"/>
                <a:ea typeface="ＭＳ Ｐゴシック" panose="020B0600070205080204" pitchFamily="34" charset="-128"/>
              </a:rPr>
              <a:t>header thay đổi để tạo điều kiện thuận lơi cho QoS </a:t>
            </a:r>
          </a:p>
          <a:p>
            <a:pPr lvl="1"/>
            <a:endParaRPr lang="en-US" altLang="en-US">
              <a:latin typeface="Comic Sans MS" panose="030F0702030302020204" pitchFamily="66" charset="0"/>
              <a:ea typeface="ＭＳ Ｐゴシック" panose="020B0600070205080204" pitchFamily="34" charset="-128"/>
            </a:endParaRPr>
          </a:p>
          <a:p>
            <a:pPr>
              <a:buFont typeface="Wingdings" panose="05000000000000000000" pitchFamily="2" charset="2"/>
              <a:buNone/>
            </a:pPr>
            <a:r>
              <a:rPr lang="en-US" altLang="en-US" i="1">
                <a:solidFill>
                  <a:srgbClr val="CC0000"/>
                </a:solidFill>
                <a:latin typeface="Comic Sans MS" panose="030F0702030302020204" pitchFamily="66" charset="0"/>
                <a:ea typeface="ＭＳ Ｐゴシック" panose="020B0600070205080204" pitchFamily="34" charset="-128"/>
              </a:rPr>
              <a:t>Định dạng datagram IPv6 : </a:t>
            </a:r>
          </a:p>
          <a:p>
            <a:pPr lvl="1"/>
            <a:r>
              <a:rPr lang="en-US" altLang="en-US">
                <a:latin typeface="Comic Sans MS" panose="030F0702030302020204" pitchFamily="66" charset="0"/>
                <a:ea typeface="ＭＳ Ｐゴシック" panose="020B0600070205080204" pitchFamily="34" charset="-128"/>
              </a:rPr>
              <a:t>Header có độ dài cố định 40 byte</a:t>
            </a:r>
          </a:p>
          <a:p>
            <a:pPr lvl="1"/>
            <a:r>
              <a:rPr lang="en-US" altLang="en-US">
                <a:latin typeface="Comic Sans MS" panose="030F0702030302020204" pitchFamily="66" charset="0"/>
                <a:ea typeface="ＭＳ Ｐゴシック" panose="020B0600070205080204" pitchFamily="34" charset="-128"/>
              </a:rPr>
              <a:t>Không cho phép phân mảnh</a:t>
            </a:r>
            <a:endParaRPr lang="en-US" altLang="en-US" i="1">
              <a:latin typeface="Comic Sans MS" panose="030F0702030302020204" pitchFamily="66" charset="0"/>
              <a:ea typeface="ＭＳ Ｐゴシック" panose="020B0600070205080204" pitchFamily="34" charset="-128"/>
            </a:endParaRPr>
          </a:p>
        </p:txBody>
      </p:sp>
      <p:pic>
        <p:nvPicPr>
          <p:cNvPr id="69638" name="Picture 4" descr="underline_base">
            <a:extLst>
              <a:ext uri="{FF2B5EF4-FFF2-40B4-BE49-F238E27FC236}">
                <a16:creationId xmlns:a16="http://schemas.microsoft.com/office/drawing/2014/main" id="{868D5A80-C420-4F5E-BF90-8734DE9DB164}"/>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5213" y="1055689"/>
            <a:ext cx="3656012"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71391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Footer Placeholder 4">
            <a:extLst>
              <a:ext uri="{FF2B5EF4-FFF2-40B4-BE49-F238E27FC236}">
                <a16:creationId xmlns:a16="http://schemas.microsoft.com/office/drawing/2014/main" id="{777B14A2-1961-4FF3-8293-E28BC4F50A3B}"/>
              </a:ext>
            </a:extLst>
          </p:cNvPr>
          <p:cNvSpPr>
            <a:spLocks noGrp="1"/>
          </p:cNvSpPr>
          <p:nvPr>
            <p:ph type="ftr" sz="quarter" idx="11"/>
          </p:nvPr>
        </p:nvSpPr>
        <p:spPr>
          <a:xfrm>
            <a:off x="7056438" y="6543675"/>
            <a:ext cx="2895600" cy="2873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Tầng Network</a:t>
            </a:r>
          </a:p>
        </p:txBody>
      </p:sp>
      <p:sp>
        <p:nvSpPr>
          <p:cNvPr id="70659" name="Slide Number Placeholder 5">
            <a:extLst>
              <a:ext uri="{FF2B5EF4-FFF2-40B4-BE49-F238E27FC236}">
                <a16:creationId xmlns:a16="http://schemas.microsoft.com/office/drawing/2014/main" id="{AAF733EA-E1D5-4AD8-B520-E9B2E124C073}"/>
              </a:ext>
            </a:extLst>
          </p:cNvPr>
          <p:cNvSpPr>
            <a:spLocks noGrp="1"/>
          </p:cNvSpPr>
          <p:nvPr>
            <p:ph type="sldNum" sz="quarter" idx="12"/>
          </p:nvPr>
        </p:nvSpPr>
        <p:spPr>
          <a:xfrm>
            <a:off x="9848851" y="6538914"/>
            <a:ext cx="676275" cy="2762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4-</a:t>
            </a:r>
            <a:fld id="{694F3262-761C-41BB-9ECA-94F608EB2386}" type="slidenum">
              <a:rPr lang="en-US" altLang="en-US">
                <a:latin typeface="Tahoma" panose="020B0604030504040204" pitchFamily="34" charset="0"/>
              </a:rPr>
              <a:pPr/>
              <a:t>65</a:t>
            </a:fld>
            <a:endParaRPr lang="en-US" altLang="en-US">
              <a:latin typeface="Tahoma" panose="020B0604030504040204" pitchFamily="34" charset="0"/>
            </a:endParaRPr>
          </a:p>
        </p:txBody>
      </p:sp>
      <p:pic>
        <p:nvPicPr>
          <p:cNvPr id="70660" name="Picture 82" descr="underline_base">
            <a:extLst>
              <a:ext uri="{FF2B5EF4-FFF2-40B4-BE49-F238E27FC236}">
                <a16:creationId xmlns:a16="http://schemas.microsoft.com/office/drawing/2014/main" id="{74CE9DD5-AA29-40C3-B60A-ACA39965E698}"/>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2013" y="706439"/>
            <a:ext cx="5027612"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661" name="Rectangle 80">
            <a:extLst>
              <a:ext uri="{FF2B5EF4-FFF2-40B4-BE49-F238E27FC236}">
                <a16:creationId xmlns:a16="http://schemas.microsoft.com/office/drawing/2014/main" id="{3F42740F-9FBB-4D7F-83F2-C0E46842D488}"/>
              </a:ext>
            </a:extLst>
          </p:cNvPr>
          <p:cNvSpPr>
            <a:spLocks noChangeArrowheads="1"/>
          </p:cNvSpPr>
          <p:nvPr/>
        </p:nvSpPr>
        <p:spPr bwMode="auto">
          <a:xfrm>
            <a:off x="3740151" y="3429001"/>
            <a:ext cx="4748213" cy="2817813"/>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68614" name="Rectangle 2">
            <a:extLst>
              <a:ext uri="{FF2B5EF4-FFF2-40B4-BE49-F238E27FC236}">
                <a16:creationId xmlns:a16="http://schemas.microsoft.com/office/drawing/2014/main" id="{6D0D8D77-D4AB-46EB-83FD-D9AA0EB9DA51}"/>
              </a:ext>
            </a:extLst>
          </p:cNvPr>
          <p:cNvSpPr>
            <a:spLocks noGrp="1" noChangeArrowheads="1"/>
          </p:cNvSpPr>
          <p:nvPr>
            <p:ph type="title"/>
          </p:nvPr>
        </p:nvSpPr>
        <p:spPr>
          <a:xfrm>
            <a:off x="2057400" y="-4763"/>
            <a:ext cx="7772400" cy="908051"/>
          </a:xfrm>
        </p:spPr>
        <p:txBody>
          <a:bodyPr/>
          <a:lstStyle/>
          <a:p>
            <a:pPr>
              <a:defRPr/>
            </a:pPr>
            <a:r>
              <a:rPr lang="en-US" dirty="0" err="1">
                <a:cs typeface="+mj-cs"/>
              </a:rPr>
              <a:t>Định</a:t>
            </a:r>
            <a:r>
              <a:rPr lang="en-US" dirty="0">
                <a:cs typeface="+mj-cs"/>
              </a:rPr>
              <a:t> </a:t>
            </a:r>
            <a:r>
              <a:rPr lang="en-US" dirty="0" err="1">
                <a:cs typeface="+mj-cs"/>
              </a:rPr>
              <a:t>dạng</a:t>
            </a:r>
            <a:r>
              <a:rPr lang="en-US" dirty="0">
                <a:cs typeface="+mj-cs"/>
              </a:rPr>
              <a:t> </a:t>
            </a:r>
            <a:r>
              <a:rPr lang="en-US" dirty="0"/>
              <a:t>datagram </a:t>
            </a:r>
            <a:r>
              <a:rPr lang="en-US" dirty="0">
                <a:cs typeface="+mj-cs"/>
              </a:rPr>
              <a:t>IPv6</a:t>
            </a:r>
          </a:p>
        </p:txBody>
      </p:sp>
      <p:sp>
        <p:nvSpPr>
          <p:cNvPr id="70663" name="Rectangle 4">
            <a:extLst>
              <a:ext uri="{FF2B5EF4-FFF2-40B4-BE49-F238E27FC236}">
                <a16:creationId xmlns:a16="http://schemas.microsoft.com/office/drawing/2014/main" id="{0BE99506-40EE-4F5A-817B-A6EC2C004ADD}"/>
              </a:ext>
            </a:extLst>
          </p:cNvPr>
          <p:cNvSpPr>
            <a:spLocks noChangeArrowheads="1"/>
          </p:cNvSpPr>
          <p:nvPr/>
        </p:nvSpPr>
        <p:spPr bwMode="auto">
          <a:xfrm>
            <a:off x="1841501" y="785813"/>
            <a:ext cx="8118475" cy="2678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2400" i="1">
                <a:solidFill>
                  <a:srgbClr val="CC0000"/>
                </a:solidFill>
                <a:latin typeface="Comic Sans MS" panose="030F0702030302020204" pitchFamily="66" charset="0"/>
              </a:rPr>
              <a:t>Độ ưu tiên (priority):</a:t>
            </a:r>
            <a:r>
              <a:rPr lang="en-US" altLang="en-US" sz="2400">
                <a:latin typeface="Comic Sans MS" panose="030F0702030302020204" pitchFamily="66" charset="0"/>
              </a:rPr>
              <a:t> xác định độ ưu tiên của các </a:t>
            </a:r>
          </a:p>
          <a:p>
            <a:r>
              <a:rPr lang="en-US" altLang="en-US" sz="2400">
                <a:latin typeface="Comic Sans MS" panose="030F0702030302020204" pitchFamily="66" charset="0"/>
              </a:rPr>
              <a:t>datagram trong luồng</a:t>
            </a:r>
          </a:p>
          <a:p>
            <a:r>
              <a:rPr lang="en-US" altLang="en-US" sz="2400" i="1">
                <a:solidFill>
                  <a:srgbClr val="CC0000"/>
                </a:solidFill>
                <a:latin typeface="Comic Sans MS" panose="030F0702030302020204" pitchFamily="66" charset="0"/>
              </a:rPr>
              <a:t>Nhãn luồng (flow Label):</a:t>
            </a:r>
            <a:r>
              <a:rPr lang="en-US" altLang="en-US" sz="2400">
                <a:latin typeface="Comic Sans MS" panose="030F0702030302020204" pitchFamily="66" charset="0"/>
              </a:rPr>
              <a:t> xác định các datagram </a:t>
            </a:r>
          </a:p>
          <a:p>
            <a:r>
              <a:rPr lang="en-US" altLang="en-US" sz="2400">
                <a:latin typeface="Comic Sans MS" panose="030F0702030302020204" pitchFamily="66" charset="0"/>
              </a:rPr>
              <a:t>trong cùng “luồng”.</a:t>
            </a:r>
            <a:endParaRPr lang="en-US" altLang="ja-JP" sz="2400">
              <a:latin typeface="Comic Sans MS" panose="030F0702030302020204" pitchFamily="66" charset="0"/>
            </a:endParaRPr>
          </a:p>
          <a:p>
            <a:r>
              <a:rPr lang="en-US" altLang="en-US" sz="2400">
                <a:latin typeface="Comic Sans MS" panose="030F0702030302020204" pitchFamily="66" charset="0"/>
              </a:rPr>
              <a:t>         (khái niệm “luồng” không được định nghĩa rõ ràng</a:t>
            </a:r>
            <a:r>
              <a:rPr lang="en-US" altLang="ja-JP" sz="2400">
                <a:latin typeface="Comic Sans MS" panose="030F0702030302020204" pitchFamily="66" charset="0"/>
              </a:rPr>
              <a:t>).</a:t>
            </a:r>
          </a:p>
          <a:p>
            <a:r>
              <a:rPr lang="en-US" altLang="en-US" sz="2400" i="1">
                <a:solidFill>
                  <a:srgbClr val="CC0000"/>
                </a:solidFill>
                <a:latin typeface="Comic Sans MS" panose="030F0702030302020204" pitchFamily="66" charset="0"/>
              </a:rPr>
              <a:t>Header kế tiếp (next header):</a:t>
            </a:r>
            <a:r>
              <a:rPr lang="en-US" altLang="en-US" sz="2400">
                <a:latin typeface="Comic Sans MS" panose="030F0702030302020204" pitchFamily="66" charset="0"/>
              </a:rPr>
              <a:t> xác định giao thức</a:t>
            </a:r>
          </a:p>
          <a:p>
            <a:r>
              <a:rPr lang="en-US" altLang="en-US" sz="2400">
                <a:latin typeface="Comic Sans MS" panose="030F0702030302020204" pitchFamily="66" charset="0"/>
              </a:rPr>
              <a:t>Tầng trên cho dữ liệu.</a:t>
            </a:r>
          </a:p>
        </p:txBody>
      </p:sp>
      <p:sp>
        <p:nvSpPr>
          <p:cNvPr id="70664" name="Rectangle 56">
            <a:extLst>
              <a:ext uri="{FF2B5EF4-FFF2-40B4-BE49-F238E27FC236}">
                <a16:creationId xmlns:a16="http://schemas.microsoft.com/office/drawing/2014/main" id="{B3AD9F40-0D3D-4D2F-8650-4216BDCE98EF}"/>
              </a:ext>
            </a:extLst>
          </p:cNvPr>
          <p:cNvSpPr>
            <a:spLocks noChangeArrowheads="1"/>
          </p:cNvSpPr>
          <p:nvPr/>
        </p:nvSpPr>
        <p:spPr bwMode="auto">
          <a:xfrm>
            <a:off x="3665538" y="3509963"/>
            <a:ext cx="4748212" cy="2817812"/>
          </a:xfrm>
          <a:prstGeom prst="rect">
            <a:avLst/>
          </a:prstGeom>
          <a:solidFill>
            <a:schemeClr val="bg1"/>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70665" name="Line 60">
            <a:extLst>
              <a:ext uri="{FF2B5EF4-FFF2-40B4-BE49-F238E27FC236}">
                <a16:creationId xmlns:a16="http://schemas.microsoft.com/office/drawing/2014/main" id="{EC737AA0-29A9-4786-B0C6-7E7AAE9522FA}"/>
              </a:ext>
            </a:extLst>
          </p:cNvPr>
          <p:cNvSpPr>
            <a:spLocks noChangeShapeType="1"/>
          </p:cNvSpPr>
          <p:nvPr/>
        </p:nvSpPr>
        <p:spPr bwMode="auto">
          <a:xfrm>
            <a:off x="3667126" y="3819525"/>
            <a:ext cx="472757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70666" name="Line 61">
            <a:extLst>
              <a:ext uri="{FF2B5EF4-FFF2-40B4-BE49-F238E27FC236}">
                <a16:creationId xmlns:a16="http://schemas.microsoft.com/office/drawing/2014/main" id="{D48CAADB-E014-4F5B-9116-63E9C0D29476}"/>
              </a:ext>
            </a:extLst>
          </p:cNvPr>
          <p:cNvSpPr>
            <a:spLocks noChangeShapeType="1"/>
          </p:cNvSpPr>
          <p:nvPr/>
        </p:nvSpPr>
        <p:spPr bwMode="auto">
          <a:xfrm>
            <a:off x="4318000" y="3519489"/>
            <a:ext cx="0" cy="2936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70667" name="Line 63">
            <a:extLst>
              <a:ext uri="{FF2B5EF4-FFF2-40B4-BE49-F238E27FC236}">
                <a16:creationId xmlns:a16="http://schemas.microsoft.com/office/drawing/2014/main" id="{02D341EF-A182-46A8-A602-FC90C46F2DC5}"/>
              </a:ext>
            </a:extLst>
          </p:cNvPr>
          <p:cNvSpPr>
            <a:spLocks noChangeShapeType="1"/>
          </p:cNvSpPr>
          <p:nvPr/>
        </p:nvSpPr>
        <p:spPr bwMode="auto">
          <a:xfrm>
            <a:off x="5006975" y="3516314"/>
            <a:ext cx="0" cy="2936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70668" name="Line 64">
            <a:extLst>
              <a:ext uri="{FF2B5EF4-FFF2-40B4-BE49-F238E27FC236}">
                <a16:creationId xmlns:a16="http://schemas.microsoft.com/office/drawing/2014/main" id="{1AC96066-37FD-47BF-AB50-C70CD292B154}"/>
              </a:ext>
            </a:extLst>
          </p:cNvPr>
          <p:cNvSpPr>
            <a:spLocks noChangeShapeType="1"/>
          </p:cNvSpPr>
          <p:nvPr/>
        </p:nvSpPr>
        <p:spPr bwMode="auto">
          <a:xfrm>
            <a:off x="5934075" y="3814764"/>
            <a:ext cx="0" cy="2936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70669" name="Line 65">
            <a:extLst>
              <a:ext uri="{FF2B5EF4-FFF2-40B4-BE49-F238E27FC236}">
                <a16:creationId xmlns:a16="http://schemas.microsoft.com/office/drawing/2014/main" id="{B9F6FD78-C32F-48CA-A748-2CE6B211FC61}"/>
              </a:ext>
            </a:extLst>
          </p:cNvPr>
          <p:cNvSpPr>
            <a:spLocks noChangeShapeType="1"/>
          </p:cNvSpPr>
          <p:nvPr/>
        </p:nvSpPr>
        <p:spPr bwMode="auto">
          <a:xfrm>
            <a:off x="7080250" y="3817939"/>
            <a:ext cx="0" cy="2936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70670" name="Line 66">
            <a:extLst>
              <a:ext uri="{FF2B5EF4-FFF2-40B4-BE49-F238E27FC236}">
                <a16:creationId xmlns:a16="http://schemas.microsoft.com/office/drawing/2014/main" id="{6E2F3B1C-DA11-412E-AE55-737762E15610}"/>
              </a:ext>
            </a:extLst>
          </p:cNvPr>
          <p:cNvSpPr>
            <a:spLocks noChangeShapeType="1"/>
          </p:cNvSpPr>
          <p:nvPr/>
        </p:nvSpPr>
        <p:spPr bwMode="auto">
          <a:xfrm>
            <a:off x="3654426" y="5340350"/>
            <a:ext cx="4760913"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70671" name="Line 67">
            <a:extLst>
              <a:ext uri="{FF2B5EF4-FFF2-40B4-BE49-F238E27FC236}">
                <a16:creationId xmlns:a16="http://schemas.microsoft.com/office/drawing/2014/main" id="{B91008AA-4F06-4EAD-A48C-2C081D2A028C}"/>
              </a:ext>
            </a:extLst>
          </p:cNvPr>
          <p:cNvSpPr>
            <a:spLocks noChangeShapeType="1"/>
          </p:cNvSpPr>
          <p:nvPr/>
        </p:nvSpPr>
        <p:spPr bwMode="auto">
          <a:xfrm>
            <a:off x="3671888" y="4700588"/>
            <a:ext cx="476091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70672" name="Line 68">
            <a:extLst>
              <a:ext uri="{FF2B5EF4-FFF2-40B4-BE49-F238E27FC236}">
                <a16:creationId xmlns:a16="http://schemas.microsoft.com/office/drawing/2014/main" id="{436B52B6-2310-45AE-9E29-D94427AA6BFB}"/>
              </a:ext>
            </a:extLst>
          </p:cNvPr>
          <p:cNvSpPr>
            <a:spLocks noChangeShapeType="1"/>
          </p:cNvSpPr>
          <p:nvPr/>
        </p:nvSpPr>
        <p:spPr bwMode="auto">
          <a:xfrm>
            <a:off x="3657601" y="4117975"/>
            <a:ext cx="4760913"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70673" name="Text Box 69">
            <a:extLst>
              <a:ext uri="{FF2B5EF4-FFF2-40B4-BE49-F238E27FC236}">
                <a16:creationId xmlns:a16="http://schemas.microsoft.com/office/drawing/2014/main" id="{668233C3-35F4-4B7B-AE69-2190313EF78D}"/>
              </a:ext>
            </a:extLst>
          </p:cNvPr>
          <p:cNvSpPr txBox="1">
            <a:spLocks noChangeArrowheads="1"/>
          </p:cNvSpPr>
          <p:nvPr/>
        </p:nvSpPr>
        <p:spPr bwMode="auto">
          <a:xfrm>
            <a:off x="5570538" y="5605463"/>
            <a:ext cx="6286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data</a:t>
            </a:r>
          </a:p>
        </p:txBody>
      </p:sp>
      <p:sp>
        <p:nvSpPr>
          <p:cNvPr id="70674" name="Text Box 70">
            <a:extLst>
              <a:ext uri="{FF2B5EF4-FFF2-40B4-BE49-F238E27FC236}">
                <a16:creationId xmlns:a16="http://schemas.microsoft.com/office/drawing/2014/main" id="{ED8277AA-F114-46F6-9D81-4B9CF125C5A6}"/>
              </a:ext>
            </a:extLst>
          </p:cNvPr>
          <p:cNvSpPr txBox="1">
            <a:spLocks noChangeArrowheads="1"/>
          </p:cNvSpPr>
          <p:nvPr/>
        </p:nvSpPr>
        <p:spPr bwMode="auto">
          <a:xfrm>
            <a:off x="4902200" y="4743450"/>
            <a:ext cx="216535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lnSpc>
                <a:spcPct val="85000"/>
              </a:lnSpc>
            </a:pPr>
            <a:r>
              <a:rPr lang="en-US" altLang="en-US"/>
              <a:t>destination address</a:t>
            </a:r>
          </a:p>
          <a:p>
            <a:pPr algn="ctr">
              <a:lnSpc>
                <a:spcPct val="85000"/>
              </a:lnSpc>
            </a:pPr>
            <a:r>
              <a:rPr lang="en-US" altLang="en-US"/>
              <a:t>(128 bits)</a:t>
            </a:r>
          </a:p>
        </p:txBody>
      </p:sp>
      <p:sp>
        <p:nvSpPr>
          <p:cNvPr id="70675" name="Text Box 71">
            <a:extLst>
              <a:ext uri="{FF2B5EF4-FFF2-40B4-BE49-F238E27FC236}">
                <a16:creationId xmlns:a16="http://schemas.microsoft.com/office/drawing/2014/main" id="{EC645475-AC11-4E99-B447-F8442C1F5E65}"/>
              </a:ext>
            </a:extLst>
          </p:cNvPr>
          <p:cNvSpPr txBox="1">
            <a:spLocks noChangeArrowheads="1"/>
          </p:cNvSpPr>
          <p:nvPr/>
        </p:nvSpPr>
        <p:spPr bwMode="auto">
          <a:xfrm>
            <a:off x="5067300" y="4137025"/>
            <a:ext cx="174625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lnSpc>
                <a:spcPct val="85000"/>
              </a:lnSpc>
            </a:pPr>
            <a:r>
              <a:rPr lang="en-US" altLang="en-US"/>
              <a:t>source address</a:t>
            </a:r>
          </a:p>
          <a:p>
            <a:pPr algn="ctr">
              <a:lnSpc>
                <a:spcPct val="85000"/>
              </a:lnSpc>
            </a:pPr>
            <a:r>
              <a:rPr lang="en-US" altLang="en-US"/>
              <a:t>(128 bits)</a:t>
            </a:r>
          </a:p>
        </p:txBody>
      </p:sp>
      <p:sp>
        <p:nvSpPr>
          <p:cNvPr id="70676" name="Text Box 72">
            <a:extLst>
              <a:ext uri="{FF2B5EF4-FFF2-40B4-BE49-F238E27FC236}">
                <a16:creationId xmlns:a16="http://schemas.microsoft.com/office/drawing/2014/main" id="{2492A73F-B32B-41B2-BF7E-1CA7B98BE057}"/>
              </a:ext>
            </a:extLst>
          </p:cNvPr>
          <p:cNvSpPr txBox="1">
            <a:spLocks noChangeArrowheads="1"/>
          </p:cNvSpPr>
          <p:nvPr/>
        </p:nvSpPr>
        <p:spPr bwMode="auto">
          <a:xfrm>
            <a:off x="4151313" y="3784601"/>
            <a:ext cx="13525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payload len</a:t>
            </a:r>
          </a:p>
        </p:txBody>
      </p:sp>
      <p:sp>
        <p:nvSpPr>
          <p:cNvPr id="70677" name="Text Box 73">
            <a:extLst>
              <a:ext uri="{FF2B5EF4-FFF2-40B4-BE49-F238E27FC236}">
                <a16:creationId xmlns:a16="http://schemas.microsoft.com/office/drawing/2014/main" id="{56F8BCE5-A2B7-4FCE-8F82-B8535B873A56}"/>
              </a:ext>
            </a:extLst>
          </p:cNvPr>
          <p:cNvSpPr txBox="1">
            <a:spLocks noChangeArrowheads="1"/>
          </p:cNvSpPr>
          <p:nvPr/>
        </p:nvSpPr>
        <p:spPr bwMode="auto">
          <a:xfrm>
            <a:off x="5932488" y="3792538"/>
            <a:ext cx="10096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next hdr</a:t>
            </a:r>
          </a:p>
        </p:txBody>
      </p:sp>
      <p:sp>
        <p:nvSpPr>
          <p:cNvPr id="70678" name="Text Box 74">
            <a:extLst>
              <a:ext uri="{FF2B5EF4-FFF2-40B4-BE49-F238E27FC236}">
                <a16:creationId xmlns:a16="http://schemas.microsoft.com/office/drawing/2014/main" id="{2D641021-F236-4B4F-873C-513C42F372B1}"/>
              </a:ext>
            </a:extLst>
          </p:cNvPr>
          <p:cNvSpPr txBox="1">
            <a:spLocks noChangeArrowheads="1"/>
          </p:cNvSpPr>
          <p:nvPr/>
        </p:nvSpPr>
        <p:spPr bwMode="auto">
          <a:xfrm>
            <a:off x="7188200" y="3778251"/>
            <a:ext cx="10350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hop limit</a:t>
            </a:r>
          </a:p>
        </p:txBody>
      </p:sp>
      <p:sp>
        <p:nvSpPr>
          <p:cNvPr id="70679" name="Text Box 75">
            <a:extLst>
              <a:ext uri="{FF2B5EF4-FFF2-40B4-BE49-F238E27FC236}">
                <a16:creationId xmlns:a16="http://schemas.microsoft.com/office/drawing/2014/main" id="{283861FF-2997-4F0F-A64D-6D22F6552E67}"/>
              </a:ext>
            </a:extLst>
          </p:cNvPr>
          <p:cNvSpPr txBox="1">
            <a:spLocks noChangeArrowheads="1"/>
          </p:cNvSpPr>
          <p:nvPr/>
        </p:nvSpPr>
        <p:spPr bwMode="auto">
          <a:xfrm>
            <a:off x="6057900" y="3484563"/>
            <a:ext cx="11366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flow label</a:t>
            </a:r>
          </a:p>
        </p:txBody>
      </p:sp>
      <p:sp>
        <p:nvSpPr>
          <p:cNvPr id="70680" name="Text Box 76">
            <a:extLst>
              <a:ext uri="{FF2B5EF4-FFF2-40B4-BE49-F238E27FC236}">
                <a16:creationId xmlns:a16="http://schemas.microsoft.com/office/drawing/2014/main" id="{648873EE-28FF-44E6-A74E-C21AFD456B60}"/>
              </a:ext>
            </a:extLst>
          </p:cNvPr>
          <p:cNvSpPr txBox="1">
            <a:spLocks noChangeArrowheads="1"/>
          </p:cNvSpPr>
          <p:nvPr/>
        </p:nvSpPr>
        <p:spPr bwMode="auto">
          <a:xfrm>
            <a:off x="4437063" y="3470276"/>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pri</a:t>
            </a:r>
          </a:p>
        </p:txBody>
      </p:sp>
      <p:sp>
        <p:nvSpPr>
          <p:cNvPr id="70681" name="Text Box 77">
            <a:extLst>
              <a:ext uri="{FF2B5EF4-FFF2-40B4-BE49-F238E27FC236}">
                <a16:creationId xmlns:a16="http://schemas.microsoft.com/office/drawing/2014/main" id="{550112D7-8E16-4126-B68B-C7CAF5AC08CC}"/>
              </a:ext>
            </a:extLst>
          </p:cNvPr>
          <p:cNvSpPr txBox="1">
            <a:spLocks noChangeArrowheads="1"/>
          </p:cNvSpPr>
          <p:nvPr/>
        </p:nvSpPr>
        <p:spPr bwMode="auto">
          <a:xfrm>
            <a:off x="3730625" y="3478213"/>
            <a:ext cx="5016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ver</a:t>
            </a:r>
          </a:p>
        </p:txBody>
      </p:sp>
      <p:sp>
        <p:nvSpPr>
          <p:cNvPr id="70682" name="Line 79">
            <a:extLst>
              <a:ext uri="{FF2B5EF4-FFF2-40B4-BE49-F238E27FC236}">
                <a16:creationId xmlns:a16="http://schemas.microsoft.com/office/drawing/2014/main" id="{DB417F5F-2FEF-49F8-840A-1CCE4B8745F7}"/>
              </a:ext>
            </a:extLst>
          </p:cNvPr>
          <p:cNvSpPr>
            <a:spLocks noChangeShapeType="1"/>
          </p:cNvSpPr>
          <p:nvPr/>
        </p:nvSpPr>
        <p:spPr bwMode="auto">
          <a:xfrm>
            <a:off x="3643314" y="6565900"/>
            <a:ext cx="4816475"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70683" name="Text Box 78">
            <a:extLst>
              <a:ext uri="{FF2B5EF4-FFF2-40B4-BE49-F238E27FC236}">
                <a16:creationId xmlns:a16="http://schemas.microsoft.com/office/drawing/2014/main" id="{AC187A9A-88CA-4B83-B528-EFBDD11F9D51}"/>
              </a:ext>
            </a:extLst>
          </p:cNvPr>
          <p:cNvSpPr txBox="1">
            <a:spLocks noChangeArrowheads="1"/>
          </p:cNvSpPr>
          <p:nvPr/>
        </p:nvSpPr>
        <p:spPr bwMode="auto">
          <a:xfrm>
            <a:off x="5502275" y="6375401"/>
            <a:ext cx="857250" cy="3667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32 bits</a:t>
            </a:r>
          </a:p>
        </p:txBody>
      </p:sp>
    </p:spTree>
    <p:extLst>
      <p:ext uri="{BB962C8B-B14F-4D97-AF65-F5344CB8AC3E}">
        <p14:creationId xmlns:p14="http://schemas.microsoft.com/office/powerpoint/2010/main" val="1041592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Footer Placeholder 4">
            <a:extLst>
              <a:ext uri="{FF2B5EF4-FFF2-40B4-BE49-F238E27FC236}">
                <a16:creationId xmlns:a16="http://schemas.microsoft.com/office/drawing/2014/main" id="{235755B1-F784-4780-A849-A7A3EF73D41F}"/>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Tầng Network</a:t>
            </a:r>
          </a:p>
        </p:txBody>
      </p:sp>
      <p:sp>
        <p:nvSpPr>
          <p:cNvPr id="71683" name="Slide Number Placeholder 5">
            <a:extLst>
              <a:ext uri="{FF2B5EF4-FFF2-40B4-BE49-F238E27FC236}">
                <a16:creationId xmlns:a16="http://schemas.microsoft.com/office/drawing/2014/main" id="{C84249A0-3FFA-47BC-A650-2E99BF9626E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4-</a:t>
            </a:r>
            <a:fld id="{03A59DB2-828E-452F-8D6D-1917D0DB7C7E}" type="slidenum">
              <a:rPr lang="en-US" altLang="en-US">
                <a:latin typeface="Tahoma" panose="020B0604030504040204" pitchFamily="34" charset="0"/>
              </a:rPr>
              <a:pPr/>
              <a:t>66</a:t>
            </a:fld>
            <a:endParaRPr lang="en-US" altLang="en-US">
              <a:latin typeface="Tahoma" panose="020B0604030504040204" pitchFamily="34" charset="0"/>
            </a:endParaRPr>
          </a:p>
        </p:txBody>
      </p:sp>
      <p:pic>
        <p:nvPicPr>
          <p:cNvPr id="71684" name="Picture 4" descr="underline_base">
            <a:extLst>
              <a:ext uri="{FF2B5EF4-FFF2-40B4-BE49-F238E27FC236}">
                <a16:creationId xmlns:a16="http://schemas.microsoft.com/office/drawing/2014/main" id="{F06298C2-B457-4146-8A6D-6837FE27B3D7}"/>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38520" y="1042989"/>
            <a:ext cx="6399212"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637" name="Rectangle 2">
            <a:extLst>
              <a:ext uri="{FF2B5EF4-FFF2-40B4-BE49-F238E27FC236}">
                <a16:creationId xmlns:a16="http://schemas.microsoft.com/office/drawing/2014/main" id="{EC40505B-07C2-49E0-9B7D-E0E15D73E204}"/>
              </a:ext>
            </a:extLst>
          </p:cNvPr>
          <p:cNvSpPr>
            <a:spLocks noGrp="1" noChangeArrowheads="1"/>
          </p:cNvSpPr>
          <p:nvPr>
            <p:ph type="title"/>
          </p:nvPr>
        </p:nvSpPr>
        <p:spPr>
          <a:xfrm>
            <a:off x="1651000" y="228600"/>
            <a:ext cx="8915400" cy="1143000"/>
          </a:xfrm>
        </p:spPr>
        <p:txBody>
          <a:bodyPr/>
          <a:lstStyle/>
          <a:p>
            <a:pPr>
              <a:defRPr/>
            </a:pPr>
            <a:r>
              <a:rPr lang="en-US" dirty="0" err="1">
                <a:cs typeface="+mj-cs"/>
              </a:rPr>
              <a:t>Những</a:t>
            </a:r>
            <a:r>
              <a:rPr lang="en-US" dirty="0">
                <a:cs typeface="+mj-cs"/>
              </a:rPr>
              <a:t> </a:t>
            </a:r>
            <a:r>
              <a:rPr lang="en-US" dirty="0" err="1">
                <a:cs typeface="+mj-cs"/>
              </a:rPr>
              <a:t>thay</a:t>
            </a:r>
            <a:r>
              <a:rPr lang="en-US" dirty="0">
                <a:cs typeface="+mj-cs"/>
              </a:rPr>
              <a:t> </a:t>
            </a:r>
            <a:r>
              <a:rPr lang="en-US" dirty="0" err="1">
                <a:cs typeface="+mj-cs"/>
              </a:rPr>
              <a:t>đổi</a:t>
            </a:r>
            <a:r>
              <a:rPr lang="en-US" dirty="0">
                <a:cs typeface="+mj-cs"/>
              </a:rPr>
              <a:t> </a:t>
            </a:r>
            <a:r>
              <a:rPr lang="en-US" dirty="0" err="1">
                <a:cs typeface="+mj-cs"/>
              </a:rPr>
              <a:t>khác</a:t>
            </a:r>
            <a:r>
              <a:rPr lang="en-US" dirty="0">
                <a:cs typeface="+mj-cs"/>
              </a:rPr>
              <a:t> so </a:t>
            </a:r>
            <a:r>
              <a:rPr lang="en-US" dirty="0" err="1">
                <a:cs typeface="+mj-cs"/>
              </a:rPr>
              <a:t>với</a:t>
            </a:r>
            <a:r>
              <a:rPr lang="en-US" dirty="0">
                <a:cs typeface="+mj-cs"/>
              </a:rPr>
              <a:t> IPv4</a:t>
            </a:r>
          </a:p>
        </p:txBody>
      </p:sp>
      <p:sp>
        <p:nvSpPr>
          <p:cNvPr id="71686" name="Rectangle 3">
            <a:extLst>
              <a:ext uri="{FF2B5EF4-FFF2-40B4-BE49-F238E27FC236}">
                <a16:creationId xmlns:a16="http://schemas.microsoft.com/office/drawing/2014/main" id="{CAE09163-2385-4661-83B2-D0A9389DE085}"/>
              </a:ext>
            </a:extLst>
          </p:cNvPr>
          <p:cNvSpPr>
            <a:spLocks noGrp="1" noChangeArrowheads="1"/>
          </p:cNvSpPr>
          <p:nvPr>
            <p:ph type="body" idx="1"/>
          </p:nvPr>
        </p:nvSpPr>
        <p:spPr>
          <a:xfrm>
            <a:off x="2057400" y="1600200"/>
            <a:ext cx="8178800" cy="3962400"/>
          </a:xfrm>
        </p:spPr>
        <p:txBody>
          <a:bodyPr/>
          <a:lstStyle/>
          <a:p>
            <a:r>
              <a:rPr lang="en-US" altLang="en-US" i="1">
                <a:solidFill>
                  <a:srgbClr val="CC0000"/>
                </a:solidFill>
                <a:latin typeface="Comic Sans MS" panose="030F0702030302020204" pitchFamily="66" charset="0"/>
                <a:ea typeface="ＭＳ Ｐゴシック" panose="020B0600070205080204" pitchFamily="34" charset="-128"/>
              </a:rPr>
              <a:t>checksum</a:t>
            </a:r>
            <a:r>
              <a:rPr lang="en-US" altLang="en-US">
                <a:solidFill>
                  <a:srgbClr val="CC0000"/>
                </a:solidFill>
                <a:latin typeface="Comic Sans MS" panose="030F0702030302020204" pitchFamily="66" charset="0"/>
                <a:ea typeface="ＭＳ Ｐゴシック" panose="020B0600070205080204" pitchFamily="34" charset="-128"/>
              </a:rPr>
              <a:t>:</a:t>
            </a:r>
            <a:r>
              <a:rPr lang="en-US" altLang="en-US" i="1">
                <a:latin typeface="Comic Sans MS" panose="030F0702030302020204" pitchFamily="66" charset="0"/>
                <a:ea typeface="ＭＳ Ｐゴシック" panose="020B0600070205080204" pitchFamily="34" charset="-128"/>
              </a:rPr>
              <a:t> được bỏ toàn bộ để giảm thời gian xử lý tại mỗi hop</a:t>
            </a:r>
            <a:endParaRPr lang="en-US" altLang="en-US">
              <a:latin typeface="Comic Sans MS" panose="030F0702030302020204" pitchFamily="66" charset="0"/>
              <a:ea typeface="ＭＳ Ｐゴシック" panose="020B0600070205080204" pitchFamily="34" charset="-128"/>
            </a:endParaRPr>
          </a:p>
          <a:p>
            <a:r>
              <a:rPr lang="en-US" altLang="en-US" i="1">
                <a:solidFill>
                  <a:srgbClr val="CC0000"/>
                </a:solidFill>
                <a:latin typeface="Comic Sans MS" panose="030F0702030302020204" pitchFamily="66" charset="0"/>
                <a:ea typeface="ＭＳ Ｐゴシック" panose="020B0600070205080204" pitchFamily="34" charset="-128"/>
              </a:rPr>
              <a:t>options:</a:t>
            </a:r>
            <a:r>
              <a:rPr lang="en-US" altLang="en-US">
                <a:latin typeface="Comic Sans MS" panose="030F0702030302020204" pitchFamily="66" charset="0"/>
                <a:ea typeface="ＭＳ Ｐゴシック" panose="020B0600070205080204" pitchFamily="34" charset="-128"/>
              </a:rPr>
              <a:t> được cho phép, nhưng nằm ở ngoài header, được chỉ ra bởi trường </a:t>
            </a:r>
            <a:r>
              <a:rPr lang="ja-JP" altLang="en-US">
                <a:latin typeface="Comic Sans MS" panose="030F0702030302020204" pitchFamily="66" charset="0"/>
                <a:ea typeface="ＭＳ Ｐゴシック" panose="020B0600070205080204" pitchFamily="34" charset="-128"/>
              </a:rPr>
              <a:t>“</a:t>
            </a:r>
            <a:r>
              <a:rPr lang="en-US" altLang="ja-JP">
                <a:latin typeface="Comic Sans MS" panose="030F0702030302020204" pitchFamily="66" charset="0"/>
                <a:ea typeface="ＭＳ Ｐゴシック" panose="020B0600070205080204" pitchFamily="34" charset="-128"/>
              </a:rPr>
              <a:t>Next Header</a:t>
            </a:r>
            <a:r>
              <a:rPr lang="ja-JP" altLang="en-US">
                <a:latin typeface="Comic Sans MS" panose="030F0702030302020204" pitchFamily="66" charset="0"/>
                <a:ea typeface="ＭＳ Ｐゴシック" panose="020B0600070205080204" pitchFamily="34" charset="-128"/>
              </a:rPr>
              <a:t>”</a:t>
            </a:r>
            <a:endParaRPr lang="en-US" altLang="ja-JP">
              <a:latin typeface="Comic Sans MS" panose="030F0702030302020204" pitchFamily="66" charset="0"/>
              <a:ea typeface="ＭＳ Ｐゴシック" panose="020B0600070205080204" pitchFamily="34" charset="-128"/>
            </a:endParaRPr>
          </a:p>
          <a:p>
            <a:r>
              <a:rPr lang="en-US" altLang="en-US" i="1">
                <a:solidFill>
                  <a:srgbClr val="CC0000"/>
                </a:solidFill>
                <a:latin typeface="Comic Sans MS" panose="030F0702030302020204" pitchFamily="66" charset="0"/>
                <a:ea typeface="ＭＳ Ｐゴシック" panose="020B0600070205080204" pitchFamily="34" charset="-128"/>
              </a:rPr>
              <a:t>ICMPv6:</a:t>
            </a:r>
            <a:r>
              <a:rPr lang="en-US" altLang="en-US">
                <a:latin typeface="Comic Sans MS" panose="030F0702030302020204" pitchFamily="66" charset="0"/>
                <a:ea typeface="ＭＳ Ｐゴシック" panose="020B0600070205080204" pitchFamily="34" charset="-128"/>
              </a:rPr>
              <a:t> phiên bản mới của ICMP</a:t>
            </a:r>
          </a:p>
          <a:p>
            <a:pPr lvl="1"/>
            <a:r>
              <a:rPr lang="en-US" altLang="en-US">
                <a:latin typeface="Comic Sans MS" panose="030F0702030302020204" pitchFamily="66" charset="0"/>
                <a:ea typeface="ＭＳ Ｐゴシック" panose="020B0600070205080204" pitchFamily="34" charset="-128"/>
              </a:rPr>
              <a:t>Các kiểu thông điệp bổ sung. Ví dụ </a:t>
            </a:r>
            <a:r>
              <a:rPr lang="ja-JP" altLang="en-US">
                <a:latin typeface="Comic Sans MS" panose="030F0702030302020204" pitchFamily="66" charset="0"/>
                <a:ea typeface="ＭＳ Ｐゴシック" panose="020B0600070205080204" pitchFamily="34" charset="-128"/>
              </a:rPr>
              <a:t>“</a:t>
            </a:r>
            <a:r>
              <a:rPr lang="en-US" altLang="ja-JP">
                <a:latin typeface="Comic Sans MS" panose="030F0702030302020204" pitchFamily="66" charset="0"/>
                <a:ea typeface="ＭＳ Ｐゴシック" panose="020B0600070205080204" pitchFamily="34" charset="-128"/>
              </a:rPr>
              <a:t>Packet Too Big</a:t>
            </a:r>
            <a:r>
              <a:rPr lang="ja-JP" altLang="en-US">
                <a:latin typeface="Comic Sans MS" panose="030F0702030302020204" pitchFamily="66" charset="0"/>
                <a:ea typeface="ＭＳ Ｐゴシック" panose="020B0600070205080204" pitchFamily="34" charset="-128"/>
              </a:rPr>
              <a:t>”</a:t>
            </a:r>
            <a:endParaRPr lang="en-US" altLang="ja-JP">
              <a:latin typeface="Comic Sans MS" panose="030F0702030302020204" pitchFamily="66" charset="0"/>
              <a:ea typeface="ＭＳ Ｐゴシック" panose="020B0600070205080204" pitchFamily="34" charset="-128"/>
            </a:endParaRPr>
          </a:p>
          <a:p>
            <a:pPr lvl="1"/>
            <a:r>
              <a:rPr lang="en-US" altLang="en-US">
                <a:latin typeface="Comic Sans MS" panose="030F0702030302020204" pitchFamily="66" charset="0"/>
                <a:ea typeface="ＭＳ Ｐゴシック" panose="020B0600070205080204" pitchFamily="34" charset="-128"/>
              </a:rPr>
              <a:t>Các chức năng quản lý nhóm multicast</a:t>
            </a:r>
          </a:p>
        </p:txBody>
      </p:sp>
    </p:spTree>
    <p:extLst>
      <p:ext uri="{BB962C8B-B14F-4D97-AF65-F5344CB8AC3E}">
        <p14:creationId xmlns:p14="http://schemas.microsoft.com/office/powerpoint/2010/main" val="2805612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Footer Placeholder 5">
            <a:extLst>
              <a:ext uri="{FF2B5EF4-FFF2-40B4-BE49-F238E27FC236}">
                <a16:creationId xmlns:a16="http://schemas.microsoft.com/office/drawing/2014/main" id="{D44CF146-E865-4E07-BD3C-4BF5307E04D8}"/>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Tầng Network</a:t>
            </a:r>
          </a:p>
        </p:txBody>
      </p:sp>
      <p:sp>
        <p:nvSpPr>
          <p:cNvPr id="81923" name="Slide Number Placeholder 6">
            <a:extLst>
              <a:ext uri="{FF2B5EF4-FFF2-40B4-BE49-F238E27FC236}">
                <a16:creationId xmlns:a16="http://schemas.microsoft.com/office/drawing/2014/main" id="{3F6B75A4-8469-4651-BAB9-6F378FBD162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4-</a:t>
            </a:r>
            <a:fld id="{296A1C1C-2239-47F7-8472-49919F73FAFB}" type="slidenum">
              <a:rPr lang="en-US" altLang="en-US">
                <a:latin typeface="Tahoma" panose="020B0604030504040204" pitchFamily="34" charset="0"/>
              </a:rPr>
              <a:pPr/>
              <a:t>67</a:t>
            </a:fld>
            <a:endParaRPr lang="en-US" altLang="en-US">
              <a:latin typeface="Tahoma" panose="020B0604030504040204" pitchFamily="34" charset="0"/>
            </a:endParaRPr>
          </a:p>
        </p:txBody>
      </p:sp>
      <p:pic>
        <p:nvPicPr>
          <p:cNvPr id="81924" name="Picture 6" descr="underline_base">
            <a:extLst>
              <a:ext uri="{FF2B5EF4-FFF2-40B4-BE49-F238E27FC236}">
                <a16:creationId xmlns:a16="http://schemas.microsoft.com/office/drawing/2014/main" id="{7749FAC2-6AC8-47A1-AE16-E92DB6D1BF34}"/>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92326" y="1014414"/>
            <a:ext cx="6856413"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25" name="Rectangle 2">
            <a:extLst>
              <a:ext uri="{FF2B5EF4-FFF2-40B4-BE49-F238E27FC236}">
                <a16:creationId xmlns:a16="http://schemas.microsoft.com/office/drawing/2014/main" id="{BCCBC4A6-DA5E-4850-9C92-BA0F8A37D58E}"/>
              </a:ext>
            </a:extLst>
          </p:cNvPr>
          <p:cNvSpPr>
            <a:spLocks noGrp="1" noChangeArrowheads="1"/>
          </p:cNvSpPr>
          <p:nvPr>
            <p:ph type="title"/>
          </p:nvPr>
        </p:nvSpPr>
        <p:spPr>
          <a:xfrm>
            <a:off x="1834662" y="-77829"/>
            <a:ext cx="10131425" cy="1456267"/>
          </a:xfrm>
        </p:spPr>
        <p:txBody>
          <a:bodyPr/>
          <a:lstStyle/>
          <a:p>
            <a:r>
              <a:rPr lang="en-US" altLang="en-US" sz="4000" dirty="0" err="1">
                <a:ea typeface="ＭＳ Ｐゴシック" panose="020B0600070205080204" pitchFamily="34" charset="-128"/>
              </a:rPr>
              <a:t>Thuật</a:t>
            </a:r>
            <a:r>
              <a:rPr lang="en-US" altLang="en-US" sz="4000" dirty="0">
                <a:ea typeface="ＭＳ Ｐゴシック" panose="020B0600070205080204" pitchFamily="34" charset="-128"/>
              </a:rPr>
              <a:t> </a:t>
            </a:r>
            <a:r>
              <a:rPr lang="en-US" altLang="en-US" sz="4000" dirty="0" err="1">
                <a:ea typeface="ＭＳ Ｐゴシック" panose="020B0600070205080204" pitchFamily="34" charset="-128"/>
              </a:rPr>
              <a:t>toán</a:t>
            </a:r>
            <a:r>
              <a:rPr lang="en-US" altLang="en-US" sz="4000" dirty="0">
                <a:ea typeface="ＭＳ Ｐゴシック" panose="020B0600070205080204" pitchFamily="34" charset="-128"/>
              </a:rPr>
              <a:t> routing Link-State</a:t>
            </a:r>
            <a:endParaRPr lang="en-US" altLang="en-US" dirty="0">
              <a:ea typeface="ＭＳ Ｐゴシック" panose="020B0600070205080204" pitchFamily="34" charset="-128"/>
            </a:endParaRPr>
          </a:p>
        </p:txBody>
      </p:sp>
      <p:sp>
        <p:nvSpPr>
          <p:cNvPr id="81926" name="Rectangle 3">
            <a:extLst>
              <a:ext uri="{FF2B5EF4-FFF2-40B4-BE49-F238E27FC236}">
                <a16:creationId xmlns:a16="http://schemas.microsoft.com/office/drawing/2014/main" id="{03541FD9-D476-4D73-95C3-BE391E76AD1B}"/>
              </a:ext>
            </a:extLst>
          </p:cNvPr>
          <p:cNvSpPr>
            <a:spLocks noGrp="1" noChangeArrowheads="1"/>
          </p:cNvSpPr>
          <p:nvPr>
            <p:ph type="body" sz="half" idx="1"/>
          </p:nvPr>
        </p:nvSpPr>
        <p:spPr>
          <a:xfrm>
            <a:off x="1524001" y="1263650"/>
            <a:ext cx="4354513" cy="4903788"/>
          </a:xfrm>
        </p:spPr>
        <p:txBody>
          <a:bodyPr>
            <a:normAutofit fontScale="92500" lnSpcReduction="20000"/>
          </a:bodyPr>
          <a:lstStyle/>
          <a:p>
            <a:pPr>
              <a:buFont typeface="Wingdings" panose="05000000000000000000" pitchFamily="2" charset="2"/>
              <a:buNone/>
            </a:pPr>
            <a:r>
              <a:rPr lang="en-US" altLang="en-US" i="1">
                <a:solidFill>
                  <a:srgbClr val="CC0000"/>
                </a:solidFill>
                <a:latin typeface="Comic Sans MS" panose="030F0702030302020204" pitchFamily="66" charset="0"/>
                <a:ea typeface="ＭＳ Ｐゴシック" panose="020B0600070205080204" pitchFamily="34" charset="-128"/>
              </a:rPr>
              <a:t>Thuật toán Dijkstra</a:t>
            </a:r>
            <a:endParaRPr lang="en-US" altLang="ja-JP" i="1">
              <a:solidFill>
                <a:srgbClr val="CC0000"/>
              </a:solidFill>
              <a:latin typeface="Comic Sans MS" panose="030F0702030302020204" pitchFamily="66" charset="0"/>
              <a:ea typeface="ＭＳ Ｐゴシック" panose="020B0600070205080204" pitchFamily="34" charset="-128"/>
            </a:endParaRPr>
          </a:p>
          <a:p>
            <a:r>
              <a:rPr lang="en-US" altLang="en-US" sz="2400">
                <a:latin typeface="Comic Sans MS" panose="030F0702030302020204" pitchFamily="66" charset="0"/>
                <a:ea typeface="ＭＳ Ｐゴシック" panose="020B0600070205080204" pitchFamily="34" charset="-128"/>
              </a:rPr>
              <a:t>Biết chi phí kết nối, cấu trúc mạng của tất cả các node</a:t>
            </a:r>
          </a:p>
          <a:p>
            <a:pPr lvl="1"/>
            <a:r>
              <a:rPr lang="en-US" altLang="en-US" sz="2000">
                <a:latin typeface="Comic Sans MS" panose="030F0702030302020204" pitchFamily="66" charset="0"/>
                <a:ea typeface="ＭＳ Ｐゴシック" panose="020B0600070205080204" pitchFamily="34" charset="-128"/>
              </a:rPr>
              <a:t>Được thực hiệu thông qua </a:t>
            </a:r>
            <a:r>
              <a:rPr lang="ja-JP" altLang="en-US" sz="2000">
                <a:latin typeface="Comic Sans MS" panose="030F0702030302020204" pitchFamily="66" charset="0"/>
                <a:ea typeface="ＭＳ Ｐゴシック" panose="020B0600070205080204" pitchFamily="34" charset="-128"/>
              </a:rPr>
              <a:t>“</a:t>
            </a:r>
            <a:r>
              <a:rPr lang="en-US" altLang="ja-JP" sz="2000">
                <a:latin typeface="Comic Sans MS" panose="030F0702030302020204" pitchFamily="66" charset="0"/>
                <a:ea typeface="ＭＳ Ｐゴシック" panose="020B0600070205080204" pitchFamily="34" charset="-128"/>
              </a:rPr>
              <a:t>link state broadcast</a:t>
            </a:r>
            <a:r>
              <a:rPr lang="ja-JP" altLang="en-US" sz="2000">
                <a:latin typeface="Comic Sans MS" panose="030F0702030302020204" pitchFamily="66" charset="0"/>
                <a:ea typeface="ＭＳ Ｐゴシック" panose="020B0600070205080204" pitchFamily="34" charset="-128"/>
              </a:rPr>
              <a:t>”</a:t>
            </a:r>
            <a:r>
              <a:rPr lang="en-US" altLang="ja-JP" sz="2000">
                <a:latin typeface="Comic Sans MS" panose="030F0702030302020204" pitchFamily="66" charset="0"/>
                <a:ea typeface="ＭＳ Ｐゴシック" panose="020B0600070205080204" pitchFamily="34" charset="-128"/>
              </a:rPr>
              <a:t> </a:t>
            </a:r>
          </a:p>
          <a:p>
            <a:pPr lvl="1"/>
            <a:r>
              <a:rPr lang="en-US" altLang="en-US" sz="2000">
                <a:latin typeface="Comic Sans MS" panose="030F0702030302020204" pitchFamily="66" charset="0"/>
                <a:ea typeface="ＭＳ Ｐゴシック" panose="020B0600070205080204" pitchFamily="34" charset="-128"/>
              </a:rPr>
              <a:t>Tất cả các nodes có cùng thông tin với nhau</a:t>
            </a:r>
          </a:p>
          <a:p>
            <a:r>
              <a:rPr lang="en-US" altLang="en-US" sz="2400">
                <a:latin typeface="Comic Sans MS" panose="030F0702030302020204" pitchFamily="66" charset="0"/>
                <a:ea typeface="ＭＳ Ｐゴシック" panose="020B0600070205080204" pitchFamily="34" charset="-128"/>
              </a:rPr>
              <a:t>Tính toán đường đi có chi phí thấp nhất từ 1 node (‘nguồn’) đến tất cả các node khác</a:t>
            </a:r>
            <a:endParaRPr lang="en-US" altLang="ja-JP" sz="2400">
              <a:latin typeface="Comic Sans MS" panose="030F0702030302020204" pitchFamily="66" charset="0"/>
              <a:ea typeface="ＭＳ Ｐゴシック" panose="020B0600070205080204" pitchFamily="34" charset="-128"/>
            </a:endParaRPr>
          </a:p>
          <a:p>
            <a:pPr lvl="1"/>
            <a:r>
              <a:rPr lang="en-US" altLang="en-US" sz="2000">
                <a:latin typeface="Comic Sans MS" panose="030F0702030302020204" pitchFamily="66" charset="0"/>
                <a:ea typeface="ＭＳ Ｐゴシック" panose="020B0600070205080204" pitchFamily="34" charset="-128"/>
              </a:rPr>
              <a:t>Cho trước bảng </a:t>
            </a:r>
            <a:r>
              <a:rPr lang="en-US" altLang="en-US" sz="2000" i="1">
                <a:solidFill>
                  <a:srgbClr val="000099"/>
                </a:solidFill>
                <a:latin typeface="Comic Sans MS" panose="030F0702030302020204" pitchFamily="66" charset="0"/>
                <a:ea typeface="ＭＳ Ｐゴシック" panose="020B0600070205080204" pitchFamily="34" charset="-128"/>
              </a:rPr>
              <a:t>forwarding </a:t>
            </a:r>
            <a:r>
              <a:rPr lang="en-US" altLang="en-US" sz="2000">
                <a:latin typeface="Comic Sans MS" panose="030F0702030302020204" pitchFamily="66" charset="0"/>
                <a:ea typeface="ＭＳ Ｐゴシック" panose="020B0600070205080204" pitchFamily="34" charset="-128"/>
              </a:rPr>
              <a:t>của node đó</a:t>
            </a:r>
          </a:p>
          <a:p>
            <a:r>
              <a:rPr lang="en-US" altLang="en-US" sz="2400">
                <a:latin typeface="Comic Sans MS" panose="030F0702030302020204" pitchFamily="66" charset="0"/>
                <a:ea typeface="ＭＳ Ｐゴシック" panose="020B0600070205080204" pitchFamily="34" charset="-128"/>
              </a:rPr>
              <a:t>Lặp lại: sau k lần lặp lại, biết được đường đi có chi phí thấp nhất của k đích </a:t>
            </a:r>
          </a:p>
        </p:txBody>
      </p:sp>
      <p:sp>
        <p:nvSpPr>
          <p:cNvPr id="81927" name="Rectangle 4">
            <a:extLst>
              <a:ext uri="{FF2B5EF4-FFF2-40B4-BE49-F238E27FC236}">
                <a16:creationId xmlns:a16="http://schemas.microsoft.com/office/drawing/2014/main" id="{E4E669D7-9F0E-4A2B-9FB2-4A5EBB4C857A}"/>
              </a:ext>
            </a:extLst>
          </p:cNvPr>
          <p:cNvSpPr>
            <a:spLocks noGrp="1" noChangeArrowheads="1"/>
          </p:cNvSpPr>
          <p:nvPr>
            <p:ph type="body" sz="half" idx="2"/>
          </p:nvPr>
        </p:nvSpPr>
        <p:spPr>
          <a:xfrm>
            <a:off x="6019800" y="1308100"/>
            <a:ext cx="3810000" cy="4648200"/>
          </a:xfrm>
        </p:spPr>
        <p:txBody>
          <a:bodyPr/>
          <a:lstStyle/>
          <a:p>
            <a:pPr>
              <a:lnSpc>
                <a:spcPct val="75000"/>
              </a:lnSpc>
              <a:buFont typeface="Wingdings" panose="05000000000000000000" pitchFamily="2" charset="2"/>
              <a:buNone/>
            </a:pPr>
            <a:r>
              <a:rPr lang="en-US" altLang="en-US" i="1">
                <a:solidFill>
                  <a:srgbClr val="CC0000"/>
                </a:solidFill>
                <a:latin typeface="Comic Sans MS" panose="030F0702030302020204" pitchFamily="66" charset="0"/>
                <a:ea typeface="ＭＳ Ｐゴシック" panose="020B0600070205080204" pitchFamily="34" charset="-128"/>
              </a:rPr>
              <a:t>Ký hiệu:</a:t>
            </a:r>
          </a:p>
          <a:p>
            <a:pPr>
              <a:lnSpc>
                <a:spcPct val="75000"/>
              </a:lnSpc>
            </a:pPr>
            <a:r>
              <a:rPr lang="en-US" altLang="en-US">
                <a:solidFill>
                  <a:srgbClr val="000099"/>
                </a:solidFill>
                <a:latin typeface="Comic Sans MS" panose="030F0702030302020204" pitchFamily="66" charset="0"/>
                <a:ea typeface="ＭＳ Ｐゴシック" panose="020B0600070205080204" pitchFamily="34" charset="-128"/>
              </a:rPr>
              <a:t>c(x,y):</a:t>
            </a:r>
            <a:r>
              <a:rPr lang="en-US" altLang="en-US" sz="2400">
                <a:latin typeface="Comic Sans MS" panose="030F0702030302020204" pitchFamily="66" charset="0"/>
                <a:ea typeface="ＭＳ Ｐゴシック" panose="020B0600070205080204" pitchFamily="34" charset="-128"/>
              </a:rPr>
              <a:t> chi phí kết nối từ node x đến y;  = ∞ nếu không kết nối trực tiếp đến neighbor</a:t>
            </a:r>
          </a:p>
          <a:p>
            <a:pPr>
              <a:lnSpc>
                <a:spcPct val="75000"/>
              </a:lnSpc>
            </a:pPr>
            <a:r>
              <a:rPr lang="en-US" altLang="en-US">
                <a:solidFill>
                  <a:srgbClr val="000099"/>
                </a:solidFill>
                <a:latin typeface="Comic Sans MS" panose="030F0702030302020204" pitchFamily="66" charset="0"/>
                <a:ea typeface="ＭＳ Ｐゴシック" panose="020B0600070205080204" pitchFamily="34" charset="-128"/>
              </a:rPr>
              <a:t>D(v):</a:t>
            </a:r>
            <a:r>
              <a:rPr lang="en-US" altLang="en-US" sz="2400">
                <a:latin typeface="Comic Sans MS" panose="030F0702030302020204" pitchFamily="66" charset="0"/>
                <a:ea typeface="ＭＳ Ｐゴシック" panose="020B0600070205080204" pitchFamily="34" charset="-128"/>
              </a:rPr>
              <a:t> giá trị chị phí hiện tại của đường đi từ nguồn tới đích v</a:t>
            </a:r>
          </a:p>
          <a:p>
            <a:pPr>
              <a:lnSpc>
                <a:spcPct val="75000"/>
              </a:lnSpc>
            </a:pPr>
            <a:r>
              <a:rPr lang="en-US" altLang="en-US">
                <a:solidFill>
                  <a:srgbClr val="000099"/>
                </a:solidFill>
                <a:latin typeface="Comic Sans MS" panose="030F0702030302020204" pitchFamily="66" charset="0"/>
                <a:ea typeface="ＭＳ Ｐゴシック" panose="020B0600070205080204" pitchFamily="34" charset="-128"/>
              </a:rPr>
              <a:t>p(v):</a:t>
            </a:r>
            <a:r>
              <a:rPr lang="en-US" altLang="en-US" sz="2400">
                <a:latin typeface="Comic Sans MS" panose="030F0702030302020204" pitchFamily="66" charset="0"/>
                <a:ea typeface="ＭＳ Ｐゴシック" panose="020B0600070205080204" pitchFamily="34" charset="-128"/>
              </a:rPr>
              <a:t> node trước nằm trên đường đi từ nguồn tới v</a:t>
            </a:r>
          </a:p>
          <a:p>
            <a:pPr>
              <a:lnSpc>
                <a:spcPct val="75000"/>
              </a:lnSpc>
            </a:pPr>
            <a:r>
              <a:rPr lang="en-US" altLang="en-US">
                <a:solidFill>
                  <a:srgbClr val="000099"/>
                </a:solidFill>
                <a:latin typeface="Comic Sans MS" panose="030F0702030302020204" pitchFamily="66" charset="0"/>
                <a:ea typeface="ＭＳ Ｐゴシック" panose="020B0600070205080204" pitchFamily="34" charset="-128"/>
              </a:rPr>
              <a:t>N</a:t>
            </a:r>
            <a:r>
              <a:rPr lang="en-US" altLang="en-US">
                <a:solidFill>
                  <a:srgbClr val="000099"/>
                </a:solidFill>
                <a:latin typeface="Comic Sans MS" panose="030F0702030302020204" pitchFamily="66" charset="0"/>
                <a:ea typeface="ＭＳ Ｐゴシック" panose="020B0600070205080204" pitchFamily="34" charset="-128"/>
                <a:cs typeface="Arial" panose="020B0604020202020204" pitchFamily="34" charset="0"/>
              </a:rPr>
              <a:t>'</a:t>
            </a:r>
            <a:r>
              <a:rPr lang="en-US" altLang="en-US">
                <a:solidFill>
                  <a:srgbClr val="000099"/>
                </a:solidFill>
                <a:latin typeface="Comic Sans MS" panose="030F0702030302020204" pitchFamily="66" charset="0"/>
                <a:ea typeface="ＭＳ Ｐゴシック" panose="020B0600070205080204" pitchFamily="34" charset="-128"/>
              </a:rPr>
              <a:t>:</a:t>
            </a:r>
            <a:r>
              <a:rPr lang="en-US" altLang="en-US" sz="2400">
                <a:latin typeface="Comic Sans MS" panose="030F0702030302020204" pitchFamily="66" charset="0"/>
                <a:ea typeface="ＭＳ Ｐゴシック" panose="020B0600070205080204" pitchFamily="34" charset="-128"/>
              </a:rPr>
              <a:t> tập các node mà chi phí đường đi thấp nhất đã được xác định</a:t>
            </a:r>
          </a:p>
          <a:p>
            <a:pPr>
              <a:lnSpc>
                <a:spcPct val="75000"/>
              </a:lnSpc>
            </a:pPr>
            <a:endParaRPr lang="en-US" altLang="en-US">
              <a:latin typeface="Comic Sans MS" panose="030F0702030302020204" pitchFamily="66" charset="0"/>
              <a:ea typeface="ＭＳ Ｐゴシック" panose="020B0600070205080204" pitchFamily="34" charset="-128"/>
            </a:endParaRPr>
          </a:p>
        </p:txBody>
      </p:sp>
    </p:spTree>
    <p:extLst>
      <p:ext uri="{BB962C8B-B14F-4D97-AF65-F5344CB8AC3E}">
        <p14:creationId xmlns:p14="http://schemas.microsoft.com/office/powerpoint/2010/main" val="1422201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Footer Placeholder 3">
            <a:extLst>
              <a:ext uri="{FF2B5EF4-FFF2-40B4-BE49-F238E27FC236}">
                <a16:creationId xmlns:a16="http://schemas.microsoft.com/office/drawing/2014/main" id="{53D356E7-9B4B-46EE-A373-3C4EA5B03DD5}"/>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Tầng Network</a:t>
            </a:r>
          </a:p>
        </p:txBody>
      </p:sp>
      <p:sp>
        <p:nvSpPr>
          <p:cNvPr id="82947" name="Slide Number Placeholder 4">
            <a:extLst>
              <a:ext uri="{FF2B5EF4-FFF2-40B4-BE49-F238E27FC236}">
                <a16:creationId xmlns:a16="http://schemas.microsoft.com/office/drawing/2014/main" id="{61987F50-705C-44D4-BB99-099DBEA9BE5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4-</a:t>
            </a:r>
            <a:fld id="{28BB369A-A065-4A69-83EA-9DE555443809}" type="slidenum">
              <a:rPr lang="en-US" altLang="en-US">
                <a:latin typeface="Tahoma" panose="020B0604030504040204" pitchFamily="34" charset="0"/>
              </a:rPr>
              <a:pPr/>
              <a:t>68</a:t>
            </a:fld>
            <a:endParaRPr lang="en-US" altLang="en-US">
              <a:latin typeface="Tahoma" panose="020B0604030504040204" pitchFamily="34" charset="0"/>
            </a:endParaRPr>
          </a:p>
        </p:txBody>
      </p:sp>
      <p:pic>
        <p:nvPicPr>
          <p:cNvPr id="82948" name="Picture 6" descr="underline_base">
            <a:extLst>
              <a:ext uri="{FF2B5EF4-FFF2-40B4-BE49-F238E27FC236}">
                <a16:creationId xmlns:a16="http://schemas.microsoft.com/office/drawing/2014/main" id="{B025344E-515E-4FCE-827E-391741C03029}"/>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00263" y="1014414"/>
            <a:ext cx="4570412"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949" name="Rectangle 2">
            <a:extLst>
              <a:ext uri="{FF2B5EF4-FFF2-40B4-BE49-F238E27FC236}">
                <a16:creationId xmlns:a16="http://schemas.microsoft.com/office/drawing/2014/main" id="{67986E94-99C1-4B2E-B02E-8971CB504617}"/>
              </a:ext>
            </a:extLst>
          </p:cNvPr>
          <p:cNvSpPr>
            <a:spLocks noGrp="1" noChangeArrowheads="1"/>
          </p:cNvSpPr>
          <p:nvPr>
            <p:ph type="title"/>
          </p:nvPr>
        </p:nvSpPr>
        <p:spPr>
          <a:xfrm>
            <a:off x="2060575" y="-37573"/>
            <a:ext cx="10131425" cy="1456267"/>
          </a:xfrm>
        </p:spPr>
        <p:txBody>
          <a:bodyPr/>
          <a:lstStyle/>
          <a:p>
            <a:r>
              <a:rPr lang="en-US" altLang="en-US" sz="4000" dirty="0" err="1">
                <a:ea typeface="ＭＳ Ｐゴシック" panose="020B0600070205080204" pitchFamily="34" charset="-128"/>
              </a:rPr>
              <a:t>Thuật</a:t>
            </a:r>
            <a:r>
              <a:rPr lang="en-US" altLang="en-US" sz="4000" dirty="0">
                <a:ea typeface="ＭＳ Ｐゴシック" panose="020B0600070205080204" pitchFamily="34" charset="-128"/>
              </a:rPr>
              <a:t> </a:t>
            </a:r>
            <a:r>
              <a:rPr lang="en-US" altLang="en-US" sz="4000" dirty="0" err="1">
                <a:ea typeface="ＭＳ Ｐゴシック" panose="020B0600070205080204" pitchFamily="34" charset="-128"/>
              </a:rPr>
              <a:t>toán</a:t>
            </a:r>
            <a:r>
              <a:rPr lang="en-US" altLang="en-US" sz="4000" dirty="0">
                <a:ea typeface="ＭＳ Ｐゴシック" panose="020B0600070205080204" pitchFamily="34" charset="-128"/>
              </a:rPr>
              <a:t> </a:t>
            </a:r>
            <a:r>
              <a:rPr lang="en-US" altLang="en-US" sz="4000" dirty="0" err="1">
                <a:ea typeface="ＭＳ Ｐゴシック" panose="020B0600070205080204" pitchFamily="34" charset="-128"/>
              </a:rPr>
              <a:t>Dijsktra</a:t>
            </a:r>
            <a:endParaRPr lang="en-US" altLang="en-US" dirty="0">
              <a:ea typeface="ＭＳ Ｐゴシック" panose="020B0600070205080204" pitchFamily="34" charset="-128"/>
            </a:endParaRPr>
          </a:p>
        </p:txBody>
      </p:sp>
      <p:sp>
        <p:nvSpPr>
          <p:cNvPr id="82950" name="Text Box 3">
            <a:extLst>
              <a:ext uri="{FF2B5EF4-FFF2-40B4-BE49-F238E27FC236}">
                <a16:creationId xmlns:a16="http://schemas.microsoft.com/office/drawing/2014/main" id="{0616681A-0723-49B3-9589-09D6550C7F6F}"/>
              </a:ext>
            </a:extLst>
          </p:cNvPr>
          <p:cNvSpPr txBox="1">
            <a:spLocks noChangeArrowheads="1"/>
          </p:cNvSpPr>
          <p:nvPr/>
        </p:nvSpPr>
        <p:spPr bwMode="auto">
          <a:xfrm>
            <a:off x="2665414" y="1458914"/>
            <a:ext cx="8015287" cy="4708525"/>
          </a:xfrm>
          <a:prstGeom prst="rect">
            <a:avLst/>
          </a:prstGeom>
          <a:noFill/>
          <a:ln w="9525">
            <a:noFill/>
            <a:miter lim="800000"/>
            <a:headEnd/>
            <a:tailEnd/>
          </a:ln>
        </p:spPr>
        <p:txBody>
          <a:bodyPr wrap="none">
            <a:spAutoFit/>
          </a:bodyPr>
          <a:lstStyle/>
          <a:p>
            <a:pPr>
              <a:defRPr/>
            </a:pPr>
            <a:r>
              <a:rPr lang="en-US" sz="2000" dirty="0">
                <a:latin typeface="Arial" charset="0"/>
              </a:rPr>
              <a:t>1  </a:t>
            </a:r>
            <a:r>
              <a:rPr lang="en-US" sz="2000" b="1" i="1" dirty="0" err="1">
                <a:latin typeface="Arial" charset="0"/>
              </a:rPr>
              <a:t>Khởi</a:t>
            </a:r>
            <a:r>
              <a:rPr lang="en-US" sz="2000" b="1" i="1" dirty="0">
                <a:latin typeface="Arial" charset="0"/>
              </a:rPr>
              <a:t> </a:t>
            </a:r>
            <a:r>
              <a:rPr lang="en-US" sz="2000" b="1" i="1" dirty="0" err="1">
                <a:latin typeface="Arial" charset="0"/>
              </a:rPr>
              <a:t>tạo</a:t>
            </a:r>
            <a:r>
              <a:rPr lang="en-US" sz="2000" b="1" i="1" dirty="0">
                <a:latin typeface="Arial" charset="0"/>
              </a:rPr>
              <a:t>:</a:t>
            </a:r>
            <a:r>
              <a:rPr lang="en-US" sz="2000" dirty="0">
                <a:latin typeface="Arial" charset="0"/>
              </a:rPr>
              <a:t> </a:t>
            </a:r>
          </a:p>
          <a:p>
            <a:pPr>
              <a:defRPr/>
            </a:pPr>
            <a:r>
              <a:rPr lang="en-US" sz="2000" dirty="0">
                <a:latin typeface="Arial" charset="0"/>
              </a:rPr>
              <a:t>2    N</a:t>
            </a:r>
            <a:r>
              <a:rPr lang="en-US" sz="2000" dirty="0">
                <a:latin typeface="Arial" charset="0"/>
                <a:cs typeface="Arial" charset="0"/>
              </a:rPr>
              <a:t>'</a:t>
            </a:r>
            <a:r>
              <a:rPr lang="en-US" sz="2000" dirty="0">
                <a:latin typeface="Arial" charset="0"/>
              </a:rPr>
              <a:t> = {u} </a:t>
            </a:r>
          </a:p>
          <a:p>
            <a:pPr>
              <a:defRPr/>
            </a:pPr>
            <a:r>
              <a:rPr lang="en-US" sz="2000" dirty="0">
                <a:latin typeface="Arial" charset="0"/>
              </a:rPr>
              <a:t>3    for all nodes v </a:t>
            </a:r>
          </a:p>
          <a:p>
            <a:pPr>
              <a:defRPr/>
            </a:pPr>
            <a:r>
              <a:rPr lang="en-US" sz="2000" dirty="0">
                <a:latin typeface="Arial" charset="0"/>
              </a:rPr>
              <a:t>4      if v adjacent to u </a:t>
            </a:r>
          </a:p>
          <a:p>
            <a:pPr>
              <a:defRPr/>
            </a:pPr>
            <a:r>
              <a:rPr lang="en-US" sz="2000" dirty="0">
                <a:latin typeface="Arial" charset="0"/>
              </a:rPr>
              <a:t>5          then D(v) = c(</a:t>
            </a:r>
            <a:r>
              <a:rPr lang="en-US" sz="2000" dirty="0" err="1">
                <a:latin typeface="Arial" charset="0"/>
              </a:rPr>
              <a:t>u,v</a:t>
            </a:r>
            <a:r>
              <a:rPr lang="en-US" sz="2000" dirty="0">
                <a:latin typeface="Arial" charset="0"/>
              </a:rPr>
              <a:t>) </a:t>
            </a:r>
          </a:p>
          <a:p>
            <a:pPr>
              <a:defRPr/>
            </a:pPr>
            <a:r>
              <a:rPr lang="en-US" sz="2000" dirty="0">
                <a:latin typeface="Arial" charset="0"/>
              </a:rPr>
              <a:t>6      else D(v) = </a:t>
            </a:r>
            <a:r>
              <a:rPr lang="en-US" sz="2000" dirty="0">
                <a:latin typeface="Arial" charset="0"/>
                <a:cs typeface="Arial" charset="0"/>
              </a:rPr>
              <a:t>∞</a:t>
            </a:r>
            <a:r>
              <a:rPr lang="en-US" sz="2000" dirty="0">
                <a:latin typeface="Arial" charset="0"/>
              </a:rPr>
              <a:t> </a:t>
            </a:r>
          </a:p>
          <a:p>
            <a:pPr>
              <a:defRPr/>
            </a:pPr>
            <a:r>
              <a:rPr lang="en-US" sz="2000" dirty="0">
                <a:latin typeface="Arial" charset="0"/>
              </a:rPr>
              <a:t>7 </a:t>
            </a:r>
          </a:p>
          <a:p>
            <a:pPr>
              <a:defRPr/>
            </a:pPr>
            <a:r>
              <a:rPr lang="en-US" sz="2000" dirty="0">
                <a:latin typeface="Arial" charset="0"/>
              </a:rPr>
              <a:t>8   </a:t>
            </a:r>
            <a:r>
              <a:rPr lang="en-US" sz="2000" b="1" i="1" dirty="0" err="1">
                <a:latin typeface="Arial" charset="0"/>
              </a:rPr>
              <a:t>Lặp</a:t>
            </a:r>
            <a:endParaRPr lang="en-US" sz="2000" dirty="0">
              <a:latin typeface="Arial" charset="0"/>
            </a:endParaRPr>
          </a:p>
          <a:p>
            <a:pPr>
              <a:defRPr/>
            </a:pPr>
            <a:r>
              <a:rPr lang="en-US" sz="2000" dirty="0">
                <a:latin typeface="Arial" charset="0"/>
              </a:rPr>
              <a:t>9     find w not in N</a:t>
            </a:r>
            <a:r>
              <a:rPr lang="en-US" sz="2000" dirty="0">
                <a:latin typeface="Arial" charset="0"/>
                <a:cs typeface="Arial" charset="0"/>
              </a:rPr>
              <a:t>'</a:t>
            </a:r>
            <a:r>
              <a:rPr lang="en-US" sz="2000" dirty="0">
                <a:latin typeface="Arial" charset="0"/>
              </a:rPr>
              <a:t> such that D(w) is a minimum </a:t>
            </a:r>
          </a:p>
          <a:p>
            <a:pPr>
              <a:defRPr/>
            </a:pPr>
            <a:r>
              <a:rPr lang="en-US" sz="2000" dirty="0">
                <a:latin typeface="Arial" charset="0"/>
              </a:rPr>
              <a:t>10    add w to N</a:t>
            </a:r>
            <a:r>
              <a:rPr lang="en-US" sz="2000" dirty="0">
                <a:latin typeface="Arial" charset="0"/>
                <a:cs typeface="Arial" charset="0"/>
              </a:rPr>
              <a:t>'</a:t>
            </a:r>
            <a:r>
              <a:rPr lang="en-US" sz="2000" dirty="0">
                <a:latin typeface="Arial" charset="0"/>
              </a:rPr>
              <a:t> </a:t>
            </a:r>
          </a:p>
          <a:p>
            <a:pPr>
              <a:defRPr/>
            </a:pPr>
            <a:r>
              <a:rPr lang="en-US" sz="2000" dirty="0">
                <a:latin typeface="Arial" charset="0"/>
              </a:rPr>
              <a:t>11    update D(v) for all v adjacent to w and not in N</a:t>
            </a:r>
            <a:r>
              <a:rPr lang="en-US" sz="2000" dirty="0">
                <a:latin typeface="Arial" charset="0"/>
                <a:cs typeface="Arial" charset="0"/>
              </a:rPr>
              <a:t>'</a:t>
            </a:r>
            <a:r>
              <a:rPr lang="en-US" sz="2000" dirty="0">
                <a:latin typeface="Arial" charset="0"/>
              </a:rPr>
              <a:t> : </a:t>
            </a:r>
          </a:p>
          <a:p>
            <a:pPr>
              <a:defRPr/>
            </a:pPr>
            <a:r>
              <a:rPr lang="en-US" sz="2000" dirty="0">
                <a:latin typeface="Arial" charset="0"/>
              </a:rPr>
              <a:t>12       </a:t>
            </a:r>
            <a:r>
              <a:rPr lang="en-US" sz="2000" b="1" dirty="0">
                <a:solidFill>
                  <a:srgbClr val="CC0000"/>
                </a:solidFill>
                <a:latin typeface="Arial" charset="0"/>
              </a:rPr>
              <a:t>D(v) = min( D(v), D(w) + c(</a:t>
            </a:r>
            <a:r>
              <a:rPr lang="en-US" sz="2000" b="1" dirty="0" err="1">
                <a:solidFill>
                  <a:srgbClr val="CC0000"/>
                </a:solidFill>
                <a:latin typeface="Arial" charset="0"/>
              </a:rPr>
              <a:t>w,v</a:t>
            </a:r>
            <a:r>
              <a:rPr lang="en-US" sz="2000" b="1" dirty="0">
                <a:solidFill>
                  <a:srgbClr val="CC0000"/>
                </a:solidFill>
                <a:latin typeface="Arial" charset="0"/>
              </a:rPr>
              <a:t>) ) </a:t>
            </a:r>
          </a:p>
          <a:p>
            <a:pPr marL="457200" indent="-457200">
              <a:buFontTx/>
              <a:buAutoNum type="arabicPlain" startAt="13"/>
              <a:defRPr/>
            </a:pPr>
            <a:r>
              <a:rPr lang="en-US" sz="2000" dirty="0">
                <a:latin typeface="Arial" charset="0"/>
              </a:rPr>
              <a:t>/* chi </a:t>
            </a:r>
            <a:r>
              <a:rPr lang="en-US" sz="2000" dirty="0" err="1">
                <a:latin typeface="Arial" charset="0"/>
              </a:rPr>
              <a:t>phí</a:t>
            </a:r>
            <a:r>
              <a:rPr lang="en-US" sz="2000" dirty="0">
                <a:latin typeface="Arial" charset="0"/>
              </a:rPr>
              <a:t> </a:t>
            </a:r>
            <a:r>
              <a:rPr lang="en-US" sz="2000" dirty="0" err="1">
                <a:latin typeface="Arial" charset="0"/>
              </a:rPr>
              <a:t>mới</a:t>
            </a:r>
            <a:r>
              <a:rPr lang="en-US" sz="2000" dirty="0">
                <a:latin typeface="Arial" charset="0"/>
              </a:rPr>
              <a:t> </a:t>
            </a:r>
            <a:r>
              <a:rPr lang="en-US" sz="2000" dirty="0" err="1">
                <a:latin typeface="Arial" charset="0"/>
              </a:rPr>
              <a:t>đến</a:t>
            </a:r>
            <a:r>
              <a:rPr lang="en-US" sz="2000" dirty="0">
                <a:latin typeface="Arial" charset="0"/>
              </a:rPr>
              <a:t> v </a:t>
            </a:r>
            <a:r>
              <a:rPr lang="en-US" sz="2000" dirty="0" err="1">
                <a:latin typeface="Arial" charset="0"/>
              </a:rPr>
              <a:t>là</a:t>
            </a:r>
            <a:r>
              <a:rPr lang="en-US" sz="2000" dirty="0">
                <a:latin typeface="Arial" charset="0"/>
              </a:rPr>
              <a:t> </a:t>
            </a:r>
            <a:r>
              <a:rPr lang="en-US" sz="2000" dirty="0" err="1">
                <a:latin typeface="Arial" charset="0"/>
              </a:rPr>
              <a:t>chính</a:t>
            </a:r>
            <a:r>
              <a:rPr lang="en-US" sz="2000" dirty="0">
                <a:latin typeface="Arial" charset="0"/>
              </a:rPr>
              <a:t> </a:t>
            </a:r>
            <a:r>
              <a:rPr lang="en-US" sz="2000" dirty="0" err="1">
                <a:latin typeface="Arial" charset="0"/>
              </a:rPr>
              <a:t>nó</a:t>
            </a:r>
            <a:r>
              <a:rPr lang="en-US" sz="2000" dirty="0">
                <a:latin typeface="Arial" charset="0"/>
              </a:rPr>
              <a:t> </a:t>
            </a:r>
            <a:r>
              <a:rPr lang="en-US" sz="2000" dirty="0" err="1">
                <a:latin typeface="Arial" charset="0"/>
              </a:rPr>
              <a:t>hoặc</a:t>
            </a:r>
            <a:r>
              <a:rPr lang="en-US" sz="2000" dirty="0">
                <a:latin typeface="Arial" charset="0"/>
              </a:rPr>
              <a:t> chi </a:t>
            </a:r>
            <a:r>
              <a:rPr lang="en-US" sz="2000" dirty="0" err="1">
                <a:latin typeface="Arial" charset="0"/>
              </a:rPr>
              <a:t>phí</a:t>
            </a:r>
            <a:r>
              <a:rPr lang="en-US" sz="2000" dirty="0">
                <a:latin typeface="Arial" charset="0"/>
              </a:rPr>
              <a:t> </a:t>
            </a:r>
            <a:r>
              <a:rPr lang="en-US" sz="2000" dirty="0" err="1">
                <a:latin typeface="Arial" charset="0"/>
              </a:rPr>
              <a:t>đường</a:t>
            </a:r>
            <a:r>
              <a:rPr lang="en-US" sz="2000" dirty="0">
                <a:latin typeface="Arial" charset="0"/>
              </a:rPr>
              <a:t> </a:t>
            </a:r>
            <a:r>
              <a:rPr lang="en-US" sz="2000" dirty="0" err="1">
                <a:latin typeface="Arial" charset="0"/>
              </a:rPr>
              <a:t>đi</a:t>
            </a:r>
            <a:r>
              <a:rPr lang="en-US" sz="2000" dirty="0">
                <a:latin typeface="Arial" charset="0"/>
              </a:rPr>
              <a:t> </a:t>
            </a:r>
            <a:r>
              <a:rPr lang="en-US" sz="2000" dirty="0" err="1">
                <a:latin typeface="Arial" charset="0"/>
              </a:rPr>
              <a:t>ngắn</a:t>
            </a:r>
            <a:r>
              <a:rPr lang="en-US" sz="2000" dirty="0">
                <a:latin typeface="Arial" charset="0"/>
              </a:rPr>
              <a:t> </a:t>
            </a:r>
            <a:r>
              <a:rPr lang="en-US" sz="2000" dirty="0" err="1">
                <a:latin typeface="Arial" charset="0"/>
              </a:rPr>
              <a:t>nhất</a:t>
            </a:r>
            <a:r>
              <a:rPr lang="en-US" sz="2000" dirty="0">
                <a:latin typeface="Arial" charset="0"/>
              </a:rPr>
              <a:t> </a:t>
            </a:r>
          </a:p>
          <a:p>
            <a:pPr marL="457200" indent="-457200">
              <a:buFontTx/>
              <a:buAutoNum type="arabicPlain" startAt="13"/>
              <a:defRPr/>
            </a:pPr>
            <a:r>
              <a:rPr lang="en-US" sz="2000" dirty="0" err="1">
                <a:latin typeface="Arial" charset="0"/>
              </a:rPr>
              <a:t>cộng</a:t>
            </a:r>
            <a:r>
              <a:rPr lang="en-US" sz="2000" dirty="0">
                <a:latin typeface="Arial" charset="0"/>
              </a:rPr>
              <a:t> </a:t>
            </a:r>
            <a:r>
              <a:rPr lang="en-US" sz="2000" dirty="0" err="1">
                <a:latin typeface="Arial" charset="0"/>
              </a:rPr>
              <a:t>với</a:t>
            </a:r>
            <a:r>
              <a:rPr lang="en-US" sz="2000" dirty="0">
                <a:latin typeface="Arial" charset="0"/>
              </a:rPr>
              <a:t> chi </a:t>
            </a:r>
            <a:r>
              <a:rPr lang="en-US" sz="2000" dirty="0" err="1">
                <a:latin typeface="Arial" charset="0"/>
              </a:rPr>
              <a:t>phí</a:t>
            </a:r>
            <a:r>
              <a:rPr lang="en-US" sz="2000" dirty="0">
                <a:latin typeface="Arial" charset="0"/>
              </a:rPr>
              <a:t> </a:t>
            </a:r>
            <a:r>
              <a:rPr lang="en-US" sz="2000" dirty="0" err="1">
                <a:latin typeface="Arial" charset="0"/>
              </a:rPr>
              <a:t>từ</a:t>
            </a:r>
            <a:r>
              <a:rPr lang="en-US" sz="2000" dirty="0">
                <a:latin typeface="Arial" charset="0"/>
              </a:rPr>
              <a:t> w </a:t>
            </a:r>
            <a:r>
              <a:rPr lang="en-US" sz="2000" dirty="0" err="1">
                <a:latin typeface="Arial" charset="0"/>
              </a:rPr>
              <a:t>đến</a:t>
            </a:r>
            <a:r>
              <a:rPr lang="en-US" sz="2000" dirty="0">
                <a:latin typeface="Arial" charset="0"/>
              </a:rPr>
              <a:t> v*/ </a:t>
            </a:r>
          </a:p>
          <a:p>
            <a:pPr>
              <a:defRPr/>
            </a:pPr>
            <a:r>
              <a:rPr lang="en-US" sz="2000" dirty="0">
                <a:latin typeface="Arial" charset="0"/>
              </a:rPr>
              <a:t>15  </a:t>
            </a:r>
            <a:r>
              <a:rPr lang="en-US" sz="2000" b="1" i="1" dirty="0">
                <a:latin typeface="Arial" charset="0"/>
              </a:rPr>
              <a:t>until all nodes in N</a:t>
            </a:r>
            <a:r>
              <a:rPr lang="en-US" sz="2000" b="1" i="1" dirty="0">
                <a:latin typeface="Arial" charset="0"/>
                <a:cs typeface="Arial" charset="0"/>
              </a:rPr>
              <a:t>'</a:t>
            </a:r>
            <a:r>
              <a:rPr lang="en-US" sz="2000" dirty="0">
                <a:latin typeface="Arial" charset="0"/>
              </a:rPr>
              <a:t> </a:t>
            </a:r>
          </a:p>
        </p:txBody>
      </p:sp>
      <p:sp>
        <p:nvSpPr>
          <p:cNvPr id="82951" name="Freeform 4">
            <a:extLst>
              <a:ext uri="{FF2B5EF4-FFF2-40B4-BE49-F238E27FC236}">
                <a16:creationId xmlns:a16="http://schemas.microsoft.com/office/drawing/2014/main" id="{411B528E-E413-4DB6-AC09-C42510272693}"/>
              </a:ext>
            </a:extLst>
          </p:cNvPr>
          <p:cNvSpPr>
            <a:spLocks/>
          </p:cNvSpPr>
          <p:nvPr/>
        </p:nvSpPr>
        <p:spPr bwMode="auto">
          <a:xfrm>
            <a:off x="2124075" y="3543301"/>
            <a:ext cx="800100" cy="2886075"/>
          </a:xfrm>
          <a:custGeom>
            <a:avLst/>
            <a:gdLst>
              <a:gd name="T0" fmla="*/ 2147483647 w 504"/>
              <a:gd name="T1" fmla="*/ 2147483647 h 1818"/>
              <a:gd name="T2" fmla="*/ 2147483647 w 504"/>
              <a:gd name="T3" fmla="*/ 2147483647 h 1818"/>
              <a:gd name="T4" fmla="*/ 2147483647 w 504"/>
              <a:gd name="T5" fmla="*/ 2147483647 h 1818"/>
              <a:gd name="T6" fmla="*/ 2147483647 w 504"/>
              <a:gd name="T7" fmla="*/ 2147483647 h 1818"/>
              <a:gd name="T8" fmla="*/ 0 60000 65536"/>
              <a:gd name="T9" fmla="*/ 0 60000 65536"/>
              <a:gd name="T10" fmla="*/ 0 60000 65536"/>
              <a:gd name="T11" fmla="*/ 0 60000 65536"/>
              <a:gd name="T12" fmla="*/ 0 w 504"/>
              <a:gd name="T13" fmla="*/ 0 h 1818"/>
              <a:gd name="T14" fmla="*/ 504 w 504"/>
              <a:gd name="T15" fmla="*/ 1818 h 1818"/>
            </a:gdLst>
            <a:ahLst/>
            <a:cxnLst>
              <a:cxn ang="T8">
                <a:pos x="T0" y="T1"/>
              </a:cxn>
              <a:cxn ang="T9">
                <a:pos x="T2" y="T3"/>
              </a:cxn>
              <a:cxn ang="T10">
                <a:pos x="T4" y="T5"/>
              </a:cxn>
              <a:cxn ang="T11">
                <a:pos x="T6" y="T7"/>
              </a:cxn>
            </a:cxnLst>
            <a:rect l="T12" t="T13" r="T14" b="T15"/>
            <a:pathLst>
              <a:path w="504" h="1818">
                <a:moveTo>
                  <a:pt x="504" y="1596"/>
                </a:moveTo>
                <a:cubicBezTo>
                  <a:pt x="444" y="1728"/>
                  <a:pt x="240" y="1818"/>
                  <a:pt x="120" y="1602"/>
                </a:cubicBezTo>
                <a:cubicBezTo>
                  <a:pt x="0" y="1386"/>
                  <a:pt x="48" y="444"/>
                  <a:pt x="90" y="192"/>
                </a:cubicBezTo>
                <a:cubicBezTo>
                  <a:pt x="162" y="0"/>
                  <a:pt x="294" y="84"/>
                  <a:pt x="396" y="144"/>
                </a:cubicBezTo>
              </a:path>
            </a:pathLst>
          </a:custGeom>
          <a:noFill/>
          <a:ln w="28575">
            <a:solidFill>
              <a:srgbClr val="CC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Tree>
    <p:extLst>
      <p:ext uri="{BB962C8B-B14F-4D97-AF65-F5344CB8AC3E}">
        <p14:creationId xmlns:p14="http://schemas.microsoft.com/office/powerpoint/2010/main" val="40701305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Footer Placeholder 2">
            <a:extLst>
              <a:ext uri="{FF2B5EF4-FFF2-40B4-BE49-F238E27FC236}">
                <a16:creationId xmlns:a16="http://schemas.microsoft.com/office/drawing/2014/main" id="{0AEB3E18-6622-418E-A3B8-BB889C1A9E86}"/>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Tầng Network</a:t>
            </a:r>
          </a:p>
        </p:txBody>
      </p:sp>
      <p:sp>
        <p:nvSpPr>
          <p:cNvPr id="83971" name="Slide Number Placeholder 3">
            <a:extLst>
              <a:ext uri="{FF2B5EF4-FFF2-40B4-BE49-F238E27FC236}">
                <a16:creationId xmlns:a16="http://schemas.microsoft.com/office/drawing/2014/main" id="{0B0C6A99-49F7-4F78-B9B7-E2A2AFAB99E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4-</a:t>
            </a:r>
            <a:fld id="{F7EEC8E1-A64D-40D7-9689-436DF71E85DE}" type="slidenum">
              <a:rPr lang="en-US" altLang="en-US">
                <a:latin typeface="Tahoma" panose="020B0604030504040204" pitchFamily="34" charset="0"/>
              </a:rPr>
              <a:pPr/>
              <a:t>69</a:t>
            </a:fld>
            <a:endParaRPr lang="en-US" altLang="en-US">
              <a:latin typeface="Tahoma" panose="020B0604030504040204" pitchFamily="34" charset="0"/>
            </a:endParaRPr>
          </a:p>
        </p:txBody>
      </p:sp>
      <p:pic>
        <p:nvPicPr>
          <p:cNvPr id="83972" name="Picture 133" descr="underline_base">
            <a:extLst>
              <a:ext uri="{FF2B5EF4-FFF2-40B4-BE49-F238E27FC236}">
                <a16:creationId xmlns:a16="http://schemas.microsoft.com/office/drawing/2014/main" id="{4EE476B8-49CB-4B96-A168-7E03333D5C28}"/>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71688" y="787400"/>
            <a:ext cx="6399212"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3973" name="Group 2">
            <a:extLst>
              <a:ext uri="{FF2B5EF4-FFF2-40B4-BE49-F238E27FC236}">
                <a16:creationId xmlns:a16="http://schemas.microsoft.com/office/drawing/2014/main" id="{B831D5E8-6EFE-4B64-9783-7D47932275B8}"/>
              </a:ext>
            </a:extLst>
          </p:cNvPr>
          <p:cNvGrpSpPr>
            <a:grpSpLocks/>
          </p:cNvGrpSpPr>
          <p:nvPr/>
        </p:nvGrpSpPr>
        <p:grpSpPr bwMode="auto">
          <a:xfrm>
            <a:off x="6164264" y="3098800"/>
            <a:ext cx="4217987" cy="3759200"/>
            <a:chOff x="415" y="856"/>
            <a:chExt cx="2910" cy="2523"/>
          </a:xfrm>
        </p:grpSpPr>
        <p:grpSp>
          <p:nvGrpSpPr>
            <p:cNvPr id="84034" name="Group 3">
              <a:extLst>
                <a:ext uri="{FF2B5EF4-FFF2-40B4-BE49-F238E27FC236}">
                  <a16:creationId xmlns:a16="http://schemas.microsoft.com/office/drawing/2014/main" id="{7BF86918-5823-4B2D-B4C4-68C81C0D2C4B}"/>
                </a:ext>
              </a:extLst>
            </p:cNvPr>
            <p:cNvGrpSpPr>
              <a:grpSpLocks/>
            </p:cNvGrpSpPr>
            <p:nvPr/>
          </p:nvGrpSpPr>
          <p:grpSpPr bwMode="auto">
            <a:xfrm>
              <a:off x="1290" y="1997"/>
              <a:ext cx="316" cy="269"/>
              <a:chOff x="1613" y="2011"/>
              <a:chExt cx="316" cy="269"/>
            </a:xfrm>
          </p:grpSpPr>
          <p:sp>
            <p:nvSpPr>
              <p:cNvPr id="84096" name="Oval 4">
                <a:extLst>
                  <a:ext uri="{FF2B5EF4-FFF2-40B4-BE49-F238E27FC236}">
                    <a16:creationId xmlns:a16="http://schemas.microsoft.com/office/drawing/2014/main" id="{EB54676E-EC30-4E96-9C4C-35BD16E7D041}"/>
                  </a:ext>
                </a:extLst>
              </p:cNvPr>
              <p:cNvSpPr>
                <a:spLocks noChangeArrowheads="1"/>
              </p:cNvSpPr>
              <p:nvPr/>
            </p:nvSpPr>
            <p:spPr bwMode="auto">
              <a:xfrm>
                <a:off x="1616" y="2138"/>
                <a:ext cx="311"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84097" name="Line 5">
                <a:extLst>
                  <a:ext uri="{FF2B5EF4-FFF2-40B4-BE49-F238E27FC236}">
                    <a16:creationId xmlns:a16="http://schemas.microsoft.com/office/drawing/2014/main" id="{EE86CB88-BFBB-4233-B456-0C2002129689}"/>
                  </a:ext>
                </a:extLst>
              </p:cNvPr>
              <p:cNvSpPr>
                <a:spLocks noChangeShapeType="1"/>
              </p:cNvSpPr>
              <p:nvPr/>
            </p:nvSpPr>
            <p:spPr bwMode="auto">
              <a:xfrm>
                <a:off x="1616" y="2129"/>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4098" name="Line 6">
                <a:extLst>
                  <a:ext uri="{FF2B5EF4-FFF2-40B4-BE49-F238E27FC236}">
                    <a16:creationId xmlns:a16="http://schemas.microsoft.com/office/drawing/2014/main" id="{388DF669-7391-4A6B-96EA-6A4636F679AC}"/>
                  </a:ext>
                </a:extLst>
              </p:cNvPr>
              <p:cNvSpPr>
                <a:spLocks noChangeShapeType="1"/>
              </p:cNvSpPr>
              <p:nvPr/>
            </p:nvSpPr>
            <p:spPr bwMode="auto">
              <a:xfrm>
                <a:off x="1929" y="2129"/>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4099" name="Rectangle 7">
                <a:extLst>
                  <a:ext uri="{FF2B5EF4-FFF2-40B4-BE49-F238E27FC236}">
                    <a16:creationId xmlns:a16="http://schemas.microsoft.com/office/drawing/2014/main" id="{8E632F76-B16C-402A-960E-91FF1163BBCA}"/>
                  </a:ext>
                </a:extLst>
              </p:cNvPr>
              <p:cNvSpPr>
                <a:spLocks noChangeArrowheads="1"/>
              </p:cNvSpPr>
              <p:nvPr/>
            </p:nvSpPr>
            <p:spPr bwMode="auto">
              <a:xfrm>
                <a:off x="1616" y="2129"/>
                <a:ext cx="308"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84100" name="Oval 8">
                <a:extLst>
                  <a:ext uri="{FF2B5EF4-FFF2-40B4-BE49-F238E27FC236}">
                    <a16:creationId xmlns:a16="http://schemas.microsoft.com/office/drawing/2014/main" id="{E4B628FF-229D-4C0F-9E01-DED45B59902A}"/>
                  </a:ext>
                </a:extLst>
              </p:cNvPr>
              <p:cNvSpPr>
                <a:spLocks noChangeArrowheads="1"/>
              </p:cNvSpPr>
              <p:nvPr/>
            </p:nvSpPr>
            <p:spPr bwMode="auto">
              <a:xfrm>
                <a:off x="1613" y="2072"/>
                <a:ext cx="311"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84101" name="Rectangle 9">
                <a:extLst>
                  <a:ext uri="{FF2B5EF4-FFF2-40B4-BE49-F238E27FC236}">
                    <a16:creationId xmlns:a16="http://schemas.microsoft.com/office/drawing/2014/main" id="{9CB8F9C6-D626-4B54-ADC3-D95318222F57}"/>
                  </a:ext>
                </a:extLst>
              </p:cNvPr>
              <p:cNvSpPr>
                <a:spLocks noChangeArrowheads="1"/>
              </p:cNvSpPr>
              <p:nvPr/>
            </p:nvSpPr>
            <p:spPr bwMode="auto">
              <a:xfrm>
                <a:off x="1686" y="2100"/>
                <a:ext cx="140" cy="105"/>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84102" name="Text Box 10">
                <a:extLst>
                  <a:ext uri="{FF2B5EF4-FFF2-40B4-BE49-F238E27FC236}">
                    <a16:creationId xmlns:a16="http://schemas.microsoft.com/office/drawing/2014/main" id="{0BF690DB-BC89-4322-84FB-460851F40E16}"/>
                  </a:ext>
                </a:extLst>
              </p:cNvPr>
              <p:cNvSpPr txBox="1">
                <a:spLocks noChangeArrowheads="1"/>
              </p:cNvSpPr>
              <p:nvPr/>
            </p:nvSpPr>
            <p:spPr bwMode="auto">
              <a:xfrm>
                <a:off x="1632" y="2011"/>
                <a:ext cx="256"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w</a:t>
                </a:r>
                <a:endParaRPr lang="en-US" altLang="en-US" sz="2400"/>
              </a:p>
            </p:txBody>
          </p:sp>
        </p:grpSp>
        <p:sp>
          <p:nvSpPr>
            <p:cNvPr id="84035" name="Text Box 11">
              <a:extLst>
                <a:ext uri="{FF2B5EF4-FFF2-40B4-BE49-F238E27FC236}">
                  <a16:creationId xmlns:a16="http://schemas.microsoft.com/office/drawing/2014/main" id="{13AB670E-160A-4408-ABBD-D3079A59D287}"/>
                </a:ext>
              </a:extLst>
            </p:cNvPr>
            <p:cNvSpPr txBox="1">
              <a:spLocks noChangeArrowheads="1"/>
            </p:cNvSpPr>
            <p:nvPr/>
          </p:nvSpPr>
          <p:spPr bwMode="auto">
            <a:xfrm>
              <a:off x="925" y="1959"/>
              <a:ext cx="215"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a:t>3</a:t>
              </a:r>
              <a:endParaRPr lang="en-US" altLang="en-US" sz="2400"/>
            </a:p>
          </p:txBody>
        </p:sp>
        <p:sp>
          <p:nvSpPr>
            <p:cNvPr id="84036" name="Text Box 12">
              <a:extLst>
                <a:ext uri="{FF2B5EF4-FFF2-40B4-BE49-F238E27FC236}">
                  <a16:creationId xmlns:a16="http://schemas.microsoft.com/office/drawing/2014/main" id="{075ADE1E-BDD1-44D2-9E7A-C934DBA98FFF}"/>
                </a:ext>
              </a:extLst>
            </p:cNvPr>
            <p:cNvSpPr txBox="1">
              <a:spLocks noChangeArrowheads="1"/>
            </p:cNvSpPr>
            <p:nvPr/>
          </p:nvSpPr>
          <p:spPr bwMode="auto">
            <a:xfrm>
              <a:off x="1430" y="1478"/>
              <a:ext cx="215"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a:t>4</a:t>
              </a:r>
              <a:endParaRPr lang="en-US" altLang="en-US" sz="2400"/>
            </a:p>
          </p:txBody>
        </p:sp>
        <p:grpSp>
          <p:nvGrpSpPr>
            <p:cNvPr id="84037" name="Group 13">
              <a:extLst>
                <a:ext uri="{FF2B5EF4-FFF2-40B4-BE49-F238E27FC236}">
                  <a16:creationId xmlns:a16="http://schemas.microsoft.com/office/drawing/2014/main" id="{DAA76823-8BCB-4A3E-BB01-F0A21BF6D398}"/>
                </a:ext>
              </a:extLst>
            </p:cNvPr>
            <p:cNvGrpSpPr>
              <a:grpSpLocks/>
            </p:cNvGrpSpPr>
            <p:nvPr/>
          </p:nvGrpSpPr>
          <p:grpSpPr bwMode="auto">
            <a:xfrm>
              <a:off x="1299" y="2848"/>
              <a:ext cx="316" cy="269"/>
              <a:chOff x="1613" y="2011"/>
              <a:chExt cx="316" cy="269"/>
            </a:xfrm>
          </p:grpSpPr>
          <p:sp>
            <p:nvSpPr>
              <p:cNvPr id="84089" name="Oval 14">
                <a:extLst>
                  <a:ext uri="{FF2B5EF4-FFF2-40B4-BE49-F238E27FC236}">
                    <a16:creationId xmlns:a16="http://schemas.microsoft.com/office/drawing/2014/main" id="{E85F8E8B-E32A-429A-8F74-C07A1B75BB29}"/>
                  </a:ext>
                </a:extLst>
              </p:cNvPr>
              <p:cNvSpPr>
                <a:spLocks noChangeArrowheads="1"/>
              </p:cNvSpPr>
              <p:nvPr/>
            </p:nvSpPr>
            <p:spPr bwMode="auto">
              <a:xfrm>
                <a:off x="1616" y="2138"/>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84090" name="Line 15">
                <a:extLst>
                  <a:ext uri="{FF2B5EF4-FFF2-40B4-BE49-F238E27FC236}">
                    <a16:creationId xmlns:a16="http://schemas.microsoft.com/office/drawing/2014/main" id="{59BEB91E-72FE-449E-B217-C2B554CA6A71}"/>
                  </a:ext>
                </a:extLst>
              </p:cNvPr>
              <p:cNvSpPr>
                <a:spLocks noChangeShapeType="1"/>
              </p:cNvSpPr>
              <p:nvPr/>
            </p:nvSpPr>
            <p:spPr bwMode="auto">
              <a:xfrm>
                <a:off x="1616" y="2131"/>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4091" name="Line 16">
                <a:extLst>
                  <a:ext uri="{FF2B5EF4-FFF2-40B4-BE49-F238E27FC236}">
                    <a16:creationId xmlns:a16="http://schemas.microsoft.com/office/drawing/2014/main" id="{183E9E41-6277-4CDA-85F6-BE3882921403}"/>
                  </a:ext>
                </a:extLst>
              </p:cNvPr>
              <p:cNvSpPr>
                <a:spLocks noChangeShapeType="1"/>
              </p:cNvSpPr>
              <p:nvPr/>
            </p:nvSpPr>
            <p:spPr bwMode="auto">
              <a:xfrm>
                <a:off x="1929" y="2131"/>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4092" name="Rectangle 17">
                <a:extLst>
                  <a:ext uri="{FF2B5EF4-FFF2-40B4-BE49-F238E27FC236}">
                    <a16:creationId xmlns:a16="http://schemas.microsoft.com/office/drawing/2014/main" id="{4F8CE79A-E2AA-4ACC-A7A0-13A18912724D}"/>
                  </a:ext>
                </a:extLst>
              </p:cNvPr>
              <p:cNvSpPr>
                <a:spLocks noChangeArrowheads="1"/>
              </p:cNvSpPr>
              <p:nvPr/>
            </p:nvSpPr>
            <p:spPr bwMode="auto">
              <a:xfrm>
                <a:off x="1616" y="2131"/>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84093" name="Oval 18">
                <a:extLst>
                  <a:ext uri="{FF2B5EF4-FFF2-40B4-BE49-F238E27FC236}">
                    <a16:creationId xmlns:a16="http://schemas.microsoft.com/office/drawing/2014/main" id="{8FA5E860-75C0-4AD9-A425-010B39F04BA3}"/>
                  </a:ext>
                </a:extLst>
              </p:cNvPr>
              <p:cNvSpPr>
                <a:spLocks noChangeArrowheads="1"/>
              </p:cNvSpPr>
              <p:nvPr/>
            </p:nvSpPr>
            <p:spPr bwMode="auto">
              <a:xfrm>
                <a:off x="1613" y="2072"/>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84094" name="Rectangle 19">
                <a:extLst>
                  <a:ext uri="{FF2B5EF4-FFF2-40B4-BE49-F238E27FC236}">
                    <a16:creationId xmlns:a16="http://schemas.microsoft.com/office/drawing/2014/main" id="{94466F69-B344-48A4-8291-3FD9A7F3319C}"/>
                  </a:ext>
                </a:extLst>
              </p:cNvPr>
              <p:cNvSpPr>
                <a:spLocks noChangeArrowheads="1"/>
              </p:cNvSpPr>
              <p:nvPr/>
            </p:nvSpPr>
            <p:spPr bwMode="auto">
              <a:xfrm>
                <a:off x="1687" y="2100"/>
                <a:ext cx="141" cy="105"/>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84095" name="Text Box 20">
                <a:extLst>
                  <a:ext uri="{FF2B5EF4-FFF2-40B4-BE49-F238E27FC236}">
                    <a16:creationId xmlns:a16="http://schemas.microsoft.com/office/drawing/2014/main" id="{115A7147-1D0A-4F33-AE1F-AE0CDBEA08A5}"/>
                  </a:ext>
                </a:extLst>
              </p:cNvPr>
              <p:cNvSpPr txBox="1">
                <a:spLocks noChangeArrowheads="1"/>
              </p:cNvSpPr>
              <p:nvPr/>
            </p:nvSpPr>
            <p:spPr bwMode="auto">
              <a:xfrm>
                <a:off x="1652" y="2011"/>
                <a:ext cx="216"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v</a:t>
                </a:r>
                <a:endParaRPr lang="en-US" altLang="en-US" sz="2400"/>
              </a:p>
            </p:txBody>
          </p:sp>
        </p:grpSp>
        <p:grpSp>
          <p:nvGrpSpPr>
            <p:cNvPr id="84038" name="Group 21">
              <a:extLst>
                <a:ext uri="{FF2B5EF4-FFF2-40B4-BE49-F238E27FC236}">
                  <a16:creationId xmlns:a16="http://schemas.microsoft.com/office/drawing/2014/main" id="{23DAB8D6-CD23-498A-8650-93DDAB3C5F12}"/>
                </a:ext>
              </a:extLst>
            </p:cNvPr>
            <p:cNvGrpSpPr>
              <a:grpSpLocks/>
            </p:cNvGrpSpPr>
            <p:nvPr/>
          </p:nvGrpSpPr>
          <p:grpSpPr bwMode="auto">
            <a:xfrm>
              <a:off x="1295" y="856"/>
              <a:ext cx="316" cy="266"/>
              <a:chOff x="1613" y="2011"/>
              <a:chExt cx="316" cy="266"/>
            </a:xfrm>
          </p:grpSpPr>
          <p:sp>
            <p:nvSpPr>
              <p:cNvPr id="84082" name="Oval 22">
                <a:extLst>
                  <a:ext uri="{FF2B5EF4-FFF2-40B4-BE49-F238E27FC236}">
                    <a16:creationId xmlns:a16="http://schemas.microsoft.com/office/drawing/2014/main" id="{DFAE7D4D-6DF3-464F-AD53-9B65066F3AA7}"/>
                  </a:ext>
                </a:extLst>
              </p:cNvPr>
              <p:cNvSpPr>
                <a:spLocks noChangeArrowheads="1"/>
              </p:cNvSpPr>
              <p:nvPr/>
            </p:nvSpPr>
            <p:spPr bwMode="auto">
              <a:xfrm>
                <a:off x="1616" y="2138"/>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84083" name="Line 23">
                <a:extLst>
                  <a:ext uri="{FF2B5EF4-FFF2-40B4-BE49-F238E27FC236}">
                    <a16:creationId xmlns:a16="http://schemas.microsoft.com/office/drawing/2014/main" id="{D913A828-21AB-4EA2-AC31-521608F67337}"/>
                  </a:ext>
                </a:extLst>
              </p:cNvPr>
              <p:cNvSpPr>
                <a:spLocks noChangeShapeType="1"/>
              </p:cNvSpPr>
              <p:nvPr/>
            </p:nvSpPr>
            <p:spPr bwMode="auto">
              <a:xfrm>
                <a:off x="1616" y="2131"/>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4084" name="Line 24">
                <a:extLst>
                  <a:ext uri="{FF2B5EF4-FFF2-40B4-BE49-F238E27FC236}">
                    <a16:creationId xmlns:a16="http://schemas.microsoft.com/office/drawing/2014/main" id="{59C6D3AA-7999-4013-B5EA-74C8ACD9233B}"/>
                  </a:ext>
                </a:extLst>
              </p:cNvPr>
              <p:cNvSpPr>
                <a:spLocks noChangeShapeType="1"/>
              </p:cNvSpPr>
              <p:nvPr/>
            </p:nvSpPr>
            <p:spPr bwMode="auto">
              <a:xfrm>
                <a:off x="1929" y="2131"/>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4085" name="Rectangle 25">
                <a:extLst>
                  <a:ext uri="{FF2B5EF4-FFF2-40B4-BE49-F238E27FC236}">
                    <a16:creationId xmlns:a16="http://schemas.microsoft.com/office/drawing/2014/main" id="{5B74B5BA-956F-409D-8269-3D83C0DE38A1}"/>
                  </a:ext>
                </a:extLst>
              </p:cNvPr>
              <p:cNvSpPr>
                <a:spLocks noChangeArrowheads="1"/>
              </p:cNvSpPr>
              <p:nvPr/>
            </p:nvSpPr>
            <p:spPr bwMode="auto">
              <a:xfrm>
                <a:off x="1616" y="2131"/>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84086" name="Oval 26">
                <a:extLst>
                  <a:ext uri="{FF2B5EF4-FFF2-40B4-BE49-F238E27FC236}">
                    <a16:creationId xmlns:a16="http://schemas.microsoft.com/office/drawing/2014/main" id="{35665350-198E-4F9C-B86F-BDFBB79BD326}"/>
                  </a:ext>
                </a:extLst>
              </p:cNvPr>
              <p:cNvSpPr>
                <a:spLocks noChangeArrowheads="1"/>
              </p:cNvSpPr>
              <p:nvPr/>
            </p:nvSpPr>
            <p:spPr bwMode="auto">
              <a:xfrm>
                <a:off x="1611" y="2072"/>
                <a:ext cx="313" cy="97"/>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84087" name="Rectangle 27">
                <a:extLst>
                  <a:ext uri="{FF2B5EF4-FFF2-40B4-BE49-F238E27FC236}">
                    <a16:creationId xmlns:a16="http://schemas.microsoft.com/office/drawing/2014/main" id="{54B065D9-664E-4A02-B9CC-E4896B387C17}"/>
                  </a:ext>
                </a:extLst>
              </p:cNvPr>
              <p:cNvSpPr>
                <a:spLocks noChangeArrowheads="1"/>
              </p:cNvSpPr>
              <p:nvPr/>
            </p:nvSpPr>
            <p:spPr bwMode="auto">
              <a:xfrm>
                <a:off x="1687" y="2100"/>
                <a:ext cx="141" cy="103"/>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84088" name="Text Box 28">
                <a:extLst>
                  <a:ext uri="{FF2B5EF4-FFF2-40B4-BE49-F238E27FC236}">
                    <a16:creationId xmlns:a16="http://schemas.microsoft.com/office/drawing/2014/main" id="{48AFC6C5-DA30-466C-9209-3B0985377E43}"/>
                  </a:ext>
                </a:extLst>
              </p:cNvPr>
              <p:cNvSpPr txBox="1">
                <a:spLocks noChangeArrowheads="1"/>
              </p:cNvSpPr>
              <p:nvPr/>
            </p:nvSpPr>
            <p:spPr bwMode="auto">
              <a:xfrm>
                <a:off x="1652" y="2011"/>
                <a:ext cx="215"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x</a:t>
                </a:r>
                <a:endParaRPr lang="en-US" altLang="en-US" sz="2400"/>
              </a:p>
            </p:txBody>
          </p:sp>
        </p:grpSp>
        <p:grpSp>
          <p:nvGrpSpPr>
            <p:cNvPr id="84039" name="Group 29">
              <a:extLst>
                <a:ext uri="{FF2B5EF4-FFF2-40B4-BE49-F238E27FC236}">
                  <a16:creationId xmlns:a16="http://schemas.microsoft.com/office/drawing/2014/main" id="{55732C1A-75D6-4E8F-82EB-EEFDEF861AD1}"/>
                </a:ext>
              </a:extLst>
            </p:cNvPr>
            <p:cNvGrpSpPr>
              <a:grpSpLocks/>
            </p:cNvGrpSpPr>
            <p:nvPr/>
          </p:nvGrpSpPr>
          <p:grpSpPr bwMode="auto">
            <a:xfrm>
              <a:off x="415" y="2028"/>
              <a:ext cx="316" cy="267"/>
              <a:chOff x="1613" y="2011"/>
              <a:chExt cx="316" cy="267"/>
            </a:xfrm>
          </p:grpSpPr>
          <p:sp>
            <p:nvSpPr>
              <p:cNvPr id="84075" name="Oval 30">
                <a:extLst>
                  <a:ext uri="{FF2B5EF4-FFF2-40B4-BE49-F238E27FC236}">
                    <a16:creationId xmlns:a16="http://schemas.microsoft.com/office/drawing/2014/main" id="{65D484B0-E387-4B1A-8A48-6E558839B758}"/>
                  </a:ext>
                </a:extLst>
              </p:cNvPr>
              <p:cNvSpPr>
                <a:spLocks noChangeArrowheads="1"/>
              </p:cNvSpPr>
              <p:nvPr/>
            </p:nvSpPr>
            <p:spPr bwMode="auto">
              <a:xfrm>
                <a:off x="1616" y="2138"/>
                <a:ext cx="313" cy="82"/>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84076" name="Line 31">
                <a:extLst>
                  <a:ext uri="{FF2B5EF4-FFF2-40B4-BE49-F238E27FC236}">
                    <a16:creationId xmlns:a16="http://schemas.microsoft.com/office/drawing/2014/main" id="{B15B8C71-2390-4A6E-9D51-A8FBB7B2A773}"/>
                  </a:ext>
                </a:extLst>
              </p:cNvPr>
              <p:cNvSpPr>
                <a:spLocks noChangeShapeType="1"/>
              </p:cNvSpPr>
              <p:nvPr/>
            </p:nvSpPr>
            <p:spPr bwMode="auto">
              <a:xfrm>
                <a:off x="1616" y="2131"/>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4077" name="Line 32">
                <a:extLst>
                  <a:ext uri="{FF2B5EF4-FFF2-40B4-BE49-F238E27FC236}">
                    <a16:creationId xmlns:a16="http://schemas.microsoft.com/office/drawing/2014/main" id="{99CDC885-B1C5-40C2-92B4-D212A9D1F60E}"/>
                  </a:ext>
                </a:extLst>
              </p:cNvPr>
              <p:cNvSpPr>
                <a:spLocks noChangeShapeType="1"/>
              </p:cNvSpPr>
              <p:nvPr/>
            </p:nvSpPr>
            <p:spPr bwMode="auto">
              <a:xfrm>
                <a:off x="1931" y="2131"/>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4078" name="Rectangle 33">
                <a:extLst>
                  <a:ext uri="{FF2B5EF4-FFF2-40B4-BE49-F238E27FC236}">
                    <a16:creationId xmlns:a16="http://schemas.microsoft.com/office/drawing/2014/main" id="{6FCEDBA5-2DDE-48AB-96E1-0D281470EAEE}"/>
                  </a:ext>
                </a:extLst>
              </p:cNvPr>
              <p:cNvSpPr>
                <a:spLocks noChangeArrowheads="1"/>
              </p:cNvSpPr>
              <p:nvPr/>
            </p:nvSpPr>
            <p:spPr bwMode="auto">
              <a:xfrm>
                <a:off x="1616" y="2131"/>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84079" name="Oval 34">
                <a:extLst>
                  <a:ext uri="{FF2B5EF4-FFF2-40B4-BE49-F238E27FC236}">
                    <a16:creationId xmlns:a16="http://schemas.microsoft.com/office/drawing/2014/main" id="{C957ECAB-E5A6-45ED-A614-7FB31D400F36}"/>
                  </a:ext>
                </a:extLst>
              </p:cNvPr>
              <p:cNvSpPr>
                <a:spLocks noChangeArrowheads="1"/>
              </p:cNvSpPr>
              <p:nvPr/>
            </p:nvSpPr>
            <p:spPr bwMode="auto">
              <a:xfrm>
                <a:off x="1613" y="2072"/>
                <a:ext cx="313" cy="97"/>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84080" name="Rectangle 35">
                <a:extLst>
                  <a:ext uri="{FF2B5EF4-FFF2-40B4-BE49-F238E27FC236}">
                    <a16:creationId xmlns:a16="http://schemas.microsoft.com/office/drawing/2014/main" id="{4F95809B-50B2-4165-8C85-E0E47A8239D6}"/>
                  </a:ext>
                </a:extLst>
              </p:cNvPr>
              <p:cNvSpPr>
                <a:spLocks noChangeArrowheads="1"/>
              </p:cNvSpPr>
              <p:nvPr/>
            </p:nvSpPr>
            <p:spPr bwMode="auto">
              <a:xfrm>
                <a:off x="1687" y="2102"/>
                <a:ext cx="141" cy="103"/>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84081" name="Text Box 36">
                <a:extLst>
                  <a:ext uri="{FF2B5EF4-FFF2-40B4-BE49-F238E27FC236}">
                    <a16:creationId xmlns:a16="http://schemas.microsoft.com/office/drawing/2014/main" id="{DE8AE5D0-4D87-4D09-BD3D-8CC1474453B7}"/>
                  </a:ext>
                </a:extLst>
              </p:cNvPr>
              <p:cNvSpPr txBox="1">
                <a:spLocks noChangeArrowheads="1"/>
              </p:cNvSpPr>
              <p:nvPr/>
            </p:nvSpPr>
            <p:spPr bwMode="auto">
              <a:xfrm>
                <a:off x="1648" y="2011"/>
                <a:ext cx="226" cy="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u</a:t>
                </a:r>
                <a:endParaRPr lang="en-US" altLang="en-US" sz="2400"/>
              </a:p>
            </p:txBody>
          </p:sp>
        </p:grpSp>
        <p:sp>
          <p:nvSpPr>
            <p:cNvPr id="84040" name="Line 37">
              <a:extLst>
                <a:ext uri="{FF2B5EF4-FFF2-40B4-BE49-F238E27FC236}">
                  <a16:creationId xmlns:a16="http://schemas.microsoft.com/office/drawing/2014/main" id="{00468589-6D75-4C42-B9DF-4AB9DCA28F58}"/>
                </a:ext>
              </a:extLst>
            </p:cNvPr>
            <p:cNvSpPr>
              <a:spLocks noChangeShapeType="1"/>
            </p:cNvSpPr>
            <p:nvPr/>
          </p:nvSpPr>
          <p:spPr bwMode="auto">
            <a:xfrm>
              <a:off x="738" y="2156"/>
              <a:ext cx="63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4041" name="Line 38">
              <a:extLst>
                <a:ext uri="{FF2B5EF4-FFF2-40B4-BE49-F238E27FC236}">
                  <a16:creationId xmlns:a16="http://schemas.microsoft.com/office/drawing/2014/main" id="{0F57EFCE-F279-4962-8AE5-65D54BBE0154}"/>
                </a:ext>
              </a:extLst>
            </p:cNvPr>
            <p:cNvSpPr>
              <a:spLocks noChangeShapeType="1"/>
            </p:cNvSpPr>
            <p:nvPr/>
          </p:nvSpPr>
          <p:spPr bwMode="auto">
            <a:xfrm>
              <a:off x="1440" y="1082"/>
              <a:ext cx="0" cy="9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4042" name="Line 39">
              <a:extLst>
                <a:ext uri="{FF2B5EF4-FFF2-40B4-BE49-F238E27FC236}">
                  <a16:creationId xmlns:a16="http://schemas.microsoft.com/office/drawing/2014/main" id="{9A4E14B3-C969-4A61-A8ED-4CFEA9709B4A}"/>
                </a:ext>
              </a:extLst>
            </p:cNvPr>
            <p:cNvSpPr>
              <a:spLocks noChangeShapeType="1"/>
            </p:cNvSpPr>
            <p:nvPr/>
          </p:nvSpPr>
          <p:spPr bwMode="auto">
            <a:xfrm flipH="1">
              <a:off x="614" y="1021"/>
              <a:ext cx="674" cy="10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4043" name="Text Box 40">
              <a:extLst>
                <a:ext uri="{FF2B5EF4-FFF2-40B4-BE49-F238E27FC236}">
                  <a16:creationId xmlns:a16="http://schemas.microsoft.com/office/drawing/2014/main" id="{38B93BAE-1059-4734-A9E9-8A55E8362956}"/>
                </a:ext>
              </a:extLst>
            </p:cNvPr>
            <p:cNvSpPr txBox="1">
              <a:spLocks noChangeArrowheads="1"/>
            </p:cNvSpPr>
            <p:nvPr/>
          </p:nvSpPr>
          <p:spPr bwMode="auto">
            <a:xfrm>
              <a:off x="772" y="1368"/>
              <a:ext cx="216"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a:t>5</a:t>
              </a:r>
              <a:endParaRPr lang="en-US" altLang="en-US" sz="2400"/>
            </a:p>
          </p:txBody>
        </p:sp>
        <p:sp>
          <p:nvSpPr>
            <p:cNvPr id="84044" name="Line 41">
              <a:extLst>
                <a:ext uri="{FF2B5EF4-FFF2-40B4-BE49-F238E27FC236}">
                  <a16:creationId xmlns:a16="http://schemas.microsoft.com/office/drawing/2014/main" id="{993A0CBF-84B3-49F8-AA1F-6ACB0D3AE73B}"/>
                </a:ext>
              </a:extLst>
            </p:cNvPr>
            <p:cNvSpPr>
              <a:spLocks noChangeShapeType="1"/>
            </p:cNvSpPr>
            <p:nvPr/>
          </p:nvSpPr>
          <p:spPr bwMode="auto">
            <a:xfrm>
              <a:off x="1447" y="2206"/>
              <a:ext cx="9" cy="71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4045" name="Text Box 42">
              <a:extLst>
                <a:ext uri="{FF2B5EF4-FFF2-40B4-BE49-F238E27FC236}">
                  <a16:creationId xmlns:a16="http://schemas.microsoft.com/office/drawing/2014/main" id="{DD9577E4-D71D-4D68-BFA6-B4034C8D74E8}"/>
                </a:ext>
              </a:extLst>
            </p:cNvPr>
            <p:cNvSpPr txBox="1">
              <a:spLocks noChangeArrowheads="1"/>
            </p:cNvSpPr>
            <p:nvPr/>
          </p:nvSpPr>
          <p:spPr bwMode="auto">
            <a:xfrm>
              <a:off x="1454" y="2407"/>
              <a:ext cx="215"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a:t>3</a:t>
              </a:r>
              <a:endParaRPr lang="en-US" altLang="en-US" sz="2400"/>
            </a:p>
          </p:txBody>
        </p:sp>
        <p:sp>
          <p:nvSpPr>
            <p:cNvPr id="84046" name="Freeform 43">
              <a:extLst>
                <a:ext uri="{FF2B5EF4-FFF2-40B4-BE49-F238E27FC236}">
                  <a16:creationId xmlns:a16="http://schemas.microsoft.com/office/drawing/2014/main" id="{46D9939F-7672-4EC9-BA70-B1744EAD2720}"/>
                </a:ext>
              </a:extLst>
            </p:cNvPr>
            <p:cNvSpPr>
              <a:spLocks/>
            </p:cNvSpPr>
            <p:nvPr/>
          </p:nvSpPr>
          <p:spPr bwMode="auto">
            <a:xfrm>
              <a:off x="604" y="2227"/>
              <a:ext cx="857" cy="1152"/>
            </a:xfrm>
            <a:custGeom>
              <a:avLst/>
              <a:gdLst>
                <a:gd name="T0" fmla="*/ 0 w 857"/>
                <a:gd name="T1" fmla="*/ 0 h 1152"/>
                <a:gd name="T2" fmla="*/ 562 w 857"/>
                <a:gd name="T3" fmla="*/ 1152 h 1152"/>
                <a:gd name="T4" fmla="*/ 857 w 857"/>
                <a:gd name="T5" fmla="*/ 772 h 1152"/>
                <a:gd name="T6" fmla="*/ 0 60000 65536"/>
                <a:gd name="T7" fmla="*/ 0 60000 65536"/>
                <a:gd name="T8" fmla="*/ 0 60000 65536"/>
                <a:gd name="T9" fmla="*/ 0 w 857"/>
                <a:gd name="T10" fmla="*/ 0 h 1152"/>
                <a:gd name="T11" fmla="*/ 857 w 857"/>
                <a:gd name="T12" fmla="*/ 1152 h 1152"/>
              </a:gdLst>
              <a:ahLst/>
              <a:cxnLst>
                <a:cxn ang="T6">
                  <a:pos x="T0" y="T1"/>
                </a:cxn>
                <a:cxn ang="T7">
                  <a:pos x="T2" y="T3"/>
                </a:cxn>
                <a:cxn ang="T8">
                  <a:pos x="T4" y="T5"/>
                </a:cxn>
              </a:cxnLst>
              <a:rect l="T9" t="T10" r="T11" b="T12"/>
              <a:pathLst>
                <a:path w="857" h="1152">
                  <a:moveTo>
                    <a:pt x="0" y="0"/>
                  </a:moveTo>
                  <a:cubicBezTo>
                    <a:pt x="95" y="191"/>
                    <a:pt x="365" y="1152"/>
                    <a:pt x="562" y="1152"/>
                  </a:cubicBezTo>
                  <a:cubicBezTo>
                    <a:pt x="759" y="1152"/>
                    <a:pt x="796" y="851"/>
                    <a:pt x="857" y="772"/>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84047" name="Text Box 44">
              <a:extLst>
                <a:ext uri="{FF2B5EF4-FFF2-40B4-BE49-F238E27FC236}">
                  <a16:creationId xmlns:a16="http://schemas.microsoft.com/office/drawing/2014/main" id="{12BDA5F0-0E9B-452B-A9C5-EC2962F9C884}"/>
                </a:ext>
              </a:extLst>
            </p:cNvPr>
            <p:cNvSpPr txBox="1">
              <a:spLocks noChangeArrowheads="1"/>
            </p:cNvSpPr>
            <p:nvPr/>
          </p:nvSpPr>
          <p:spPr bwMode="auto">
            <a:xfrm>
              <a:off x="768" y="2582"/>
              <a:ext cx="216"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a:t>7</a:t>
              </a:r>
              <a:endParaRPr lang="en-US" altLang="en-US" sz="2400"/>
            </a:p>
          </p:txBody>
        </p:sp>
        <p:sp>
          <p:nvSpPr>
            <p:cNvPr id="84048" name="Line 45">
              <a:extLst>
                <a:ext uri="{FF2B5EF4-FFF2-40B4-BE49-F238E27FC236}">
                  <a16:creationId xmlns:a16="http://schemas.microsoft.com/office/drawing/2014/main" id="{1A79C650-6D57-49BB-8BC8-3E4BF331368D}"/>
                </a:ext>
              </a:extLst>
            </p:cNvPr>
            <p:cNvSpPr>
              <a:spLocks noChangeShapeType="1"/>
            </p:cNvSpPr>
            <p:nvPr/>
          </p:nvSpPr>
          <p:spPr bwMode="auto">
            <a:xfrm flipH="1">
              <a:off x="1450" y="2158"/>
              <a:ext cx="998" cy="82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4049" name="Text Box 46">
              <a:extLst>
                <a:ext uri="{FF2B5EF4-FFF2-40B4-BE49-F238E27FC236}">
                  <a16:creationId xmlns:a16="http://schemas.microsoft.com/office/drawing/2014/main" id="{F35E6AAD-ECDB-4EC4-B402-F6B19725BBCD}"/>
                </a:ext>
              </a:extLst>
            </p:cNvPr>
            <p:cNvSpPr txBox="1">
              <a:spLocks noChangeArrowheads="1"/>
            </p:cNvSpPr>
            <p:nvPr/>
          </p:nvSpPr>
          <p:spPr bwMode="auto">
            <a:xfrm>
              <a:off x="1896" y="2569"/>
              <a:ext cx="216"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a:t>4</a:t>
              </a:r>
              <a:endParaRPr lang="en-US" altLang="en-US" sz="2400"/>
            </a:p>
          </p:txBody>
        </p:sp>
        <p:sp>
          <p:nvSpPr>
            <p:cNvPr id="84050" name="Freeform 47">
              <a:extLst>
                <a:ext uri="{FF2B5EF4-FFF2-40B4-BE49-F238E27FC236}">
                  <a16:creationId xmlns:a16="http://schemas.microsoft.com/office/drawing/2014/main" id="{5CB47A39-39C3-45A5-99F0-0CEC0D1948DD}"/>
                </a:ext>
              </a:extLst>
            </p:cNvPr>
            <p:cNvSpPr>
              <a:spLocks/>
            </p:cNvSpPr>
            <p:nvPr/>
          </p:nvSpPr>
          <p:spPr bwMode="auto">
            <a:xfrm>
              <a:off x="1477" y="1946"/>
              <a:ext cx="991" cy="484"/>
            </a:xfrm>
            <a:custGeom>
              <a:avLst/>
              <a:gdLst>
                <a:gd name="T0" fmla="*/ 0 w 991"/>
                <a:gd name="T1" fmla="*/ 168 h 484"/>
                <a:gd name="T2" fmla="*/ 204 w 991"/>
                <a:gd name="T3" fmla="*/ 484 h 484"/>
                <a:gd name="T4" fmla="*/ 302 w 991"/>
                <a:gd name="T5" fmla="*/ 7 h 484"/>
                <a:gd name="T6" fmla="*/ 379 w 991"/>
                <a:gd name="T7" fmla="*/ 442 h 484"/>
                <a:gd name="T8" fmla="*/ 534 w 991"/>
                <a:gd name="T9" fmla="*/ 21 h 484"/>
                <a:gd name="T10" fmla="*/ 611 w 991"/>
                <a:gd name="T11" fmla="*/ 351 h 484"/>
                <a:gd name="T12" fmla="*/ 660 w 991"/>
                <a:gd name="T13" fmla="*/ 77 h 484"/>
                <a:gd name="T14" fmla="*/ 991 w 991"/>
                <a:gd name="T15" fmla="*/ 218 h 484"/>
                <a:gd name="T16" fmla="*/ 0 60000 65536"/>
                <a:gd name="T17" fmla="*/ 0 60000 65536"/>
                <a:gd name="T18" fmla="*/ 0 60000 65536"/>
                <a:gd name="T19" fmla="*/ 0 60000 65536"/>
                <a:gd name="T20" fmla="*/ 0 60000 65536"/>
                <a:gd name="T21" fmla="*/ 0 60000 65536"/>
                <a:gd name="T22" fmla="*/ 0 60000 65536"/>
                <a:gd name="T23" fmla="*/ 0 60000 65536"/>
                <a:gd name="T24" fmla="*/ 0 w 991"/>
                <a:gd name="T25" fmla="*/ 0 h 484"/>
                <a:gd name="T26" fmla="*/ 991 w 991"/>
                <a:gd name="T27" fmla="*/ 484 h 48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991" h="484">
                  <a:moveTo>
                    <a:pt x="0" y="168"/>
                  </a:moveTo>
                  <a:cubicBezTo>
                    <a:pt x="0" y="168"/>
                    <a:pt x="145" y="484"/>
                    <a:pt x="204" y="484"/>
                  </a:cubicBezTo>
                  <a:cubicBezTo>
                    <a:pt x="263" y="484"/>
                    <a:pt x="253" y="6"/>
                    <a:pt x="302" y="7"/>
                  </a:cubicBezTo>
                  <a:cubicBezTo>
                    <a:pt x="331" y="0"/>
                    <a:pt x="313" y="444"/>
                    <a:pt x="379" y="442"/>
                  </a:cubicBezTo>
                  <a:cubicBezTo>
                    <a:pt x="418" y="444"/>
                    <a:pt x="475" y="24"/>
                    <a:pt x="534" y="21"/>
                  </a:cubicBezTo>
                  <a:cubicBezTo>
                    <a:pt x="573" y="6"/>
                    <a:pt x="575" y="360"/>
                    <a:pt x="611" y="351"/>
                  </a:cubicBezTo>
                  <a:cubicBezTo>
                    <a:pt x="647" y="342"/>
                    <a:pt x="577" y="80"/>
                    <a:pt x="660" y="77"/>
                  </a:cubicBezTo>
                  <a:cubicBezTo>
                    <a:pt x="743" y="74"/>
                    <a:pt x="922" y="189"/>
                    <a:pt x="991" y="218"/>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nvGrpSpPr>
            <p:cNvPr id="84051" name="Group 48">
              <a:extLst>
                <a:ext uri="{FF2B5EF4-FFF2-40B4-BE49-F238E27FC236}">
                  <a16:creationId xmlns:a16="http://schemas.microsoft.com/office/drawing/2014/main" id="{3EBB44DC-821B-4343-A77A-40B207E852C1}"/>
                </a:ext>
              </a:extLst>
            </p:cNvPr>
            <p:cNvGrpSpPr>
              <a:grpSpLocks/>
            </p:cNvGrpSpPr>
            <p:nvPr/>
          </p:nvGrpSpPr>
          <p:grpSpPr bwMode="auto">
            <a:xfrm>
              <a:off x="2332" y="2021"/>
              <a:ext cx="316" cy="266"/>
              <a:chOff x="1613" y="2011"/>
              <a:chExt cx="316" cy="266"/>
            </a:xfrm>
          </p:grpSpPr>
          <p:sp>
            <p:nvSpPr>
              <p:cNvPr id="84068" name="Oval 49">
                <a:extLst>
                  <a:ext uri="{FF2B5EF4-FFF2-40B4-BE49-F238E27FC236}">
                    <a16:creationId xmlns:a16="http://schemas.microsoft.com/office/drawing/2014/main" id="{200EB485-135D-471E-80E9-31BDFE3C227A}"/>
                  </a:ext>
                </a:extLst>
              </p:cNvPr>
              <p:cNvSpPr>
                <a:spLocks noChangeArrowheads="1"/>
              </p:cNvSpPr>
              <p:nvPr/>
            </p:nvSpPr>
            <p:spPr bwMode="auto">
              <a:xfrm>
                <a:off x="1616" y="2136"/>
                <a:ext cx="313" cy="82"/>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84069" name="Line 50">
                <a:extLst>
                  <a:ext uri="{FF2B5EF4-FFF2-40B4-BE49-F238E27FC236}">
                    <a16:creationId xmlns:a16="http://schemas.microsoft.com/office/drawing/2014/main" id="{8FC0C41B-1A83-4E76-8E95-7E20E3E4C40E}"/>
                  </a:ext>
                </a:extLst>
              </p:cNvPr>
              <p:cNvSpPr>
                <a:spLocks noChangeShapeType="1"/>
              </p:cNvSpPr>
              <p:nvPr/>
            </p:nvSpPr>
            <p:spPr bwMode="auto">
              <a:xfrm>
                <a:off x="1616" y="2131"/>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4070" name="Line 51">
                <a:extLst>
                  <a:ext uri="{FF2B5EF4-FFF2-40B4-BE49-F238E27FC236}">
                    <a16:creationId xmlns:a16="http://schemas.microsoft.com/office/drawing/2014/main" id="{9ED2A79E-3FFD-4E2D-A551-7D415AEEBF78}"/>
                  </a:ext>
                </a:extLst>
              </p:cNvPr>
              <p:cNvSpPr>
                <a:spLocks noChangeShapeType="1"/>
              </p:cNvSpPr>
              <p:nvPr/>
            </p:nvSpPr>
            <p:spPr bwMode="auto">
              <a:xfrm>
                <a:off x="1929" y="2131"/>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4071" name="Rectangle 52">
                <a:extLst>
                  <a:ext uri="{FF2B5EF4-FFF2-40B4-BE49-F238E27FC236}">
                    <a16:creationId xmlns:a16="http://schemas.microsoft.com/office/drawing/2014/main" id="{91CD452B-6C23-43AD-8971-5B637DB61E43}"/>
                  </a:ext>
                </a:extLst>
              </p:cNvPr>
              <p:cNvSpPr>
                <a:spLocks noChangeArrowheads="1"/>
              </p:cNvSpPr>
              <p:nvPr/>
            </p:nvSpPr>
            <p:spPr bwMode="auto">
              <a:xfrm>
                <a:off x="1616" y="2131"/>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84072" name="Oval 53">
                <a:extLst>
                  <a:ext uri="{FF2B5EF4-FFF2-40B4-BE49-F238E27FC236}">
                    <a16:creationId xmlns:a16="http://schemas.microsoft.com/office/drawing/2014/main" id="{11F9AF8A-DD37-4E8F-9D83-FB15BCAE99EA}"/>
                  </a:ext>
                </a:extLst>
              </p:cNvPr>
              <p:cNvSpPr>
                <a:spLocks noChangeArrowheads="1"/>
              </p:cNvSpPr>
              <p:nvPr/>
            </p:nvSpPr>
            <p:spPr bwMode="auto">
              <a:xfrm>
                <a:off x="1613" y="2070"/>
                <a:ext cx="313" cy="97"/>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84073" name="Rectangle 54">
                <a:extLst>
                  <a:ext uri="{FF2B5EF4-FFF2-40B4-BE49-F238E27FC236}">
                    <a16:creationId xmlns:a16="http://schemas.microsoft.com/office/drawing/2014/main" id="{6790DDC8-915F-4351-B078-A9E84F66D081}"/>
                  </a:ext>
                </a:extLst>
              </p:cNvPr>
              <p:cNvSpPr>
                <a:spLocks noChangeArrowheads="1"/>
              </p:cNvSpPr>
              <p:nvPr/>
            </p:nvSpPr>
            <p:spPr bwMode="auto">
              <a:xfrm>
                <a:off x="1687" y="2100"/>
                <a:ext cx="141" cy="103"/>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84074" name="Text Box 55">
                <a:extLst>
                  <a:ext uri="{FF2B5EF4-FFF2-40B4-BE49-F238E27FC236}">
                    <a16:creationId xmlns:a16="http://schemas.microsoft.com/office/drawing/2014/main" id="{7CCCA393-AD60-4AF6-810C-C4E7DB3A2860}"/>
                  </a:ext>
                </a:extLst>
              </p:cNvPr>
              <p:cNvSpPr txBox="1">
                <a:spLocks noChangeArrowheads="1"/>
              </p:cNvSpPr>
              <p:nvPr/>
            </p:nvSpPr>
            <p:spPr bwMode="auto">
              <a:xfrm>
                <a:off x="1652" y="2011"/>
                <a:ext cx="215"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y</a:t>
                </a:r>
                <a:endParaRPr lang="en-US" altLang="en-US" sz="2400"/>
              </a:p>
            </p:txBody>
          </p:sp>
        </p:grpSp>
        <p:sp>
          <p:nvSpPr>
            <p:cNvPr id="84052" name="Text Box 56">
              <a:extLst>
                <a:ext uri="{FF2B5EF4-FFF2-40B4-BE49-F238E27FC236}">
                  <a16:creationId xmlns:a16="http://schemas.microsoft.com/office/drawing/2014/main" id="{3685CCD5-BA73-425F-8A39-E1F03E7A33C0}"/>
                </a:ext>
              </a:extLst>
            </p:cNvPr>
            <p:cNvSpPr txBox="1">
              <a:spLocks noChangeArrowheads="1"/>
            </p:cNvSpPr>
            <p:nvPr/>
          </p:nvSpPr>
          <p:spPr bwMode="auto">
            <a:xfrm>
              <a:off x="1814" y="1721"/>
              <a:ext cx="216"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a:t>8</a:t>
              </a:r>
              <a:endParaRPr lang="en-US" altLang="en-US" sz="2400"/>
            </a:p>
          </p:txBody>
        </p:sp>
        <p:grpSp>
          <p:nvGrpSpPr>
            <p:cNvPr id="84053" name="Group 57">
              <a:extLst>
                <a:ext uri="{FF2B5EF4-FFF2-40B4-BE49-F238E27FC236}">
                  <a16:creationId xmlns:a16="http://schemas.microsoft.com/office/drawing/2014/main" id="{D80F72EF-BE47-4963-878C-AE5AFF619799}"/>
                </a:ext>
              </a:extLst>
            </p:cNvPr>
            <p:cNvGrpSpPr>
              <a:grpSpLocks/>
            </p:cNvGrpSpPr>
            <p:nvPr/>
          </p:nvGrpSpPr>
          <p:grpSpPr bwMode="auto">
            <a:xfrm>
              <a:off x="3007" y="2002"/>
              <a:ext cx="318" cy="269"/>
              <a:chOff x="1611" y="2011"/>
              <a:chExt cx="318" cy="269"/>
            </a:xfrm>
          </p:grpSpPr>
          <p:sp>
            <p:nvSpPr>
              <p:cNvPr id="84061" name="Oval 58">
                <a:extLst>
                  <a:ext uri="{FF2B5EF4-FFF2-40B4-BE49-F238E27FC236}">
                    <a16:creationId xmlns:a16="http://schemas.microsoft.com/office/drawing/2014/main" id="{45B9B9DE-5311-425C-AF5C-9AD3B3966C94}"/>
                  </a:ext>
                </a:extLst>
              </p:cNvPr>
              <p:cNvSpPr>
                <a:spLocks noChangeArrowheads="1"/>
              </p:cNvSpPr>
              <p:nvPr/>
            </p:nvSpPr>
            <p:spPr bwMode="auto">
              <a:xfrm>
                <a:off x="1616" y="2138"/>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84062" name="Line 59">
                <a:extLst>
                  <a:ext uri="{FF2B5EF4-FFF2-40B4-BE49-F238E27FC236}">
                    <a16:creationId xmlns:a16="http://schemas.microsoft.com/office/drawing/2014/main" id="{1F81327F-23E5-4C9C-9756-5EFDB931485A}"/>
                  </a:ext>
                </a:extLst>
              </p:cNvPr>
              <p:cNvSpPr>
                <a:spLocks noChangeShapeType="1"/>
              </p:cNvSpPr>
              <p:nvPr/>
            </p:nvSpPr>
            <p:spPr bwMode="auto">
              <a:xfrm>
                <a:off x="1616" y="2131"/>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4063" name="Line 60">
                <a:extLst>
                  <a:ext uri="{FF2B5EF4-FFF2-40B4-BE49-F238E27FC236}">
                    <a16:creationId xmlns:a16="http://schemas.microsoft.com/office/drawing/2014/main" id="{9664873B-3769-4D5F-A4E3-B2A241876666}"/>
                  </a:ext>
                </a:extLst>
              </p:cNvPr>
              <p:cNvSpPr>
                <a:spLocks noChangeShapeType="1"/>
              </p:cNvSpPr>
              <p:nvPr/>
            </p:nvSpPr>
            <p:spPr bwMode="auto">
              <a:xfrm>
                <a:off x="1929" y="2131"/>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4064" name="Rectangle 61">
                <a:extLst>
                  <a:ext uri="{FF2B5EF4-FFF2-40B4-BE49-F238E27FC236}">
                    <a16:creationId xmlns:a16="http://schemas.microsoft.com/office/drawing/2014/main" id="{F47EA742-8CAD-4007-8BD4-638D0447FE1A}"/>
                  </a:ext>
                </a:extLst>
              </p:cNvPr>
              <p:cNvSpPr>
                <a:spLocks noChangeArrowheads="1"/>
              </p:cNvSpPr>
              <p:nvPr/>
            </p:nvSpPr>
            <p:spPr bwMode="auto">
              <a:xfrm>
                <a:off x="1616" y="2131"/>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84065" name="Oval 62">
                <a:extLst>
                  <a:ext uri="{FF2B5EF4-FFF2-40B4-BE49-F238E27FC236}">
                    <a16:creationId xmlns:a16="http://schemas.microsoft.com/office/drawing/2014/main" id="{C6AB4422-3C85-44DE-AADF-35FB04BEB97A}"/>
                  </a:ext>
                </a:extLst>
              </p:cNvPr>
              <p:cNvSpPr>
                <a:spLocks noChangeArrowheads="1"/>
              </p:cNvSpPr>
              <p:nvPr/>
            </p:nvSpPr>
            <p:spPr bwMode="auto">
              <a:xfrm>
                <a:off x="1611" y="2072"/>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84066" name="Rectangle 63">
                <a:extLst>
                  <a:ext uri="{FF2B5EF4-FFF2-40B4-BE49-F238E27FC236}">
                    <a16:creationId xmlns:a16="http://schemas.microsoft.com/office/drawing/2014/main" id="{4F299CF7-6B96-4590-872D-74FA2011EFE3}"/>
                  </a:ext>
                </a:extLst>
              </p:cNvPr>
              <p:cNvSpPr>
                <a:spLocks noChangeArrowheads="1"/>
              </p:cNvSpPr>
              <p:nvPr/>
            </p:nvSpPr>
            <p:spPr bwMode="auto">
              <a:xfrm>
                <a:off x="1687" y="2100"/>
                <a:ext cx="141" cy="105"/>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84067" name="Text Box 64">
                <a:extLst>
                  <a:ext uri="{FF2B5EF4-FFF2-40B4-BE49-F238E27FC236}">
                    <a16:creationId xmlns:a16="http://schemas.microsoft.com/office/drawing/2014/main" id="{D84EB843-7E5B-4BD8-9D9A-8FD69F57AF8F}"/>
                  </a:ext>
                </a:extLst>
              </p:cNvPr>
              <p:cNvSpPr txBox="1">
                <a:spLocks noChangeArrowheads="1"/>
              </p:cNvSpPr>
              <p:nvPr/>
            </p:nvSpPr>
            <p:spPr bwMode="auto">
              <a:xfrm>
                <a:off x="1653" y="2011"/>
                <a:ext cx="216"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z</a:t>
                </a:r>
                <a:endParaRPr lang="en-US" altLang="en-US" sz="2400"/>
              </a:p>
            </p:txBody>
          </p:sp>
        </p:grpSp>
        <p:sp>
          <p:nvSpPr>
            <p:cNvPr id="84054" name="Line 65">
              <a:extLst>
                <a:ext uri="{FF2B5EF4-FFF2-40B4-BE49-F238E27FC236}">
                  <a16:creationId xmlns:a16="http://schemas.microsoft.com/office/drawing/2014/main" id="{03A67DC8-7ED0-483E-B63F-AFAE1728BD80}"/>
                </a:ext>
              </a:extLst>
            </p:cNvPr>
            <p:cNvSpPr>
              <a:spLocks noChangeShapeType="1"/>
            </p:cNvSpPr>
            <p:nvPr/>
          </p:nvSpPr>
          <p:spPr bwMode="auto">
            <a:xfrm>
              <a:off x="2640" y="2149"/>
              <a:ext cx="35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4055" name="Text Box 66">
              <a:extLst>
                <a:ext uri="{FF2B5EF4-FFF2-40B4-BE49-F238E27FC236}">
                  <a16:creationId xmlns:a16="http://schemas.microsoft.com/office/drawing/2014/main" id="{936F090B-F96C-4BF6-8FDC-C5BF896707B8}"/>
                </a:ext>
              </a:extLst>
            </p:cNvPr>
            <p:cNvSpPr txBox="1">
              <a:spLocks noChangeArrowheads="1"/>
            </p:cNvSpPr>
            <p:nvPr/>
          </p:nvSpPr>
          <p:spPr bwMode="auto">
            <a:xfrm>
              <a:off x="2706" y="2149"/>
              <a:ext cx="216"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a:t>2</a:t>
              </a:r>
              <a:endParaRPr lang="en-US" altLang="en-US" sz="2400"/>
            </a:p>
          </p:txBody>
        </p:sp>
        <p:sp>
          <p:nvSpPr>
            <p:cNvPr id="84056" name="Line 67">
              <a:extLst>
                <a:ext uri="{FF2B5EF4-FFF2-40B4-BE49-F238E27FC236}">
                  <a16:creationId xmlns:a16="http://schemas.microsoft.com/office/drawing/2014/main" id="{332FD8E2-C584-44B4-BFF3-023ABB976AE6}"/>
                </a:ext>
              </a:extLst>
            </p:cNvPr>
            <p:cNvSpPr>
              <a:spLocks noChangeShapeType="1"/>
            </p:cNvSpPr>
            <p:nvPr/>
          </p:nvSpPr>
          <p:spPr bwMode="auto">
            <a:xfrm>
              <a:off x="1503" y="990"/>
              <a:ext cx="965" cy="11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4057" name="Text Box 68">
              <a:extLst>
                <a:ext uri="{FF2B5EF4-FFF2-40B4-BE49-F238E27FC236}">
                  <a16:creationId xmlns:a16="http://schemas.microsoft.com/office/drawing/2014/main" id="{91FF9502-C8AF-4B5C-A232-1D321DCEB70D}"/>
                </a:ext>
              </a:extLst>
            </p:cNvPr>
            <p:cNvSpPr txBox="1">
              <a:spLocks noChangeArrowheads="1"/>
            </p:cNvSpPr>
            <p:nvPr/>
          </p:nvSpPr>
          <p:spPr bwMode="auto">
            <a:xfrm>
              <a:off x="1919" y="1343"/>
              <a:ext cx="216"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a:t>7</a:t>
              </a:r>
              <a:endParaRPr lang="en-US" altLang="en-US" sz="2400"/>
            </a:p>
          </p:txBody>
        </p:sp>
        <p:sp>
          <p:nvSpPr>
            <p:cNvPr id="84058" name="Freeform 69">
              <a:extLst>
                <a:ext uri="{FF2B5EF4-FFF2-40B4-BE49-F238E27FC236}">
                  <a16:creationId xmlns:a16="http://schemas.microsoft.com/office/drawing/2014/main" id="{1AF1AE15-6E14-4BEC-A48A-0D2373F470AA}"/>
                </a:ext>
              </a:extLst>
            </p:cNvPr>
            <p:cNvSpPr>
              <a:spLocks/>
            </p:cNvSpPr>
            <p:nvPr/>
          </p:nvSpPr>
          <p:spPr bwMode="auto">
            <a:xfrm>
              <a:off x="1489" y="976"/>
              <a:ext cx="28" cy="14"/>
            </a:xfrm>
            <a:custGeom>
              <a:avLst/>
              <a:gdLst>
                <a:gd name="T0" fmla="*/ 0 w 28"/>
                <a:gd name="T1" fmla="*/ 14 h 14"/>
                <a:gd name="T2" fmla="*/ 28 w 28"/>
                <a:gd name="T3" fmla="*/ 0 h 14"/>
                <a:gd name="T4" fmla="*/ 0 w 28"/>
                <a:gd name="T5" fmla="*/ 14 h 14"/>
                <a:gd name="T6" fmla="*/ 0 60000 65536"/>
                <a:gd name="T7" fmla="*/ 0 60000 65536"/>
                <a:gd name="T8" fmla="*/ 0 60000 65536"/>
                <a:gd name="T9" fmla="*/ 0 w 28"/>
                <a:gd name="T10" fmla="*/ 0 h 14"/>
                <a:gd name="T11" fmla="*/ 28 w 28"/>
                <a:gd name="T12" fmla="*/ 14 h 14"/>
              </a:gdLst>
              <a:ahLst/>
              <a:cxnLst>
                <a:cxn ang="T6">
                  <a:pos x="T0" y="T1"/>
                </a:cxn>
                <a:cxn ang="T7">
                  <a:pos x="T2" y="T3"/>
                </a:cxn>
                <a:cxn ang="T8">
                  <a:pos x="T4" y="T5"/>
                </a:cxn>
              </a:cxnLst>
              <a:rect l="T9" t="T10" r="T11" b="T12"/>
              <a:pathLst>
                <a:path w="28" h="14">
                  <a:moveTo>
                    <a:pt x="0" y="14"/>
                  </a:moveTo>
                  <a:cubicBezTo>
                    <a:pt x="9" y="9"/>
                    <a:pt x="28" y="0"/>
                    <a:pt x="28" y="0"/>
                  </a:cubicBezTo>
                  <a:cubicBezTo>
                    <a:pt x="28" y="0"/>
                    <a:pt x="9" y="9"/>
                    <a:pt x="0" y="14"/>
                  </a:cubicBezTo>
                  <a:close/>
                </a:path>
              </a:pathLst>
            </a:custGeom>
            <a:solidFill>
              <a:schemeClr val="accent1"/>
            </a:solidFill>
            <a:ln w="9525">
              <a:solidFill>
                <a:schemeClr val="tx1"/>
              </a:solidFill>
              <a:round/>
              <a:headEnd/>
              <a:tailEnd/>
            </a:ln>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84059" name="Freeform 70">
              <a:extLst>
                <a:ext uri="{FF2B5EF4-FFF2-40B4-BE49-F238E27FC236}">
                  <a16:creationId xmlns:a16="http://schemas.microsoft.com/office/drawing/2014/main" id="{8097B39E-9372-4BC4-8384-4C9649F2FB3F}"/>
                </a:ext>
              </a:extLst>
            </p:cNvPr>
            <p:cNvSpPr>
              <a:spLocks/>
            </p:cNvSpPr>
            <p:nvPr/>
          </p:nvSpPr>
          <p:spPr bwMode="auto">
            <a:xfrm>
              <a:off x="1623" y="999"/>
              <a:ext cx="1510" cy="1052"/>
            </a:xfrm>
            <a:custGeom>
              <a:avLst/>
              <a:gdLst>
                <a:gd name="T0" fmla="*/ 0 w 1510"/>
                <a:gd name="T1" fmla="*/ 5 h 1052"/>
                <a:gd name="T2" fmla="*/ 1102 w 1510"/>
                <a:gd name="T3" fmla="*/ 174 h 1052"/>
                <a:gd name="T4" fmla="*/ 1510 w 1510"/>
                <a:gd name="T5" fmla="*/ 1052 h 1052"/>
                <a:gd name="T6" fmla="*/ 0 60000 65536"/>
                <a:gd name="T7" fmla="*/ 0 60000 65536"/>
                <a:gd name="T8" fmla="*/ 0 60000 65536"/>
                <a:gd name="T9" fmla="*/ 0 w 1510"/>
                <a:gd name="T10" fmla="*/ 0 h 1052"/>
                <a:gd name="T11" fmla="*/ 1510 w 1510"/>
                <a:gd name="T12" fmla="*/ 1052 h 1052"/>
              </a:gdLst>
              <a:ahLst/>
              <a:cxnLst>
                <a:cxn ang="T6">
                  <a:pos x="T0" y="T1"/>
                </a:cxn>
                <a:cxn ang="T7">
                  <a:pos x="T2" y="T3"/>
                </a:cxn>
                <a:cxn ang="T8">
                  <a:pos x="T4" y="T5"/>
                </a:cxn>
              </a:cxnLst>
              <a:rect l="T9" t="T10" r="T11" b="T12"/>
              <a:pathLst>
                <a:path w="1510" h="1052">
                  <a:moveTo>
                    <a:pt x="0" y="5"/>
                  </a:moveTo>
                  <a:cubicBezTo>
                    <a:pt x="184" y="33"/>
                    <a:pt x="851" y="0"/>
                    <a:pt x="1102" y="174"/>
                  </a:cubicBezTo>
                  <a:cubicBezTo>
                    <a:pt x="1353" y="348"/>
                    <a:pt x="1425" y="869"/>
                    <a:pt x="1510" y="1052"/>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84060" name="Text Box 71">
              <a:extLst>
                <a:ext uri="{FF2B5EF4-FFF2-40B4-BE49-F238E27FC236}">
                  <a16:creationId xmlns:a16="http://schemas.microsoft.com/office/drawing/2014/main" id="{27D748B3-1D64-4513-8950-250A4A3ABAFB}"/>
                </a:ext>
              </a:extLst>
            </p:cNvPr>
            <p:cNvSpPr txBox="1">
              <a:spLocks noChangeArrowheads="1"/>
            </p:cNvSpPr>
            <p:nvPr/>
          </p:nvSpPr>
          <p:spPr bwMode="auto">
            <a:xfrm>
              <a:off x="2680" y="1008"/>
              <a:ext cx="215"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a:t>9</a:t>
              </a:r>
              <a:endParaRPr lang="en-US" altLang="en-US" sz="2400"/>
            </a:p>
          </p:txBody>
        </p:sp>
      </p:grpSp>
      <p:sp>
        <p:nvSpPr>
          <p:cNvPr id="83974" name="Rectangle 72">
            <a:extLst>
              <a:ext uri="{FF2B5EF4-FFF2-40B4-BE49-F238E27FC236}">
                <a16:creationId xmlns:a16="http://schemas.microsoft.com/office/drawing/2014/main" id="{2D96D05C-D4DF-4C5E-B1CB-84F9363C146B}"/>
              </a:ext>
            </a:extLst>
          </p:cNvPr>
          <p:cNvSpPr>
            <a:spLocks noChangeArrowheads="1"/>
          </p:cNvSpPr>
          <p:nvPr/>
        </p:nvSpPr>
        <p:spPr bwMode="auto">
          <a:xfrm>
            <a:off x="2011363" y="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4000" dirty="0" err="1">
                <a:solidFill>
                  <a:srgbClr val="000099"/>
                </a:solidFill>
                <a:latin typeface="+mj-lt"/>
              </a:rPr>
              <a:t>Thuật</a:t>
            </a:r>
            <a:r>
              <a:rPr lang="en-US" altLang="en-US" sz="4000" dirty="0">
                <a:solidFill>
                  <a:srgbClr val="000099"/>
                </a:solidFill>
                <a:latin typeface="+mj-lt"/>
              </a:rPr>
              <a:t> </a:t>
            </a:r>
            <a:r>
              <a:rPr lang="en-US" altLang="en-US" sz="4000" dirty="0" err="1">
                <a:solidFill>
                  <a:srgbClr val="000099"/>
                </a:solidFill>
                <a:latin typeface="+mj-lt"/>
              </a:rPr>
              <a:t>toán</a:t>
            </a:r>
            <a:r>
              <a:rPr lang="en-US" altLang="en-US" sz="4000" dirty="0">
                <a:solidFill>
                  <a:srgbClr val="000099"/>
                </a:solidFill>
                <a:latin typeface="+mj-lt"/>
              </a:rPr>
              <a:t> Dijkstra</a:t>
            </a:r>
            <a:r>
              <a:rPr lang="en-US" altLang="ja-JP" sz="4000" dirty="0">
                <a:solidFill>
                  <a:srgbClr val="000099"/>
                </a:solidFill>
                <a:latin typeface="+mj-lt"/>
              </a:rPr>
              <a:t> : </a:t>
            </a:r>
            <a:r>
              <a:rPr lang="en-US" altLang="ja-JP" sz="4000" dirty="0" err="1">
                <a:solidFill>
                  <a:srgbClr val="000099"/>
                </a:solidFill>
                <a:latin typeface="+mj-lt"/>
              </a:rPr>
              <a:t>ví</a:t>
            </a:r>
            <a:r>
              <a:rPr lang="en-US" altLang="ja-JP" sz="4000" dirty="0">
                <a:solidFill>
                  <a:srgbClr val="000099"/>
                </a:solidFill>
                <a:latin typeface="+mj-lt"/>
              </a:rPr>
              <a:t> </a:t>
            </a:r>
            <a:r>
              <a:rPr lang="en-US" altLang="ja-JP" sz="4000" dirty="0" err="1">
                <a:solidFill>
                  <a:srgbClr val="000099"/>
                </a:solidFill>
                <a:latin typeface="+mj-lt"/>
              </a:rPr>
              <a:t>dụ</a:t>
            </a:r>
            <a:endParaRPr lang="en-US" altLang="en-US" sz="4400" dirty="0">
              <a:solidFill>
                <a:srgbClr val="000099"/>
              </a:solidFill>
              <a:latin typeface="+mj-lt"/>
            </a:endParaRPr>
          </a:p>
        </p:txBody>
      </p:sp>
      <p:sp>
        <p:nvSpPr>
          <p:cNvPr id="83975" name="Text Box 73">
            <a:extLst>
              <a:ext uri="{FF2B5EF4-FFF2-40B4-BE49-F238E27FC236}">
                <a16:creationId xmlns:a16="http://schemas.microsoft.com/office/drawing/2014/main" id="{A105D7C7-526C-4270-83F1-280DB720AD33}"/>
              </a:ext>
            </a:extLst>
          </p:cNvPr>
          <p:cNvSpPr txBox="1">
            <a:spLocks noChangeArrowheads="1"/>
          </p:cNvSpPr>
          <p:nvPr/>
        </p:nvSpPr>
        <p:spPr bwMode="auto">
          <a:xfrm>
            <a:off x="1881188" y="1277939"/>
            <a:ext cx="823912"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a:r>
              <a:rPr lang="en-US" altLang="en-US" sz="2000"/>
              <a:t>Bước</a:t>
            </a:r>
          </a:p>
          <a:p>
            <a:pPr algn="r"/>
            <a:endParaRPr lang="en-US" altLang="en-US" sz="2000"/>
          </a:p>
        </p:txBody>
      </p:sp>
      <p:sp>
        <p:nvSpPr>
          <p:cNvPr id="83976" name="Text Box 74">
            <a:extLst>
              <a:ext uri="{FF2B5EF4-FFF2-40B4-BE49-F238E27FC236}">
                <a16:creationId xmlns:a16="http://schemas.microsoft.com/office/drawing/2014/main" id="{C2DE76E7-F2F4-4054-8BBE-54B41552DBC4}"/>
              </a:ext>
            </a:extLst>
          </p:cNvPr>
          <p:cNvSpPr txBox="1">
            <a:spLocks noChangeArrowheads="1"/>
          </p:cNvSpPr>
          <p:nvPr/>
        </p:nvSpPr>
        <p:spPr bwMode="auto">
          <a:xfrm>
            <a:off x="2982913" y="1284289"/>
            <a:ext cx="4175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a:r>
              <a:rPr lang="en-US" altLang="en-US" sz="2000"/>
              <a:t>N</a:t>
            </a:r>
            <a:r>
              <a:rPr lang="en-US" altLang="en-US" sz="2000">
                <a:cs typeface="Arial" panose="020B0604020202020204" pitchFamily="34" charset="0"/>
              </a:rPr>
              <a:t>'</a:t>
            </a:r>
          </a:p>
        </p:txBody>
      </p:sp>
      <p:sp>
        <p:nvSpPr>
          <p:cNvPr id="83977" name="Text Box 75">
            <a:extLst>
              <a:ext uri="{FF2B5EF4-FFF2-40B4-BE49-F238E27FC236}">
                <a16:creationId xmlns:a16="http://schemas.microsoft.com/office/drawing/2014/main" id="{23AA9528-7C87-450D-858B-23BD21FEDCB6}"/>
              </a:ext>
            </a:extLst>
          </p:cNvPr>
          <p:cNvSpPr txBox="1">
            <a:spLocks noChangeArrowheads="1"/>
          </p:cNvSpPr>
          <p:nvPr/>
        </p:nvSpPr>
        <p:spPr bwMode="auto">
          <a:xfrm>
            <a:off x="3567113" y="1009650"/>
            <a:ext cx="677862"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a:r>
              <a:rPr lang="en-US" altLang="en-US" sz="2000"/>
              <a:t>D(</a:t>
            </a:r>
            <a:r>
              <a:rPr lang="en-US" altLang="en-US" sz="2000" b="1">
                <a:solidFill>
                  <a:srgbClr val="FF0000"/>
                </a:solidFill>
              </a:rPr>
              <a:t>v</a:t>
            </a:r>
            <a:r>
              <a:rPr lang="en-US" altLang="en-US" sz="2000"/>
              <a:t>)</a:t>
            </a:r>
          </a:p>
          <a:p>
            <a:pPr algn="r"/>
            <a:r>
              <a:rPr lang="en-US" altLang="en-US" sz="1600"/>
              <a:t>p(v)</a:t>
            </a:r>
          </a:p>
        </p:txBody>
      </p:sp>
      <p:sp>
        <p:nvSpPr>
          <p:cNvPr id="83978" name="Text Box 76">
            <a:extLst>
              <a:ext uri="{FF2B5EF4-FFF2-40B4-BE49-F238E27FC236}">
                <a16:creationId xmlns:a16="http://schemas.microsoft.com/office/drawing/2014/main" id="{A4616CBC-4449-414C-99FB-C81490DD6D0E}"/>
              </a:ext>
            </a:extLst>
          </p:cNvPr>
          <p:cNvSpPr txBox="1">
            <a:spLocks noChangeArrowheads="1"/>
          </p:cNvSpPr>
          <p:nvPr/>
        </p:nvSpPr>
        <p:spPr bwMode="auto">
          <a:xfrm>
            <a:off x="2035175" y="161766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a:r>
              <a:rPr lang="en-US" altLang="en-US"/>
              <a:t>0</a:t>
            </a:r>
          </a:p>
        </p:txBody>
      </p:sp>
      <p:sp>
        <p:nvSpPr>
          <p:cNvPr id="83979" name="Text Box 77">
            <a:extLst>
              <a:ext uri="{FF2B5EF4-FFF2-40B4-BE49-F238E27FC236}">
                <a16:creationId xmlns:a16="http://schemas.microsoft.com/office/drawing/2014/main" id="{46B7CB7E-3399-4AA2-8CC0-8819A0FCDCB0}"/>
              </a:ext>
            </a:extLst>
          </p:cNvPr>
          <p:cNvSpPr txBox="1">
            <a:spLocks noChangeArrowheads="1"/>
          </p:cNvSpPr>
          <p:nvPr/>
        </p:nvSpPr>
        <p:spPr bwMode="auto">
          <a:xfrm>
            <a:off x="2039938" y="1914526"/>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a:r>
              <a:rPr lang="en-US" altLang="en-US"/>
              <a:t>1</a:t>
            </a:r>
          </a:p>
        </p:txBody>
      </p:sp>
      <p:sp>
        <p:nvSpPr>
          <p:cNvPr id="83980" name="Text Box 78">
            <a:extLst>
              <a:ext uri="{FF2B5EF4-FFF2-40B4-BE49-F238E27FC236}">
                <a16:creationId xmlns:a16="http://schemas.microsoft.com/office/drawing/2014/main" id="{D8B12E85-566F-470A-BDE2-62D860E19A4B}"/>
              </a:ext>
            </a:extLst>
          </p:cNvPr>
          <p:cNvSpPr txBox="1">
            <a:spLocks noChangeArrowheads="1"/>
          </p:cNvSpPr>
          <p:nvPr/>
        </p:nvSpPr>
        <p:spPr bwMode="auto">
          <a:xfrm>
            <a:off x="2041525" y="2222501"/>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a:r>
              <a:rPr lang="en-US" altLang="en-US"/>
              <a:t>2</a:t>
            </a:r>
          </a:p>
        </p:txBody>
      </p:sp>
      <p:sp>
        <p:nvSpPr>
          <p:cNvPr id="83981" name="Text Box 79">
            <a:extLst>
              <a:ext uri="{FF2B5EF4-FFF2-40B4-BE49-F238E27FC236}">
                <a16:creationId xmlns:a16="http://schemas.microsoft.com/office/drawing/2014/main" id="{8F06D420-2883-418F-A75A-777629E0FD34}"/>
              </a:ext>
            </a:extLst>
          </p:cNvPr>
          <p:cNvSpPr txBox="1">
            <a:spLocks noChangeArrowheads="1"/>
          </p:cNvSpPr>
          <p:nvPr/>
        </p:nvSpPr>
        <p:spPr bwMode="auto">
          <a:xfrm>
            <a:off x="2035175" y="2524126"/>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a:r>
              <a:rPr lang="en-US" altLang="en-US"/>
              <a:t>3</a:t>
            </a:r>
          </a:p>
        </p:txBody>
      </p:sp>
      <p:sp>
        <p:nvSpPr>
          <p:cNvPr id="83982" name="Text Box 80">
            <a:extLst>
              <a:ext uri="{FF2B5EF4-FFF2-40B4-BE49-F238E27FC236}">
                <a16:creationId xmlns:a16="http://schemas.microsoft.com/office/drawing/2014/main" id="{BEF27C82-3DD6-4CE4-8969-D7E65AED3F78}"/>
              </a:ext>
            </a:extLst>
          </p:cNvPr>
          <p:cNvSpPr txBox="1">
            <a:spLocks noChangeArrowheads="1"/>
          </p:cNvSpPr>
          <p:nvPr/>
        </p:nvSpPr>
        <p:spPr bwMode="auto">
          <a:xfrm>
            <a:off x="2033588" y="2827338"/>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a:r>
              <a:rPr lang="en-US" altLang="en-US"/>
              <a:t>4</a:t>
            </a:r>
          </a:p>
        </p:txBody>
      </p:sp>
      <p:sp>
        <p:nvSpPr>
          <p:cNvPr id="83983" name="Text Box 81">
            <a:extLst>
              <a:ext uri="{FF2B5EF4-FFF2-40B4-BE49-F238E27FC236}">
                <a16:creationId xmlns:a16="http://schemas.microsoft.com/office/drawing/2014/main" id="{74E31E88-D44C-4D41-B1FB-29ECEA7C2BF3}"/>
              </a:ext>
            </a:extLst>
          </p:cNvPr>
          <p:cNvSpPr txBox="1">
            <a:spLocks noChangeArrowheads="1"/>
          </p:cNvSpPr>
          <p:nvPr/>
        </p:nvSpPr>
        <p:spPr bwMode="auto">
          <a:xfrm>
            <a:off x="2038350" y="3132138"/>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a:r>
              <a:rPr lang="en-US" altLang="en-US"/>
              <a:t>5</a:t>
            </a:r>
          </a:p>
        </p:txBody>
      </p:sp>
      <p:sp>
        <p:nvSpPr>
          <p:cNvPr id="83984" name="Text Box 82">
            <a:extLst>
              <a:ext uri="{FF2B5EF4-FFF2-40B4-BE49-F238E27FC236}">
                <a16:creationId xmlns:a16="http://schemas.microsoft.com/office/drawing/2014/main" id="{5A862DED-3FFD-4D11-8128-3911FA285E51}"/>
              </a:ext>
            </a:extLst>
          </p:cNvPr>
          <p:cNvSpPr txBox="1">
            <a:spLocks noChangeArrowheads="1"/>
          </p:cNvSpPr>
          <p:nvPr/>
        </p:nvSpPr>
        <p:spPr bwMode="auto">
          <a:xfrm>
            <a:off x="4154489" y="1017588"/>
            <a:ext cx="73342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a:r>
              <a:rPr lang="en-US" altLang="en-US" sz="2000"/>
              <a:t>D(</a:t>
            </a:r>
            <a:r>
              <a:rPr lang="en-US" altLang="en-US" sz="2000" b="1">
                <a:solidFill>
                  <a:srgbClr val="FF0000"/>
                </a:solidFill>
              </a:rPr>
              <a:t>w</a:t>
            </a:r>
            <a:r>
              <a:rPr lang="en-US" altLang="en-US" sz="2000"/>
              <a:t>)</a:t>
            </a:r>
          </a:p>
          <a:p>
            <a:pPr algn="r"/>
            <a:r>
              <a:rPr lang="en-US" altLang="en-US" sz="1600"/>
              <a:t>p(w)</a:t>
            </a:r>
          </a:p>
        </p:txBody>
      </p:sp>
      <p:sp>
        <p:nvSpPr>
          <p:cNvPr id="83985" name="Text Box 83">
            <a:extLst>
              <a:ext uri="{FF2B5EF4-FFF2-40B4-BE49-F238E27FC236}">
                <a16:creationId xmlns:a16="http://schemas.microsoft.com/office/drawing/2014/main" id="{ECD767DA-3232-4500-B64D-C6E37962021A}"/>
              </a:ext>
            </a:extLst>
          </p:cNvPr>
          <p:cNvSpPr txBox="1">
            <a:spLocks noChangeArrowheads="1"/>
          </p:cNvSpPr>
          <p:nvPr/>
        </p:nvSpPr>
        <p:spPr bwMode="auto">
          <a:xfrm>
            <a:off x="4830763" y="1017588"/>
            <a:ext cx="677862"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a:r>
              <a:rPr lang="en-US" altLang="en-US" sz="2000"/>
              <a:t>D(</a:t>
            </a:r>
            <a:r>
              <a:rPr lang="en-US" altLang="en-US" sz="2000" b="1">
                <a:solidFill>
                  <a:srgbClr val="FF0000"/>
                </a:solidFill>
              </a:rPr>
              <a:t>x</a:t>
            </a:r>
            <a:r>
              <a:rPr lang="en-US" altLang="en-US" sz="2000"/>
              <a:t>)</a:t>
            </a:r>
          </a:p>
          <a:p>
            <a:pPr algn="r"/>
            <a:r>
              <a:rPr lang="en-US" altLang="en-US" sz="1600"/>
              <a:t>p(x)</a:t>
            </a:r>
          </a:p>
        </p:txBody>
      </p:sp>
      <p:sp>
        <p:nvSpPr>
          <p:cNvPr id="83986" name="Text Box 84">
            <a:extLst>
              <a:ext uri="{FF2B5EF4-FFF2-40B4-BE49-F238E27FC236}">
                <a16:creationId xmlns:a16="http://schemas.microsoft.com/office/drawing/2014/main" id="{0A2BEF01-DCC2-41AE-9C4A-42672A997718}"/>
              </a:ext>
            </a:extLst>
          </p:cNvPr>
          <p:cNvSpPr txBox="1">
            <a:spLocks noChangeArrowheads="1"/>
          </p:cNvSpPr>
          <p:nvPr/>
        </p:nvSpPr>
        <p:spPr bwMode="auto">
          <a:xfrm>
            <a:off x="5470526" y="1017588"/>
            <a:ext cx="677863"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a:r>
              <a:rPr lang="en-US" altLang="en-US" sz="2000"/>
              <a:t>D(</a:t>
            </a:r>
            <a:r>
              <a:rPr lang="en-US" altLang="en-US" sz="2000" b="1">
                <a:solidFill>
                  <a:srgbClr val="FF0000"/>
                </a:solidFill>
              </a:rPr>
              <a:t>y</a:t>
            </a:r>
            <a:r>
              <a:rPr lang="en-US" altLang="en-US" sz="2000"/>
              <a:t>)</a:t>
            </a:r>
          </a:p>
          <a:p>
            <a:pPr algn="r"/>
            <a:r>
              <a:rPr lang="en-US" altLang="en-US" sz="1600"/>
              <a:t>p(y)</a:t>
            </a:r>
          </a:p>
        </p:txBody>
      </p:sp>
      <p:sp>
        <p:nvSpPr>
          <p:cNvPr id="83987" name="Text Box 85">
            <a:extLst>
              <a:ext uri="{FF2B5EF4-FFF2-40B4-BE49-F238E27FC236}">
                <a16:creationId xmlns:a16="http://schemas.microsoft.com/office/drawing/2014/main" id="{C3577B66-7358-4C4F-85BE-DCF5E4C91B2C}"/>
              </a:ext>
            </a:extLst>
          </p:cNvPr>
          <p:cNvSpPr txBox="1">
            <a:spLocks noChangeArrowheads="1"/>
          </p:cNvSpPr>
          <p:nvPr/>
        </p:nvSpPr>
        <p:spPr bwMode="auto">
          <a:xfrm>
            <a:off x="6102351" y="1022350"/>
            <a:ext cx="6635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a:r>
              <a:rPr lang="en-US" altLang="en-US" sz="2000"/>
              <a:t>D(</a:t>
            </a:r>
            <a:r>
              <a:rPr lang="en-US" altLang="en-US" sz="2000" b="1">
                <a:solidFill>
                  <a:srgbClr val="FF0000"/>
                </a:solidFill>
              </a:rPr>
              <a:t>z</a:t>
            </a:r>
            <a:r>
              <a:rPr lang="en-US" altLang="en-US" sz="2000"/>
              <a:t>)</a:t>
            </a:r>
          </a:p>
          <a:p>
            <a:pPr algn="r"/>
            <a:r>
              <a:rPr lang="en-US" altLang="en-US" sz="1600"/>
              <a:t>p(z)</a:t>
            </a:r>
          </a:p>
        </p:txBody>
      </p:sp>
      <p:sp>
        <p:nvSpPr>
          <p:cNvPr id="83988" name="Line 86">
            <a:extLst>
              <a:ext uri="{FF2B5EF4-FFF2-40B4-BE49-F238E27FC236}">
                <a16:creationId xmlns:a16="http://schemas.microsoft.com/office/drawing/2014/main" id="{6B6320C3-B376-4A9A-82D7-FCA5485D4E4A}"/>
              </a:ext>
            </a:extLst>
          </p:cNvPr>
          <p:cNvSpPr>
            <a:spLocks noChangeShapeType="1"/>
          </p:cNvSpPr>
          <p:nvPr/>
        </p:nvSpPr>
        <p:spPr bwMode="auto">
          <a:xfrm>
            <a:off x="2124075" y="1638300"/>
            <a:ext cx="4629150" cy="0"/>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83989" name="Line 87">
            <a:extLst>
              <a:ext uri="{FF2B5EF4-FFF2-40B4-BE49-F238E27FC236}">
                <a16:creationId xmlns:a16="http://schemas.microsoft.com/office/drawing/2014/main" id="{71E7C81E-04F2-4230-8901-8556CEA9D060}"/>
              </a:ext>
            </a:extLst>
          </p:cNvPr>
          <p:cNvSpPr>
            <a:spLocks noChangeShapeType="1"/>
          </p:cNvSpPr>
          <p:nvPr/>
        </p:nvSpPr>
        <p:spPr bwMode="auto">
          <a:xfrm>
            <a:off x="2105025" y="1952625"/>
            <a:ext cx="4629150" cy="0"/>
          </a:xfrm>
          <a:prstGeom prst="line">
            <a:avLst/>
          </a:prstGeom>
          <a:noFill/>
          <a:ln w="12700">
            <a:solidFill>
              <a:srgbClr val="000099"/>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83990" name="Text Box 88">
            <a:extLst>
              <a:ext uri="{FF2B5EF4-FFF2-40B4-BE49-F238E27FC236}">
                <a16:creationId xmlns:a16="http://schemas.microsoft.com/office/drawing/2014/main" id="{129F76B4-6234-413C-A88E-EC376A0ADBE1}"/>
              </a:ext>
            </a:extLst>
          </p:cNvPr>
          <p:cNvSpPr txBox="1">
            <a:spLocks noChangeArrowheads="1"/>
          </p:cNvSpPr>
          <p:nvPr/>
        </p:nvSpPr>
        <p:spPr bwMode="auto">
          <a:xfrm>
            <a:off x="3016250" y="1608138"/>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a:r>
              <a:rPr lang="en-US" altLang="en-US"/>
              <a:t>u</a:t>
            </a:r>
          </a:p>
        </p:txBody>
      </p:sp>
      <p:sp>
        <p:nvSpPr>
          <p:cNvPr id="83991" name="Line 89">
            <a:extLst>
              <a:ext uri="{FF2B5EF4-FFF2-40B4-BE49-F238E27FC236}">
                <a16:creationId xmlns:a16="http://schemas.microsoft.com/office/drawing/2014/main" id="{B9FAD08D-3878-474E-8F87-85E8DEB168A5}"/>
              </a:ext>
            </a:extLst>
          </p:cNvPr>
          <p:cNvSpPr>
            <a:spLocks noChangeShapeType="1"/>
          </p:cNvSpPr>
          <p:nvPr/>
        </p:nvSpPr>
        <p:spPr bwMode="auto">
          <a:xfrm>
            <a:off x="2105025" y="2247900"/>
            <a:ext cx="4629150" cy="0"/>
          </a:xfrm>
          <a:prstGeom prst="line">
            <a:avLst/>
          </a:prstGeom>
          <a:noFill/>
          <a:ln w="12700">
            <a:solidFill>
              <a:srgbClr val="000099"/>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83992" name="Line 90">
            <a:extLst>
              <a:ext uri="{FF2B5EF4-FFF2-40B4-BE49-F238E27FC236}">
                <a16:creationId xmlns:a16="http://schemas.microsoft.com/office/drawing/2014/main" id="{D2350414-7997-4F82-8311-6DD7210C195F}"/>
              </a:ext>
            </a:extLst>
          </p:cNvPr>
          <p:cNvSpPr>
            <a:spLocks noChangeShapeType="1"/>
          </p:cNvSpPr>
          <p:nvPr/>
        </p:nvSpPr>
        <p:spPr bwMode="auto">
          <a:xfrm>
            <a:off x="2105025" y="2562225"/>
            <a:ext cx="4629150" cy="0"/>
          </a:xfrm>
          <a:prstGeom prst="line">
            <a:avLst/>
          </a:prstGeom>
          <a:noFill/>
          <a:ln w="12700">
            <a:solidFill>
              <a:srgbClr val="000099"/>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83993" name="Line 91">
            <a:extLst>
              <a:ext uri="{FF2B5EF4-FFF2-40B4-BE49-F238E27FC236}">
                <a16:creationId xmlns:a16="http://schemas.microsoft.com/office/drawing/2014/main" id="{6C355B40-68E0-4FE5-8E6F-21EA4BF0B0AD}"/>
              </a:ext>
            </a:extLst>
          </p:cNvPr>
          <p:cNvSpPr>
            <a:spLocks noChangeShapeType="1"/>
          </p:cNvSpPr>
          <p:nvPr/>
        </p:nvSpPr>
        <p:spPr bwMode="auto">
          <a:xfrm>
            <a:off x="2089150" y="2865438"/>
            <a:ext cx="4629150" cy="0"/>
          </a:xfrm>
          <a:prstGeom prst="line">
            <a:avLst/>
          </a:prstGeom>
          <a:noFill/>
          <a:ln w="12700">
            <a:solidFill>
              <a:srgbClr val="000099"/>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83994" name="Line 92">
            <a:extLst>
              <a:ext uri="{FF2B5EF4-FFF2-40B4-BE49-F238E27FC236}">
                <a16:creationId xmlns:a16="http://schemas.microsoft.com/office/drawing/2014/main" id="{356213E8-51F3-4FBB-BCBD-BA30E210FA44}"/>
              </a:ext>
            </a:extLst>
          </p:cNvPr>
          <p:cNvSpPr>
            <a:spLocks noChangeShapeType="1"/>
          </p:cNvSpPr>
          <p:nvPr/>
        </p:nvSpPr>
        <p:spPr bwMode="auto">
          <a:xfrm>
            <a:off x="2100263" y="3171825"/>
            <a:ext cx="4629150" cy="0"/>
          </a:xfrm>
          <a:prstGeom prst="line">
            <a:avLst/>
          </a:prstGeom>
          <a:noFill/>
          <a:ln w="12700">
            <a:solidFill>
              <a:srgbClr val="000099"/>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83995" name="Line 93">
            <a:extLst>
              <a:ext uri="{FF2B5EF4-FFF2-40B4-BE49-F238E27FC236}">
                <a16:creationId xmlns:a16="http://schemas.microsoft.com/office/drawing/2014/main" id="{361D419C-EAE9-4782-A646-D820422ECDDE}"/>
              </a:ext>
            </a:extLst>
          </p:cNvPr>
          <p:cNvSpPr>
            <a:spLocks noChangeShapeType="1"/>
          </p:cNvSpPr>
          <p:nvPr/>
        </p:nvSpPr>
        <p:spPr bwMode="auto">
          <a:xfrm>
            <a:off x="2105025" y="3467100"/>
            <a:ext cx="4629150" cy="0"/>
          </a:xfrm>
          <a:prstGeom prst="line">
            <a:avLst/>
          </a:prstGeom>
          <a:noFill/>
          <a:ln w="12700">
            <a:solidFill>
              <a:srgbClr val="000099"/>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nvGrpSpPr>
          <p:cNvPr id="9" name="Group 94">
            <a:extLst>
              <a:ext uri="{FF2B5EF4-FFF2-40B4-BE49-F238E27FC236}">
                <a16:creationId xmlns:a16="http://schemas.microsoft.com/office/drawing/2014/main" id="{2A80737F-7E4F-4D34-9B33-56A260DAEC3F}"/>
              </a:ext>
            </a:extLst>
          </p:cNvPr>
          <p:cNvGrpSpPr>
            <a:grpSpLocks/>
          </p:cNvGrpSpPr>
          <p:nvPr/>
        </p:nvGrpSpPr>
        <p:grpSpPr bwMode="auto">
          <a:xfrm>
            <a:off x="3714751" y="1609726"/>
            <a:ext cx="3084513" cy="371475"/>
            <a:chOff x="1380" y="1014"/>
            <a:chExt cx="1943" cy="234"/>
          </a:xfrm>
        </p:grpSpPr>
        <p:sp>
          <p:nvSpPr>
            <p:cNvPr id="84029" name="Text Box 95">
              <a:extLst>
                <a:ext uri="{FF2B5EF4-FFF2-40B4-BE49-F238E27FC236}">
                  <a16:creationId xmlns:a16="http://schemas.microsoft.com/office/drawing/2014/main" id="{453E0412-1D69-4146-B0D7-2CCD24155910}"/>
                </a:ext>
              </a:extLst>
            </p:cNvPr>
            <p:cNvSpPr txBox="1">
              <a:spLocks noChangeArrowheads="1"/>
            </p:cNvSpPr>
            <p:nvPr/>
          </p:nvSpPr>
          <p:spPr bwMode="auto">
            <a:xfrm>
              <a:off x="3043" y="1014"/>
              <a:ext cx="2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a:r>
                <a:rPr lang="en-US" altLang="en-US">
                  <a:latin typeface="Comic Sans MS" panose="030F0702030302020204" pitchFamily="66" charset="0"/>
                </a:rPr>
                <a:t>∞ </a:t>
              </a:r>
              <a:endParaRPr lang="en-US" altLang="en-US" sz="2000"/>
            </a:p>
          </p:txBody>
        </p:sp>
        <p:sp>
          <p:nvSpPr>
            <p:cNvPr id="84030" name="Text Box 96">
              <a:extLst>
                <a:ext uri="{FF2B5EF4-FFF2-40B4-BE49-F238E27FC236}">
                  <a16:creationId xmlns:a16="http://schemas.microsoft.com/office/drawing/2014/main" id="{19C38EFB-76B1-4022-8990-57E5D2C8D7DF}"/>
                </a:ext>
              </a:extLst>
            </p:cNvPr>
            <p:cNvSpPr txBox="1">
              <a:spLocks noChangeArrowheads="1"/>
            </p:cNvSpPr>
            <p:nvPr/>
          </p:nvSpPr>
          <p:spPr bwMode="auto">
            <a:xfrm>
              <a:off x="2647" y="1014"/>
              <a:ext cx="2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a:r>
                <a:rPr lang="en-US" altLang="en-US">
                  <a:latin typeface="Comic Sans MS" panose="030F0702030302020204" pitchFamily="66" charset="0"/>
                </a:rPr>
                <a:t>∞ </a:t>
              </a:r>
              <a:endParaRPr lang="en-US" altLang="en-US" sz="2000"/>
            </a:p>
          </p:txBody>
        </p:sp>
        <p:sp>
          <p:nvSpPr>
            <p:cNvPr id="84031" name="Text Box 97">
              <a:extLst>
                <a:ext uri="{FF2B5EF4-FFF2-40B4-BE49-F238E27FC236}">
                  <a16:creationId xmlns:a16="http://schemas.microsoft.com/office/drawing/2014/main" id="{595918FE-41AE-4BAC-B8EC-417D17CB8523}"/>
                </a:ext>
              </a:extLst>
            </p:cNvPr>
            <p:cNvSpPr txBox="1">
              <a:spLocks noChangeArrowheads="1"/>
            </p:cNvSpPr>
            <p:nvPr/>
          </p:nvSpPr>
          <p:spPr bwMode="auto">
            <a:xfrm>
              <a:off x="1380" y="1017"/>
              <a:ext cx="31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a:r>
                <a:rPr lang="en-US" altLang="en-US"/>
                <a:t>7,u</a:t>
              </a:r>
            </a:p>
          </p:txBody>
        </p:sp>
        <p:sp>
          <p:nvSpPr>
            <p:cNvPr id="84032" name="Text Box 98">
              <a:extLst>
                <a:ext uri="{FF2B5EF4-FFF2-40B4-BE49-F238E27FC236}">
                  <a16:creationId xmlns:a16="http://schemas.microsoft.com/office/drawing/2014/main" id="{944A20A5-05AC-48ED-965C-DAF3EAED633C}"/>
                </a:ext>
              </a:extLst>
            </p:cNvPr>
            <p:cNvSpPr txBox="1">
              <a:spLocks noChangeArrowheads="1"/>
            </p:cNvSpPr>
            <p:nvPr/>
          </p:nvSpPr>
          <p:spPr bwMode="auto">
            <a:xfrm>
              <a:off x="1787" y="1015"/>
              <a:ext cx="31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a:r>
                <a:rPr lang="en-US" altLang="en-US"/>
                <a:t>3,u</a:t>
              </a:r>
            </a:p>
          </p:txBody>
        </p:sp>
        <p:sp>
          <p:nvSpPr>
            <p:cNvPr id="84033" name="Text Box 99">
              <a:extLst>
                <a:ext uri="{FF2B5EF4-FFF2-40B4-BE49-F238E27FC236}">
                  <a16:creationId xmlns:a16="http://schemas.microsoft.com/office/drawing/2014/main" id="{98BF7EB3-7EDC-4A77-A549-7ED2C9950F9D}"/>
                </a:ext>
              </a:extLst>
            </p:cNvPr>
            <p:cNvSpPr txBox="1">
              <a:spLocks noChangeArrowheads="1"/>
            </p:cNvSpPr>
            <p:nvPr/>
          </p:nvSpPr>
          <p:spPr bwMode="auto">
            <a:xfrm>
              <a:off x="2190" y="1016"/>
              <a:ext cx="31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a:r>
                <a:rPr lang="en-US" altLang="en-US"/>
                <a:t>5,u</a:t>
              </a:r>
            </a:p>
          </p:txBody>
        </p:sp>
      </p:grpSp>
      <p:sp>
        <p:nvSpPr>
          <p:cNvPr id="717924" name="Text Box 100">
            <a:extLst>
              <a:ext uri="{FF2B5EF4-FFF2-40B4-BE49-F238E27FC236}">
                <a16:creationId xmlns:a16="http://schemas.microsoft.com/office/drawing/2014/main" id="{531174DF-A7EF-4C39-8353-AEB83DDF5311}"/>
              </a:ext>
            </a:extLst>
          </p:cNvPr>
          <p:cNvSpPr txBox="1">
            <a:spLocks noChangeArrowheads="1"/>
          </p:cNvSpPr>
          <p:nvPr/>
        </p:nvSpPr>
        <p:spPr bwMode="auto">
          <a:xfrm>
            <a:off x="2870200" y="1905001"/>
            <a:ext cx="4762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a:r>
              <a:rPr lang="en-US" altLang="en-US"/>
              <a:t>uw</a:t>
            </a:r>
          </a:p>
        </p:txBody>
      </p:sp>
      <p:grpSp>
        <p:nvGrpSpPr>
          <p:cNvPr id="10" name="Group 101">
            <a:extLst>
              <a:ext uri="{FF2B5EF4-FFF2-40B4-BE49-F238E27FC236}">
                <a16:creationId xmlns:a16="http://schemas.microsoft.com/office/drawing/2014/main" id="{07C58FD7-3582-4689-9BDF-A1EB18B30CD1}"/>
              </a:ext>
            </a:extLst>
          </p:cNvPr>
          <p:cNvGrpSpPr>
            <a:grpSpLocks/>
          </p:cNvGrpSpPr>
          <p:nvPr/>
        </p:nvGrpSpPr>
        <p:grpSpPr bwMode="auto">
          <a:xfrm>
            <a:off x="3687763" y="1916114"/>
            <a:ext cx="3122612" cy="371475"/>
            <a:chOff x="1356" y="1014"/>
            <a:chExt cx="1967" cy="234"/>
          </a:xfrm>
        </p:grpSpPr>
        <p:sp>
          <p:nvSpPr>
            <p:cNvPr id="84024" name="Text Box 102">
              <a:extLst>
                <a:ext uri="{FF2B5EF4-FFF2-40B4-BE49-F238E27FC236}">
                  <a16:creationId xmlns:a16="http://schemas.microsoft.com/office/drawing/2014/main" id="{F7297F62-1446-4C87-AFD3-614CCB2F1965}"/>
                </a:ext>
              </a:extLst>
            </p:cNvPr>
            <p:cNvSpPr txBox="1">
              <a:spLocks noChangeArrowheads="1"/>
            </p:cNvSpPr>
            <p:nvPr/>
          </p:nvSpPr>
          <p:spPr bwMode="auto">
            <a:xfrm>
              <a:off x="3043" y="1014"/>
              <a:ext cx="2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a:r>
                <a:rPr lang="en-US" altLang="en-US">
                  <a:latin typeface="Comic Sans MS" panose="030F0702030302020204" pitchFamily="66" charset="0"/>
                </a:rPr>
                <a:t>∞ </a:t>
              </a:r>
              <a:endParaRPr lang="en-US" altLang="en-US" sz="2000"/>
            </a:p>
          </p:txBody>
        </p:sp>
        <p:sp>
          <p:nvSpPr>
            <p:cNvPr id="84025" name="Text Box 103">
              <a:extLst>
                <a:ext uri="{FF2B5EF4-FFF2-40B4-BE49-F238E27FC236}">
                  <a16:creationId xmlns:a16="http://schemas.microsoft.com/office/drawing/2014/main" id="{DD5B1E00-236C-48A9-90FB-B6B62E73A5A6}"/>
                </a:ext>
              </a:extLst>
            </p:cNvPr>
            <p:cNvSpPr txBox="1">
              <a:spLocks noChangeArrowheads="1"/>
            </p:cNvSpPr>
            <p:nvPr/>
          </p:nvSpPr>
          <p:spPr bwMode="auto">
            <a:xfrm>
              <a:off x="2482" y="1014"/>
              <a:ext cx="44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a:r>
                <a:rPr lang="en-US" altLang="en-US" sz="1600"/>
                <a:t>11</a:t>
              </a:r>
              <a:r>
                <a:rPr lang="en-US" altLang="en-US"/>
                <a:t>,w</a:t>
              </a:r>
              <a:r>
                <a:rPr lang="en-US" altLang="en-US">
                  <a:latin typeface="Comic Sans MS" panose="030F0702030302020204" pitchFamily="66" charset="0"/>
                </a:rPr>
                <a:t> </a:t>
              </a:r>
              <a:endParaRPr lang="en-US" altLang="en-US" sz="2000"/>
            </a:p>
          </p:txBody>
        </p:sp>
        <p:sp>
          <p:nvSpPr>
            <p:cNvPr id="84026" name="Text Box 104">
              <a:extLst>
                <a:ext uri="{FF2B5EF4-FFF2-40B4-BE49-F238E27FC236}">
                  <a16:creationId xmlns:a16="http://schemas.microsoft.com/office/drawing/2014/main" id="{6715D558-FCEE-4276-9A48-971A826E3ADD}"/>
                </a:ext>
              </a:extLst>
            </p:cNvPr>
            <p:cNvSpPr txBox="1">
              <a:spLocks noChangeArrowheads="1"/>
            </p:cNvSpPr>
            <p:nvPr/>
          </p:nvSpPr>
          <p:spPr bwMode="auto">
            <a:xfrm>
              <a:off x="1356" y="1017"/>
              <a:ext cx="3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a:r>
                <a:rPr lang="en-US" altLang="en-US"/>
                <a:t>6,w</a:t>
              </a:r>
            </a:p>
          </p:txBody>
        </p:sp>
        <p:sp>
          <p:nvSpPr>
            <p:cNvPr id="84027" name="Text Box 105">
              <a:extLst>
                <a:ext uri="{FF2B5EF4-FFF2-40B4-BE49-F238E27FC236}">
                  <a16:creationId xmlns:a16="http://schemas.microsoft.com/office/drawing/2014/main" id="{9FF9C751-8AF2-4211-8352-E95D9BDC1E46}"/>
                </a:ext>
              </a:extLst>
            </p:cNvPr>
            <p:cNvSpPr txBox="1">
              <a:spLocks noChangeArrowheads="1"/>
            </p:cNvSpPr>
            <p:nvPr/>
          </p:nvSpPr>
          <p:spPr bwMode="auto">
            <a:xfrm>
              <a:off x="1987" y="1015"/>
              <a:ext cx="11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a:endParaRPr lang="en-US" altLang="en-US"/>
            </a:p>
          </p:txBody>
        </p:sp>
        <p:sp>
          <p:nvSpPr>
            <p:cNvPr id="84028" name="Text Box 106">
              <a:extLst>
                <a:ext uri="{FF2B5EF4-FFF2-40B4-BE49-F238E27FC236}">
                  <a16:creationId xmlns:a16="http://schemas.microsoft.com/office/drawing/2014/main" id="{EC978C2F-ACC6-4646-B2DF-1C5CF0E06F8C}"/>
                </a:ext>
              </a:extLst>
            </p:cNvPr>
            <p:cNvSpPr txBox="1">
              <a:spLocks noChangeArrowheads="1"/>
            </p:cNvSpPr>
            <p:nvPr/>
          </p:nvSpPr>
          <p:spPr bwMode="auto">
            <a:xfrm>
              <a:off x="2190" y="1016"/>
              <a:ext cx="31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a:r>
                <a:rPr lang="en-US" altLang="en-US"/>
                <a:t>5,u</a:t>
              </a:r>
            </a:p>
          </p:txBody>
        </p:sp>
      </p:grpSp>
      <p:grpSp>
        <p:nvGrpSpPr>
          <p:cNvPr id="11" name="Group 107">
            <a:extLst>
              <a:ext uri="{FF2B5EF4-FFF2-40B4-BE49-F238E27FC236}">
                <a16:creationId xmlns:a16="http://schemas.microsoft.com/office/drawing/2014/main" id="{C3F3489A-A7EB-421E-8ACE-7E5E0A32B275}"/>
              </a:ext>
            </a:extLst>
          </p:cNvPr>
          <p:cNvGrpSpPr>
            <a:grpSpLocks/>
          </p:cNvGrpSpPr>
          <p:nvPr/>
        </p:nvGrpSpPr>
        <p:grpSpPr bwMode="auto">
          <a:xfrm>
            <a:off x="3686176" y="2214564"/>
            <a:ext cx="3122613" cy="376237"/>
            <a:chOff x="1356" y="1011"/>
            <a:chExt cx="1967" cy="237"/>
          </a:xfrm>
        </p:grpSpPr>
        <p:sp>
          <p:nvSpPr>
            <p:cNvPr id="84019" name="Text Box 108">
              <a:extLst>
                <a:ext uri="{FF2B5EF4-FFF2-40B4-BE49-F238E27FC236}">
                  <a16:creationId xmlns:a16="http://schemas.microsoft.com/office/drawing/2014/main" id="{3DFA3704-AD36-44F8-A18A-31BFE732C0F2}"/>
                </a:ext>
              </a:extLst>
            </p:cNvPr>
            <p:cNvSpPr txBox="1">
              <a:spLocks noChangeArrowheads="1"/>
            </p:cNvSpPr>
            <p:nvPr/>
          </p:nvSpPr>
          <p:spPr bwMode="auto">
            <a:xfrm>
              <a:off x="2913" y="1011"/>
              <a:ext cx="41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a:r>
                <a:rPr lang="en-US" altLang="en-US" sz="1600"/>
                <a:t>14</a:t>
              </a:r>
              <a:r>
                <a:rPr lang="en-US" altLang="en-US"/>
                <a:t>,x </a:t>
              </a:r>
            </a:p>
          </p:txBody>
        </p:sp>
        <p:sp>
          <p:nvSpPr>
            <p:cNvPr id="84020" name="Text Box 109">
              <a:extLst>
                <a:ext uri="{FF2B5EF4-FFF2-40B4-BE49-F238E27FC236}">
                  <a16:creationId xmlns:a16="http://schemas.microsoft.com/office/drawing/2014/main" id="{386C31B0-E714-4AA7-93D2-490B94C3D823}"/>
                </a:ext>
              </a:extLst>
            </p:cNvPr>
            <p:cNvSpPr txBox="1">
              <a:spLocks noChangeArrowheads="1"/>
            </p:cNvSpPr>
            <p:nvPr/>
          </p:nvSpPr>
          <p:spPr bwMode="auto">
            <a:xfrm>
              <a:off x="2489" y="1011"/>
              <a:ext cx="43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a:r>
                <a:rPr lang="en-US" altLang="en-US" sz="1600"/>
                <a:t>11,</a:t>
              </a:r>
              <a:r>
                <a:rPr lang="en-US" altLang="en-US"/>
                <a:t>w </a:t>
              </a:r>
              <a:endParaRPr lang="en-US" altLang="en-US" sz="2000"/>
            </a:p>
          </p:txBody>
        </p:sp>
        <p:sp>
          <p:nvSpPr>
            <p:cNvPr id="84021" name="Text Box 110">
              <a:extLst>
                <a:ext uri="{FF2B5EF4-FFF2-40B4-BE49-F238E27FC236}">
                  <a16:creationId xmlns:a16="http://schemas.microsoft.com/office/drawing/2014/main" id="{F9026D48-0E52-47D3-8E69-1998C2713525}"/>
                </a:ext>
              </a:extLst>
            </p:cNvPr>
            <p:cNvSpPr txBox="1">
              <a:spLocks noChangeArrowheads="1"/>
            </p:cNvSpPr>
            <p:nvPr/>
          </p:nvSpPr>
          <p:spPr bwMode="auto">
            <a:xfrm>
              <a:off x="1356" y="1017"/>
              <a:ext cx="3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a:r>
                <a:rPr lang="en-US" altLang="en-US"/>
                <a:t>6,w</a:t>
              </a:r>
            </a:p>
          </p:txBody>
        </p:sp>
        <p:sp>
          <p:nvSpPr>
            <p:cNvPr id="84022" name="Text Box 111">
              <a:extLst>
                <a:ext uri="{FF2B5EF4-FFF2-40B4-BE49-F238E27FC236}">
                  <a16:creationId xmlns:a16="http://schemas.microsoft.com/office/drawing/2014/main" id="{60543E72-86AB-44A3-8D2E-58A73A8339CC}"/>
                </a:ext>
              </a:extLst>
            </p:cNvPr>
            <p:cNvSpPr txBox="1">
              <a:spLocks noChangeArrowheads="1"/>
            </p:cNvSpPr>
            <p:nvPr/>
          </p:nvSpPr>
          <p:spPr bwMode="auto">
            <a:xfrm>
              <a:off x="1987" y="1015"/>
              <a:ext cx="11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a:endParaRPr lang="en-US" altLang="en-US"/>
            </a:p>
          </p:txBody>
        </p:sp>
        <p:sp>
          <p:nvSpPr>
            <p:cNvPr id="84023" name="Text Box 112">
              <a:extLst>
                <a:ext uri="{FF2B5EF4-FFF2-40B4-BE49-F238E27FC236}">
                  <a16:creationId xmlns:a16="http://schemas.microsoft.com/office/drawing/2014/main" id="{69B8B673-4687-4351-B2E4-71DBE2FE8C41}"/>
                </a:ext>
              </a:extLst>
            </p:cNvPr>
            <p:cNvSpPr txBox="1">
              <a:spLocks noChangeArrowheads="1"/>
            </p:cNvSpPr>
            <p:nvPr/>
          </p:nvSpPr>
          <p:spPr bwMode="auto">
            <a:xfrm>
              <a:off x="2390" y="1016"/>
              <a:ext cx="11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a:endParaRPr lang="en-US" altLang="en-US"/>
            </a:p>
          </p:txBody>
        </p:sp>
      </p:grpSp>
      <p:sp>
        <p:nvSpPr>
          <p:cNvPr id="717937" name="Oval 113">
            <a:extLst>
              <a:ext uri="{FF2B5EF4-FFF2-40B4-BE49-F238E27FC236}">
                <a16:creationId xmlns:a16="http://schemas.microsoft.com/office/drawing/2014/main" id="{96E7081E-944E-4EFF-8B56-A026AA9C62D2}"/>
              </a:ext>
            </a:extLst>
          </p:cNvPr>
          <p:cNvSpPr>
            <a:spLocks noChangeArrowheads="1"/>
          </p:cNvSpPr>
          <p:nvPr/>
        </p:nvSpPr>
        <p:spPr bwMode="auto">
          <a:xfrm>
            <a:off x="4352925" y="1666876"/>
            <a:ext cx="528638" cy="276225"/>
          </a:xfrm>
          <a:prstGeom prst="ellipse">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a:latin typeface="Comic Sans MS" panose="030F0702030302020204" pitchFamily="66" charset="0"/>
            </a:endParaRPr>
          </a:p>
        </p:txBody>
      </p:sp>
      <p:sp>
        <p:nvSpPr>
          <p:cNvPr id="717938" name="Oval 114">
            <a:extLst>
              <a:ext uri="{FF2B5EF4-FFF2-40B4-BE49-F238E27FC236}">
                <a16:creationId xmlns:a16="http://schemas.microsoft.com/office/drawing/2014/main" id="{B4CADBD2-5460-4971-90EF-2F8FB06A3C6C}"/>
              </a:ext>
            </a:extLst>
          </p:cNvPr>
          <p:cNvSpPr>
            <a:spLocks noChangeArrowheads="1"/>
          </p:cNvSpPr>
          <p:nvPr/>
        </p:nvSpPr>
        <p:spPr bwMode="auto">
          <a:xfrm>
            <a:off x="5006975" y="1952626"/>
            <a:ext cx="528638" cy="276225"/>
          </a:xfrm>
          <a:prstGeom prst="ellipse">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a:latin typeface="Comic Sans MS" panose="030F0702030302020204" pitchFamily="66" charset="0"/>
            </a:endParaRPr>
          </a:p>
        </p:txBody>
      </p:sp>
      <p:sp>
        <p:nvSpPr>
          <p:cNvPr id="717939" name="Text Box 115">
            <a:extLst>
              <a:ext uri="{FF2B5EF4-FFF2-40B4-BE49-F238E27FC236}">
                <a16:creationId xmlns:a16="http://schemas.microsoft.com/office/drawing/2014/main" id="{E37DD2CF-B90C-4F61-9A5D-3FF2F3C69401}"/>
              </a:ext>
            </a:extLst>
          </p:cNvPr>
          <p:cNvSpPr txBox="1">
            <a:spLocks noChangeArrowheads="1"/>
          </p:cNvSpPr>
          <p:nvPr/>
        </p:nvSpPr>
        <p:spPr bwMode="auto">
          <a:xfrm>
            <a:off x="2763838" y="2214563"/>
            <a:ext cx="5905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a:r>
              <a:rPr lang="en-US" altLang="en-US"/>
              <a:t>uwx</a:t>
            </a:r>
          </a:p>
        </p:txBody>
      </p:sp>
      <p:sp>
        <p:nvSpPr>
          <p:cNvPr id="717940" name="Oval 116">
            <a:extLst>
              <a:ext uri="{FF2B5EF4-FFF2-40B4-BE49-F238E27FC236}">
                <a16:creationId xmlns:a16="http://schemas.microsoft.com/office/drawing/2014/main" id="{71A656C9-7470-4FA2-B35C-28D687F3A377}"/>
              </a:ext>
            </a:extLst>
          </p:cNvPr>
          <p:cNvSpPr>
            <a:spLocks noChangeArrowheads="1"/>
          </p:cNvSpPr>
          <p:nvPr/>
        </p:nvSpPr>
        <p:spPr bwMode="auto">
          <a:xfrm>
            <a:off x="3698875" y="2271714"/>
            <a:ext cx="528638" cy="276225"/>
          </a:xfrm>
          <a:prstGeom prst="ellipse">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a:latin typeface="Comic Sans MS" panose="030F0702030302020204" pitchFamily="66" charset="0"/>
            </a:endParaRPr>
          </a:p>
        </p:txBody>
      </p:sp>
      <p:sp>
        <p:nvSpPr>
          <p:cNvPr id="717941" name="Text Box 117">
            <a:extLst>
              <a:ext uri="{FF2B5EF4-FFF2-40B4-BE49-F238E27FC236}">
                <a16:creationId xmlns:a16="http://schemas.microsoft.com/office/drawing/2014/main" id="{E4402347-9369-4C19-A309-69AC7C8402BD}"/>
              </a:ext>
            </a:extLst>
          </p:cNvPr>
          <p:cNvSpPr txBox="1">
            <a:spLocks noChangeArrowheads="1"/>
          </p:cNvSpPr>
          <p:nvPr/>
        </p:nvSpPr>
        <p:spPr bwMode="auto">
          <a:xfrm>
            <a:off x="2668588" y="2500313"/>
            <a:ext cx="7048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a:r>
              <a:rPr lang="en-US" altLang="en-US"/>
              <a:t>uwxv</a:t>
            </a:r>
          </a:p>
        </p:txBody>
      </p:sp>
      <p:grpSp>
        <p:nvGrpSpPr>
          <p:cNvPr id="12" name="Group 118">
            <a:extLst>
              <a:ext uri="{FF2B5EF4-FFF2-40B4-BE49-F238E27FC236}">
                <a16:creationId xmlns:a16="http://schemas.microsoft.com/office/drawing/2014/main" id="{D8D2788C-4EE5-4702-9FBC-2B3E637B3656}"/>
              </a:ext>
            </a:extLst>
          </p:cNvPr>
          <p:cNvGrpSpPr>
            <a:grpSpLocks/>
          </p:cNvGrpSpPr>
          <p:nvPr/>
        </p:nvGrpSpPr>
        <p:grpSpPr bwMode="auto">
          <a:xfrm>
            <a:off x="5532439" y="2511426"/>
            <a:ext cx="1273175" cy="366713"/>
            <a:chOff x="1492" y="2777"/>
            <a:chExt cx="802" cy="231"/>
          </a:xfrm>
        </p:grpSpPr>
        <p:sp>
          <p:nvSpPr>
            <p:cNvPr id="84017" name="Text Box 119">
              <a:extLst>
                <a:ext uri="{FF2B5EF4-FFF2-40B4-BE49-F238E27FC236}">
                  <a16:creationId xmlns:a16="http://schemas.microsoft.com/office/drawing/2014/main" id="{8B85EA5F-39F8-461B-A6C1-E809EBD39A5C}"/>
                </a:ext>
              </a:extLst>
            </p:cNvPr>
            <p:cNvSpPr txBox="1">
              <a:spLocks noChangeArrowheads="1"/>
            </p:cNvSpPr>
            <p:nvPr/>
          </p:nvSpPr>
          <p:spPr bwMode="auto">
            <a:xfrm>
              <a:off x="1884" y="2777"/>
              <a:ext cx="41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a:r>
                <a:rPr lang="en-US" altLang="en-US" sz="1600"/>
                <a:t>14</a:t>
              </a:r>
              <a:r>
                <a:rPr lang="en-US" altLang="en-US"/>
                <a:t>,x </a:t>
              </a:r>
            </a:p>
          </p:txBody>
        </p:sp>
        <p:sp>
          <p:nvSpPr>
            <p:cNvPr id="84018" name="Text Box 120">
              <a:extLst>
                <a:ext uri="{FF2B5EF4-FFF2-40B4-BE49-F238E27FC236}">
                  <a16:creationId xmlns:a16="http://schemas.microsoft.com/office/drawing/2014/main" id="{F3B01297-2D85-43AC-842C-1E041F678E56}"/>
                </a:ext>
              </a:extLst>
            </p:cNvPr>
            <p:cNvSpPr txBox="1">
              <a:spLocks noChangeArrowheads="1"/>
            </p:cNvSpPr>
            <p:nvPr/>
          </p:nvSpPr>
          <p:spPr bwMode="auto">
            <a:xfrm>
              <a:off x="1492" y="2777"/>
              <a:ext cx="40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a:r>
                <a:rPr lang="en-US" altLang="en-US" sz="1600"/>
                <a:t>10,</a:t>
              </a:r>
              <a:r>
                <a:rPr lang="en-US" altLang="en-US"/>
                <a:t>v </a:t>
              </a:r>
              <a:endParaRPr lang="en-US" altLang="en-US" sz="2000"/>
            </a:p>
          </p:txBody>
        </p:sp>
      </p:grpSp>
      <p:sp>
        <p:nvSpPr>
          <p:cNvPr id="717945" name="Oval 121">
            <a:extLst>
              <a:ext uri="{FF2B5EF4-FFF2-40B4-BE49-F238E27FC236}">
                <a16:creationId xmlns:a16="http://schemas.microsoft.com/office/drawing/2014/main" id="{5EBF41D0-7F67-4E83-BF88-E51CDB94E614}"/>
              </a:ext>
            </a:extLst>
          </p:cNvPr>
          <p:cNvSpPr>
            <a:spLocks noChangeArrowheads="1"/>
          </p:cNvSpPr>
          <p:nvPr/>
        </p:nvSpPr>
        <p:spPr bwMode="auto">
          <a:xfrm>
            <a:off x="5535614" y="2570164"/>
            <a:ext cx="528637" cy="276225"/>
          </a:xfrm>
          <a:prstGeom prst="ellipse">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a:latin typeface="Comic Sans MS" panose="030F0702030302020204" pitchFamily="66" charset="0"/>
            </a:endParaRPr>
          </a:p>
        </p:txBody>
      </p:sp>
      <p:sp>
        <p:nvSpPr>
          <p:cNvPr id="717946" name="Text Box 122">
            <a:extLst>
              <a:ext uri="{FF2B5EF4-FFF2-40B4-BE49-F238E27FC236}">
                <a16:creationId xmlns:a16="http://schemas.microsoft.com/office/drawing/2014/main" id="{0ADBDF9E-9AAF-4841-AF35-5D9547A9A9CA}"/>
              </a:ext>
            </a:extLst>
          </p:cNvPr>
          <p:cNvSpPr txBox="1">
            <a:spLocks noChangeArrowheads="1"/>
          </p:cNvSpPr>
          <p:nvPr/>
        </p:nvSpPr>
        <p:spPr bwMode="auto">
          <a:xfrm>
            <a:off x="2584450" y="2819401"/>
            <a:ext cx="819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a:r>
              <a:rPr lang="en-US" altLang="en-US"/>
              <a:t>uwxvy</a:t>
            </a:r>
          </a:p>
        </p:txBody>
      </p:sp>
      <p:sp>
        <p:nvSpPr>
          <p:cNvPr id="717947" name="Text Box 123">
            <a:extLst>
              <a:ext uri="{FF2B5EF4-FFF2-40B4-BE49-F238E27FC236}">
                <a16:creationId xmlns:a16="http://schemas.microsoft.com/office/drawing/2014/main" id="{1F3C532E-2C1E-40C5-8F54-DA77BB42B18E}"/>
              </a:ext>
            </a:extLst>
          </p:cNvPr>
          <p:cNvSpPr txBox="1">
            <a:spLocks noChangeArrowheads="1"/>
          </p:cNvSpPr>
          <p:nvPr/>
        </p:nvSpPr>
        <p:spPr bwMode="auto">
          <a:xfrm>
            <a:off x="6162676" y="2830513"/>
            <a:ext cx="6508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a:r>
              <a:rPr lang="en-US" altLang="en-US" sz="1600"/>
              <a:t>12</a:t>
            </a:r>
            <a:r>
              <a:rPr lang="en-US" altLang="en-US"/>
              <a:t>,y </a:t>
            </a:r>
          </a:p>
        </p:txBody>
      </p:sp>
      <p:sp>
        <p:nvSpPr>
          <p:cNvPr id="717948" name="Oval 124">
            <a:extLst>
              <a:ext uri="{FF2B5EF4-FFF2-40B4-BE49-F238E27FC236}">
                <a16:creationId xmlns:a16="http://schemas.microsoft.com/office/drawing/2014/main" id="{F94AC33A-A529-4BED-AD68-5B15AD7934E4}"/>
              </a:ext>
            </a:extLst>
          </p:cNvPr>
          <p:cNvSpPr>
            <a:spLocks noChangeArrowheads="1"/>
          </p:cNvSpPr>
          <p:nvPr/>
        </p:nvSpPr>
        <p:spPr bwMode="auto">
          <a:xfrm>
            <a:off x="6200775" y="2887664"/>
            <a:ext cx="528638" cy="276225"/>
          </a:xfrm>
          <a:prstGeom prst="ellipse">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a:latin typeface="Comic Sans MS" panose="030F0702030302020204" pitchFamily="66" charset="0"/>
            </a:endParaRPr>
          </a:p>
        </p:txBody>
      </p:sp>
      <p:sp>
        <p:nvSpPr>
          <p:cNvPr id="717949" name="Rectangle 125">
            <a:extLst>
              <a:ext uri="{FF2B5EF4-FFF2-40B4-BE49-F238E27FC236}">
                <a16:creationId xmlns:a16="http://schemas.microsoft.com/office/drawing/2014/main" id="{D39008CA-FFDB-4FB1-AC82-ADD17D3333D3}"/>
              </a:ext>
            </a:extLst>
          </p:cNvPr>
          <p:cNvSpPr>
            <a:spLocks noChangeArrowheads="1"/>
          </p:cNvSpPr>
          <p:nvPr/>
        </p:nvSpPr>
        <p:spPr bwMode="auto">
          <a:xfrm>
            <a:off x="2062163" y="3775076"/>
            <a:ext cx="3810000" cy="2397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nSpc>
                <a:spcPct val="85000"/>
              </a:lnSpc>
              <a:spcBef>
                <a:spcPct val="20000"/>
              </a:spcBef>
              <a:buClr>
                <a:srgbClr val="000099"/>
              </a:buClr>
              <a:buSzPct val="65000"/>
              <a:buFont typeface="Wingdings" panose="05000000000000000000" pitchFamily="2" charset="2"/>
              <a:buNone/>
            </a:pPr>
            <a:r>
              <a:rPr lang="en-US" altLang="en-US" sz="2800" i="1">
                <a:solidFill>
                  <a:srgbClr val="CC0000"/>
                </a:solidFill>
                <a:latin typeface="Comic Sans MS" panose="030F0702030302020204" pitchFamily="66" charset="0"/>
              </a:rPr>
              <a:t>Ghi chú:</a:t>
            </a:r>
          </a:p>
          <a:p>
            <a:pPr>
              <a:lnSpc>
                <a:spcPct val="85000"/>
              </a:lnSpc>
              <a:spcBef>
                <a:spcPct val="20000"/>
              </a:spcBef>
              <a:buClr>
                <a:srgbClr val="000099"/>
              </a:buClr>
              <a:buSzPct val="65000"/>
              <a:buFont typeface="Wingdings" panose="05000000000000000000" pitchFamily="2" charset="2"/>
              <a:buChar char="v"/>
            </a:pPr>
            <a:r>
              <a:rPr lang="en-US" altLang="en-US" sz="2000">
                <a:latin typeface="Comic Sans MS" panose="030F0702030302020204" pitchFamily="66" charset="0"/>
              </a:rPr>
              <a:t>Xây dựng cây đường đi ngắn nhất bằng cách lần theo các predecessor node</a:t>
            </a:r>
          </a:p>
          <a:p>
            <a:pPr>
              <a:lnSpc>
                <a:spcPct val="85000"/>
              </a:lnSpc>
              <a:spcBef>
                <a:spcPct val="20000"/>
              </a:spcBef>
              <a:buClr>
                <a:srgbClr val="000099"/>
              </a:buClr>
              <a:buSzPct val="65000"/>
              <a:buFont typeface="Wingdings" panose="05000000000000000000" pitchFamily="2" charset="2"/>
              <a:buChar char="v"/>
            </a:pPr>
            <a:r>
              <a:rPr lang="en-US" altLang="en-US" sz="2000">
                <a:latin typeface="Comic Sans MS" panose="030F0702030302020204" pitchFamily="66" charset="0"/>
              </a:rPr>
              <a:t>Các đường có chi phí bằng nhau có thể tồn tại (có thể bị chia tùy tiện)</a:t>
            </a:r>
          </a:p>
        </p:txBody>
      </p:sp>
      <p:sp>
        <p:nvSpPr>
          <p:cNvPr id="717950" name="Line 126">
            <a:extLst>
              <a:ext uri="{FF2B5EF4-FFF2-40B4-BE49-F238E27FC236}">
                <a16:creationId xmlns:a16="http://schemas.microsoft.com/office/drawing/2014/main" id="{73A67C8B-F150-4DDE-99A8-5CE88C413200}"/>
              </a:ext>
            </a:extLst>
          </p:cNvPr>
          <p:cNvSpPr>
            <a:spLocks noChangeShapeType="1"/>
          </p:cNvSpPr>
          <p:nvPr/>
        </p:nvSpPr>
        <p:spPr bwMode="auto">
          <a:xfrm>
            <a:off x="9398000" y="4995863"/>
            <a:ext cx="590550"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717951" name="Line 127">
            <a:extLst>
              <a:ext uri="{FF2B5EF4-FFF2-40B4-BE49-F238E27FC236}">
                <a16:creationId xmlns:a16="http://schemas.microsoft.com/office/drawing/2014/main" id="{720E5BC5-A348-4FBC-8281-9FAF61B5CE09}"/>
              </a:ext>
            </a:extLst>
          </p:cNvPr>
          <p:cNvSpPr>
            <a:spLocks noChangeShapeType="1"/>
          </p:cNvSpPr>
          <p:nvPr/>
        </p:nvSpPr>
        <p:spPr bwMode="auto">
          <a:xfrm flipV="1">
            <a:off x="7648576" y="4995863"/>
            <a:ext cx="1463675" cy="1204912"/>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717952" name="Line 128">
            <a:extLst>
              <a:ext uri="{FF2B5EF4-FFF2-40B4-BE49-F238E27FC236}">
                <a16:creationId xmlns:a16="http://schemas.microsoft.com/office/drawing/2014/main" id="{84D319CD-3EE2-4C13-BCF3-8D44F0E59679}"/>
              </a:ext>
            </a:extLst>
          </p:cNvPr>
          <p:cNvSpPr>
            <a:spLocks noChangeShapeType="1"/>
          </p:cNvSpPr>
          <p:nvPr/>
        </p:nvSpPr>
        <p:spPr bwMode="auto">
          <a:xfrm>
            <a:off x="7639051" y="5110163"/>
            <a:ext cx="9525" cy="104775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717953" name="Line 129">
            <a:extLst>
              <a:ext uri="{FF2B5EF4-FFF2-40B4-BE49-F238E27FC236}">
                <a16:creationId xmlns:a16="http://schemas.microsoft.com/office/drawing/2014/main" id="{521C94C0-D38B-47B3-86A0-038FF5CCE4A7}"/>
              </a:ext>
            </a:extLst>
          </p:cNvPr>
          <p:cNvSpPr>
            <a:spLocks noChangeShapeType="1"/>
          </p:cNvSpPr>
          <p:nvPr/>
        </p:nvSpPr>
        <p:spPr bwMode="auto">
          <a:xfrm flipV="1">
            <a:off x="6430964" y="3252789"/>
            <a:ext cx="1012825" cy="1628775"/>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717954" name="Line 130">
            <a:extLst>
              <a:ext uri="{FF2B5EF4-FFF2-40B4-BE49-F238E27FC236}">
                <a16:creationId xmlns:a16="http://schemas.microsoft.com/office/drawing/2014/main" id="{F7A87F62-2BDF-470B-A03E-B4AA132AEA28}"/>
              </a:ext>
            </a:extLst>
          </p:cNvPr>
          <p:cNvSpPr>
            <a:spLocks noChangeShapeType="1"/>
          </p:cNvSpPr>
          <p:nvPr/>
        </p:nvSpPr>
        <p:spPr bwMode="auto">
          <a:xfrm flipV="1">
            <a:off x="6532563" y="4999038"/>
            <a:ext cx="944562"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717955" name="Text Box 131">
            <a:extLst>
              <a:ext uri="{FF2B5EF4-FFF2-40B4-BE49-F238E27FC236}">
                <a16:creationId xmlns:a16="http://schemas.microsoft.com/office/drawing/2014/main" id="{E92332E4-C05D-41E7-9BDC-7F3A6126946C}"/>
              </a:ext>
            </a:extLst>
          </p:cNvPr>
          <p:cNvSpPr txBox="1">
            <a:spLocks noChangeArrowheads="1"/>
          </p:cNvSpPr>
          <p:nvPr/>
        </p:nvSpPr>
        <p:spPr bwMode="auto">
          <a:xfrm>
            <a:off x="2455863" y="3117851"/>
            <a:ext cx="933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a:r>
              <a:rPr lang="en-US" altLang="en-US"/>
              <a:t>uwxvyz</a:t>
            </a:r>
          </a:p>
        </p:txBody>
      </p:sp>
    </p:spTree>
    <p:extLst>
      <p:ext uri="{BB962C8B-B14F-4D97-AF65-F5344CB8AC3E}">
        <p14:creationId xmlns:p14="http://schemas.microsoft.com/office/powerpoint/2010/main" val="40305143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1000"/>
                                        <p:tgtEl>
                                          <p:spTgt spid="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717937"/>
                                        </p:tgtEl>
                                        <p:attrNameLst>
                                          <p:attrName>style.visibility</p:attrName>
                                        </p:attrNameLst>
                                      </p:cBhvr>
                                      <p:to>
                                        <p:strVal val="visible"/>
                                      </p:to>
                                    </p:set>
                                    <p:animEffect transition="in" filter="dissolve">
                                      <p:cBhvr>
                                        <p:cTn id="12" dur="500"/>
                                        <p:tgtEl>
                                          <p:spTgt spid="717937"/>
                                        </p:tgtEl>
                                      </p:cBhvr>
                                    </p:animEffect>
                                  </p:childTnLst>
                                </p:cTn>
                              </p:par>
                            </p:childTnLst>
                          </p:cTn>
                        </p:par>
                        <p:par>
                          <p:cTn id="13" fill="hold" nodeType="afterGroup">
                            <p:stCondLst>
                              <p:cond delay="500"/>
                            </p:stCondLst>
                            <p:childTnLst>
                              <p:par>
                                <p:cTn id="14" presetID="9" presetClass="entr" presetSubtype="0" fill="hold" grpId="0" nodeType="afterEffect">
                                  <p:stCondLst>
                                    <p:cond delay="0"/>
                                  </p:stCondLst>
                                  <p:childTnLst>
                                    <p:set>
                                      <p:cBhvr>
                                        <p:cTn id="15" dur="1" fill="hold">
                                          <p:stCondLst>
                                            <p:cond delay="0"/>
                                          </p:stCondLst>
                                        </p:cTn>
                                        <p:tgtEl>
                                          <p:spTgt spid="717924"/>
                                        </p:tgtEl>
                                        <p:attrNameLst>
                                          <p:attrName>style.visibility</p:attrName>
                                        </p:attrNameLst>
                                      </p:cBhvr>
                                      <p:to>
                                        <p:strVal val="visible"/>
                                      </p:to>
                                    </p:set>
                                    <p:animEffect transition="in" filter="dissolve">
                                      <p:cBhvr>
                                        <p:cTn id="16" dur="500"/>
                                        <p:tgtEl>
                                          <p:spTgt spid="717924"/>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wipe(left)">
                                      <p:cBhvr>
                                        <p:cTn id="21" dur="1000"/>
                                        <p:tgtEl>
                                          <p:spTgt spid="10"/>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717938"/>
                                        </p:tgtEl>
                                        <p:attrNameLst>
                                          <p:attrName>style.visibility</p:attrName>
                                        </p:attrNameLst>
                                      </p:cBhvr>
                                      <p:to>
                                        <p:strVal val="visible"/>
                                      </p:to>
                                    </p:set>
                                    <p:animEffect transition="in" filter="dissolve">
                                      <p:cBhvr>
                                        <p:cTn id="26" dur="500"/>
                                        <p:tgtEl>
                                          <p:spTgt spid="717938"/>
                                        </p:tgtEl>
                                      </p:cBhvr>
                                    </p:animEffect>
                                  </p:childTnLst>
                                </p:cTn>
                              </p:par>
                            </p:childTnLst>
                          </p:cTn>
                        </p:par>
                        <p:par>
                          <p:cTn id="27" fill="hold" nodeType="afterGroup">
                            <p:stCondLst>
                              <p:cond delay="500"/>
                            </p:stCondLst>
                            <p:childTnLst>
                              <p:par>
                                <p:cTn id="28" presetID="9" presetClass="entr" presetSubtype="0" fill="hold" grpId="0" nodeType="afterEffect">
                                  <p:stCondLst>
                                    <p:cond delay="0"/>
                                  </p:stCondLst>
                                  <p:childTnLst>
                                    <p:set>
                                      <p:cBhvr>
                                        <p:cTn id="29" dur="1" fill="hold">
                                          <p:stCondLst>
                                            <p:cond delay="0"/>
                                          </p:stCondLst>
                                        </p:cTn>
                                        <p:tgtEl>
                                          <p:spTgt spid="717939"/>
                                        </p:tgtEl>
                                        <p:attrNameLst>
                                          <p:attrName>style.visibility</p:attrName>
                                        </p:attrNameLst>
                                      </p:cBhvr>
                                      <p:to>
                                        <p:strVal val="visible"/>
                                      </p:to>
                                    </p:set>
                                    <p:animEffect transition="in" filter="dissolve">
                                      <p:cBhvr>
                                        <p:cTn id="30" dur="500"/>
                                        <p:tgtEl>
                                          <p:spTgt spid="717939"/>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nodeType="click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wipe(left)">
                                      <p:cBhvr>
                                        <p:cTn id="35" dur="1000"/>
                                        <p:tgtEl>
                                          <p:spTgt spid="11"/>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9" presetClass="entr" presetSubtype="0" fill="hold" grpId="0" nodeType="clickEffect">
                                  <p:stCondLst>
                                    <p:cond delay="0"/>
                                  </p:stCondLst>
                                  <p:childTnLst>
                                    <p:set>
                                      <p:cBhvr>
                                        <p:cTn id="39" dur="1" fill="hold">
                                          <p:stCondLst>
                                            <p:cond delay="0"/>
                                          </p:stCondLst>
                                        </p:cTn>
                                        <p:tgtEl>
                                          <p:spTgt spid="717940"/>
                                        </p:tgtEl>
                                        <p:attrNameLst>
                                          <p:attrName>style.visibility</p:attrName>
                                        </p:attrNameLst>
                                      </p:cBhvr>
                                      <p:to>
                                        <p:strVal val="visible"/>
                                      </p:to>
                                    </p:set>
                                    <p:animEffect transition="in" filter="dissolve">
                                      <p:cBhvr>
                                        <p:cTn id="40" dur="500"/>
                                        <p:tgtEl>
                                          <p:spTgt spid="717940"/>
                                        </p:tgtEl>
                                      </p:cBhvr>
                                    </p:animEffect>
                                  </p:childTnLst>
                                </p:cTn>
                              </p:par>
                            </p:childTnLst>
                          </p:cTn>
                        </p:par>
                        <p:par>
                          <p:cTn id="41" fill="hold" nodeType="afterGroup">
                            <p:stCondLst>
                              <p:cond delay="500"/>
                            </p:stCondLst>
                            <p:childTnLst>
                              <p:par>
                                <p:cTn id="42" presetID="9" presetClass="entr" presetSubtype="0" fill="hold" grpId="0" nodeType="afterEffect">
                                  <p:stCondLst>
                                    <p:cond delay="0"/>
                                  </p:stCondLst>
                                  <p:childTnLst>
                                    <p:set>
                                      <p:cBhvr>
                                        <p:cTn id="43" dur="1" fill="hold">
                                          <p:stCondLst>
                                            <p:cond delay="0"/>
                                          </p:stCondLst>
                                        </p:cTn>
                                        <p:tgtEl>
                                          <p:spTgt spid="717941"/>
                                        </p:tgtEl>
                                        <p:attrNameLst>
                                          <p:attrName>style.visibility</p:attrName>
                                        </p:attrNameLst>
                                      </p:cBhvr>
                                      <p:to>
                                        <p:strVal val="visible"/>
                                      </p:to>
                                    </p:set>
                                    <p:animEffect transition="in" filter="dissolve">
                                      <p:cBhvr>
                                        <p:cTn id="44" dur="500"/>
                                        <p:tgtEl>
                                          <p:spTgt spid="717941"/>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nodeType="clickEffect">
                                  <p:stCondLst>
                                    <p:cond delay="0"/>
                                  </p:stCondLst>
                                  <p:childTnLst>
                                    <p:set>
                                      <p:cBhvr>
                                        <p:cTn id="48" dur="1" fill="hold">
                                          <p:stCondLst>
                                            <p:cond delay="0"/>
                                          </p:stCondLst>
                                        </p:cTn>
                                        <p:tgtEl>
                                          <p:spTgt spid="12"/>
                                        </p:tgtEl>
                                        <p:attrNameLst>
                                          <p:attrName>style.visibility</p:attrName>
                                        </p:attrNameLst>
                                      </p:cBhvr>
                                      <p:to>
                                        <p:strVal val="visible"/>
                                      </p:to>
                                    </p:set>
                                    <p:animEffect transition="in" filter="wipe(left)">
                                      <p:cBhvr>
                                        <p:cTn id="49" dur="1000"/>
                                        <p:tgtEl>
                                          <p:spTgt spid="12"/>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9" presetClass="entr" presetSubtype="0" fill="hold" grpId="0" nodeType="clickEffect">
                                  <p:stCondLst>
                                    <p:cond delay="0"/>
                                  </p:stCondLst>
                                  <p:childTnLst>
                                    <p:set>
                                      <p:cBhvr>
                                        <p:cTn id="53" dur="1" fill="hold">
                                          <p:stCondLst>
                                            <p:cond delay="0"/>
                                          </p:stCondLst>
                                        </p:cTn>
                                        <p:tgtEl>
                                          <p:spTgt spid="717945"/>
                                        </p:tgtEl>
                                        <p:attrNameLst>
                                          <p:attrName>style.visibility</p:attrName>
                                        </p:attrNameLst>
                                      </p:cBhvr>
                                      <p:to>
                                        <p:strVal val="visible"/>
                                      </p:to>
                                    </p:set>
                                    <p:animEffect transition="in" filter="dissolve">
                                      <p:cBhvr>
                                        <p:cTn id="54" dur="500"/>
                                        <p:tgtEl>
                                          <p:spTgt spid="717945"/>
                                        </p:tgtEl>
                                      </p:cBhvr>
                                    </p:animEffect>
                                  </p:childTnLst>
                                </p:cTn>
                              </p:par>
                            </p:childTnLst>
                          </p:cTn>
                        </p:par>
                        <p:par>
                          <p:cTn id="55" fill="hold" nodeType="afterGroup">
                            <p:stCondLst>
                              <p:cond delay="500"/>
                            </p:stCondLst>
                            <p:childTnLst>
                              <p:par>
                                <p:cTn id="56" presetID="9" presetClass="entr" presetSubtype="0" fill="hold" grpId="0" nodeType="afterEffect">
                                  <p:stCondLst>
                                    <p:cond delay="0"/>
                                  </p:stCondLst>
                                  <p:childTnLst>
                                    <p:set>
                                      <p:cBhvr>
                                        <p:cTn id="57" dur="1" fill="hold">
                                          <p:stCondLst>
                                            <p:cond delay="0"/>
                                          </p:stCondLst>
                                        </p:cTn>
                                        <p:tgtEl>
                                          <p:spTgt spid="717946"/>
                                        </p:tgtEl>
                                        <p:attrNameLst>
                                          <p:attrName>style.visibility</p:attrName>
                                        </p:attrNameLst>
                                      </p:cBhvr>
                                      <p:to>
                                        <p:strVal val="visible"/>
                                      </p:to>
                                    </p:set>
                                    <p:animEffect transition="in" filter="dissolve">
                                      <p:cBhvr>
                                        <p:cTn id="58" dur="500"/>
                                        <p:tgtEl>
                                          <p:spTgt spid="717946"/>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717947"/>
                                        </p:tgtEl>
                                        <p:attrNameLst>
                                          <p:attrName>style.visibility</p:attrName>
                                        </p:attrNameLst>
                                      </p:cBhvr>
                                      <p:to>
                                        <p:strVal val="visible"/>
                                      </p:to>
                                    </p:set>
                                    <p:animEffect transition="in" filter="wipe(left)">
                                      <p:cBhvr>
                                        <p:cTn id="63" dur="1000"/>
                                        <p:tgtEl>
                                          <p:spTgt spid="717947"/>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9" presetClass="entr" presetSubtype="0" fill="hold" grpId="0" nodeType="clickEffect">
                                  <p:stCondLst>
                                    <p:cond delay="0"/>
                                  </p:stCondLst>
                                  <p:childTnLst>
                                    <p:set>
                                      <p:cBhvr>
                                        <p:cTn id="67" dur="1" fill="hold">
                                          <p:stCondLst>
                                            <p:cond delay="0"/>
                                          </p:stCondLst>
                                        </p:cTn>
                                        <p:tgtEl>
                                          <p:spTgt spid="717948"/>
                                        </p:tgtEl>
                                        <p:attrNameLst>
                                          <p:attrName>style.visibility</p:attrName>
                                        </p:attrNameLst>
                                      </p:cBhvr>
                                      <p:to>
                                        <p:strVal val="visible"/>
                                      </p:to>
                                    </p:set>
                                    <p:animEffect transition="in" filter="dissolve">
                                      <p:cBhvr>
                                        <p:cTn id="68" dur="500"/>
                                        <p:tgtEl>
                                          <p:spTgt spid="717948"/>
                                        </p:tgtEl>
                                      </p:cBhvr>
                                    </p:animEffect>
                                  </p:childTnLst>
                                </p:cTn>
                              </p:par>
                            </p:childTnLst>
                          </p:cTn>
                        </p:par>
                        <p:par>
                          <p:cTn id="69" fill="hold" nodeType="afterGroup">
                            <p:stCondLst>
                              <p:cond delay="500"/>
                            </p:stCondLst>
                            <p:childTnLst>
                              <p:par>
                                <p:cTn id="70" presetID="9" presetClass="entr" presetSubtype="0" fill="hold" grpId="0" nodeType="afterEffect">
                                  <p:stCondLst>
                                    <p:cond delay="0"/>
                                  </p:stCondLst>
                                  <p:childTnLst>
                                    <p:set>
                                      <p:cBhvr>
                                        <p:cTn id="71" dur="1" fill="hold">
                                          <p:stCondLst>
                                            <p:cond delay="0"/>
                                          </p:stCondLst>
                                        </p:cTn>
                                        <p:tgtEl>
                                          <p:spTgt spid="717955"/>
                                        </p:tgtEl>
                                        <p:attrNameLst>
                                          <p:attrName>style.visibility</p:attrName>
                                        </p:attrNameLst>
                                      </p:cBhvr>
                                      <p:to>
                                        <p:strVal val="visible"/>
                                      </p:to>
                                    </p:set>
                                    <p:animEffect transition="in" filter="dissolve">
                                      <p:cBhvr>
                                        <p:cTn id="72" dur="500"/>
                                        <p:tgtEl>
                                          <p:spTgt spid="717955"/>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9" presetClass="entr" presetSubtype="0" fill="hold" grpId="0" nodeType="clickEffect">
                                  <p:stCondLst>
                                    <p:cond delay="0"/>
                                  </p:stCondLst>
                                  <p:childTnLst>
                                    <p:set>
                                      <p:cBhvr>
                                        <p:cTn id="76" dur="1" fill="hold">
                                          <p:stCondLst>
                                            <p:cond delay="0"/>
                                          </p:stCondLst>
                                        </p:cTn>
                                        <p:tgtEl>
                                          <p:spTgt spid="717949"/>
                                        </p:tgtEl>
                                        <p:attrNameLst>
                                          <p:attrName>style.visibility</p:attrName>
                                        </p:attrNameLst>
                                      </p:cBhvr>
                                      <p:to>
                                        <p:strVal val="visible"/>
                                      </p:to>
                                    </p:set>
                                    <p:animEffect transition="in" filter="dissolve">
                                      <p:cBhvr>
                                        <p:cTn id="77" dur="500"/>
                                        <p:tgtEl>
                                          <p:spTgt spid="717949"/>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9" presetClass="entr" presetSubtype="0" fill="hold" nodeType="clickEffect">
                                  <p:stCondLst>
                                    <p:cond delay="0"/>
                                  </p:stCondLst>
                                  <p:childTnLst>
                                    <p:set>
                                      <p:cBhvr>
                                        <p:cTn id="81" dur="1" fill="hold">
                                          <p:stCondLst>
                                            <p:cond delay="0"/>
                                          </p:stCondLst>
                                        </p:cTn>
                                        <p:tgtEl>
                                          <p:spTgt spid="717950"/>
                                        </p:tgtEl>
                                        <p:attrNameLst>
                                          <p:attrName>style.visibility</p:attrName>
                                        </p:attrNameLst>
                                      </p:cBhvr>
                                      <p:to>
                                        <p:strVal val="visible"/>
                                      </p:to>
                                    </p:set>
                                    <p:animEffect transition="in" filter="dissolve">
                                      <p:cBhvr>
                                        <p:cTn id="82" dur="1000"/>
                                        <p:tgtEl>
                                          <p:spTgt spid="717950"/>
                                        </p:tgtEl>
                                      </p:cBhvr>
                                    </p:animEffect>
                                  </p:childTnLst>
                                </p:cTn>
                              </p:par>
                            </p:childTnLst>
                          </p:cTn>
                        </p:par>
                        <p:par>
                          <p:cTn id="83" fill="hold" nodeType="afterGroup">
                            <p:stCondLst>
                              <p:cond delay="1000"/>
                            </p:stCondLst>
                            <p:childTnLst>
                              <p:par>
                                <p:cTn id="84" presetID="9" presetClass="entr" presetSubtype="0" fill="hold" nodeType="afterEffect">
                                  <p:stCondLst>
                                    <p:cond delay="0"/>
                                  </p:stCondLst>
                                  <p:childTnLst>
                                    <p:set>
                                      <p:cBhvr>
                                        <p:cTn id="85" dur="1" fill="hold">
                                          <p:stCondLst>
                                            <p:cond delay="0"/>
                                          </p:stCondLst>
                                        </p:cTn>
                                        <p:tgtEl>
                                          <p:spTgt spid="717951"/>
                                        </p:tgtEl>
                                        <p:attrNameLst>
                                          <p:attrName>style.visibility</p:attrName>
                                        </p:attrNameLst>
                                      </p:cBhvr>
                                      <p:to>
                                        <p:strVal val="visible"/>
                                      </p:to>
                                    </p:set>
                                    <p:animEffect transition="in" filter="dissolve">
                                      <p:cBhvr>
                                        <p:cTn id="86" dur="1000"/>
                                        <p:tgtEl>
                                          <p:spTgt spid="717951"/>
                                        </p:tgtEl>
                                      </p:cBhvr>
                                    </p:animEffect>
                                  </p:childTnLst>
                                </p:cTn>
                              </p:par>
                            </p:childTnLst>
                          </p:cTn>
                        </p:par>
                        <p:par>
                          <p:cTn id="87" fill="hold" nodeType="afterGroup">
                            <p:stCondLst>
                              <p:cond delay="2000"/>
                            </p:stCondLst>
                            <p:childTnLst>
                              <p:par>
                                <p:cTn id="88" presetID="9" presetClass="entr" presetSubtype="0" fill="hold" nodeType="afterEffect">
                                  <p:stCondLst>
                                    <p:cond delay="0"/>
                                  </p:stCondLst>
                                  <p:childTnLst>
                                    <p:set>
                                      <p:cBhvr>
                                        <p:cTn id="89" dur="1" fill="hold">
                                          <p:stCondLst>
                                            <p:cond delay="0"/>
                                          </p:stCondLst>
                                        </p:cTn>
                                        <p:tgtEl>
                                          <p:spTgt spid="717952"/>
                                        </p:tgtEl>
                                        <p:attrNameLst>
                                          <p:attrName>style.visibility</p:attrName>
                                        </p:attrNameLst>
                                      </p:cBhvr>
                                      <p:to>
                                        <p:strVal val="visible"/>
                                      </p:to>
                                    </p:set>
                                    <p:animEffect transition="in" filter="dissolve">
                                      <p:cBhvr>
                                        <p:cTn id="90" dur="1000"/>
                                        <p:tgtEl>
                                          <p:spTgt spid="717952"/>
                                        </p:tgtEl>
                                      </p:cBhvr>
                                    </p:animEffect>
                                  </p:childTnLst>
                                </p:cTn>
                              </p:par>
                            </p:childTnLst>
                          </p:cTn>
                        </p:par>
                        <p:par>
                          <p:cTn id="91" fill="hold" nodeType="afterGroup">
                            <p:stCondLst>
                              <p:cond delay="3000"/>
                            </p:stCondLst>
                            <p:childTnLst>
                              <p:par>
                                <p:cTn id="92" presetID="9" presetClass="entr" presetSubtype="0" fill="hold" nodeType="afterEffect">
                                  <p:stCondLst>
                                    <p:cond delay="0"/>
                                  </p:stCondLst>
                                  <p:childTnLst>
                                    <p:set>
                                      <p:cBhvr>
                                        <p:cTn id="93" dur="1" fill="hold">
                                          <p:stCondLst>
                                            <p:cond delay="0"/>
                                          </p:stCondLst>
                                        </p:cTn>
                                        <p:tgtEl>
                                          <p:spTgt spid="717953"/>
                                        </p:tgtEl>
                                        <p:attrNameLst>
                                          <p:attrName>style.visibility</p:attrName>
                                        </p:attrNameLst>
                                      </p:cBhvr>
                                      <p:to>
                                        <p:strVal val="visible"/>
                                      </p:to>
                                    </p:set>
                                    <p:animEffect transition="in" filter="dissolve">
                                      <p:cBhvr>
                                        <p:cTn id="94" dur="1000"/>
                                        <p:tgtEl>
                                          <p:spTgt spid="717953"/>
                                        </p:tgtEl>
                                      </p:cBhvr>
                                    </p:animEffect>
                                  </p:childTnLst>
                                </p:cTn>
                              </p:par>
                            </p:childTnLst>
                          </p:cTn>
                        </p:par>
                        <p:par>
                          <p:cTn id="95" fill="hold" nodeType="afterGroup">
                            <p:stCondLst>
                              <p:cond delay="4000"/>
                            </p:stCondLst>
                            <p:childTnLst>
                              <p:par>
                                <p:cTn id="96" presetID="9" presetClass="entr" presetSubtype="0" fill="hold" nodeType="afterEffect">
                                  <p:stCondLst>
                                    <p:cond delay="0"/>
                                  </p:stCondLst>
                                  <p:childTnLst>
                                    <p:set>
                                      <p:cBhvr>
                                        <p:cTn id="97" dur="1" fill="hold">
                                          <p:stCondLst>
                                            <p:cond delay="0"/>
                                          </p:stCondLst>
                                        </p:cTn>
                                        <p:tgtEl>
                                          <p:spTgt spid="717954"/>
                                        </p:tgtEl>
                                        <p:attrNameLst>
                                          <p:attrName>style.visibility</p:attrName>
                                        </p:attrNameLst>
                                      </p:cBhvr>
                                      <p:to>
                                        <p:strVal val="visible"/>
                                      </p:to>
                                    </p:set>
                                    <p:animEffect transition="in" filter="dissolve">
                                      <p:cBhvr>
                                        <p:cTn id="98" dur="1000"/>
                                        <p:tgtEl>
                                          <p:spTgt spid="7179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924" grpId="0"/>
      <p:bldP spid="717937" grpId="0" animBg="1"/>
      <p:bldP spid="717938" grpId="0" animBg="1"/>
      <p:bldP spid="717939" grpId="0"/>
      <p:bldP spid="717940" grpId="0" animBg="1"/>
      <p:bldP spid="717941" grpId="0"/>
      <p:bldP spid="717945" grpId="0" animBg="1"/>
      <p:bldP spid="717946" grpId="0"/>
      <p:bldP spid="717947" grpId="0"/>
      <p:bldP spid="717948" grpId="0" animBg="1"/>
      <p:bldP spid="717949" grpId="0"/>
      <p:bldP spid="717955"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Footer Placeholder 3">
            <a:extLst>
              <a:ext uri="{FF2B5EF4-FFF2-40B4-BE49-F238E27FC236}">
                <a16:creationId xmlns:a16="http://schemas.microsoft.com/office/drawing/2014/main" id="{B1F73883-C5FF-453F-A674-0F622328D3F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Tầng Network</a:t>
            </a:r>
          </a:p>
        </p:txBody>
      </p:sp>
      <p:sp>
        <p:nvSpPr>
          <p:cNvPr id="84995" name="Slide Number Placeholder 4">
            <a:extLst>
              <a:ext uri="{FF2B5EF4-FFF2-40B4-BE49-F238E27FC236}">
                <a16:creationId xmlns:a16="http://schemas.microsoft.com/office/drawing/2014/main" id="{D13EC119-B735-4D99-BF9B-DE896259B14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4-</a:t>
            </a:r>
            <a:fld id="{74220111-24CF-4BB0-80C3-39800636942F}" type="slidenum">
              <a:rPr lang="en-US" altLang="en-US">
                <a:latin typeface="Tahoma" panose="020B0604030504040204" pitchFamily="34" charset="0"/>
              </a:rPr>
              <a:pPr/>
              <a:t>70</a:t>
            </a:fld>
            <a:endParaRPr lang="en-US" altLang="en-US">
              <a:latin typeface="Tahoma" panose="020B0604030504040204" pitchFamily="34" charset="0"/>
            </a:endParaRPr>
          </a:p>
        </p:txBody>
      </p:sp>
      <p:pic>
        <p:nvPicPr>
          <p:cNvPr id="84996" name="Picture 91" descr="underline_base">
            <a:extLst>
              <a:ext uri="{FF2B5EF4-FFF2-40B4-BE49-F238E27FC236}">
                <a16:creationId xmlns:a16="http://schemas.microsoft.com/office/drawing/2014/main" id="{8F8E1B70-73D5-4B12-B18E-FF696B883F06}"/>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9139" y="833439"/>
            <a:ext cx="7769225"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4997" name="Rectangle 2">
            <a:extLst>
              <a:ext uri="{FF2B5EF4-FFF2-40B4-BE49-F238E27FC236}">
                <a16:creationId xmlns:a16="http://schemas.microsoft.com/office/drawing/2014/main" id="{CD32CE53-C52E-4166-B048-844FE5757B44}"/>
              </a:ext>
            </a:extLst>
          </p:cNvPr>
          <p:cNvSpPr>
            <a:spLocks noGrp="1" noChangeArrowheads="1"/>
          </p:cNvSpPr>
          <p:nvPr>
            <p:ph type="title"/>
          </p:nvPr>
        </p:nvSpPr>
        <p:spPr>
          <a:xfrm>
            <a:off x="1935164" y="130176"/>
            <a:ext cx="8364537" cy="963613"/>
          </a:xfrm>
        </p:spPr>
        <p:txBody>
          <a:bodyPr/>
          <a:lstStyle/>
          <a:p>
            <a:r>
              <a:rPr lang="en-US" altLang="en-US" sz="4000" dirty="0" err="1">
                <a:ea typeface="ＭＳ Ｐゴシック" panose="020B0600070205080204" pitchFamily="34" charset="-128"/>
              </a:rPr>
              <a:t>Thuật</a:t>
            </a:r>
            <a:r>
              <a:rPr lang="en-US" altLang="en-US" sz="4000" dirty="0">
                <a:ea typeface="ＭＳ Ｐゴシック" panose="020B0600070205080204" pitchFamily="34" charset="-128"/>
              </a:rPr>
              <a:t> </a:t>
            </a:r>
            <a:r>
              <a:rPr lang="en-US" altLang="en-US" sz="4000" dirty="0" err="1">
                <a:ea typeface="ＭＳ Ｐゴシック" panose="020B0600070205080204" pitchFamily="34" charset="-128"/>
              </a:rPr>
              <a:t>toán</a:t>
            </a:r>
            <a:r>
              <a:rPr lang="en-US" altLang="en-US" sz="4000" dirty="0">
                <a:ea typeface="ＭＳ Ｐゴシック" panose="020B0600070205080204" pitchFamily="34" charset="-128"/>
              </a:rPr>
              <a:t> Dijkstra</a:t>
            </a:r>
            <a:r>
              <a:rPr lang="en-US" altLang="ja-JP" sz="4000" dirty="0">
                <a:ea typeface="ＭＳ Ｐゴシック" panose="020B0600070205080204" pitchFamily="34" charset="-128"/>
              </a:rPr>
              <a:t>: </a:t>
            </a:r>
            <a:r>
              <a:rPr lang="en-US" altLang="ja-JP" sz="4000" dirty="0" err="1">
                <a:ea typeface="ＭＳ Ｐゴシック" panose="020B0600070205080204" pitchFamily="34" charset="-128"/>
              </a:rPr>
              <a:t>ví</a:t>
            </a:r>
            <a:r>
              <a:rPr lang="en-US" altLang="ja-JP" sz="4000" dirty="0">
                <a:ea typeface="ＭＳ Ｐゴシック" panose="020B0600070205080204" pitchFamily="34" charset="-128"/>
              </a:rPr>
              <a:t> </a:t>
            </a:r>
            <a:r>
              <a:rPr lang="en-US" altLang="ja-JP" sz="4000" dirty="0" err="1">
                <a:ea typeface="ＭＳ Ｐゴシック" panose="020B0600070205080204" pitchFamily="34" charset="-128"/>
              </a:rPr>
              <a:t>dụ</a:t>
            </a:r>
            <a:r>
              <a:rPr lang="en-US" altLang="ja-JP" sz="4000" dirty="0">
                <a:ea typeface="ＭＳ Ｐゴシック" panose="020B0600070205080204" pitchFamily="34" charset="-128"/>
              </a:rPr>
              <a:t> </a:t>
            </a:r>
            <a:endParaRPr lang="en-US" altLang="en-US" dirty="0">
              <a:ea typeface="ＭＳ Ｐゴシック" panose="020B0600070205080204" pitchFamily="34" charset="-128"/>
            </a:endParaRPr>
          </a:p>
        </p:txBody>
      </p:sp>
      <p:sp>
        <p:nvSpPr>
          <p:cNvPr id="84998" name="Text Box 3">
            <a:extLst>
              <a:ext uri="{FF2B5EF4-FFF2-40B4-BE49-F238E27FC236}">
                <a16:creationId xmlns:a16="http://schemas.microsoft.com/office/drawing/2014/main" id="{C94FA0F8-9A13-4579-8385-8ABFB1857152}"/>
              </a:ext>
            </a:extLst>
          </p:cNvPr>
          <p:cNvSpPr txBox="1">
            <a:spLocks noChangeArrowheads="1"/>
          </p:cNvSpPr>
          <p:nvPr/>
        </p:nvSpPr>
        <p:spPr bwMode="auto">
          <a:xfrm>
            <a:off x="1646238" y="1506538"/>
            <a:ext cx="823912" cy="2246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a:r>
              <a:rPr lang="en-US" altLang="en-US" sz="2000"/>
              <a:t>Bước</a:t>
            </a:r>
          </a:p>
          <a:p>
            <a:pPr algn="r"/>
            <a:r>
              <a:rPr lang="en-US" altLang="en-US" sz="2000"/>
              <a:t>0</a:t>
            </a:r>
          </a:p>
          <a:p>
            <a:pPr algn="r"/>
            <a:r>
              <a:rPr lang="en-US" altLang="en-US" sz="2000"/>
              <a:t>1</a:t>
            </a:r>
          </a:p>
          <a:p>
            <a:pPr algn="r"/>
            <a:r>
              <a:rPr lang="en-US" altLang="en-US" sz="2000"/>
              <a:t>2</a:t>
            </a:r>
          </a:p>
          <a:p>
            <a:pPr algn="r"/>
            <a:r>
              <a:rPr lang="en-US" altLang="en-US" sz="2000"/>
              <a:t>3</a:t>
            </a:r>
          </a:p>
          <a:p>
            <a:pPr algn="r"/>
            <a:r>
              <a:rPr lang="en-US" altLang="en-US" sz="2000"/>
              <a:t>4</a:t>
            </a:r>
          </a:p>
          <a:p>
            <a:pPr algn="r"/>
            <a:r>
              <a:rPr lang="en-US" altLang="en-US" sz="2000"/>
              <a:t>5</a:t>
            </a:r>
          </a:p>
        </p:txBody>
      </p:sp>
      <p:sp>
        <p:nvSpPr>
          <p:cNvPr id="84999" name="Text Box 4">
            <a:extLst>
              <a:ext uri="{FF2B5EF4-FFF2-40B4-BE49-F238E27FC236}">
                <a16:creationId xmlns:a16="http://schemas.microsoft.com/office/drawing/2014/main" id="{6D73C1BF-A867-4C8B-985E-80149FDBE076}"/>
              </a:ext>
            </a:extLst>
          </p:cNvPr>
          <p:cNvSpPr txBox="1">
            <a:spLocks noChangeArrowheads="1"/>
          </p:cNvSpPr>
          <p:nvPr/>
        </p:nvSpPr>
        <p:spPr bwMode="auto">
          <a:xfrm>
            <a:off x="2776539" y="1516064"/>
            <a:ext cx="1017587" cy="2225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a:r>
              <a:rPr lang="en-US" altLang="en-US" sz="2000"/>
              <a:t>N</a:t>
            </a:r>
            <a:r>
              <a:rPr lang="en-US" altLang="en-US" sz="2000">
                <a:cs typeface="Arial" panose="020B0604020202020204" pitchFamily="34" charset="0"/>
              </a:rPr>
              <a:t>'</a:t>
            </a:r>
          </a:p>
          <a:p>
            <a:pPr algn="r"/>
            <a:r>
              <a:rPr lang="en-US" altLang="en-US" sz="2000"/>
              <a:t>u</a:t>
            </a:r>
          </a:p>
          <a:p>
            <a:pPr algn="r"/>
            <a:r>
              <a:rPr lang="en-US" altLang="en-US" sz="2000"/>
              <a:t>ux</a:t>
            </a:r>
          </a:p>
          <a:p>
            <a:pPr algn="r"/>
            <a:r>
              <a:rPr lang="en-US" altLang="en-US" sz="2000"/>
              <a:t>uxy</a:t>
            </a:r>
          </a:p>
          <a:p>
            <a:pPr algn="r"/>
            <a:r>
              <a:rPr lang="en-US" altLang="en-US" sz="2000"/>
              <a:t>uxyv</a:t>
            </a:r>
          </a:p>
          <a:p>
            <a:pPr algn="r"/>
            <a:r>
              <a:rPr lang="en-US" altLang="en-US" sz="2000"/>
              <a:t>uxyvw</a:t>
            </a:r>
          </a:p>
          <a:p>
            <a:pPr algn="r"/>
            <a:r>
              <a:rPr lang="en-US" altLang="en-US" sz="2000"/>
              <a:t>uxyvwz</a:t>
            </a:r>
          </a:p>
        </p:txBody>
      </p:sp>
      <p:sp>
        <p:nvSpPr>
          <p:cNvPr id="85000" name="Text Box 5">
            <a:extLst>
              <a:ext uri="{FF2B5EF4-FFF2-40B4-BE49-F238E27FC236}">
                <a16:creationId xmlns:a16="http://schemas.microsoft.com/office/drawing/2014/main" id="{2103462E-19BD-4DEC-90F1-8AAC6B1E6B02}"/>
              </a:ext>
            </a:extLst>
          </p:cNvPr>
          <p:cNvSpPr txBox="1">
            <a:spLocks noChangeArrowheads="1"/>
          </p:cNvSpPr>
          <p:nvPr/>
        </p:nvSpPr>
        <p:spPr bwMode="auto">
          <a:xfrm>
            <a:off x="4024314" y="1497014"/>
            <a:ext cx="1169987"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a:r>
              <a:rPr lang="en-US" altLang="en-US" sz="2000"/>
              <a:t>D(v),p(v)</a:t>
            </a:r>
          </a:p>
          <a:p>
            <a:pPr algn="r"/>
            <a:r>
              <a:rPr lang="en-US" altLang="en-US" sz="2000"/>
              <a:t>2,u</a:t>
            </a:r>
          </a:p>
          <a:p>
            <a:pPr algn="r"/>
            <a:r>
              <a:rPr lang="en-US" altLang="en-US" sz="2000"/>
              <a:t>2,u</a:t>
            </a:r>
          </a:p>
          <a:p>
            <a:pPr algn="r"/>
            <a:r>
              <a:rPr lang="en-US" altLang="en-US" sz="2000"/>
              <a:t>2,u</a:t>
            </a:r>
          </a:p>
        </p:txBody>
      </p:sp>
      <p:sp>
        <p:nvSpPr>
          <p:cNvPr id="85001" name="Text Box 6">
            <a:extLst>
              <a:ext uri="{FF2B5EF4-FFF2-40B4-BE49-F238E27FC236}">
                <a16:creationId xmlns:a16="http://schemas.microsoft.com/office/drawing/2014/main" id="{CDCE4003-056E-49CF-963B-3EB15132B1B5}"/>
              </a:ext>
            </a:extLst>
          </p:cNvPr>
          <p:cNvSpPr txBox="1">
            <a:spLocks noChangeArrowheads="1"/>
          </p:cNvSpPr>
          <p:nvPr/>
        </p:nvSpPr>
        <p:spPr bwMode="auto">
          <a:xfrm>
            <a:off x="5191125" y="1501776"/>
            <a:ext cx="1284288" cy="161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a:r>
              <a:rPr lang="en-US" altLang="en-US" sz="2000"/>
              <a:t>D(w),p(w)</a:t>
            </a:r>
          </a:p>
          <a:p>
            <a:pPr algn="r"/>
            <a:r>
              <a:rPr lang="en-US" altLang="en-US" sz="2000"/>
              <a:t>5,u</a:t>
            </a:r>
          </a:p>
          <a:p>
            <a:pPr algn="r"/>
            <a:r>
              <a:rPr lang="en-US" altLang="en-US" sz="2000"/>
              <a:t>4,x</a:t>
            </a:r>
          </a:p>
          <a:p>
            <a:pPr algn="r"/>
            <a:r>
              <a:rPr lang="en-US" altLang="en-US" sz="2000"/>
              <a:t>3,y</a:t>
            </a:r>
          </a:p>
          <a:p>
            <a:pPr algn="r"/>
            <a:r>
              <a:rPr lang="en-US" altLang="en-US" sz="2000"/>
              <a:t>3,y</a:t>
            </a:r>
          </a:p>
        </p:txBody>
      </p:sp>
      <p:sp>
        <p:nvSpPr>
          <p:cNvPr id="85002" name="Text Box 7">
            <a:extLst>
              <a:ext uri="{FF2B5EF4-FFF2-40B4-BE49-F238E27FC236}">
                <a16:creationId xmlns:a16="http://schemas.microsoft.com/office/drawing/2014/main" id="{4B303F2E-0DCA-462C-8861-6E4AED4BC5AE}"/>
              </a:ext>
            </a:extLst>
          </p:cNvPr>
          <p:cNvSpPr txBox="1">
            <a:spLocks noChangeArrowheads="1"/>
          </p:cNvSpPr>
          <p:nvPr/>
        </p:nvSpPr>
        <p:spPr bwMode="auto">
          <a:xfrm>
            <a:off x="6581775" y="1497014"/>
            <a:ext cx="1169988"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a:r>
              <a:rPr lang="en-US" altLang="en-US" sz="2000"/>
              <a:t>D(x),p(x)</a:t>
            </a:r>
          </a:p>
          <a:p>
            <a:pPr algn="r"/>
            <a:r>
              <a:rPr lang="en-US" altLang="en-US" sz="2000"/>
              <a:t>1,u</a:t>
            </a:r>
          </a:p>
        </p:txBody>
      </p:sp>
      <p:sp>
        <p:nvSpPr>
          <p:cNvPr id="85003" name="Text Box 8">
            <a:extLst>
              <a:ext uri="{FF2B5EF4-FFF2-40B4-BE49-F238E27FC236}">
                <a16:creationId xmlns:a16="http://schemas.microsoft.com/office/drawing/2014/main" id="{3C5E4175-36CD-4C3B-8B73-DE6D6271B1C2}"/>
              </a:ext>
            </a:extLst>
          </p:cNvPr>
          <p:cNvSpPr txBox="1">
            <a:spLocks noChangeArrowheads="1"/>
          </p:cNvSpPr>
          <p:nvPr/>
        </p:nvSpPr>
        <p:spPr bwMode="auto">
          <a:xfrm>
            <a:off x="7877175" y="1501776"/>
            <a:ext cx="1169988"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a:r>
              <a:rPr lang="en-US" altLang="en-US" sz="2000"/>
              <a:t>D(y),p(y)</a:t>
            </a:r>
          </a:p>
          <a:p>
            <a:pPr algn="r"/>
            <a:r>
              <a:rPr lang="en-US" altLang="en-US" sz="2000">
                <a:latin typeface="Comic Sans MS" panose="030F0702030302020204" pitchFamily="66" charset="0"/>
                <a:cs typeface="Arial" panose="020B0604020202020204" pitchFamily="34" charset="0"/>
              </a:rPr>
              <a:t>∞</a:t>
            </a:r>
          </a:p>
          <a:p>
            <a:pPr algn="r"/>
            <a:r>
              <a:rPr lang="en-US" altLang="en-US" sz="2000"/>
              <a:t>2,x</a:t>
            </a:r>
          </a:p>
        </p:txBody>
      </p:sp>
      <p:sp>
        <p:nvSpPr>
          <p:cNvPr id="85004" name="Text Box 9">
            <a:extLst>
              <a:ext uri="{FF2B5EF4-FFF2-40B4-BE49-F238E27FC236}">
                <a16:creationId xmlns:a16="http://schemas.microsoft.com/office/drawing/2014/main" id="{B237268F-5D23-4113-B49B-6BAACDF92051}"/>
              </a:ext>
            </a:extLst>
          </p:cNvPr>
          <p:cNvSpPr txBox="1">
            <a:spLocks noChangeArrowheads="1"/>
          </p:cNvSpPr>
          <p:nvPr/>
        </p:nvSpPr>
        <p:spPr bwMode="auto">
          <a:xfrm>
            <a:off x="9129714" y="1516063"/>
            <a:ext cx="1169987" cy="186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a:r>
              <a:rPr lang="en-US" altLang="en-US" sz="2000"/>
              <a:t>D(z),p(z)</a:t>
            </a:r>
          </a:p>
          <a:p>
            <a:pPr algn="r"/>
            <a:r>
              <a:rPr lang="en-US" altLang="en-US">
                <a:latin typeface="Comic Sans MS" panose="030F0702030302020204" pitchFamily="66" charset="0"/>
              </a:rPr>
              <a:t>∞ </a:t>
            </a:r>
            <a:endParaRPr lang="en-US" altLang="en-US" sz="2000"/>
          </a:p>
          <a:p>
            <a:pPr algn="r"/>
            <a:r>
              <a:rPr lang="en-US" altLang="en-US">
                <a:latin typeface="Comic Sans MS" panose="030F0702030302020204" pitchFamily="66" charset="0"/>
              </a:rPr>
              <a:t>∞ </a:t>
            </a:r>
            <a:endParaRPr lang="en-US" altLang="en-US" sz="2000"/>
          </a:p>
          <a:p>
            <a:pPr algn="r"/>
            <a:r>
              <a:rPr lang="en-US" altLang="en-US" sz="2000"/>
              <a:t>4,y</a:t>
            </a:r>
          </a:p>
          <a:p>
            <a:pPr algn="r"/>
            <a:r>
              <a:rPr lang="en-US" altLang="en-US" sz="2000"/>
              <a:t>4,y</a:t>
            </a:r>
          </a:p>
          <a:p>
            <a:pPr algn="r"/>
            <a:r>
              <a:rPr lang="en-US" altLang="en-US" sz="2000"/>
              <a:t>4,y</a:t>
            </a:r>
          </a:p>
        </p:txBody>
      </p:sp>
      <p:sp>
        <p:nvSpPr>
          <p:cNvPr id="85005" name="Line 10">
            <a:extLst>
              <a:ext uri="{FF2B5EF4-FFF2-40B4-BE49-F238E27FC236}">
                <a16:creationId xmlns:a16="http://schemas.microsoft.com/office/drawing/2014/main" id="{8C380F99-2B28-4C50-A220-010F1FAE20F8}"/>
              </a:ext>
            </a:extLst>
          </p:cNvPr>
          <p:cNvSpPr>
            <a:spLocks noChangeShapeType="1"/>
          </p:cNvSpPr>
          <p:nvPr/>
        </p:nvSpPr>
        <p:spPr bwMode="auto">
          <a:xfrm>
            <a:off x="1885951" y="1857376"/>
            <a:ext cx="8505825" cy="9525"/>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5006" name="Line 11">
            <a:extLst>
              <a:ext uri="{FF2B5EF4-FFF2-40B4-BE49-F238E27FC236}">
                <a16:creationId xmlns:a16="http://schemas.microsoft.com/office/drawing/2014/main" id="{F12CD971-7B65-4382-BA03-23D9C871B2E4}"/>
              </a:ext>
            </a:extLst>
          </p:cNvPr>
          <p:cNvSpPr>
            <a:spLocks noChangeShapeType="1"/>
          </p:cNvSpPr>
          <p:nvPr/>
        </p:nvSpPr>
        <p:spPr bwMode="auto">
          <a:xfrm>
            <a:off x="2043114" y="2162175"/>
            <a:ext cx="8296275" cy="0"/>
          </a:xfrm>
          <a:prstGeom prst="line">
            <a:avLst/>
          </a:prstGeom>
          <a:noFill/>
          <a:ln w="1905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5007" name="Line 12">
            <a:extLst>
              <a:ext uri="{FF2B5EF4-FFF2-40B4-BE49-F238E27FC236}">
                <a16:creationId xmlns:a16="http://schemas.microsoft.com/office/drawing/2014/main" id="{767AC123-F1BE-4E30-A5B2-8FAA8CE5F90E}"/>
              </a:ext>
            </a:extLst>
          </p:cNvPr>
          <p:cNvSpPr>
            <a:spLocks noChangeShapeType="1"/>
          </p:cNvSpPr>
          <p:nvPr/>
        </p:nvSpPr>
        <p:spPr bwMode="auto">
          <a:xfrm>
            <a:off x="2062163" y="2457451"/>
            <a:ext cx="8267700" cy="4763"/>
          </a:xfrm>
          <a:prstGeom prst="line">
            <a:avLst/>
          </a:prstGeom>
          <a:noFill/>
          <a:ln w="1905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5008" name="Line 13">
            <a:extLst>
              <a:ext uri="{FF2B5EF4-FFF2-40B4-BE49-F238E27FC236}">
                <a16:creationId xmlns:a16="http://schemas.microsoft.com/office/drawing/2014/main" id="{E2C87155-8B0E-49B1-A8F0-CE1480AC9A8A}"/>
              </a:ext>
            </a:extLst>
          </p:cNvPr>
          <p:cNvSpPr>
            <a:spLocks noChangeShapeType="1"/>
          </p:cNvSpPr>
          <p:nvPr/>
        </p:nvSpPr>
        <p:spPr bwMode="auto">
          <a:xfrm>
            <a:off x="2071688" y="2767014"/>
            <a:ext cx="8253412" cy="9525"/>
          </a:xfrm>
          <a:prstGeom prst="line">
            <a:avLst/>
          </a:prstGeom>
          <a:noFill/>
          <a:ln w="1905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5009" name="Line 14">
            <a:extLst>
              <a:ext uri="{FF2B5EF4-FFF2-40B4-BE49-F238E27FC236}">
                <a16:creationId xmlns:a16="http://schemas.microsoft.com/office/drawing/2014/main" id="{B8B4C9B8-2FE5-4757-AD1E-25EDC4F22495}"/>
              </a:ext>
            </a:extLst>
          </p:cNvPr>
          <p:cNvSpPr>
            <a:spLocks noChangeShapeType="1"/>
          </p:cNvSpPr>
          <p:nvPr/>
        </p:nvSpPr>
        <p:spPr bwMode="auto">
          <a:xfrm>
            <a:off x="2081213" y="3071814"/>
            <a:ext cx="8267700" cy="9525"/>
          </a:xfrm>
          <a:prstGeom prst="line">
            <a:avLst/>
          </a:prstGeom>
          <a:noFill/>
          <a:ln w="1905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5010" name="Line 15">
            <a:extLst>
              <a:ext uri="{FF2B5EF4-FFF2-40B4-BE49-F238E27FC236}">
                <a16:creationId xmlns:a16="http://schemas.microsoft.com/office/drawing/2014/main" id="{6100A3DB-D650-4DC1-940E-69D67ADD2A50}"/>
              </a:ext>
            </a:extLst>
          </p:cNvPr>
          <p:cNvSpPr>
            <a:spLocks noChangeShapeType="1"/>
          </p:cNvSpPr>
          <p:nvPr/>
        </p:nvSpPr>
        <p:spPr bwMode="auto">
          <a:xfrm>
            <a:off x="2095500" y="3386138"/>
            <a:ext cx="8262938" cy="4762"/>
          </a:xfrm>
          <a:prstGeom prst="line">
            <a:avLst/>
          </a:prstGeom>
          <a:noFill/>
          <a:ln w="1905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85011" name="Group 16">
            <a:extLst>
              <a:ext uri="{FF2B5EF4-FFF2-40B4-BE49-F238E27FC236}">
                <a16:creationId xmlns:a16="http://schemas.microsoft.com/office/drawing/2014/main" id="{CEC1D2C7-1CE1-493D-B5B2-E6583E69A64B}"/>
              </a:ext>
            </a:extLst>
          </p:cNvPr>
          <p:cNvGrpSpPr>
            <a:grpSpLocks/>
          </p:cNvGrpSpPr>
          <p:nvPr/>
        </p:nvGrpSpPr>
        <p:grpSpPr bwMode="auto">
          <a:xfrm>
            <a:off x="3748089" y="4043364"/>
            <a:ext cx="3571875" cy="2236787"/>
            <a:chOff x="3162" y="1071"/>
            <a:chExt cx="2250" cy="1409"/>
          </a:xfrm>
        </p:grpSpPr>
        <p:sp>
          <p:nvSpPr>
            <p:cNvPr id="85017" name="Freeform 17">
              <a:extLst>
                <a:ext uri="{FF2B5EF4-FFF2-40B4-BE49-F238E27FC236}">
                  <a16:creationId xmlns:a16="http://schemas.microsoft.com/office/drawing/2014/main" id="{B4537E66-3C66-41F9-A99F-A200BB22A349}"/>
                </a:ext>
              </a:extLst>
            </p:cNvPr>
            <p:cNvSpPr>
              <a:spLocks/>
            </p:cNvSpPr>
            <p:nvPr/>
          </p:nvSpPr>
          <p:spPr bwMode="auto">
            <a:xfrm>
              <a:off x="3162" y="1071"/>
              <a:ext cx="2250" cy="1409"/>
            </a:xfrm>
            <a:custGeom>
              <a:avLst/>
              <a:gdLst>
                <a:gd name="T0" fmla="*/ 0 w 2250"/>
                <a:gd name="T1" fmla="*/ 624 h 1409"/>
                <a:gd name="T2" fmla="*/ 219 w 2250"/>
                <a:gd name="T3" fmla="*/ 321 h 1409"/>
                <a:gd name="T4" fmla="*/ 529 w 2250"/>
                <a:gd name="T5" fmla="*/ 35 h 1409"/>
                <a:gd name="T6" fmla="*/ 1551 w 2250"/>
                <a:gd name="T7" fmla="*/ 111 h 1409"/>
                <a:gd name="T8" fmla="*/ 1968 w 2250"/>
                <a:gd name="T9" fmla="*/ 483 h 1409"/>
                <a:gd name="T10" fmla="*/ 2199 w 2250"/>
                <a:gd name="T11" fmla="*/ 906 h 1409"/>
                <a:gd name="T12" fmla="*/ 1659 w 2250"/>
                <a:gd name="T13" fmla="*/ 1314 h 1409"/>
                <a:gd name="T14" fmla="*/ 993 w 2250"/>
                <a:gd name="T15" fmla="*/ 1386 h 1409"/>
                <a:gd name="T16" fmla="*/ 465 w 2250"/>
                <a:gd name="T17" fmla="*/ 1356 h 1409"/>
                <a:gd name="T18" fmla="*/ 102 w 2250"/>
                <a:gd name="T19" fmla="*/ 1068 h 1409"/>
                <a:gd name="T20" fmla="*/ 0 w 2250"/>
                <a:gd name="T21" fmla="*/ 624 h 140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50"/>
                <a:gd name="T34" fmla="*/ 0 h 1409"/>
                <a:gd name="T35" fmla="*/ 2250 w 2250"/>
                <a:gd name="T36" fmla="*/ 1409 h 140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50" h="1409">
                  <a:moveTo>
                    <a:pt x="0" y="624"/>
                  </a:moveTo>
                  <a:cubicBezTo>
                    <a:pt x="5" y="506"/>
                    <a:pt x="131" y="419"/>
                    <a:pt x="219" y="321"/>
                  </a:cubicBezTo>
                  <a:cubicBezTo>
                    <a:pt x="307" y="223"/>
                    <a:pt x="307" y="70"/>
                    <a:pt x="529" y="35"/>
                  </a:cubicBezTo>
                  <a:cubicBezTo>
                    <a:pt x="751" y="0"/>
                    <a:pt x="1311" y="36"/>
                    <a:pt x="1551" y="111"/>
                  </a:cubicBezTo>
                  <a:cubicBezTo>
                    <a:pt x="1791" y="186"/>
                    <a:pt x="1860" y="351"/>
                    <a:pt x="1968" y="483"/>
                  </a:cubicBezTo>
                  <a:cubicBezTo>
                    <a:pt x="2076" y="615"/>
                    <a:pt x="2250" y="767"/>
                    <a:pt x="2199" y="906"/>
                  </a:cubicBezTo>
                  <a:cubicBezTo>
                    <a:pt x="2148" y="1045"/>
                    <a:pt x="1860" y="1234"/>
                    <a:pt x="1659" y="1314"/>
                  </a:cubicBezTo>
                  <a:cubicBezTo>
                    <a:pt x="1458" y="1394"/>
                    <a:pt x="1192" y="1379"/>
                    <a:pt x="993" y="1386"/>
                  </a:cubicBezTo>
                  <a:cubicBezTo>
                    <a:pt x="794" y="1393"/>
                    <a:pt x="613" y="1409"/>
                    <a:pt x="465" y="1356"/>
                  </a:cubicBezTo>
                  <a:cubicBezTo>
                    <a:pt x="317" y="1303"/>
                    <a:pt x="180" y="1190"/>
                    <a:pt x="102" y="1068"/>
                  </a:cubicBezTo>
                  <a:cubicBezTo>
                    <a:pt x="24" y="946"/>
                    <a:pt x="21" y="716"/>
                    <a:pt x="0" y="624"/>
                  </a:cubicBezTo>
                  <a:close/>
                </a:path>
              </a:pathLst>
            </a:custGeom>
            <a:solidFill>
              <a:srgbClr val="99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85018" name="Freeform 18">
              <a:extLst>
                <a:ext uri="{FF2B5EF4-FFF2-40B4-BE49-F238E27FC236}">
                  <a16:creationId xmlns:a16="http://schemas.microsoft.com/office/drawing/2014/main" id="{E171FED0-E0D4-41BB-91B5-6BAA492F6885}"/>
                </a:ext>
              </a:extLst>
            </p:cNvPr>
            <p:cNvSpPr>
              <a:spLocks/>
            </p:cNvSpPr>
            <p:nvPr/>
          </p:nvSpPr>
          <p:spPr bwMode="auto">
            <a:xfrm>
              <a:off x="3498" y="1620"/>
              <a:ext cx="342" cy="186"/>
            </a:xfrm>
            <a:custGeom>
              <a:avLst/>
              <a:gdLst>
                <a:gd name="T0" fmla="*/ 0 w 342"/>
                <a:gd name="T1" fmla="*/ 186 h 186"/>
                <a:gd name="T2" fmla="*/ 342 w 342"/>
                <a:gd name="T3" fmla="*/ 0 h 186"/>
                <a:gd name="T4" fmla="*/ 0 60000 65536"/>
                <a:gd name="T5" fmla="*/ 0 60000 65536"/>
                <a:gd name="T6" fmla="*/ 0 w 342"/>
                <a:gd name="T7" fmla="*/ 0 h 186"/>
                <a:gd name="T8" fmla="*/ 342 w 342"/>
                <a:gd name="T9" fmla="*/ 186 h 186"/>
              </a:gdLst>
              <a:ahLst/>
              <a:cxnLst>
                <a:cxn ang="T4">
                  <a:pos x="T0" y="T1"/>
                </a:cxn>
                <a:cxn ang="T5">
                  <a:pos x="T2" y="T3"/>
                </a:cxn>
              </a:cxnLst>
              <a:rect l="T6" t="T7" r="T8" b="T9"/>
              <a:pathLst>
                <a:path w="342" h="186">
                  <a:moveTo>
                    <a:pt x="0" y="186"/>
                  </a:moveTo>
                  <a:lnTo>
                    <a:pt x="342"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85019" name="Oval 19">
              <a:extLst>
                <a:ext uri="{FF2B5EF4-FFF2-40B4-BE49-F238E27FC236}">
                  <a16:creationId xmlns:a16="http://schemas.microsoft.com/office/drawing/2014/main" id="{E5ED2A39-B513-4307-A80D-5165E85CC142}"/>
                </a:ext>
              </a:extLst>
            </p:cNvPr>
            <p:cNvSpPr>
              <a:spLocks noChangeArrowheads="1"/>
            </p:cNvSpPr>
            <p:nvPr/>
          </p:nvSpPr>
          <p:spPr bwMode="auto">
            <a:xfrm>
              <a:off x="3238" y="1862"/>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85020" name="Line 20">
              <a:extLst>
                <a:ext uri="{FF2B5EF4-FFF2-40B4-BE49-F238E27FC236}">
                  <a16:creationId xmlns:a16="http://schemas.microsoft.com/office/drawing/2014/main" id="{EB12C130-EC0B-49FB-9C59-50C7A23633CC}"/>
                </a:ext>
              </a:extLst>
            </p:cNvPr>
            <p:cNvSpPr>
              <a:spLocks noChangeShapeType="1"/>
            </p:cNvSpPr>
            <p:nvPr/>
          </p:nvSpPr>
          <p:spPr bwMode="auto">
            <a:xfrm>
              <a:off x="3238" y="1855"/>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5021" name="Line 21">
              <a:extLst>
                <a:ext uri="{FF2B5EF4-FFF2-40B4-BE49-F238E27FC236}">
                  <a16:creationId xmlns:a16="http://schemas.microsoft.com/office/drawing/2014/main" id="{D1B57931-1317-45E1-8CE3-82705CF31E72}"/>
                </a:ext>
              </a:extLst>
            </p:cNvPr>
            <p:cNvSpPr>
              <a:spLocks noChangeShapeType="1"/>
            </p:cNvSpPr>
            <p:nvPr/>
          </p:nvSpPr>
          <p:spPr bwMode="auto">
            <a:xfrm>
              <a:off x="3551" y="1855"/>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5022" name="Rectangle 22">
              <a:extLst>
                <a:ext uri="{FF2B5EF4-FFF2-40B4-BE49-F238E27FC236}">
                  <a16:creationId xmlns:a16="http://schemas.microsoft.com/office/drawing/2014/main" id="{327EEDA2-9C5C-4736-B090-FA09B9B9DCF8}"/>
                </a:ext>
              </a:extLst>
            </p:cNvPr>
            <p:cNvSpPr>
              <a:spLocks noChangeArrowheads="1"/>
            </p:cNvSpPr>
            <p:nvPr/>
          </p:nvSpPr>
          <p:spPr bwMode="auto">
            <a:xfrm>
              <a:off x="3238" y="1855"/>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85023" name="Oval 23">
              <a:extLst>
                <a:ext uri="{FF2B5EF4-FFF2-40B4-BE49-F238E27FC236}">
                  <a16:creationId xmlns:a16="http://schemas.microsoft.com/office/drawing/2014/main" id="{F17CA266-83F9-4C4C-BE4D-6879F989D717}"/>
                </a:ext>
              </a:extLst>
            </p:cNvPr>
            <p:cNvSpPr>
              <a:spLocks noChangeArrowheads="1"/>
            </p:cNvSpPr>
            <p:nvPr/>
          </p:nvSpPr>
          <p:spPr bwMode="auto">
            <a:xfrm>
              <a:off x="3235" y="1796"/>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85024" name="Oval 24">
              <a:extLst>
                <a:ext uri="{FF2B5EF4-FFF2-40B4-BE49-F238E27FC236}">
                  <a16:creationId xmlns:a16="http://schemas.microsoft.com/office/drawing/2014/main" id="{92197C33-5203-439C-B30A-28A226C164B0}"/>
                </a:ext>
              </a:extLst>
            </p:cNvPr>
            <p:cNvSpPr>
              <a:spLocks noChangeArrowheads="1"/>
            </p:cNvSpPr>
            <p:nvPr/>
          </p:nvSpPr>
          <p:spPr bwMode="auto">
            <a:xfrm>
              <a:off x="3712" y="2249"/>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85025" name="Line 25">
              <a:extLst>
                <a:ext uri="{FF2B5EF4-FFF2-40B4-BE49-F238E27FC236}">
                  <a16:creationId xmlns:a16="http://schemas.microsoft.com/office/drawing/2014/main" id="{3AC2297A-59C7-4083-96AD-FC15BD9E42F2}"/>
                </a:ext>
              </a:extLst>
            </p:cNvPr>
            <p:cNvSpPr>
              <a:spLocks noChangeShapeType="1"/>
            </p:cNvSpPr>
            <p:nvPr/>
          </p:nvSpPr>
          <p:spPr bwMode="auto">
            <a:xfrm>
              <a:off x="3712" y="2242"/>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5026" name="Line 26">
              <a:extLst>
                <a:ext uri="{FF2B5EF4-FFF2-40B4-BE49-F238E27FC236}">
                  <a16:creationId xmlns:a16="http://schemas.microsoft.com/office/drawing/2014/main" id="{8FB35A29-700F-4A39-BE3D-46D67A48EFD4}"/>
                </a:ext>
              </a:extLst>
            </p:cNvPr>
            <p:cNvSpPr>
              <a:spLocks noChangeShapeType="1"/>
            </p:cNvSpPr>
            <p:nvPr/>
          </p:nvSpPr>
          <p:spPr bwMode="auto">
            <a:xfrm>
              <a:off x="4025" y="2242"/>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5027" name="Rectangle 27">
              <a:extLst>
                <a:ext uri="{FF2B5EF4-FFF2-40B4-BE49-F238E27FC236}">
                  <a16:creationId xmlns:a16="http://schemas.microsoft.com/office/drawing/2014/main" id="{7604A2D0-568B-4FC2-BED6-72D7CFAADF2C}"/>
                </a:ext>
              </a:extLst>
            </p:cNvPr>
            <p:cNvSpPr>
              <a:spLocks noChangeArrowheads="1"/>
            </p:cNvSpPr>
            <p:nvPr/>
          </p:nvSpPr>
          <p:spPr bwMode="auto">
            <a:xfrm>
              <a:off x="3712" y="2242"/>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85028" name="Oval 28">
              <a:extLst>
                <a:ext uri="{FF2B5EF4-FFF2-40B4-BE49-F238E27FC236}">
                  <a16:creationId xmlns:a16="http://schemas.microsoft.com/office/drawing/2014/main" id="{C3AF3429-7008-498D-AA73-188FB3D9083F}"/>
                </a:ext>
              </a:extLst>
            </p:cNvPr>
            <p:cNvSpPr>
              <a:spLocks noChangeArrowheads="1"/>
            </p:cNvSpPr>
            <p:nvPr/>
          </p:nvSpPr>
          <p:spPr bwMode="auto">
            <a:xfrm>
              <a:off x="3709" y="2183"/>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85029" name="Oval 29">
              <a:extLst>
                <a:ext uri="{FF2B5EF4-FFF2-40B4-BE49-F238E27FC236}">
                  <a16:creationId xmlns:a16="http://schemas.microsoft.com/office/drawing/2014/main" id="{619068F0-AFEA-4012-B440-A450CB449407}"/>
                </a:ext>
              </a:extLst>
            </p:cNvPr>
            <p:cNvSpPr>
              <a:spLocks noChangeArrowheads="1"/>
            </p:cNvSpPr>
            <p:nvPr/>
          </p:nvSpPr>
          <p:spPr bwMode="auto">
            <a:xfrm>
              <a:off x="3708" y="1559"/>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85030" name="Line 30">
              <a:extLst>
                <a:ext uri="{FF2B5EF4-FFF2-40B4-BE49-F238E27FC236}">
                  <a16:creationId xmlns:a16="http://schemas.microsoft.com/office/drawing/2014/main" id="{C1DA8703-498D-4C1E-8BB9-3FC5E388F5BD}"/>
                </a:ext>
              </a:extLst>
            </p:cNvPr>
            <p:cNvSpPr>
              <a:spLocks noChangeShapeType="1"/>
            </p:cNvSpPr>
            <p:nvPr/>
          </p:nvSpPr>
          <p:spPr bwMode="auto">
            <a:xfrm>
              <a:off x="3708" y="1552"/>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5031" name="Line 31">
              <a:extLst>
                <a:ext uri="{FF2B5EF4-FFF2-40B4-BE49-F238E27FC236}">
                  <a16:creationId xmlns:a16="http://schemas.microsoft.com/office/drawing/2014/main" id="{46DB2342-1ECD-4165-B7E7-F20925CA5375}"/>
                </a:ext>
              </a:extLst>
            </p:cNvPr>
            <p:cNvSpPr>
              <a:spLocks noChangeShapeType="1"/>
            </p:cNvSpPr>
            <p:nvPr/>
          </p:nvSpPr>
          <p:spPr bwMode="auto">
            <a:xfrm>
              <a:off x="4021" y="1552"/>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5032" name="Rectangle 32">
              <a:extLst>
                <a:ext uri="{FF2B5EF4-FFF2-40B4-BE49-F238E27FC236}">
                  <a16:creationId xmlns:a16="http://schemas.microsoft.com/office/drawing/2014/main" id="{30BCDC01-27BC-4ED8-961E-5C12EDAE50E0}"/>
                </a:ext>
              </a:extLst>
            </p:cNvPr>
            <p:cNvSpPr>
              <a:spLocks noChangeArrowheads="1"/>
            </p:cNvSpPr>
            <p:nvPr/>
          </p:nvSpPr>
          <p:spPr bwMode="auto">
            <a:xfrm>
              <a:off x="3708" y="1552"/>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85033" name="Oval 33">
              <a:extLst>
                <a:ext uri="{FF2B5EF4-FFF2-40B4-BE49-F238E27FC236}">
                  <a16:creationId xmlns:a16="http://schemas.microsoft.com/office/drawing/2014/main" id="{359F628E-69D2-42BE-94AE-A1465F8068D8}"/>
                </a:ext>
              </a:extLst>
            </p:cNvPr>
            <p:cNvSpPr>
              <a:spLocks noChangeArrowheads="1"/>
            </p:cNvSpPr>
            <p:nvPr/>
          </p:nvSpPr>
          <p:spPr bwMode="auto">
            <a:xfrm>
              <a:off x="3705" y="1493"/>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85034" name="Oval 34">
              <a:extLst>
                <a:ext uri="{FF2B5EF4-FFF2-40B4-BE49-F238E27FC236}">
                  <a16:creationId xmlns:a16="http://schemas.microsoft.com/office/drawing/2014/main" id="{79C27360-0F9C-442D-997F-DD67F32C0796}"/>
                </a:ext>
              </a:extLst>
            </p:cNvPr>
            <p:cNvSpPr>
              <a:spLocks noChangeArrowheads="1"/>
            </p:cNvSpPr>
            <p:nvPr/>
          </p:nvSpPr>
          <p:spPr bwMode="auto">
            <a:xfrm>
              <a:off x="4391" y="1555"/>
              <a:ext cx="312"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85035" name="Line 35">
              <a:extLst>
                <a:ext uri="{FF2B5EF4-FFF2-40B4-BE49-F238E27FC236}">
                  <a16:creationId xmlns:a16="http://schemas.microsoft.com/office/drawing/2014/main" id="{D26AFB7C-64F9-4DB9-9AB3-2A69FC3DA2C5}"/>
                </a:ext>
              </a:extLst>
            </p:cNvPr>
            <p:cNvSpPr>
              <a:spLocks noChangeShapeType="1"/>
            </p:cNvSpPr>
            <p:nvPr/>
          </p:nvSpPr>
          <p:spPr bwMode="auto">
            <a:xfrm>
              <a:off x="4391" y="1548"/>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5036" name="Line 36">
              <a:extLst>
                <a:ext uri="{FF2B5EF4-FFF2-40B4-BE49-F238E27FC236}">
                  <a16:creationId xmlns:a16="http://schemas.microsoft.com/office/drawing/2014/main" id="{FD0674E3-4A0F-4BDB-938C-BCC68529E675}"/>
                </a:ext>
              </a:extLst>
            </p:cNvPr>
            <p:cNvSpPr>
              <a:spLocks noChangeShapeType="1"/>
            </p:cNvSpPr>
            <p:nvPr/>
          </p:nvSpPr>
          <p:spPr bwMode="auto">
            <a:xfrm>
              <a:off x="4703" y="1548"/>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5037" name="Rectangle 37">
              <a:extLst>
                <a:ext uri="{FF2B5EF4-FFF2-40B4-BE49-F238E27FC236}">
                  <a16:creationId xmlns:a16="http://schemas.microsoft.com/office/drawing/2014/main" id="{7CD7BD4D-284F-4D17-8B76-3530ACAACEFA}"/>
                </a:ext>
              </a:extLst>
            </p:cNvPr>
            <p:cNvSpPr>
              <a:spLocks noChangeArrowheads="1"/>
            </p:cNvSpPr>
            <p:nvPr/>
          </p:nvSpPr>
          <p:spPr bwMode="auto">
            <a:xfrm>
              <a:off x="4391" y="1548"/>
              <a:ext cx="309"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85038" name="Oval 38">
              <a:extLst>
                <a:ext uri="{FF2B5EF4-FFF2-40B4-BE49-F238E27FC236}">
                  <a16:creationId xmlns:a16="http://schemas.microsoft.com/office/drawing/2014/main" id="{DDE4B670-95C8-4305-A30B-0D17DECE974E}"/>
                </a:ext>
              </a:extLst>
            </p:cNvPr>
            <p:cNvSpPr>
              <a:spLocks noChangeArrowheads="1"/>
            </p:cNvSpPr>
            <p:nvPr/>
          </p:nvSpPr>
          <p:spPr bwMode="auto">
            <a:xfrm>
              <a:off x="4394" y="1492"/>
              <a:ext cx="312"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85039" name="Oval 39">
              <a:extLst>
                <a:ext uri="{FF2B5EF4-FFF2-40B4-BE49-F238E27FC236}">
                  <a16:creationId xmlns:a16="http://schemas.microsoft.com/office/drawing/2014/main" id="{B8146F0C-141A-4703-AAF1-60210FEC091C}"/>
                </a:ext>
              </a:extLst>
            </p:cNvPr>
            <p:cNvSpPr>
              <a:spLocks noChangeArrowheads="1"/>
            </p:cNvSpPr>
            <p:nvPr/>
          </p:nvSpPr>
          <p:spPr bwMode="auto">
            <a:xfrm>
              <a:off x="4401" y="2246"/>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85040" name="Line 40">
              <a:extLst>
                <a:ext uri="{FF2B5EF4-FFF2-40B4-BE49-F238E27FC236}">
                  <a16:creationId xmlns:a16="http://schemas.microsoft.com/office/drawing/2014/main" id="{6732E1DB-8FD2-4741-9872-DFF3AFED1788}"/>
                </a:ext>
              </a:extLst>
            </p:cNvPr>
            <p:cNvSpPr>
              <a:spLocks noChangeShapeType="1"/>
            </p:cNvSpPr>
            <p:nvPr/>
          </p:nvSpPr>
          <p:spPr bwMode="auto">
            <a:xfrm>
              <a:off x="4401" y="2239"/>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5041" name="Line 41">
              <a:extLst>
                <a:ext uri="{FF2B5EF4-FFF2-40B4-BE49-F238E27FC236}">
                  <a16:creationId xmlns:a16="http://schemas.microsoft.com/office/drawing/2014/main" id="{14FC0E66-8154-4BCF-A824-532ECA47F863}"/>
                </a:ext>
              </a:extLst>
            </p:cNvPr>
            <p:cNvSpPr>
              <a:spLocks noChangeShapeType="1"/>
            </p:cNvSpPr>
            <p:nvPr/>
          </p:nvSpPr>
          <p:spPr bwMode="auto">
            <a:xfrm>
              <a:off x="4714" y="2239"/>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5042" name="Rectangle 42">
              <a:extLst>
                <a:ext uri="{FF2B5EF4-FFF2-40B4-BE49-F238E27FC236}">
                  <a16:creationId xmlns:a16="http://schemas.microsoft.com/office/drawing/2014/main" id="{74576068-32E4-4CDA-A69A-FAF6E7B2E535}"/>
                </a:ext>
              </a:extLst>
            </p:cNvPr>
            <p:cNvSpPr>
              <a:spLocks noChangeArrowheads="1"/>
            </p:cNvSpPr>
            <p:nvPr/>
          </p:nvSpPr>
          <p:spPr bwMode="auto">
            <a:xfrm>
              <a:off x="4401" y="2239"/>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85043" name="Oval 43">
              <a:extLst>
                <a:ext uri="{FF2B5EF4-FFF2-40B4-BE49-F238E27FC236}">
                  <a16:creationId xmlns:a16="http://schemas.microsoft.com/office/drawing/2014/main" id="{2505C6C7-1CFD-4646-ABDB-752F1CF0C9AF}"/>
                </a:ext>
              </a:extLst>
            </p:cNvPr>
            <p:cNvSpPr>
              <a:spLocks noChangeArrowheads="1"/>
            </p:cNvSpPr>
            <p:nvPr/>
          </p:nvSpPr>
          <p:spPr bwMode="auto">
            <a:xfrm>
              <a:off x="4398" y="2180"/>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85044" name="Oval 44">
              <a:extLst>
                <a:ext uri="{FF2B5EF4-FFF2-40B4-BE49-F238E27FC236}">
                  <a16:creationId xmlns:a16="http://schemas.microsoft.com/office/drawing/2014/main" id="{6554A02D-5190-4E58-99D8-276ACF58F664}"/>
                </a:ext>
              </a:extLst>
            </p:cNvPr>
            <p:cNvSpPr>
              <a:spLocks noChangeArrowheads="1"/>
            </p:cNvSpPr>
            <p:nvPr/>
          </p:nvSpPr>
          <p:spPr bwMode="auto">
            <a:xfrm>
              <a:off x="4966" y="1905"/>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85045" name="Line 45">
              <a:extLst>
                <a:ext uri="{FF2B5EF4-FFF2-40B4-BE49-F238E27FC236}">
                  <a16:creationId xmlns:a16="http://schemas.microsoft.com/office/drawing/2014/main" id="{DAC2EACB-7E5C-4744-A6B5-CCBB73A37E0A}"/>
                </a:ext>
              </a:extLst>
            </p:cNvPr>
            <p:cNvSpPr>
              <a:spLocks noChangeShapeType="1"/>
            </p:cNvSpPr>
            <p:nvPr/>
          </p:nvSpPr>
          <p:spPr bwMode="auto">
            <a:xfrm>
              <a:off x="4966" y="1898"/>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5046" name="Line 46">
              <a:extLst>
                <a:ext uri="{FF2B5EF4-FFF2-40B4-BE49-F238E27FC236}">
                  <a16:creationId xmlns:a16="http://schemas.microsoft.com/office/drawing/2014/main" id="{B3A8D4D3-77E8-4EFA-B6E4-4E04AADDA0B8}"/>
                </a:ext>
              </a:extLst>
            </p:cNvPr>
            <p:cNvSpPr>
              <a:spLocks noChangeShapeType="1"/>
            </p:cNvSpPr>
            <p:nvPr/>
          </p:nvSpPr>
          <p:spPr bwMode="auto">
            <a:xfrm>
              <a:off x="5279" y="1898"/>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5047" name="Rectangle 47">
              <a:extLst>
                <a:ext uri="{FF2B5EF4-FFF2-40B4-BE49-F238E27FC236}">
                  <a16:creationId xmlns:a16="http://schemas.microsoft.com/office/drawing/2014/main" id="{79FE8A1F-7953-4594-A771-31D844A0AC33}"/>
                </a:ext>
              </a:extLst>
            </p:cNvPr>
            <p:cNvSpPr>
              <a:spLocks noChangeArrowheads="1"/>
            </p:cNvSpPr>
            <p:nvPr/>
          </p:nvSpPr>
          <p:spPr bwMode="auto">
            <a:xfrm>
              <a:off x="4966" y="1898"/>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85048" name="Oval 48">
              <a:extLst>
                <a:ext uri="{FF2B5EF4-FFF2-40B4-BE49-F238E27FC236}">
                  <a16:creationId xmlns:a16="http://schemas.microsoft.com/office/drawing/2014/main" id="{9CFE36F7-9B72-4E11-BBB2-430CF3859182}"/>
                </a:ext>
              </a:extLst>
            </p:cNvPr>
            <p:cNvSpPr>
              <a:spLocks noChangeArrowheads="1"/>
            </p:cNvSpPr>
            <p:nvPr/>
          </p:nvSpPr>
          <p:spPr bwMode="auto">
            <a:xfrm>
              <a:off x="4963" y="1839"/>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85049" name="Freeform 49">
              <a:extLst>
                <a:ext uri="{FF2B5EF4-FFF2-40B4-BE49-F238E27FC236}">
                  <a16:creationId xmlns:a16="http://schemas.microsoft.com/office/drawing/2014/main" id="{AE8F0DF5-7BE1-48E6-B3A3-B3CC421A3B28}"/>
                </a:ext>
              </a:extLst>
            </p:cNvPr>
            <p:cNvSpPr>
              <a:spLocks/>
            </p:cNvSpPr>
            <p:nvPr/>
          </p:nvSpPr>
          <p:spPr bwMode="auto">
            <a:xfrm>
              <a:off x="4557" y="1647"/>
              <a:ext cx="1" cy="522"/>
            </a:xfrm>
            <a:custGeom>
              <a:avLst/>
              <a:gdLst>
                <a:gd name="T0" fmla="*/ 0 w 1"/>
                <a:gd name="T1" fmla="*/ 0 h 522"/>
                <a:gd name="T2" fmla="*/ 0 w 1"/>
                <a:gd name="T3" fmla="*/ 522 h 522"/>
                <a:gd name="T4" fmla="*/ 0 60000 65536"/>
                <a:gd name="T5" fmla="*/ 0 60000 65536"/>
                <a:gd name="T6" fmla="*/ 0 w 1"/>
                <a:gd name="T7" fmla="*/ 0 h 522"/>
                <a:gd name="T8" fmla="*/ 1 w 1"/>
                <a:gd name="T9" fmla="*/ 522 h 522"/>
              </a:gdLst>
              <a:ahLst/>
              <a:cxnLst>
                <a:cxn ang="T4">
                  <a:pos x="T0" y="T1"/>
                </a:cxn>
                <a:cxn ang="T5">
                  <a:pos x="T2" y="T3"/>
                </a:cxn>
              </a:cxnLst>
              <a:rect l="T6" t="T7" r="T8" b="T9"/>
              <a:pathLst>
                <a:path w="1" h="522">
                  <a:moveTo>
                    <a:pt x="0" y="0"/>
                  </a:moveTo>
                  <a:lnTo>
                    <a:pt x="0" y="522"/>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85050" name="Freeform 50">
              <a:extLst>
                <a:ext uri="{FF2B5EF4-FFF2-40B4-BE49-F238E27FC236}">
                  <a16:creationId xmlns:a16="http://schemas.microsoft.com/office/drawing/2014/main" id="{83CAC175-E854-489E-BBE6-2E457FC639B0}"/>
                </a:ext>
              </a:extLst>
            </p:cNvPr>
            <p:cNvSpPr>
              <a:spLocks/>
            </p:cNvSpPr>
            <p:nvPr/>
          </p:nvSpPr>
          <p:spPr bwMode="auto">
            <a:xfrm>
              <a:off x="3864" y="1653"/>
              <a:ext cx="1" cy="537"/>
            </a:xfrm>
            <a:custGeom>
              <a:avLst/>
              <a:gdLst>
                <a:gd name="T0" fmla="*/ 0 w 1"/>
                <a:gd name="T1" fmla="*/ 0 h 537"/>
                <a:gd name="T2" fmla="*/ 0 w 1"/>
                <a:gd name="T3" fmla="*/ 537 h 537"/>
                <a:gd name="T4" fmla="*/ 0 60000 65536"/>
                <a:gd name="T5" fmla="*/ 0 60000 65536"/>
                <a:gd name="T6" fmla="*/ 0 w 1"/>
                <a:gd name="T7" fmla="*/ 0 h 537"/>
                <a:gd name="T8" fmla="*/ 1 w 1"/>
                <a:gd name="T9" fmla="*/ 537 h 537"/>
              </a:gdLst>
              <a:ahLst/>
              <a:cxnLst>
                <a:cxn ang="T4">
                  <a:pos x="T0" y="T1"/>
                </a:cxn>
                <a:cxn ang="T5">
                  <a:pos x="T2" y="T3"/>
                </a:cxn>
              </a:cxnLst>
              <a:rect l="T6" t="T7" r="T8" b="T9"/>
              <a:pathLst>
                <a:path w="1" h="537">
                  <a:moveTo>
                    <a:pt x="0" y="0"/>
                  </a:moveTo>
                  <a:lnTo>
                    <a:pt x="0" y="537"/>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85051" name="Freeform 51">
              <a:extLst>
                <a:ext uri="{FF2B5EF4-FFF2-40B4-BE49-F238E27FC236}">
                  <a16:creationId xmlns:a16="http://schemas.microsoft.com/office/drawing/2014/main" id="{BD60DF91-6D7A-4E20-BE9F-9719B3B00E3C}"/>
                </a:ext>
              </a:extLst>
            </p:cNvPr>
            <p:cNvSpPr>
              <a:spLocks/>
            </p:cNvSpPr>
            <p:nvPr/>
          </p:nvSpPr>
          <p:spPr bwMode="auto">
            <a:xfrm>
              <a:off x="4029" y="1638"/>
              <a:ext cx="504" cy="600"/>
            </a:xfrm>
            <a:custGeom>
              <a:avLst/>
              <a:gdLst>
                <a:gd name="T0" fmla="*/ 0 w 378"/>
                <a:gd name="T1" fmla="*/ 2147483647 h 174"/>
                <a:gd name="T2" fmla="*/ 211931 w 378"/>
                <a:gd name="T3" fmla="*/ 0 h 174"/>
                <a:gd name="T4" fmla="*/ 0 60000 65536"/>
                <a:gd name="T5" fmla="*/ 0 60000 65536"/>
                <a:gd name="T6" fmla="*/ 0 w 378"/>
                <a:gd name="T7" fmla="*/ 0 h 174"/>
                <a:gd name="T8" fmla="*/ 378 w 378"/>
                <a:gd name="T9" fmla="*/ 174 h 174"/>
              </a:gdLst>
              <a:ahLst/>
              <a:cxnLst>
                <a:cxn ang="T4">
                  <a:pos x="T0" y="T1"/>
                </a:cxn>
                <a:cxn ang="T5">
                  <a:pos x="T2" y="T3"/>
                </a:cxn>
              </a:cxnLst>
              <a:rect l="T6" t="T7" r="T8" b="T9"/>
              <a:pathLst>
                <a:path w="378" h="174">
                  <a:moveTo>
                    <a:pt x="0" y="174"/>
                  </a:moveTo>
                  <a:lnTo>
                    <a:pt x="378"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85052" name="Freeform 52">
              <a:extLst>
                <a:ext uri="{FF2B5EF4-FFF2-40B4-BE49-F238E27FC236}">
                  <a16:creationId xmlns:a16="http://schemas.microsoft.com/office/drawing/2014/main" id="{BC916096-E61B-4ECC-842D-0DDAE8B196CC}"/>
                </a:ext>
              </a:extLst>
            </p:cNvPr>
            <p:cNvSpPr>
              <a:spLocks/>
            </p:cNvSpPr>
            <p:nvPr/>
          </p:nvSpPr>
          <p:spPr bwMode="auto">
            <a:xfrm>
              <a:off x="4716" y="1986"/>
              <a:ext cx="366" cy="270"/>
            </a:xfrm>
            <a:custGeom>
              <a:avLst/>
              <a:gdLst>
                <a:gd name="T0" fmla="*/ 0 w 366"/>
                <a:gd name="T1" fmla="*/ 270 h 270"/>
                <a:gd name="T2" fmla="*/ 366 w 366"/>
                <a:gd name="T3" fmla="*/ 0 h 270"/>
                <a:gd name="T4" fmla="*/ 0 60000 65536"/>
                <a:gd name="T5" fmla="*/ 0 60000 65536"/>
                <a:gd name="T6" fmla="*/ 0 w 366"/>
                <a:gd name="T7" fmla="*/ 0 h 270"/>
                <a:gd name="T8" fmla="*/ 366 w 366"/>
                <a:gd name="T9" fmla="*/ 270 h 270"/>
              </a:gdLst>
              <a:ahLst/>
              <a:cxnLst>
                <a:cxn ang="T4">
                  <a:pos x="T0" y="T1"/>
                </a:cxn>
                <a:cxn ang="T5">
                  <a:pos x="T2" y="T3"/>
                </a:cxn>
              </a:cxnLst>
              <a:rect l="T6" t="T7" r="T8" b="T9"/>
              <a:pathLst>
                <a:path w="366" h="270">
                  <a:moveTo>
                    <a:pt x="0" y="270"/>
                  </a:moveTo>
                  <a:lnTo>
                    <a:pt x="366"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85053" name="Freeform 53">
              <a:extLst>
                <a:ext uri="{FF2B5EF4-FFF2-40B4-BE49-F238E27FC236}">
                  <a16:creationId xmlns:a16="http://schemas.microsoft.com/office/drawing/2014/main" id="{6A023E49-B711-4369-9F05-E775F3BF6BCC}"/>
                </a:ext>
              </a:extLst>
            </p:cNvPr>
            <p:cNvSpPr>
              <a:spLocks/>
            </p:cNvSpPr>
            <p:nvPr/>
          </p:nvSpPr>
          <p:spPr bwMode="auto">
            <a:xfrm>
              <a:off x="4035" y="2268"/>
              <a:ext cx="366" cy="1"/>
            </a:xfrm>
            <a:custGeom>
              <a:avLst/>
              <a:gdLst>
                <a:gd name="T0" fmla="*/ 366 w 366"/>
                <a:gd name="T1" fmla="*/ 0 h 1"/>
                <a:gd name="T2" fmla="*/ 0 w 366"/>
                <a:gd name="T3" fmla="*/ 0 h 1"/>
                <a:gd name="T4" fmla="*/ 0 60000 65536"/>
                <a:gd name="T5" fmla="*/ 0 60000 65536"/>
                <a:gd name="T6" fmla="*/ 0 w 366"/>
                <a:gd name="T7" fmla="*/ 0 h 1"/>
                <a:gd name="T8" fmla="*/ 366 w 366"/>
                <a:gd name="T9" fmla="*/ 1 h 1"/>
              </a:gdLst>
              <a:ahLst/>
              <a:cxnLst>
                <a:cxn ang="T4">
                  <a:pos x="T0" y="T1"/>
                </a:cxn>
                <a:cxn ang="T5">
                  <a:pos x="T2" y="T3"/>
                </a:cxn>
              </a:cxnLst>
              <a:rect l="T6" t="T7" r="T8" b="T9"/>
              <a:pathLst>
                <a:path w="366" h="1">
                  <a:moveTo>
                    <a:pt x="366" y="0"/>
                  </a:moveTo>
                  <a:lnTo>
                    <a:pt x="0"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85054" name="Freeform 54">
              <a:extLst>
                <a:ext uri="{FF2B5EF4-FFF2-40B4-BE49-F238E27FC236}">
                  <a16:creationId xmlns:a16="http://schemas.microsoft.com/office/drawing/2014/main" id="{C37D7F18-595E-4174-9904-C575771399ED}"/>
                </a:ext>
              </a:extLst>
            </p:cNvPr>
            <p:cNvSpPr>
              <a:spLocks/>
            </p:cNvSpPr>
            <p:nvPr/>
          </p:nvSpPr>
          <p:spPr bwMode="auto">
            <a:xfrm>
              <a:off x="3444" y="1944"/>
              <a:ext cx="276" cy="264"/>
            </a:xfrm>
            <a:custGeom>
              <a:avLst/>
              <a:gdLst>
                <a:gd name="T0" fmla="*/ 276 w 276"/>
                <a:gd name="T1" fmla="*/ 264 h 264"/>
                <a:gd name="T2" fmla="*/ 0 w 276"/>
                <a:gd name="T3" fmla="*/ 0 h 264"/>
                <a:gd name="T4" fmla="*/ 0 60000 65536"/>
                <a:gd name="T5" fmla="*/ 0 60000 65536"/>
                <a:gd name="T6" fmla="*/ 0 w 276"/>
                <a:gd name="T7" fmla="*/ 0 h 264"/>
                <a:gd name="T8" fmla="*/ 276 w 276"/>
                <a:gd name="T9" fmla="*/ 264 h 264"/>
              </a:gdLst>
              <a:ahLst/>
              <a:cxnLst>
                <a:cxn ang="T4">
                  <a:pos x="T0" y="T1"/>
                </a:cxn>
                <a:cxn ang="T5">
                  <a:pos x="T2" y="T3"/>
                </a:cxn>
              </a:cxnLst>
              <a:rect l="T6" t="T7" r="T8" b="T9"/>
              <a:pathLst>
                <a:path w="276" h="264">
                  <a:moveTo>
                    <a:pt x="276" y="264"/>
                  </a:moveTo>
                  <a:lnTo>
                    <a:pt x="0"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85055" name="Freeform 55">
              <a:extLst>
                <a:ext uri="{FF2B5EF4-FFF2-40B4-BE49-F238E27FC236}">
                  <a16:creationId xmlns:a16="http://schemas.microsoft.com/office/drawing/2014/main" id="{55F582F0-5A66-41E0-9DB9-76E2768FC85F}"/>
                </a:ext>
              </a:extLst>
            </p:cNvPr>
            <p:cNvSpPr>
              <a:spLocks/>
            </p:cNvSpPr>
            <p:nvPr/>
          </p:nvSpPr>
          <p:spPr bwMode="auto">
            <a:xfrm>
              <a:off x="4029" y="1578"/>
              <a:ext cx="366" cy="1"/>
            </a:xfrm>
            <a:custGeom>
              <a:avLst/>
              <a:gdLst>
                <a:gd name="T0" fmla="*/ 366 w 366"/>
                <a:gd name="T1" fmla="*/ 0 h 1"/>
                <a:gd name="T2" fmla="*/ 0 w 366"/>
                <a:gd name="T3" fmla="*/ 0 h 1"/>
                <a:gd name="T4" fmla="*/ 0 60000 65536"/>
                <a:gd name="T5" fmla="*/ 0 60000 65536"/>
                <a:gd name="T6" fmla="*/ 0 w 366"/>
                <a:gd name="T7" fmla="*/ 0 h 1"/>
                <a:gd name="T8" fmla="*/ 366 w 366"/>
                <a:gd name="T9" fmla="*/ 1 h 1"/>
              </a:gdLst>
              <a:ahLst/>
              <a:cxnLst>
                <a:cxn ang="T4">
                  <a:pos x="T0" y="T1"/>
                </a:cxn>
                <a:cxn ang="T5">
                  <a:pos x="T2" y="T3"/>
                </a:cxn>
              </a:cxnLst>
              <a:rect l="T6" t="T7" r="T8" b="T9"/>
              <a:pathLst>
                <a:path w="366" h="1">
                  <a:moveTo>
                    <a:pt x="366" y="0"/>
                  </a:moveTo>
                  <a:lnTo>
                    <a:pt x="0"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85056" name="Freeform 56">
              <a:extLst>
                <a:ext uri="{FF2B5EF4-FFF2-40B4-BE49-F238E27FC236}">
                  <a16:creationId xmlns:a16="http://schemas.microsoft.com/office/drawing/2014/main" id="{711ED1FF-49F5-42A1-BFE9-61F465F5B717}"/>
                </a:ext>
              </a:extLst>
            </p:cNvPr>
            <p:cNvSpPr>
              <a:spLocks/>
            </p:cNvSpPr>
            <p:nvPr/>
          </p:nvSpPr>
          <p:spPr bwMode="auto">
            <a:xfrm>
              <a:off x="4704" y="1575"/>
              <a:ext cx="396" cy="267"/>
            </a:xfrm>
            <a:custGeom>
              <a:avLst/>
              <a:gdLst>
                <a:gd name="T0" fmla="*/ 396 w 396"/>
                <a:gd name="T1" fmla="*/ 267 h 267"/>
                <a:gd name="T2" fmla="*/ 0 w 396"/>
                <a:gd name="T3" fmla="*/ 0 h 267"/>
                <a:gd name="T4" fmla="*/ 0 60000 65536"/>
                <a:gd name="T5" fmla="*/ 0 60000 65536"/>
                <a:gd name="T6" fmla="*/ 0 w 396"/>
                <a:gd name="T7" fmla="*/ 0 h 267"/>
                <a:gd name="T8" fmla="*/ 396 w 396"/>
                <a:gd name="T9" fmla="*/ 267 h 267"/>
              </a:gdLst>
              <a:ahLst/>
              <a:cxnLst>
                <a:cxn ang="T4">
                  <a:pos x="T0" y="T1"/>
                </a:cxn>
                <a:cxn ang="T5">
                  <a:pos x="T2" y="T3"/>
                </a:cxn>
              </a:cxnLst>
              <a:rect l="T6" t="T7" r="T8" b="T9"/>
              <a:pathLst>
                <a:path w="396" h="267">
                  <a:moveTo>
                    <a:pt x="396" y="267"/>
                  </a:moveTo>
                  <a:lnTo>
                    <a:pt x="0"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85057" name="Freeform 57">
              <a:extLst>
                <a:ext uri="{FF2B5EF4-FFF2-40B4-BE49-F238E27FC236}">
                  <a16:creationId xmlns:a16="http://schemas.microsoft.com/office/drawing/2014/main" id="{ED51993C-9EC3-4B05-84F6-8D63039C6607}"/>
                </a:ext>
              </a:extLst>
            </p:cNvPr>
            <p:cNvSpPr>
              <a:spLocks/>
            </p:cNvSpPr>
            <p:nvPr/>
          </p:nvSpPr>
          <p:spPr bwMode="auto">
            <a:xfrm>
              <a:off x="3387" y="1146"/>
              <a:ext cx="1110" cy="645"/>
            </a:xfrm>
            <a:custGeom>
              <a:avLst/>
              <a:gdLst>
                <a:gd name="T0" fmla="*/ 1110 w 1110"/>
                <a:gd name="T1" fmla="*/ 342 h 645"/>
                <a:gd name="T2" fmla="*/ 0 w 1110"/>
                <a:gd name="T3" fmla="*/ 645 h 645"/>
                <a:gd name="T4" fmla="*/ 0 60000 65536"/>
                <a:gd name="T5" fmla="*/ 0 60000 65536"/>
                <a:gd name="T6" fmla="*/ 0 w 1110"/>
                <a:gd name="T7" fmla="*/ 0 h 645"/>
                <a:gd name="T8" fmla="*/ 1110 w 1110"/>
                <a:gd name="T9" fmla="*/ 645 h 645"/>
              </a:gdLst>
              <a:ahLst/>
              <a:cxnLst>
                <a:cxn ang="T4">
                  <a:pos x="T0" y="T1"/>
                </a:cxn>
                <a:cxn ang="T5">
                  <a:pos x="T2" y="T3"/>
                </a:cxn>
              </a:cxnLst>
              <a:rect l="T6" t="T7" r="T8" b="T9"/>
              <a:pathLst>
                <a:path w="1110" h="645">
                  <a:moveTo>
                    <a:pt x="1110" y="342"/>
                  </a:moveTo>
                  <a:cubicBezTo>
                    <a:pt x="1104" y="0"/>
                    <a:pt x="21" y="63"/>
                    <a:pt x="0" y="645"/>
                  </a:cubicBez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nvGrpSpPr>
            <p:cNvPr id="85058" name="Group 58">
              <a:extLst>
                <a:ext uri="{FF2B5EF4-FFF2-40B4-BE49-F238E27FC236}">
                  <a16:creationId xmlns:a16="http://schemas.microsoft.com/office/drawing/2014/main" id="{1D3E8F3E-8491-4376-BD9F-9D6D676C957C}"/>
                </a:ext>
              </a:extLst>
            </p:cNvPr>
            <p:cNvGrpSpPr>
              <a:grpSpLocks/>
            </p:cNvGrpSpPr>
            <p:nvPr/>
          </p:nvGrpSpPr>
          <p:grpSpPr bwMode="auto">
            <a:xfrm>
              <a:off x="3287" y="1744"/>
              <a:ext cx="205" cy="250"/>
              <a:chOff x="2954" y="2425"/>
              <a:chExt cx="208" cy="250"/>
            </a:xfrm>
          </p:grpSpPr>
          <p:sp>
            <p:nvSpPr>
              <p:cNvPr id="85084" name="Rectangle 59">
                <a:extLst>
                  <a:ext uri="{FF2B5EF4-FFF2-40B4-BE49-F238E27FC236}">
                    <a16:creationId xmlns:a16="http://schemas.microsoft.com/office/drawing/2014/main" id="{852CF1CA-E449-415B-B4D2-2CF5A9B90D6C}"/>
                  </a:ext>
                </a:extLst>
              </p:cNvPr>
              <p:cNvSpPr>
                <a:spLocks noChangeArrowheads="1"/>
              </p:cNvSpPr>
              <p:nvPr/>
            </p:nvSpPr>
            <p:spPr bwMode="auto">
              <a:xfrm>
                <a:off x="2982" y="2490"/>
                <a:ext cx="144"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85085" name="Text Box 60">
                <a:extLst>
                  <a:ext uri="{FF2B5EF4-FFF2-40B4-BE49-F238E27FC236}">
                    <a16:creationId xmlns:a16="http://schemas.microsoft.com/office/drawing/2014/main" id="{7DA2DC4D-E124-4EA9-B2F1-7F9F32DCA151}"/>
                  </a:ext>
                </a:extLst>
              </p:cNvPr>
              <p:cNvSpPr txBox="1">
                <a:spLocks noChangeArrowheads="1"/>
              </p:cNvSpPr>
              <p:nvPr/>
            </p:nvSpPr>
            <p:spPr bwMode="auto">
              <a:xfrm>
                <a:off x="2954" y="2425"/>
                <a:ext cx="20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u</a:t>
                </a:r>
                <a:endParaRPr lang="en-US" altLang="en-US" sz="2400"/>
              </a:p>
            </p:txBody>
          </p:sp>
        </p:grpSp>
        <p:grpSp>
          <p:nvGrpSpPr>
            <p:cNvPr id="85059" name="Group 61">
              <a:extLst>
                <a:ext uri="{FF2B5EF4-FFF2-40B4-BE49-F238E27FC236}">
                  <a16:creationId xmlns:a16="http://schemas.microsoft.com/office/drawing/2014/main" id="{4F9D4522-82AE-481F-A340-EF73BD0A41A3}"/>
                </a:ext>
              </a:extLst>
            </p:cNvPr>
            <p:cNvGrpSpPr>
              <a:grpSpLocks/>
            </p:cNvGrpSpPr>
            <p:nvPr/>
          </p:nvGrpSpPr>
          <p:grpSpPr bwMode="auto">
            <a:xfrm>
              <a:off x="4461" y="2128"/>
              <a:ext cx="196" cy="250"/>
              <a:chOff x="2958" y="2425"/>
              <a:chExt cx="199" cy="250"/>
            </a:xfrm>
          </p:grpSpPr>
          <p:sp>
            <p:nvSpPr>
              <p:cNvPr id="85082" name="Rectangle 62">
                <a:extLst>
                  <a:ext uri="{FF2B5EF4-FFF2-40B4-BE49-F238E27FC236}">
                    <a16:creationId xmlns:a16="http://schemas.microsoft.com/office/drawing/2014/main" id="{1272C4B7-A490-4732-8AB9-BEA28895DE9B}"/>
                  </a:ext>
                </a:extLst>
              </p:cNvPr>
              <p:cNvSpPr>
                <a:spLocks noChangeArrowheads="1"/>
              </p:cNvSpPr>
              <p:nvPr/>
            </p:nvSpPr>
            <p:spPr bwMode="auto">
              <a:xfrm>
                <a:off x="2982" y="2490"/>
                <a:ext cx="142"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85083" name="Text Box 63">
                <a:extLst>
                  <a:ext uri="{FF2B5EF4-FFF2-40B4-BE49-F238E27FC236}">
                    <a16:creationId xmlns:a16="http://schemas.microsoft.com/office/drawing/2014/main" id="{1E87FE12-FA07-4EB9-895B-9BA5BD0B5AB1}"/>
                  </a:ext>
                </a:extLst>
              </p:cNvPr>
              <p:cNvSpPr txBox="1">
                <a:spLocks noChangeArrowheads="1"/>
              </p:cNvSpPr>
              <p:nvPr/>
            </p:nvSpPr>
            <p:spPr bwMode="auto">
              <a:xfrm>
                <a:off x="2958" y="2425"/>
                <a:ext cx="19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y</a:t>
                </a:r>
                <a:endParaRPr lang="en-US" altLang="en-US" sz="2400"/>
              </a:p>
            </p:txBody>
          </p:sp>
        </p:grpSp>
        <p:grpSp>
          <p:nvGrpSpPr>
            <p:cNvPr id="85060" name="Group 64">
              <a:extLst>
                <a:ext uri="{FF2B5EF4-FFF2-40B4-BE49-F238E27FC236}">
                  <a16:creationId xmlns:a16="http://schemas.microsoft.com/office/drawing/2014/main" id="{264450E6-068C-40B4-A7B2-EFA2BD82AC04}"/>
                </a:ext>
              </a:extLst>
            </p:cNvPr>
            <p:cNvGrpSpPr>
              <a:grpSpLocks/>
            </p:cNvGrpSpPr>
            <p:nvPr/>
          </p:nvGrpSpPr>
          <p:grpSpPr bwMode="auto">
            <a:xfrm>
              <a:off x="3772" y="2095"/>
              <a:ext cx="212" cy="288"/>
              <a:chOff x="2951" y="2395"/>
              <a:chExt cx="213" cy="288"/>
            </a:xfrm>
          </p:grpSpPr>
          <p:sp>
            <p:nvSpPr>
              <p:cNvPr id="85080" name="Rectangle 65">
                <a:extLst>
                  <a:ext uri="{FF2B5EF4-FFF2-40B4-BE49-F238E27FC236}">
                    <a16:creationId xmlns:a16="http://schemas.microsoft.com/office/drawing/2014/main" id="{B9B71C6B-FE8E-40BD-8F6B-79A6030AAA49}"/>
                  </a:ext>
                </a:extLst>
              </p:cNvPr>
              <p:cNvSpPr>
                <a:spLocks noChangeArrowheads="1"/>
              </p:cNvSpPr>
              <p:nvPr/>
            </p:nvSpPr>
            <p:spPr bwMode="auto">
              <a:xfrm>
                <a:off x="2982" y="2490"/>
                <a:ext cx="144"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85081" name="Text Box 66">
                <a:extLst>
                  <a:ext uri="{FF2B5EF4-FFF2-40B4-BE49-F238E27FC236}">
                    <a16:creationId xmlns:a16="http://schemas.microsoft.com/office/drawing/2014/main" id="{2C1B42D9-1C60-4D91-80AB-AEAD49AE42F0}"/>
                  </a:ext>
                </a:extLst>
              </p:cNvPr>
              <p:cNvSpPr txBox="1">
                <a:spLocks noChangeArrowheads="1"/>
              </p:cNvSpPr>
              <p:nvPr/>
            </p:nvSpPr>
            <p:spPr bwMode="auto">
              <a:xfrm>
                <a:off x="2951" y="2395"/>
                <a:ext cx="21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400"/>
                  <a:t>x</a:t>
                </a:r>
              </a:p>
            </p:txBody>
          </p:sp>
        </p:grpSp>
        <p:grpSp>
          <p:nvGrpSpPr>
            <p:cNvPr id="85061" name="Group 67">
              <a:extLst>
                <a:ext uri="{FF2B5EF4-FFF2-40B4-BE49-F238E27FC236}">
                  <a16:creationId xmlns:a16="http://schemas.microsoft.com/office/drawing/2014/main" id="{A33F9511-8EB7-41DF-B65B-6ABBA2F664B5}"/>
                </a:ext>
              </a:extLst>
            </p:cNvPr>
            <p:cNvGrpSpPr>
              <a:grpSpLocks/>
            </p:cNvGrpSpPr>
            <p:nvPr/>
          </p:nvGrpSpPr>
          <p:grpSpPr bwMode="auto">
            <a:xfrm>
              <a:off x="4438" y="1438"/>
              <a:ext cx="232" cy="250"/>
              <a:chOff x="2941" y="2425"/>
              <a:chExt cx="235" cy="250"/>
            </a:xfrm>
          </p:grpSpPr>
          <p:sp>
            <p:nvSpPr>
              <p:cNvPr id="85078" name="Rectangle 68">
                <a:extLst>
                  <a:ext uri="{FF2B5EF4-FFF2-40B4-BE49-F238E27FC236}">
                    <a16:creationId xmlns:a16="http://schemas.microsoft.com/office/drawing/2014/main" id="{15DFE2CB-B02E-4636-AE2E-E774E75BC4F7}"/>
                  </a:ext>
                </a:extLst>
              </p:cNvPr>
              <p:cNvSpPr>
                <a:spLocks noChangeArrowheads="1"/>
              </p:cNvSpPr>
              <p:nvPr/>
            </p:nvSpPr>
            <p:spPr bwMode="auto">
              <a:xfrm>
                <a:off x="2982" y="2490"/>
                <a:ext cx="146"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85079" name="Text Box 69">
                <a:extLst>
                  <a:ext uri="{FF2B5EF4-FFF2-40B4-BE49-F238E27FC236}">
                    <a16:creationId xmlns:a16="http://schemas.microsoft.com/office/drawing/2014/main" id="{5AB62F77-70AB-42AC-A565-608D5D32A983}"/>
                  </a:ext>
                </a:extLst>
              </p:cNvPr>
              <p:cNvSpPr txBox="1">
                <a:spLocks noChangeArrowheads="1"/>
              </p:cNvSpPr>
              <p:nvPr/>
            </p:nvSpPr>
            <p:spPr bwMode="auto">
              <a:xfrm>
                <a:off x="2941" y="2425"/>
                <a:ext cx="23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w</a:t>
                </a:r>
                <a:endParaRPr lang="en-US" altLang="en-US" sz="2400"/>
              </a:p>
            </p:txBody>
          </p:sp>
        </p:grpSp>
        <p:grpSp>
          <p:nvGrpSpPr>
            <p:cNvPr id="85062" name="Group 70">
              <a:extLst>
                <a:ext uri="{FF2B5EF4-FFF2-40B4-BE49-F238E27FC236}">
                  <a16:creationId xmlns:a16="http://schemas.microsoft.com/office/drawing/2014/main" id="{D9FB8A03-0DC4-4BBC-99FF-E5408C86E5BF}"/>
                </a:ext>
              </a:extLst>
            </p:cNvPr>
            <p:cNvGrpSpPr>
              <a:grpSpLocks/>
            </p:cNvGrpSpPr>
            <p:nvPr/>
          </p:nvGrpSpPr>
          <p:grpSpPr bwMode="auto">
            <a:xfrm>
              <a:off x="3771" y="1438"/>
              <a:ext cx="196" cy="250"/>
              <a:chOff x="2958" y="2425"/>
              <a:chExt cx="199" cy="250"/>
            </a:xfrm>
          </p:grpSpPr>
          <p:sp>
            <p:nvSpPr>
              <p:cNvPr id="85076" name="Rectangle 71">
                <a:extLst>
                  <a:ext uri="{FF2B5EF4-FFF2-40B4-BE49-F238E27FC236}">
                    <a16:creationId xmlns:a16="http://schemas.microsoft.com/office/drawing/2014/main" id="{D315AEFC-D25D-4060-950D-1A885720A4C2}"/>
                  </a:ext>
                </a:extLst>
              </p:cNvPr>
              <p:cNvSpPr>
                <a:spLocks noChangeArrowheads="1"/>
              </p:cNvSpPr>
              <p:nvPr/>
            </p:nvSpPr>
            <p:spPr bwMode="auto">
              <a:xfrm>
                <a:off x="2982" y="2490"/>
                <a:ext cx="142"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85077" name="Text Box 72">
                <a:extLst>
                  <a:ext uri="{FF2B5EF4-FFF2-40B4-BE49-F238E27FC236}">
                    <a16:creationId xmlns:a16="http://schemas.microsoft.com/office/drawing/2014/main" id="{C0A2F4BA-384C-4F6C-9E62-E686A3F5591B}"/>
                  </a:ext>
                </a:extLst>
              </p:cNvPr>
              <p:cNvSpPr txBox="1">
                <a:spLocks noChangeArrowheads="1"/>
              </p:cNvSpPr>
              <p:nvPr/>
            </p:nvSpPr>
            <p:spPr bwMode="auto">
              <a:xfrm>
                <a:off x="2958" y="2425"/>
                <a:ext cx="19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v</a:t>
                </a:r>
                <a:endParaRPr lang="en-US" altLang="en-US" sz="2400"/>
              </a:p>
            </p:txBody>
          </p:sp>
        </p:grpSp>
        <p:grpSp>
          <p:nvGrpSpPr>
            <p:cNvPr id="85063" name="Group 73">
              <a:extLst>
                <a:ext uri="{FF2B5EF4-FFF2-40B4-BE49-F238E27FC236}">
                  <a16:creationId xmlns:a16="http://schemas.microsoft.com/office/drawing/2014/main" id="{C05029DF-9E1A-4332-BF94-57E1A931F4D8}"/>
                </a:ext>
              </a:extLst>
            </p:cNvPr>
            <p:cNvGrpSpPr>
              <a:grpSpLocks/>
            </p:cNvGrpSpPr>
            <p:nvPr/>
          </p:nvGrpSpPr>
          <p:grpSpPr bwMode="auto">
            <a:xfrm>
              <a:off x="5025" y="1756"/>
              <a:ext cx="212" cy="288"/>
              <a:chOff x="2949" y="2395"/>
              <a:chExt cx="214" cy="288"/>
            </a:xfrm>
          </p:grpSpPr>
          <p:sp>
            <p:nvSpPr>
              <p:cNvPr id="85074" name="Rectangle 74">
                <a:extLst>
                  <a:ext uri="{FF2B5EF4-FFF2-40B4-BE49-F238E27FC236}">
                    <a16:creationId xmlns:a16="http://schemas.microsoft.com/office/drawing/2014/main" id="{B5DBF586-0AD6-4F8F-8B48-C7E7025086F3}"/>
                  </a:ext>
                </a:extLst>
              </p:cNvPr>
              <p:cNvSpPr>
                <a:spLocks noChangeArrowheads="1"/>
              </p:cNvSpPr>
              <p:nvPr/>
            </p:nvSpPr>
            <p:spPr bwMode="auto">
              <a:xfrm>
                <a:off x="2982" y="2490"/>
                <a:ext cx="142"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85075" name="Text Box 75">
                <a:extLst>
                  <a:ext uri="{FF2B5EF4-FFF2-40B4-BE49-F238E27FC236}">
                    <a16:creationId xmlns:a16="http://schemas.microsoft.com/office/drawing/2014/main" id="{FEBE1014-7AEB-49C9-A7DD-F2BF3B00A784}"/>
                  </a:ext>
                </a:extLst>
              </p:cNvPr>
              <p:cNvSpPr txBox="1">
                <a:spLocks noChangeArrowheads="1"/>
              </p:cNvSpPr>
              <p:nvPr/>
            </p:nvSpPr>
            <p:spPr bwMode="auto">
              <a:xfrm>
                <a:off x="2949" y="2395"/>
                <a:ext cx="21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400"/>
                  <a:t>z</a:t>
                </a:r>
              </a:p>
            </p:txBody>
          </p:sp>
        </p:grpSp>
        <p:sp>
          <p:nvSpPr>
            <p:cNvPr id="85064" name="Text Box 76">
              <a:extLst>
                <a:ext uri="{FF2B5EF4-FFF2-40B4-BE49-F238E27FC236}">
                  <a16:creationId xmlns:a16="http://schemas.microsoft.com/office/drawing/2014/main" id="{AA0EE07F-3BD4-4561-9B43-F88592514758}"/>
                </a:ext>
              </a:extLst>
            </p:cNvPr>
            <p:cNvSpPr txBox="1">
              <a:spLocks noChangeArrowheads="1"/>
            </p:cNvSpPr>
            <p:nvPr/>
          </p:nvSpPr>
          <p:spPr bwMode="auto">
            <a:xfrm>
              <a:off x="3493" y="1568"/>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a:t>2</a:t>
              </a:r>
              <a:endParaRPr lang="en-US" altLang="en-US" sz="2400"/>
            </a:p>
          </p:txBody>
        </p:sp>
        <p:sp>
          <p:nvSpPr>
            <p:cNvPr id="85065" name="Text Box 77">
              <a:extLst>
                <a:ext uri="{FF2B5EF4-FFF2-40B4-BE49-F238E27FC236}">
                  <a16:creationId xmlns:a16="http://schemas.microsoft.com/office/drawing/2014/main" id="{F123517E-CEC7-4324-8093-3B19614F3269}"/>
                </a:ext>
              </a:extLst>
            </p:cNvPr>
            <p:cNvSpPr txBox="1">
              <a:spLocks noChangeArrowheads="1"/>
            </p:cNvSpPr>
            <p:nvPr/>
          </p:nvSpPr>
          <p:spPr bwMode="auto">
            <a:xfrm>
              <a:off x="3841" y="1787"/>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a:t>2</a:t>
              </a:r>
              <a:endParaRPr lang="en-US" altLang="en-US" sz="2400"/>
            </a:p>
          </p:txBody>
        </p:sp>
        <p:sp>
          <p:nvSpPr>
            <p:cNvPr id="85066" name="Text Box 78">
              <a:extLst>
                <a:ext uri="{FF2B5EF4-FFF2-40B4-BE49-F238E27FC236}">
                  <a16:creationId xmlns:a16="http://schemas.microsoft.com/office/drawing/2014/main" id="{00243109-7C7D-4AC6-B1AF-84E762B31C3D}"/>
                </a:ext>
              </a:extLst>
            </p:cNvPr>
            <p:cNvSpPr txBox="1">
              <a:spLocks noChangeArrowheads="1"/>
            </p:cNvSpPr>
            <p:nvPr/>
          </p:nvSpPr>
          <p:spPr bwMode="auto">
            <a:xfrm>
              <a:off x="3406" y="2000"/>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a:t>1</a:t>
              </a:r>
              <a:endParaRPr lang="en-US" altLang="en-US" sz="2400"/>
            </a:p>
          </p:txBody>
        </p:sp>
        <p:sp>
          <p:nvSpPr>
            <p:cNvPr id="85067" name="Text Box 79">
              <a:extLst>
                <a:ext uri="{FF2B5EF4-FFF2-40B4-BE49-F238E27FC236}">
                  <a16:creationId xmlns:a16="http://schemas.microsoft.com/office/drawing/2014/main" id="{C01E02EA-314D-43E6-B7A7-A6EF24A83D96}"/>
                </a:ext>
              </a:extLst>
            </p:cNvPr>
            <p:cNvSpPr txBox="1">
              <a:spLocks noChangeArrowheads="1"/>
            </p:cNvSpPr>
            <p:nvPr/>
          </p:nvSpPr>
          <p:spPr bwMode="auto">
            <a:xfrm>
              <a:off x="4225" y="1880"/>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a:t>3</a:t>
              </a:r>
              <a:endParaRPr lang="en-US" altLang="en-US" sz="2400"/>
            </a:p>
          </p:txBody>
        </p:sp>
        <p:sp>
          <p:nvSpPr>
            <p:cNvPr id="85068" name="Text Box 80">
              <a:extLst>
                <a:ext uri="{FF2B5EF4-FFF2-40B4-BE49-F238E27FC236}">
                  <a16:creationId xmlns:a16="http://schemas.microsoft.com/office/drawing/2014/main" id="{FE6D7838-991F-459C-B378-FC5F67654630}"/>
                </a:ext>
              </a:extLst>
            </p:cNvPr>
            <p:cNvSpPr txBox="1">
              <a:spLocks noChangeArrowheads="1"/>
            </p:cNvSpPr>
            <p:nvPr/>
          </p:nvSpPr>
          <p:spPr bwMode="auto">
            <a:xfrm>
              <a:off x="4162" y="2234"/>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a:t>1</a:t>
              </a:r>
              <a:endParaRPr lang="en-US" altLang="en-US" sz="2400"/>
            </a:p>
          </p:txBody>
        </p:sp>
        <p:sp>
          <p:nvSpPr>
            <p:cNvPr id="85069" name="Text Box 81">
              <a:extLst>
                <a:ext uri="{FF2B5EF4-FFF2-40B4-BE49-F238E27FC236}">
                  <a16:creationId xmlns:a16="http://schemas.microsoft.com/office/drawing/2014/main" id="{42793BC0-EED7-49E0-B9C6-E63785D42147}"/>
                </a:ext>
              </a:extLst>
            </p:cNvPr>
            <p:cNvSpPr txBox="1">
              <a:spLocks noChangeArrowheads="1"/>
            </p:cNvSpPr>
            <p:nvPr/>
          </p:nvSpPr>
          <p:spPr bwMode="auto">
            <a:xfrm>
              <a:off x="4522" y="1805"/>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a:t>1</a:t>
              </a:r>
              <a:endParaRPr lang="en-US" altLang="en-US" sz="2400"/>
            </a:p>
          </p:txBody>
        </p:sp>
        <p:sp>
          <p:nvSpPr>
            <p:cNvPr id="85070" name="Text Box 82">
              <a:extLst>
                <a:ext uri="{FF2B5EF4-FFF2-40B4-BE49-F238E27FC236}">
                  <a16:creationId xmlns:a16="http://schemas.microsoft.com/office/drawing/2014/main" id="{8607CE0E-E5F4-47B7-827A-39E3CC6117EC}"/>
                </a:ext>
              </a:extLst>
            </p:cNvPr>
            <p:cNvSpPr txBox="1">
              <a:spLocks noChangeArrowheads="1"/>
            </p:cNvSpPr>
            <p:nvPr/>
          </p:nvSpPr>
          <p:spPr bwMode="auto">
            <a:xfrm>
              <a:off x="4882" y="2069"/>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a:t>2</a:t>
              </a:r>
              <a:endParaRPr lang="en-US" altLang="en-US" sz="2400"/>
            </a:p>
          </p:txBody>
        </p:sp>
        <p:sp>
          <p:nvSpPr>
            <p:cNvPr id="85071" name="Text Box 83">
              <a:extLst>
                <a:ext uri="{FF2B5EF4-FFF2-40B4-BE49-F238E27FC236}">
                  <a16:creationId xmlns:a16="http://schemas.microsoft.com/office/drawing/2014/main" id="{3A2D6F88-725A-4DDC-9E50-F28C1662F38A}"/>
                </a:ext>
              </a:extLst>
            </p:cNvPr>
            <p:cNvSpPr txBox="1">
              <a:spLocks noChangeArrowheads="1"/>
            </p:cNvSpPr>
            <p:nvPr/>
          </p:nvSpPr>
          <p:spPr bwMode="auto">
            <a:xfrm>
              <a:off x="4855" y="1532"/>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a:t>5</a:t>
              </a:r>
              <a:endParaRPr lang="en-US" altLang="en-US" sz="2400"/>
            </a:p>
          </p:txBody>
        </p:sp>
        <p:sp>
          <p:nvSpPr>
            <p:cNvPr id="85072" name="Text Box 84">
              <a:extLst>
                <a:ext uri="{FF2B5EF4-FFF2-40B4-BE49-F238E27FC236}">
                  <a16:creationId xmlns:a16="http://schemas.microsoft.com/office/drawing/2014/main" id="{43A0DDE3-30B4-4715-935B-0B4FC32DD7EA}"/>
                </a:ext>
              </a:extLst>
            </p:cNvPr>
            <p:cNvSpPr txBox="1">
              <a:spLocks noChangeArrowheads="1"/>
            </p:cNvSpPr>
            <p:nvPr/>
          </p:nvSpPr>
          <p:spPr bwMode="auto">
            <a:xfrm>
              <a:off x="4120" y="1382"/>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a:t>3</a:t>
              </a:r>
              <a:endParaRPr lang="en-US" altLang="en-US" sz="2400"/>
            </a:p>
          </p:txBody>
        </p:sp>
        <p:sp>
          <p:nvSpPr>
            <p:cNvPr id="85073" name="Text Box 85">
              <a:extLst>
                <a:ext uri="{FF2B5EF4-FFF2-40B4-BE49-F238E27FC236}">
                  <a16:creationId xmlns:a16="http://schemas.microsoft.com/office/drawing/2014/main" id="{D2703724-6CB5-492A-AE93-636F94CAD466}"/>
                </a:ext>
              </a:extLst>
            </p:cNvPr>
            <p:cNvSpPr txBox="1">
              <a:spLocks noChangeArrowheads="1"/>
            </p:cNvSpPr>
            <p:nvPr/>
          </p:nvSpPr>
          <p:spPr bwMode="auto">
            <a:xfrm>
              <a:off x="3769" y="1115"/>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a:t>5</a:t>
              </a:r>
              <a:endParaRPr lang="en-US" altLang="en-US" sz="2400"/>
            </a:p>
          </p:txBody>
        </p:sp>
      </p:grpSp>
      <p:sp>
        <p:nvSpPr>
          <p:cNvPr id="718934" name="Line 86">
            <a:extLst>
              <a:ext uri="{FF2B5EF4-FFF2-40B4-BE49-F238E27FC236}">
                <a16:creationId xmlns:a16="http://schemas.microsoft.com/office/drawing/2014/main" id="{FB22075A-C76A-4E79-B736-26CB4851FBC3}"/>
              </a:ext>
            </a:extLst>
          </p:cNvPr>
          <p:cNvSpPr>
            <a:spLocks noChangeShapeType="1"/>
          </p:cNvSpPr>
          <p:nvPr/>
        </p:nvSpPr>
        <p:spPr bwMode="auto">
          <a:xfrm flipH="1">
            <a:off x="3765551" y="2035176"/>
            <a:ext cx="3514725" cy="309563"/>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718935" name="Line 87">
            <a:extLst>
              <a:ext uri="{FF2B5EF4-FFF2-40B4-BE49-F238E27FC236}">
                <a16:creationId xmlns:a16="http://schemas.microsoft.com/office/drawing/2014/main" id="{C7EA1B85-05C2-40B6-8BE9-6F0173F698A5}"/>
              </a:ext>
            </a:extLst>
          </p:cNvPr>
          <p:cNvSpPr>
            <a:spLocks noChangeShapeType="1"/>
          </p:cNvSpPr>
          <p:nvPr/>
        </p:nvSpPr>
        <p:spPr bwMode="auto">
          <a:xfrm flipH="1">
            <a:off x="3687763" y="2330451"/>
            <a:ext cx="4894262" cy="334963"/>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718936" name="Line 88">
            <a:extLst>
              <a:ext uri="{FF2B5EF4-FFF2-40B4-BE49-F238E27FC236}">
                <a16:creationId xmlns:a16="http://schemas.microsoft.com/office/drawing/2014/main" id="{8A33E979-87FA-40B4-9811-19E52E28903C}"/>
              </a:ext>
            </a:extLst>
          </p:cNvPr>
          <p:cNvSpPr>
            <a:spLocks noChangeShapeType="1"/>
          </p:cNvSpPr>
          <p:nvPr/>
        </p:nvSpPr>
        <p:spPr bwMode="auto">
          <a:xfrm flipH="1">
            <a:off x="3751263" y="2692401"/>
            <a:ext cx="914400" cy="257175"/>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718937" name="Line 89">
            <a:extLst>
              <a:ext uri="{FF2B5EF4-FFF2-40B4-BE49-F238E27FC236}">
                <a16:creationId xmlns:a16="http://schemas.microsoft.com/office/drawing/2014/main" id="{66C1E4AA-E40C-4F9A-A854-021D35DBD4CA}"/>
              </a:ext>
            </a:extLst>
          </p:cNvPr>
          <p:cNvSpPr>
            <a:spLocks noChangeShapeType="1"/>
          </p:cNvSpPr>
          <p:nvPr/>
        </p:nvSpPr>
        <p:spPr bwMode="auto">
          <a:xfrm flipH="1">
            <a:off x="3765551" y="2949576"/>
            <a:ext cx="2239963" cy="309563"/>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718938" name="Line 90">
            <a:extLst>
              <a:ext uri="{FF2B5EF4-FFF2-40B4-BE49-F238E27FC236}">
                <a16:creationId xmlns:a16="http://schemas.microsoft.com/office/drawing/2014/main" id="{72D65300-D6EC-43E0-A906-BD1BC5F4258C}"/>
              </a:ext>
            </a:extLst>
          </p:cNvPr>
          <p:cNvSpPr>
            <a:spLocks noChangeShapeType="1"/>
          </p:cNvSpPr>
          <p:nvPr/>
        </p:nvSpPr>
        <p:spPr bwMode="auto">
          <a:xfrm flipH="1">
            <a:off x="3778250" y="3206751"/>
            <a:ext cx="5975350" cy="334963"/>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Tree>
    <p:extLst>
      <p:ext uri="{BB962C8B-B14F-4D97-AF65-F5344CB8AC3E}">
        <p14:creationId xmlns:p14="http://schemas.microsoft.com/office/powerpoint/2010/main" val="26168631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1893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71893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718936"/>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718937"/>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7189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Footer Placeholder 3">
            <a:extLst>
              <a:ext uri="{FF2B5EF4-FFF2-40B4-BE49-F238E27FC236}">
                <a16:creationId xmlns:a16="http://schemas.microsoft.com/office/drawing/2014/main" id="{05CC47E9-9B57-4307-B0F7-ABDCB6BFEBCE}"/>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Tầng Network</a:t>
            </a:r>
          </a:p>
        </p:txBody>
      </p:sp>
      <p:sp>
        <p:nvSpPr>
          <p:cNvPr id="86019" name="Slide Number Placeholder 4">
            <a:extLst>
              <a:ext uri="{FF2B5EF4-FFF2-40B4-BE49-F238E27FC236}">
                <a16:creationId xmlns:a16="http://schemas.microsoft.com/office/drawing/2014/main" id="{B0463BD8-96A8-448D-9F91-43EEA457B69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4-</a:t>
            </a:r>
            <a:fld id="{1E0C3D15-8372-4A19-B3FE-DE2FF35D0408}" type="slidenum">
              <a:rPr lang="en-US" altLang="en-US">
                <a:latin typeface="Tahoma" panose="020B0604030504040204" pitchFamily="34" charset="0"/>
              </a:rPr>
              <a:pPr/>
              <a:t>71</a:t>
            </a:fld>
            <a:endParaRPr lang="en-US" altLang="en-US">
              <a:latin typeface="Tahoma" panose="020B0604030504040204" pitchFamily="34" charset="0"/>
            </a:endParaRPr>
          </a:p>
        </p:txBody>
      </p:sp>
      <p:sp>
        <p:nvSpPr>
          <p:cNvPr id="86020" name="Rectangle 2">
            <a:extLst>
              <a:ext uri="{FF2B5EF4-FFF2-40B4-BE49-F238E27FC236}">
                <a16:creationId xmlns:a16="http://schemas.microsoft.com/office/drawing/2014/main" id="{6C88861F-F32C-44D0-A875-4B509DB9362A}"/>
              </a:ext>
            </a:extLst>
          </p:cNvPr>
          <p:cNvSpPr>
            <a:spLocks noGrp="1" noChangeArrowheads="1"/>
          </p:cNvSpPr>
          <p:nvPr>
            <p:ph type="title"/>
          </p:nvPr>
        </p:nvSpPr>
        <p:spPr>
          <a:xfrm>
            <a:off x="2057400" y="152400"/>
            <a:ext cx="7772400" cy="852488"/>
          </a:xfrm>
        </p:spPr>
        <p:txBody>
          <a:bodyPr>
            <a:normAutofit/>
          </a:bodyPr>
          <a:lstStyle/>
          <a:p>
            <a:r>
              <a:rPr lang="en-US" altLang="en-US" sz="4000" dirty="0" err="1">
                <a:ea typeface="ＭＳ Ｐゴシック" panose="020B0600070205080204" pitchFamily="34" charset="-128"/>
              </a:rPr>
              <a:t>Thuật</a:t>
            </a:r>
            <a:r>
              <a:rPr lang="en-US" altLang="en-US" sz="4000" dirty="0">
                <a:ea typeface="ＭＳ Ｐゴシック" panose="020B0600070205080204" pitchFamily="34" charset="-128"/>
              </a:rPr>
              <a:t> </a:t>
            </a:r>
            <a:r>
              <a:rPr lang="en-US" altLang="en-US" sz="4000" dirty="0" err="1">
                <a:ea typeface="ＭＳ Ｐゴシック" panose="020B0600070205080204" pitchFamily="34" charset="-128"/>
              </a:rPr>
              <a:t>toán</a:t>
            </a:r>
            <a:r>
              <a:rPr lang="en-US" altLang="en-US" sz="4000" dirty="0">
                <a:ea typeface="ＭＳ Ｐゴシック" panose="020B0600070205080204" pitchFamily="34" charset="-128"/>
              </a:rPr>
              <a:t> Dijkstra</a:t>
            </a:r>
            <a:r>
              <a:rPr lang="en-US" altLang="ja-JP" sz="4000" dirty="0">
                <a:ea typeface="ＭＳ Ｐゴシック" panose="020B0600070205080204" pitchFamily="34" charset="-128"/>
              </a:rPr>
              <a:t>: </a:t>
            </a:r>
            <a:r>
              <a:rPr lang="en-US" altLang="ja-JP" sz="4000" dirty="0" err="1">
                <a:ea typeface="ＭＳ Ｐゴシック" panose="020B0600070205080204" pitchFamily="34" charset="-128"/>
              </a:rPr>
              <a:t>ví</a:t>
            </a:r>
            <a:r>
              <a:rPr lang="en-US" altLang="ja-JP" sz="4000" dirty="0">
                <a:ea typeface="ＭＳ Ｐゴシック" panose="020B0600070205080204" pitchFamily="34" charset="-128"/>
              </a:rPr>
              <a:t> </a:t>
            </a:r>
            <a:r>
              <a:rPr lang="en-US" altLang="ja-JP" sz="4000" dirty="0" err="1">
                <a:ea typeface="ＭＳ Ｐゴシック" panose="020B0600070205080204" pitchFamily="34" charset="-128"/>
              </a:rPr>
              <a:t>dụ</a:t>
            </a:r>
            <a:r>
              <a:rPr lang="en-US" altLang="ja-JP" sz="4000" dirty="0">
                <a:ea typeface="ＭＳ Ｐゴシック" panose="020B0600070205080204" pitchFamily="34" charset="-128"/>
              </a:rPr>
              <a:t> (2)</a:t>
            </a:r>
            <a:endParaRPr lang="en-US" altLang="en-US" sz="4000" dirty="0">
              <a:ea typeface="ＭＳ Ｐゴシック" panose="020B0600070205080204" pitchFamily="34" charset="-128"/>
            </a:endParaRPr>
          </a:p>
        </p:txBody>
      </p:sp>
      <p:grpSp>
        <p:nvGrpSpPr>
          <p:cNvPr id="86021" name="Group 3">
            <a:extLst>
              <a:ext uri="{FF2B5EF4-FFF2-40B4-BE49-F238E27FC236}">
                <a16:creationId xmlns:a16="http://schemas.microsoft.com/office/drawing/2014/main" id="{E3DA91D0-6FBE-4DBD-BF95-A7BA3D0B8C63}"/>
              </a:ext>
            </a:extLst>
          </p:cNvPr>
          <p:cNvGrpSpPr>
            <a:grpSpLocks/>
          </p:cNvGrpSpPr>
          <p:nvPr/>
        </p:nvGrpSpPr>
        <p:grpSpPr bwMode="auto">
          <a:xfrm>
            <a:off x="3722688" y="2036764"/>
            <a:ext cx="3244850" cy="1500187"/>
            <a:chOff x="1385" y="1283"/>
            <a:chExt cx="2044" cy="945"/>
          </a:xfrm>
        </p:grpSpPr>
        <p:sp>
          <p:nvSpPr>
            <p:cNvPr id="86040" name="Freeform 4">
              <a:extLst>
                <a:ext uri="{FF2B5EF4-FFF2-40B4-BE49-F238E27FC236}">
                  <a16:creationId xmlns:a16="http://schemas.microsoft.com/office/drawing/2014/main" id="{1F0922CF-A75D-46AF-9957-2500B268DAD5}"/>
                </a:ext>
              </a:extLst>
            </p:cNvPr>
            <p:cNvSpPr>
              <a:spLocks/>
            </p:cNvSpPr>
            <p:nvPr/>
          </p:nvSpPr>
          <p:spPr bwMode="auto">
            <a:xfrm>
              <a:off x="1648" y="1465"/>
              <a:ext cx="342" cy="186"/>
            </a:xfrm>
            <a:custGeom>
              <a:avLst/>
              <a:gdLst>
                <a:gd name="T0" fmla="*/ 0 w 342"/>
                <a:gd name="T1" fmla="*/ 186 h 186"/>
                <a:gd name="T2" fmla="*/ 342 w 342"/>
                <a:gd name="T3" fmla="*/ 0 h 186"/>
                <a:gd name="T4" fmla="*/ 0 60000 65536"/>
                <a:gd name="T5" fmla="*/ 0 60000 65536"/>
                <a:gd name="T6" fmla="*/ 0 w 342"/>
                <a:gd name="T7" fmla="*/ 0 h 186"/>
                <a:gd name="T8" fmla="*/ 342 w 342"/>
                <a:gd name="T9" fmla="*/ 186 h 186"/>
              </a:gdLst>
              <a:ahLst/>
              <a:cxnLst>
                <a:cxn ang="T4">
                  <a:pos x="T0" y="T1"/>
                </a:cxn>
                <a:cxn ang="T5">
                  <a:pos x="T2" y="T3"/>
                </a:cxn>
              </a:cxnLst>
              <a:rect l="T6" t="T7" r="T8" b="T9"/>
              <a:pathLst>
                <a:path w="342" h="186">
                  <a:moveTo>
                    <a:pt x="0" y="186"/>
                  </a:moveTo>
                  <a:lnTo>
                    <a:pt x="342"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86041" name="Oval 5">
              <a:extLst>
                <a:ext uri="{FF2B5EF4-FFF2-40B4-BE49-F238E27FC236}">
                  <a16:creationId xmlns:a16="http://schemas.microsoft.com/office/drawing/2014/main" id="{9387635D-B1BD-4624-8D0B-43ED1B1E62F5}"/>
                </a:ext>
              </a:extLst>
            </p:cNvPr>
            <p:cNvSpPr>
              <a:spLocks noChangeArrowheads="1"/>
            </p:cNvSpPr>
            <p:nvPr/>
          </p:nvSpPr>
          <p:spPr bwMode="auto">
            <a:xfrm>
              <a:off x="1388" y="1707"/>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86042" name="Line 6">
              <a:extLst>
                <a:ext uri="{FF2B5EF4-FFF2-40B4-BE49-F238E27FC236}">
                  <a16:creationId xmlns:a16="http://schemas.microsoft.com/office/drawing/2014/main" id="{81F3EB78-7D8A-4E68-A6C5-946AFC11ABB5}"/>
                </a:ext>
              </a:extLst>
            </p:cNvPr>
            <p:cNvSpPr>
              <a:spLocks noChangeShapeType="1"/>
            </p:cNvSpPr>
            <p:nvPr/>
          </p:nvSpPr>
          <p:spPr bwMode="auto">
            <a:xfrm>
              <a:off x="1388" y="1700"/>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6043" name="Line 7">
              <a:extLst>
                <a:ext uri="{FF2B5EF4-FFF2-40B4-BE49-F238E27FC236}">
                  <a16:creationId xmlns:a16="http://schemas.microsoft.com/office/drawing/2014/main" id="{053C90A2-D447-4328-B87C-CC138D9917CE}"/>
                </a:ext>
              </a:extLst>
            </p:cNvPr>
            <p:cNvSpPr>
              <a:spLocks noChangeShapeType="1"/>
            </p:cNvSpPr>
            <p:nvPr/>
          </p:nvSpPr>
          <p:spPr bwMode="auto">
            <a:xfrm>
              <a:off x="1701" y="1700"/>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6044" name="Rectangle 8">
              <a:extLst>
                <a:ext uri="{FF2B5EF4-FFF2-40B4-BE49-F238E27FC236}">
                  <a16:creationId xmlns:a16="http://schemas.microsoft.com/office/drawing/2014/main" id="{AC6E9C00-671B-420E-8FCB-64EF81A8B8C9}"/>
                </a:ext>
              </a:extLst>
            </p:cNvPr>
            <p:cNvSpPr>
              <a:spLocks noChangeArrowheads="1"/>
            </p:cNvSpPr>
            <p:nvPr/>
          </p:nvSpPr>
          <p:spPr bwMode="auto">
            <a:xfrm>
              <a:off x="1388" y="1700"/>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86045" name="Oval 9">
              <a:extLst>
                <a:ext uri="{FF2B5EF4-FFF2-40B4-BE49-F238E27FC236}">
                  <a16:creationId xmlns:a16="http://schemas.microsoft.com/office/drawing/2014/main" id="{1DDF84A9-0DBE-4929-AA6F-FE2CDA3E54AB}"/>
                </a:ext>
              </a:extLst>
            </p:cNvPr>
            <p:cNvSpPr>
              <a:spLocks noChangeArrowheads="1"/>
            </p:cNvSpPr>
            <p:nvPr/>
          </p:nvSpPr>
          <p:spPr bwMode="auto">
            <a:xfrm>
              <a:off x="1385" y="1641"/>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86046" name="Oval 10">
              <a:extLst>
                <a:ext uri="{FF2B5EF4-FFF2-40B4-BE49-F238E27FC236}">
                  <a16:creationId xmlns:a16="http://schemas.microsoft.com/office/drawing/2014/main" id="{8B6A4477-7484-4E1E-ADAA-CF6A89077F52}"/>
                </a:ext>
              </a:extLst>
            </p:cNvPr>
            <p:cNvSpPr>
              <a:spLocks noChangeArrowheads="1"/>
            </p:cNvSpPr>
            <p:nvPr/>
          </p:nvSpPr>
          <p:spPr bwMode="auto">
            <a:xfrm>
              <a:off x="1862" y="2094"/>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86047" name="Line 11">
              <a:extLst>
                <a:ext uri="{FF2B5EF4-FFF2-40B4-BE49-F238E27FC236}">
                  <a16:creationId xmlns:a16="http://schemas.microsoft.com/office/drawing/2014/main" id="{442DEDF3-7D11-4AF2-B2AB-66978CF715E2}"/>
                </a:ext>
              </a:extLst>
            </p:cNvPr>
            <p:cNvSpPr>
              <a:spLocks noChangeShapeType="1"/>
            </p:cNvSpPr>
            <p:nvPr/>
          </p:nvSpPr>
          <p:spPr bwMode="auto">
            <a:xfrm>
              <a:off x="1862" y="2087"/>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6048" name="Line 12">
              <a:extLst>
                <a:ext uri="{FF2B5EF4-FFF2-40B4-BE49-F238E27FC236}">
                  <a16:creationId xmlns:a16="http://schemas.microsoft.com/office/drawing/2014/main" id="{6275FF74-3595-4F3C-A5C9-EC170FC6462D}"/>
                </a:ext>
              </a:extLst>
            </p:cNvPr>
            <p:cNvSpPr>
              <a:spLocks noChangeShapeType="1"/>
            </p:cNvSpPr>
            <p:nvPr/>
          </p:nvSpPr>
          <p:spPr bwMode="auto">
            <a:xfrm>
              <a:off x="2175" y="2087"/>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6049" name="Rectangle 13">
              <a:extLst>
                <a:ext uri="{FF2B5EF4-FFF2-40B4-BE49-F238E27FC236}">
                  <a16:creationId xmlns:a16="http://schemas.microsoft.com/office/drawing/2014/main" id="{2EFBA1AA-38F6-41A5-9488-D86BE32FF1E3}"/>
                </a:ext>
              </a:extLst>
            </p:cNvPr>
            <p:cNvSpPr>
              <a:spLocks noChangeArrowheads="1"/>
            </p:cNvSpPr>
            <p:nvPr/>
          </p:nvSpPr>
          <p:spPr bwMode="auto">
            <a:xfrm>
              <a:off x="1862" y="2087"/>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86050" name="Oval 14">
              <a:extLst>
                <a:ext uri="{FF2B5EF4-FFF2-40B4-BE49-F238E27FC236}">
                  <a16:creationId xmlns:a16="http://schemas.microsoft.com/office/drawing/2014/main" id="{844AD95C-36A4-45DA-BDAF-2A0C9A71F2EE}"/>
                </a:ext>
              </a:extLst>
            </p:cNvPr>
            <p:cNvSpPr>
              <a:spLocks noChangeArrowheads="1"/>
            </p:cNvSpPr>
            <p:nvPr/>
          </p:nvSpPr>
          <p:spPr bwMode="auto">
            <a:xfrm>
              <a:off x="1859" y="2028"/>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86051" name="Oval 15">
              <a:extLst>
                <a:ext uri="{FF2B5EF4-FFF2-40B4-BE49-F238E27FC236}">
                  <a16:creationId xmlns:a16="http://schemas.microsoft.com/office/drawing/2014/main" id="{890BDE5B-3873-4FCB-8793-7ADE26D45234}"/>
                </a:ext>
              </a:extLst>
            </p:cNvPr>
            <p:cNvSpPr>
              <a:spLocks noChangeArrowheads="1"/>
            </p:cNvSpPr>
            <p:nvPr/>
          </p:nvSpPr>
          <p:spPr bwMode="auto">
            <a:xfrm>
              <a:off x="1858" y="1404"/>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86052" name="Line 16">
              <a:extLst>
                <a:ext uri="{FF2B5EF4-FFF2-40B4-BE49-F238E27FC236}">
                  <a16:creationId xmlns:a16="http://schemas.microsoft.com/office/drawing/2014/main" id="{6977AC3A-F053-426E-93A7-FFA11D7318C6}"/>
                </a:ext>
              </a:extLst>
            </p:cNvPr>
            <p:cNvSpPr>
              <a:spLocks noChangeShapeType="1"/>
            </p:cNvSpPr>
            <p:nvPr/>
          </p:nvSpPr>
          <p:spPr bwMode="auto">
            <a:xfrm>
              <a:off x="1858" y="1397"/>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6053" name="Line 17">
              <a:extLst>
                <a:ext uri="{FF2B5EF4-FFF2-40B4-BE49-F238E27FC236}">
                  <a16:creationId xmlns:a16="http://schemas.microsoft.com/office/drawing/2014/main" id="{3BBB9E21-A2E6-42A6-9838-00D14D21BE6E}"/>
                </a:ext>
              </a:extLst>
            </p:cNvPr>
            <p:cNvSpPr>
              <a:spLocks noChangeShapeType="1"/>
            </p:cNvSpPr>
            <p:nvPr/>
          </p:nvSpPr>
          <p:spPr bwMode="auto">
            <a:xfrm>
              <a:off x="2171" y="1397"/>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6054" name="Rectangle 18">
              <a:extLst>
                <a:ext uri="{FF2B5EF4-FFF2-40B4-BE49-F238E27FC236}">
                  <a16:creationId xmlns:a16="http://schemas.microsoft.com/office/drawing/2014/main" id="{5B4A0A0A-86F8-4584-9F69-A939F83FFE54}"/>
                </a:ext>
              </a:extLst>
            </p:cNvPr>
            <p:cNvSpPr>
              <a:spLocks noChangeArrowheads="1"/>
            </p:cNvSpPr>
            <p:nvPr/>
          </p:nvSpPr>
          <p:spPr bwMode="auto">
            <a:xfrm>
              <a:off x="1858" y="1397"/>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86055" name="Oval 19">
              <a:extLst>
                <a:ext uri="{FF2B5EF4-FFF2-40B4-BE49-F238E27FC236}">
                  <a16:creationId xmlns:a16="http://schemas.microsoft.com/office/drawing/2014/main" id="{C28399C5-E4C3-4B08-A7B5-38E8D8623D1F}"/>
                </a:ext>
              </a:extLst>
            </p:cNvPr>
            <p:cNvSpPr>
              <a:spLocks noChangeArrowheads="1"/>
            </p:cNvSpPr>
            <p:nvPr/>
          </p:nvSpPr>
          <p:spPr bwMode="auto">
            <a:xfrm>
              <a:off x="1855" y="1338"/>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86056" name="Oval 20">
              <a:extLst>
                <a:ext uri="{FF2B5EF4-FFF2-40B4-BE49-F238E27FC236}">
                  <a16:creationId xmlns:a16="http://schemas.microsoft.com/office/drawing/2014/main" id="{9DAB5CCA-6503-4D26-8BE3-1102ECB516D7}"/>
                </a:ext>
              </a:extLst>
            </p:cNvPr>
            <p:cNvSpPr>
              <a:spLocks noChangeArrowheads="1"/>
            </p:cNvSpPr>
            <p:nvPr/>
          </p:nvSpPr>
          <p:spPr bwMode="auto">
            <a:xfrm>
              <a:off x="2541" y="1400"/>
              <a:ext cx="312"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86057" name="Line 21">
              <a:extLst>
                <a:ext uri="{FF2B5EF4-FFF2-40B4-BE49-F238E27FC236}">
                  <a16:creationId xmlns:a16="http://schemas.microsoft.com/office/drawing/2014/main" id="{E06E729A-8F62-4219-8C71-F3FD030B4F43}"/>
                </a:ext>
              </a:extLst>
            </p:cNvPr>
            <p:cNvSpPr>
              <a:spLocks noChangeShapeType="1"/>
            </p:cNvSpPr>
            <p:nvPr/>
          </p:nvSpPr>
          <p:spPr bwMode="auto">
            <a:xfrm>
              <a:off x="2541" y="1393"/>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6058" name="Line 22">
              <a:extLst>
                <a:ext uri="{FF2B5EF4-FFF2-40B4-BE49-F238E27FC236}">
                  <a16:creationId xmlns:a16="http://schemas.microsoft.com/office/drawing/2014/main" id="{C4576B01-2C11-43BD-86C6-6C41E1F0F844}"/>
                </a:ext>
              </a:extLst>
            </p:cNvPr>
            <p:cNvSpPr>
              <a:spLocks noChangeShapeType="1"/>
            </p:cNvSpPr>
            <p:nvPr/>
          </p:nvSpPr>
          <p:spPr bwMode="auto">
            <a:xfrm>
              <a:off x="2853" y="1393"/>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6059" name="Rectangle 23">
              <a:extLst>
                <a:ext uri="{FF2B5EF4-FFF2-40B4-BE49-F238E27FC236}">
                  <a16:creationId xmlns:a16="http://schemas.microsoft.com/office/drawing/2014/main" id="{1259B031-53F8-4143-8A58-7D5F28D8F833}"/>
                </a:ext>
              </a:extLst>
            </p:cNvPr>
            <p:cNvSpPr>
              <a:spLocks noChangeArrowheads="1"/>
            </p:cNvSpPr>
            <p:nvPr/>
          </p:nvSpPr>
          <p:spPr bwMode="auto">
            <a:xfrm>
              <a:off x="2541" y="1393"/>
              <a:ext cx="309"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86060" name="Oval 24">
              <a:extLst>
                <a:ext uri="{FF2B5EF4-FFF2-40B4-BE49-F238E27FC236}">
                  <a16:creationId xmlns:a16="http://schemas.microsoft.com/office/drawing/2014/main" id="{9D331BB9-6361-4741-8E8C-3CE9F3E35E7D}"/>
                </a:ext>
              </a:extLst>
            </p:cNvPr>
            <p:cNvSpPr>
              <a:spLocks noChangeArrowheads="1"/>
            </p:cNvSpPr>
            <p:nvPr/>
          </p:nvSpPr>
          <p:spPr bwMode="auto">
            <a:xfrm>
              <a:off x="2544" y="1337"/>
              <a:ext cx="312"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86061" name="Oval 25">
              <a:extLst>
                <a:ext uri="{FF2B5EF4-FFF2-40B4-BE49-F238E27FC236}">
                  <a16:creationId xmlns:a16="http://schemas.microsoft.com/office/drawing/2014/main" id="{9B52C1A4-E73D-4A9B-97F7-74538D88AA40}"/>
                </a:ext>
              </a:extLst>
            </p:cNvPr>
            <p:cNvSpPr>
              <a:spLocks noChangeArrowheads="1"/>
            </p:cNvSpPr>
            <p:nvPr/>
          </p:nvSpPr>
          <p:spPr bwMode="auto">
            <a:xfrm>
              <a:off x="2551" y="2091"/>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86062" name="Line 26">
              <a:extLst>
                <a:ext uri="{FF2B5EF4-FFF2-40B4-BE49-F238E27FC236}">
                  <a16:creationId xmlns:a16="http://schemas.microsoft.com/office/drawing/2014/main" id="{1F22748C-DAB6-498D-8CA1-F6CB834110C6}"/>
                </a:ext>
              </a:extLst>
            </p:cNvPr>
            <p:cNvSpPr>
              <a:spLocks noChangeShapeType="1"/>
            </p:cNvSpPr>
            <p:nvPr/>
          </p:nvSpPr>
          <p:spPr bwMode="auto">
            <a:xfrm>
              <a:off x="2551" y="2084"/>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6063" name="Line 27">
              <a:extLst>
                <a:ext uri="{FF2B5EF4-FFF2-40B4-BE49-F238E27FC236}">
                  <a16:creationId xmlns:a16="http://schemas.microsoft.com/office/drawing/2014/main" id="{3ADF80CC-F833-467E-9AD6-DC7DD9F9D6EA}"/>
                </a:ext>
              </a:extLst>
            </p:cNvPr>
            <p:cNvSpPr>
              <a:spLocks noChangeShapeType="1"/>
            </p:cNvSpPr>
            <p:nvPr/>
          </p:nvSpPr>
          <p:spPr bwMode="auto">
            <a:xfrm>
              <a:off x="2864" y="2084"/>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6064" name="Rectangle 28">
              <a:extLst>
                <a:ext uri="{FF2B5EF4-FFF2-40B4-BE49-F238E27FC236}">
                  <a16:creationId xmlns:a16="http://schemas.microsoft.com/office/drawing/2014/main" id="{CE7627BF-8E18-4DD0-82B7-3BEB867EC2AD}"/>
                </a:ext>
              </a:extLst>
            </p:cNvPr>
            <p:cNvSpPr>
              <a:spLocks noChangeArrowheads="1"/>
            </p:cNvSpPr>
            <p:nvPr/>
          </p:nvSpPr>
          <p:spPr bwMode="auto">
            <a:xfrm>
              <a:off x="2551" y="2084"/>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86065" name="Oval 29">
              <a:extLst>
                <a:ext uri="{FF2B5EF4-FFF2-40B4-BE49-F238E27FC236}">
                  <a16:creationId xmlns:a16="http://schemas.microsoft.com/office/drawing/2014/main" id="{B6E6961A-1773-4A31-A587-D331C3BE88D8}"/>
                </a:ext>
              </a:extLst>
            </p:cNvPr>
            <p:cNvSpPr>
              <a:spLocks noChangeArrowheads="1"/>
            </p:cNvSpPr>
            <p:nvPr/>
          </p:nvSpPr>
          <p:spPr bwMode="auto">
            <a:xfrm>
              <a:off x="2548" y="2025"/>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86066" name="Oval 30">
              <a:extLst>
                <a:ext uri="{FF2B5EF4-FFF2-40B4-BE49-F238E27FC236}">
                  <a16:creationId xmlns:a16="http://schemas.microsoft.com/office/drawing/2014/main" id="{5C5AE371-13FA-4A97-A31A-EA7BEFEDC7D6}"/>
                </a:ext>
              </a:extLst>
            </p:cNvPr>
            <p:cNvSpPr>
              <a:spLocks noChangeArrowheads="1"/>
            </p:cNvSpPr>
            <p:nvPr/>
          </p:nvSpPr>
          <p:spPr bwMode="auto">
            <a:xfrm>
              <a:off x="3116" y="1750"/>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86067" name="Line 31">
              <a:extLst>
                <a:ext uri="{FF2B5EF4-FFF2-40B4-BE49-F238E27FC236}">
                  <a16:creationId xmlns:a16="http://schemas.microsoft.com/office/drawing/2014/main" id="{3AD702FB-C95C-42BA-998D-DD02B60F5519}"/>
                </a:ext>
              </a:extLst>
            </p:cNvPr>
            <p:cNvSpPr>
              <a:spLocks noChangeShapeType="1"/>
            </p:cNvSpPr>
            <p:nvPr/>
          </p:nvSpPr>
          <p:spPr bwMode="auto">
            <a:xfrm>
              <a:off x="3116" y="1743"/>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6068" name="Line 32">
              <a:extLst>
                <a:ext uri="{FF2B5EF4-FFF2-40B4-BE49-F238E27FC236}">
                  <a16:creationId xmlns:a16="http://schemas.microsoft.com/office/drawing/2014/main" id="{EC3F5BA9-AACC-43E1-843C-1E04BC9D6CCD}"/>
                </a:ext>
              </a:extLst>
            </p:cNvPr>
            <p:cNvSpPr>
              <a:spLocks noChangeShapeType="1"/>
            </p:cNvSpPr>
            <p:nvPr/>
          </p:nvSpPr>
          <p:spPr bwMode="auto">
            <a:xfrm>
              <a:off x="3429" y="1743"/>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6069" name="Rectangle 33">
              <a:extLst>
                <a:ext uri="{FF2B5EF4-FFF2-40B4-BE49-F238E27FC236}">
                  <a16:creationId xmlns:a16="http://schemas.microsoft.com/office/drawing/2014/main" id="{8A85B2FB-0772-4AE3-A36F-A9E1462EDAE8}"/>
                </a:ext>
              </a:extLst>
            </p:cNvPr>
            <p:cNvSpPr>
              <a:spLocks noChangeArrowheads="1"/>
            </p:cNvSpPr>
            <p:nvPr/>
          </p:nvSpPr>
          <p:spPr bwMode="auto">
            <a:xfrm>
              <a:off x="3116" y="1743"/>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86070" name="Oval 34">
              <a:extLst>
                <a:ext uri="{FF2B5EF4-FFF2-40B4-BE49-F238E27FC236}">
                  <a16:creationId xmlns:a16="http://schemas.microsoft.com/office/drawing/2014/main" id="{BC7E2D41-5DD8-4069-A632-A782807BE6D4}"/>
                </a:ext>
              </a:extLst>
            </p:cNvPr>
            <p:cNvSpPr>
              <a:spLocks noChangeArrowheads="1"/>
            </p:cNvSpPr>
            <p:nvPr/>
          </p:nvSpPr>
          <p:spPr bwMode="auto">
            <a:xfrm>
              <a:off x="3113" y="1684"/>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86071" name="Freeform 35">
              <a:extLst>
                <a:ext uri="{FF2B5EF4-FFF2-40B4-BE49-F238E27FC236}">
                  <a16:creationId xmlns:a16="http://schemas.microsoft.com/office/drawing/2014/main" id="{DC7AAF0F-48CF-4020-B66A-E4D914E25BE9}"/>
                </a:ext>
              </a:extLst>
            </p:cNvPr>
            <p:cNvSpPr>
              <a:spLocks/>
            </p:cNvSpPr>
            <p:nvPr/>
          </p:nvSpPr>
          <p:spPr bwMode="auto">
            <a:xfrm>
              <a:off x="2707" y="1492"/>
              <a:ext cx="1" cy="522"/>
            </a:xfrm>
            <a:custGeom>
              <a:avLst/>
              <a:gdLst>
                <a:gd name="T0" fmla="*/ 0 w 1"/>
                <a:gd name="T1" fmla="*/ 0 h 522"/>
                <a:gd name="T2" fmla="*/ 0 w 1"/>
                <a:gd name="T3" fmla="*/ 522 h 522"/>
                <a:gd name="T4" fmla="*/ 0 60000 65536"/>
                <a:gd name="T5" fmla="*/ 0 60000 65536"/>
                <a:gd name="T6" fmla="*/ 0 w 1"/>
                <a:gd name="T7" fmla="*/ 0 h 522"/>
                <a:gd name="T8" fmla="*/ 1 w 1"/>
                <a:gd name="T9" fmla="*/ 522 h 522"/>
              </a:gdLst>
              <a:ahLst/>
              <a:cxnLst>
                <a:cxn ang="T4">
                  <a:pos x="T0" y="T1"/>
                </a:cxn>
                <a:cxn ang="T5">
                  <a:pos x="T2" y="T3"/>
                </a:cxn>
              </a:cxnLst>
              <a:rect l="T6" t="T7" r="T8" b="T9"/>
              <a:pathLst>
                <a:path w="1" h="522">
                  <a:moveTo>
                    <a:pt x="0" y="0"/>
                  </a:moveTo>
                  <a:lnTo>
                    <a:pt x="0" y="522"/>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86072" name="Freeform 36">
              <a:extLst>
                <a:ext uri="{FF2B5EF4-FFF2-40B4-BE49-F238E27FC236}">
                  <a16:creationId xmlns:a16="http://schemas.microsoft.com/office/drawing/2014/main" id="{32BF11FC-B671-4791-9ACC-C2E23D5F708C}"/>
                </a:ext>
              </a:extLst>
            </p:cNvPr>
            <p:cNvSpPr>
              <a:spLocks/>
            </p:cNvSpPr>
            <p:nvPr/>
          </p:nvSpPr>
          <p:spPr bwMode="auto">
            <a:xfrm>
              <a:off x="2866" y="1831"/>
              <a:ext cx="366" cy="270"/>
            </a:xfrm>
            <a:custGeom>
              <a:avLst/>
              <a:gdLst>
                <a:gd name="T0" fmla="*/ 0 w 366"/>
                <a:gd name="T1" fmla="*/ 270 h 270"/>
                <a:gd name="T2" fmla="*/ 366 w 366"/>
                <a:gd name="T3" fmla="*/ 0 h 270"/>
                <a:gd name="T4" fmla="*/ 0 60000 65536"/>
                <a:gd name="T5" fmla="*/ 0 60000 65536"/>
                <a:gd name="T6" fmla="*/ 0 w 366"/>
                <a:gd name="T7" fmla="*/ 0 h 270"/>
                <a:gd name="T8" fmla="*/ 366 w 366"/>
                <a:gd name="T9" fmla="*/ 270 h 270"/>
              </a:gdLst>
              <a:ahLst/>
              <a:cxnLst>
                <a:cxn ang="T4">
                  <a:pos x="T0" y="T1"/>
                </a:cxn>
                <a:cxn ang="T5">
                  <a:pos x="T2" y="T3"/>
                </a:cxn>
              </a:cxnLst>
              <a:rect l="T6" t="T7" r="T8" b="T9"/>
              <a:pathLst>
                <a:path w="366" h="270">
                  <a:moveTo>
                    <a:pt x="0" y="270"/>
                  </a:moveTo>
                  <a:lnTo>
                    <a:pt x="366"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86073" name="Freeform 37">
              <a:extLst>
                <a:ext uri="{FF2B5EF4-FFF2-40B4-BE49-F238E27FC236}">
                  <a16:creationId xmlns:a16="http://schemas.microsoft.com/office/drawing/2014/main" id="{16AF0489-0BF7-4B99-9AFD-F94C938281E2}"/>
                </a:ext>
              </a:extLst>
            </p:cNvPr>
            <p:cNvSpPr>
              <a:spLocks/>
            </p:cNvSpPr>
            <p:nvPr/>
          </p:nvSpPr>
          <p:spPr bwMode="auto">
            <a:xfrm>
              <a:off x="2185" y="2113"/>
              <a:ext cx="366" cy="1"/>
            </a:xfrm>
            <a:custGeom>
              <a:avLst/>
              <a:gdLst>
                <a:gd name="T0" fmla="*/ 366 w 366"/>
                <a:gd name="T1" fmla="*/ 0 h 1"/>
                <a:gd name="T2" fmla="*/ 0 w 366"/>
                <a:gd name="T3" fmla="*/ 0 h 1"/>
                <a:gd name="T4" fmla="*/ 0 60000 65536"/>
                <a:gd name="T5" fmla="*/ 0 60000 65536"/>
                <a:gd name="T6" fmla="*/ 0 w 366"/>
                <a:gd name="T7" fmla="*/ 0 h 1"/>
                <a:gd name="T8" fmla="*/ 366 w 366"/>
                <a:gd name="T9" fmla="*/ 1 h 1"/>
              </a:gdLst>
              <a:ahLst/>
              <a:cxnLst>
                <a:cxn ang="T4">
                  <a:pos x="T0" y="T1"/>
                </a:cxn>
                <a:cxn ang="T5">
                  <a:pos x="T2" y="T3"/>
                </a:cxn>
              </a:cxnLst>
              <a:rect l="T6" t="T7" r="T8" b="T9"/>
              <a:pathLst>
                <a:path w="366" h="1">
                  <a:moveTo>
                    <a:pt x="366" y="0"/>
                  </a:moveTo>
                  <a:lnTo>
                    <a:pt x="0"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86074" name="Freeform 38">
              <a:extLst>
                <a:ext uri="{FF2B5EF4-FFF2-40B4-BE49-F238E27FC236}">
                  <a16:creationId xmlns:a16="http://schemas.microsoft.com/office/drawing/2014/main" id="{E7927C16-736D-462D-8CCB-8E4F092044F1}"/>
                </a:ext>
              </a:extLst>
            </p:cNvPr>
            <p:cNvSpPr>
              <a:spLocks/>
            </p:cNvSpPr>
            <p:nvPr/>
          </p:nvSpPr>
          <p:spPr bwMode="auto">
            <a:xfrm>
              <a:off x="1594" y="1789"/>
              <a:ext cx="276" cy="264"/>
            </a:xfrm>
            <a:custGeom>
              <a:avLst/>
              <a:gdLst>
                <a:gd name="T0" fmla="*/ 276 w 276"/>
                <a:gd name="T1" fmla="*/ 264 h 264"/>
                <a:gd name="T2" fmla="*/ 0 w 276"/>
                <a:gd name="T3" fmla="*/ 0 h 264"/>
                <a:gd name="T4" fmla="*/ 0 60000 65536"/>
                <a:gd name="T5" fmla="*/ 0 60000 65536"/>
                <a:gd name="T6" fmla="*/ 0 w 276"/>
                <a:gd name="T7" fmla="*/ 0 h 264"/>
                <a:gd name="T8" fmla="*/ 276 w 276"/>
                <a:gd name="T9" fmla="*/ 264 h 264"/>
              </a:gdLst>
              <a:ahLst/>
              <a:cxnLst>
                <a:cxn ang="T4">
                  <a:pos x="T0" y="T1"/>
                </a:cxn>
                <a:cxn ang="T5">
                  <a:pos x="T2" y="T3"/>
                </a:cxn>
              </a:cxnLst>
              <a:rect l="T6" t="T7" r="T8" b="T9"/>
              <a:pathLst>
                <a:path w="276" h="264">
                  <a:moveTo>
                    <a:pt x="276" y="264"/>
                  </a:moveTo>
                  <a:lnTo>
                    <a:pt x="0"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nvGrpSpPr>
            <p:cNvPr id="86075" name="Group 39">
              <a:extLst>
                <a:ext uri="{FF2B5EF4-FFF2-40B4-BE49-F238E27FC236}">
                  <a16:creationId xmlns:a16="http://schemas.microsoft.com/office/drawing/2014/main" id="{3C9EE464-712C-4700-B832-10F4A527289B}"/>
                </a:ext>
              </a:extLst>
            </p:cNvPr>
            <p:cNvGrpSpPr>
              <a:grpSpLocks/>
            </p:cNvGrpSpPr>
            <p:nvPr/>
          </p:nvGrpSpPr>
          <p:grpSpPr bwMode="auto">
            <a:xfrm>
              <a:off x="1437" y="1589"/>
              <a:ext cx="205" cy="250"/>
              <a:chOff x="2954" y="2425"/>
              <a:chExt cx="208" cy="250"/>
            </a:xfrm>
          </p:grpSpPr>
          <p:sp>
            <p:nvSpPr>
              <p:cNvPr id="86091" name="Rectangle 40">
                <a:extLst>
                  <a:ext uri="{FF2B5EF4-FFF2-40B4-BE49-F238E27FC236}">
                    <a16:creationId xmlns:a16="http://schemas.microsoft.com/office/drawing/2014/main" id="{5E4456F9-4A33-4C13-BEBE-702F16B531A4}"/>
                  </a:ext>
                </a:extLst>
              </p:cNvPr>
              <p:cNvSpPr>
                <a:spLocks noChangeArrowheads="1"/>
              </p:cNvSpPr>
              <p:nvPr/>
            </p:nvSpPr>
            <p:spPr bwMode="auto">
              <a:xfrm>
                <a:off x="2982" y="2490"/>
                <a:ext cx="144"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86092" name="Text Box 41">
                <a:extLst>
                  <a:ext uri="{FF2B5EF4-FFF2-40B4-BE49-F238E27FC236}">
                    <a16:creationId xmlns:a16="http://schemas.microsoft.com/office/drawing/2014/main" id="{A1831E87-DD72-44AE-891C-7904C410A1FC}"/>
                  </a:ext>
                </a:extLst>
              </p:cNvPr>
              <p:cNvSpPr txBox="1">
                <a:spLocks noChangeArrowheads="1"/>
              </p:cNvSpPr>
              <p:nvPr/>
            </p:nvSpPr>
            <p:spPr bwMode="auto">
              <a:xfrm>
                <a:off x="2954" y="2425"/>
                <a:ext cx="20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u</a:t>
                </a:r>
                <a:endParaRPr lang="en-US" altLang="en-US" sz="2400"/>
              </a:p>
            </p:txBody>
          </p:sp>
        </p:grpSp>
        <p:grpSp>
          <p:nvGrpSpPr>
            <p:cNvPr id="86076" name="Group 42">
              <a:extLst>
                <a:ext uri="{FF2B5EF4-FFF2-40B4-BE49-F238E27FC236}">
                  <a16:creationId xmlns:a16="http://schemas.microsoft.com/office/drawing/2014/main" id="{49BB6A36-DE24-4C06-B445-F1CC3D7C94DB}"/>
                </a:ext>
              </a:extLst>
            </p:cNvPr>
            <p:cNvGrpSpPr>
              <a:grpSpLocks/>
            </p:cNvGrpSpPr>
            <p:nvPr/>
          </p:nvGrpSpPr>
          <p:grpSpPr bwMode="auto">
            <a:xfrm>
              <a:off x="2611" y="1973"/>
              <a:ext cx="196" cy="250"/>
              <a:chOff x="2958" y="2425"/>
              <a:chExt cx="199" cy="250"/>
            </a:xfrm>
          </p:grpSpPr>
          <p:sp>
            <p:nvSpPr>
              <p:cNvPr id="86089" name="Rectangle 43">
                <a:extLst>
                  <a:ext uri="{FF2B5EF4-FFF2-40B4-BE49-F238E27FC236}">
                    <a16:creationId xmlns:a16="http://schemas.microsoft.com/office/drawing/2014/main" id="{DD7582E5-90F6-421D-B0A1-D3AA60258B7A}"/>
                  </a:ext>
                </a:extLst>
              </p:cNvPr>
              <p:cNvSpPr>
                <a:spLocks noChangeArrowheads="1"/>
              </p:cNvSpPr>
              <p:nvPr/>
            </p:nvSpPr>
            <p:spPr bwMode="auto">
              <a:xfrm>
                <a:off x="2982" y="2490"/>
                <a:ext cx="142"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86090" name="Text Box 44">
                <a:extLst>
                  <a:ext uri="{FF2B5EF4-FFF2-40B4-BE49-F238E27FC236}">
                    <a16:creationId xmlns:a16="http://schemas.microsoft.com/office/drawing/2014/main" id="{5F1A9C10-AE06-46F3-96CF-F5FC5D8FF728}"/>
                  </a:ext>
                </a:extLst>
              </p:cNvPr>
              <p:cNvSpPr txBox="1">
                <a:spLocks noChangeArrowheads="1"/>
              </p:cNvSpPr>
              <p:nvPr/>
            </p:nvSpPr>
            <p:spPr bwMode="auto">
              <a:xfrm>
                <a:off x="2958" y="2425"/>
                <a:ext cx="19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y</a:t>
                </a:r>
                <a:endParaRPr lang="en-US" altLang="en-US" sz="2400"/>
              </a:p>
            </p:txBody>
          </p:sp>
        </p:grpSp>
        <p:grpSp>
          <p:nvGrpSpPr>
            <p:cNvPr id="86077" name="Group 45">
              <a:extLst>
                <a:ext uri="{FF2B5EF4-FFF2-40B4-BE49-F238E27FC236}">
                  <a16:creationId xmlns:a16="http://schemas.microsoft.com/office/drawing/2014/main" id="{C5C82D38-4B26-413F-BB81-BA8F4C1E12B5}"/>
                </a:ext>
              </a:extLst>
            </p:cNvPr>
            <p:cNvGrpSpPr>
              <a:grpSpLocks/>
            </p:cNvGrpSpPr>
            <p:nvPr/>
          </p:nvGrpSpPr>
          <p:grpSpPr bwMode="auto">
            <a:xfrm>
              <a:off x="1922" y="1940"/>
              <a:ext cx="212" cy="288"/>
              <a:chOff x="2951" y="2395"/>
              <a:chExt cx="213" cy="288"/>
            </a:xfrm>
          </p:grpSpPr>
          <p:sp>
            <p:nvSpPr>
              <p:cNvPr id="86087" name="Rectangle 46">
                <a:extLst>
                  <a:ext uri="{FF2B5EF4-FFF2-40B4-BE49-F238E27FC236}">
                    <a16:creationId xmlns:a16="http://schemas.microsoft.com/office/drawing/2014/main" id="{597336E2-7121-4EDF-A47C-7B9450F13954}"/>
                  </a:ext>
                </a:extLst>
              </p:cNvPr>
              <p:cNvSpPr>
                <a:spLocks noChangeArrowheads="1"/>
              </p:cNvSpPr>
              <p:nvPr/>
            </p:nvSpPr>
            <p:spPr bwMode="auto">
              <a:xfrm>
                <a:off x="2982" y="2490"/>
                <a:ext cx="144"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86088" name="Text Box 47">
                <a:extLst>
                  <a:ext uri="{FF2B5EF4-FFF2-40B4-BE49-F238E27FC236}">
                    <a16:creationId xmlns:a16="http://schemas.microsoft.com/office/drawing/2014/main" id="{7614439E-B6F4-41A5-A554-032F62C49704}"/>
                  </a:ext>
                </a:extLst>
              </p:cNvPr>
              <p:cNvSpPr txBox="1">
                <a:spLocks noChangeArrowheads="1"/>
              </p:cNvSpPr>
              <p:nvPr/>
            </p:nvSpPr>
            <p:spPr bwMode="auto">
              <a:xfrm>
                <a:off x="2951" y="2395"/>
                <a:ext cx="21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400"/>
                  <a:t>x</a:t>
                </a:r>
              </a:p>
            </p:txBody>
          </p:sp>
        </p:grpSp>
        <p:grpSp>
          <p:nvGrpSpPr>
            <p:cNvPr id="86078" name="Group 48">
              <a:extLst>
                <a:ext uri="{FF2B5EF4-FFF2-40B4-BE49-F238E27FC236}">
                  <a16:creationId xmlns:a16="http://schemas.microsoft.com/office/drawing/2014/main" id="{C26FBCC0-3F08-4FB5-B719-912E5B4DA51B}"/>
                </a:ext>
              </a:extLst>
            </p:cNvPr>
            <p:cNvGrpSpPr>
              <a:grpSpLocks/>
            </p:cNvGrpSpPr>
            <p:nvPr/>
          </p:nvGrpSpPr>
          <p:grpSpPr bwMode="auto">
            <a:xfrm>
              <a:off x="2588" y="1283"/>
              <a:ext cx="232" cy="250"/>
              <a:chOff x="2941" y="2425"/>
              <a:chExt cx="235" cy="250"/>
            </a:xfrm>
          </p:grpSpPr>
          <p:sp>
            <p:nvSpPr>
              <p:cNvPr id="86085" name="Rectangle 49">
                <a:extLst>
                  <a:ext uri="{FF2B5EF4-FFF2-40B4-BE49-F238E27FC236}">
                    <a16:creationId xmlns:a16="http://schemas.microsoft.com/office/drawing/2014/main" id="{E2495F75-6F6C-4B7E-8D23-CBC97DACF2EA}"/>
                  </a:ext>
                </a:extLst>
              </p:cNvPr>
              <p:cNvSpPr>
                <a:spLocks noChangeArrowheads="1"/>
              </p:cNvSpPr>
              <p:nvPr/>
            </p:nvSpPr>
            <p:spPr bwMode="auto">
              <a:xfrm>
                <a:off x="2982" y="2490"/>
                <a:ext cx="146"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86086" name="Text Box 50">
                <a:extLst>
                  <a:ext uri="{FF2B5EF4-FFF2-40B4-BE49-F238E27FC236}">
                    <a16:creationId xmlns:a16="http://schemas.microsoft.com/office/drawing/2014/main" id="{971F7CA5-AA6D-452E-80C0-E4736DBA0053}"/>
                  </a:ext>
                </a:extLst>
              </p:cNvPr>
              <p:cNvSpPr txBox="1">
                <a:spLocks noChangeArrowheads="1"/>
              </p:cNvSpPr>
              <p:nvPr/>
            </p:nvSpPr>
            <p:spPr bwMode="auto">
              <a:xfrm>
                <a:off x="2941" y="2425"/>
                <a:ext cx="23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w</a:t>
                </a:r>
                <a:endParaRPr lang="en-US" altLang="en-US" sz="2400"/>
              </a:p>
            </p:txBody>
          </p:sp>
        </p:grpSp>
        <p:grpSp>
          <p:nvGrpSpPr>
            <p:cNvPr id="86079" name="Group 51">
              <a:extLst>
                <a:ext uri="{FF2B5EF4-FFF2-40B4-BE49-F238E27FC236}">
                  <a16:creationId xmlns:a16="http://schemas.microsoft.com/office/drawing/2014/main" id="{26D7D940-7A8E-40F9-A209-A0078010E8AB}"/>
                </a:ext>
              </a:extLst>
            </p:cNvPr>
            <p:cNvGrpSpPr>
              <a:grpSpLocks/>
            </p:cNvGrpSpPr>
            <p:nvPr/>
          </p:nvGrpSpPr>
          <p:grpSpPr bwMode="auto">
            <a:xfrm>
              <a:off x="1921" y="1283"/>
              <a:ext cx="196" cy="250"/>
              <a:chOff x="2958" y="2425"/>
              <a:chExt cx="199" cy="250"/>
            </a:xfrm>
          </p:grpSpPr>
          <p:sp>
            <p:nvSpPr>
              <p:cNvPr id="86083" name="Rectangle 52">
                <a:extLst>
                  <a:ext uri="{FF2B5EF4-FFF2-40B4-BE49-F238E27FC236}">
                    <a16:creationId xmlns:a16="http://schemas.microsoft.com/office/drawing/2014/main" id="{14BDB993-17A8-4489-8A50-1EFECFC95737}"/>
                  </a:ext>
                </a:extLst>
              </p:cNvPr>
              <p:cNvSpPr>
                <a:spLocks noChangeArrowheads="1"/>
              </p:cNvSpPr>
              <p:nvPr/>
            </p:nvSpPr>
            <p:spPr bwMode="auto">
              <a:xfrm>
                <a:off x="2982" y="2490"/>
                <a:ext cx="142"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86084" name="Text Box 53">
                <a:extLst>
                  <a:ext uri="{FF2B5EF4-FFF2-40B4-BE49-F238E27FC236}">
                    <a16:creationId xmlns:a16="http://schemas.microsoft.com/office/drawing/2014/main" id="{7D731683-B554-4599-9CDC-10FE8A129B5C}"/>
                  </a:ext>
                </a:extLst>
              </p:cNvPr>
              <p:cNvSpPr txBox="1">
                <a:spLocks noChangeArrowheads="1"/>
              </p:cNvSpPr>
              <p:nvPr/>
            </p:nvSpPr>
            <p:spPr bwMode="auto">
              <a:xfrm>
                <a:off x="2958" y="2425"/>
                <a:ext cx="19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v</a:t>
                </a:r>
                <a:endParaRPr lang="en-US" altLang="en-US" sz="2400"/>
              </a:p>
            </p:txBody>
          </p:sp>
        </p:grpSp>
        <p:grpSp>
          <p:nvGrpSpPr>
            <p:cNvPr id="86080" name="Group 54">
              <a:extLst>
                <a:ext uri="{FF2B5EF4-FFF2-40B4-BE49-F238E27FC236}">
                  <a16:creationId xmlns:a16="http://schemas.microsoft.com/office/drawing/2014/main" id="{F3B4DAED-3590-40BA-AE3B-725134DD3873}"/>
                </a:ext>
              </a:extLst>
            </p:cNvPr>
            <p:cNvGrpSpPr>
              <a:grpSpLocks/>
            </p:cNvGrpSpPr>
            <p:nvPr/>
          </p:nvGrpSpPr>
          <p:grpSpPr bwMode="auto">
            <a:xfrm>
              <a:off x="3175" y="1601"/>
              <a:ext cx="212" cy="288"/>
              <a:chOff x="2949" y="2395"/>
              <a:chExt cx="214" cy="288"/>
            </a:xfrm>
          </p:grpSpPr>
          <p:sp>
            <p:nvSpPr>
              <p:cNvPr id="86081" name="Rectangle 55">
                <a:extLst>
                  <a:ext uri="{FF2B5EF4-FFF2-40B4-BE49-F238E27FC236}">
                    <a16:creationId xmlns:a16="http://schemas.microsoft.com/office/drawing/2014/main" id="{E95AB726-6F0D-4047-A446-BCDBBBC81A4E}"/>
                  </a:ext>
                </a:extLst>
              </p:cNvPr>
              <p:cNvSpPr>
                <a:spLocks noChangeArrowheads="1"/>
              </p:cNvSpPr>
              <p:nvPr/>
            </p:nvSpPr>
            <p:spPr bwMode="auto">
              <a:xfrm>
                <a:off x="2982" y="2490"/>
                <a:ext cx="142"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86082" name="Text Box 56">
                <a:extLst>
                  <a:ext uri="{FF2B5EF4-FFF2-40B4-BE49-F238E27FC236}">
                    <a16:creationId xmlns:a16="http://schemas.microsoft.com/office/drawing/2014/main" id="{2553BC42-9FEF-4EC0-A8EC-1133DD55DEED}"/>
                  </a:ext>
                </a:extLst>
              </p:cNvPr>
              <p:cNvSpPr txBox="1">
                <a:spLocks noChangeArrowheads="1"/>
              </p:cNvSpPr>
              <p:nvPr/>
            </p:nvSpPr>
            <p:spPr bwMode="auto">
              <a:xfrm>
                <a:off x="2949" y="2395"/>
                <a:ext cx="21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400"/>
                  <a:t>z</a:t>
                </a:r>
              </a:p>
            </p:txBody>
          </p:sp>
        </p:grpSp>
      </p:grpSp>
      <p:sp>
        <p:nvSpPr>
          <p:cNvPr id="86022" name="Text Box 57">
            <a:extLst>
              <a:ext uri="{FF2B5EF4-FFF2-40B4-BE49-F238E27FC236}">
                <a16:creationId xmlns:a16="http://schemas.microsoft.com/office/drawing/2014/main" id="{F80F8E23-1555-4B2E-9E55-571A78CDB46A}"/>
              </a:ext>
            </a:extLst>
          </p:cNvPr>
          <p:cNvSpPr txBox="1">
            <a:spLocks noChangeArrowheads="1"/>
          </p:cNvSpPr>
          <p:nvPr/>
        </p:nvSpPr>
        <p:spPr bwMode="auto">
          <a:xfrm>
            <a:off x="2101851" y="1220789"/>
            <a:ext cx="53671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2400">
                <a:latin typeface="Comic Sans MS" panose="030F0702030302020204" pitchFamily="66" charset="0"/>
              </a:rPr>
              <a:t>Kết quả cây đường đi ngắn nhất từ u:</a:t>
            </a:r>
          </a:p>
        </p:txBody>
      </p:sp>
      <p:grpSp>
        <p:nvGrpSpPr>
          <p:cNvPr id="86023" name="Group 58">
            <a:extLst>
              <a:ext uri="{FF2B5EF4-FFF2-40B4-BE49-F238E27FC236}">
                <a16:creationId xmlns:a16="http://schemas.microsoft.com/office/drawing/2014/main" id="{C4C4DB91-6648-4925-A882-F7ACBD1B6FC4}"/>
              </a:ext>
            </a:extLst>
          </p:cNvPr>
          <p:cNvGrpSpPr>
            <a:grpSpLocks/>
          </p:cNvGrpSpPr>
          <p:nvPr/>
        </p:nvGrpSpPr>
        <p:grpSpPr bwMode="auto">
          <a:xfrm>
            <a:off x="3792539" y="4224339"/>
            <a:ext cx="2319337" cy="2276475"/>
            <a:chOff x="259" y="2768"/>
            <a:chExt cx="1461" cy="1434"/>
          </a:xfrm>
        </p:grpSpPr>
        <p:sp>
          <p:nvSpPr>
            <p:cNvPr id="86026" name="Line 59">
              <a:extLst>
                <a:ext uri="{FF2B5EF4-FFF2-40B4-BE49-F238E27FC236}">
                  <a16:creationId xmlns:a16="http://schemas.microsoft.com/office/drawing/2014/main" id="{2F8FAC50-698E-48A3-AB52-C9077E2B6D68}"/>
                </a:ext>
              </a:extLst>
            </p:cNvPr>
            <p:cNvSpPr>
              <a:spLocks noChangeShapeType="1"/>
            </p:cNvSpPr>
            <p:nvPr/>
          </p:nvSpPr>
          <p:spPr bwMode="auto">
            <a:xfrm>
              <a:off x="1152" y="2880"/>
              <a:ext cx="8" cy="13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86027" name="Line 60">
              <a:extLst>
                <a:ext uri="{FF2B5EF4-FFF2-40B4-BE49-F238E27FC236}">
                  <a16:creationId xmlns:a16="http://schemas.microsoft.com/office/drawing/2014/main" id="{CD913643-AE6B-4669-8EA8-88E00BC6651C}"/>
                </a:ext>
              </a:extLst>
            </p:cNvPr>
            <p:cNvSpPr>
              <a:spLocks noChangeShapeType="1"/>
            </p:cNvSpPr>
            <p:nvPr/>
          </p:nvSpPr>
          <p:spPr bwMode="auto">
            <a:xfrm>
              <a:off x="357" y="3058"/>
              <a:ext cx="136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86028" name="Text Box 61">
              <a:extLst>
                <a:ext uri="{FF2B5EF4-FFF2-40B4-BE49-F238E27FC236}">
                  <a16:creationId xmlns:a16="http://schemas.microsoft.com/office/drawing/2014/main" id="{82AE1909-C4C7-453D-B238-1ADB4DC09017}"/>
                </a:ext>
              </a:extLst>
            </p:cNvPr>
            <p:cNvSpPr txBox="1">
              <a:spLocks noChangeArrowheads="1"/>
            </p:cNvSpPr>
            <p:nvPr/>
          </p:nvSpPr>
          <p:spPr bwMode="auto">
            <a:xfrm>
              <a:off x="883" y="3060"/>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v</a:t>
              </a:r>
            </a:p>
          </p:txBody>
        </p:sp>
        <p:sp>
          <p:nvSpPr>
            <p:cNvPr id="86029" name="Text Box 62">
              <a:extLst>
                <a:ext uri="{FF2B5EF4-FFF2-40B4-BE49-F238E27FC236}">
                  <a16:creationId xmlns:a16="http://schemas.microsoft.com/office/drawing/2014/main" id="{AA45AAE2-5BAC-49B3-B5A3-6C491306C368}"/>
                </a:ext>
              </a:extLst>
            </p:cNvPr>
            <p:cNvSpPr txBox="1">
              <a:spLocks noChangeArrowheads="1"/>
            </p:cNvSpPr>
            <p:nvPr/>
          </p:nvSpPr>
          <p:spPr bwMode="auto">
            <a:xfrm>
              <a:off x="876" y="3247"/>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x</a:t>
              </a:r>
            </a:p>
          </p:txBody>
        </p:sp>
        <p:sp>
          <p:nvSpPr>
            <p:cNvPr id="86030" name="Text Box 63">
              <a:extLst>
                <a:ext uri="{FF2B5EF4-FFF2-40B4-BE49-F238E27FC236}">
                  <a16:creationId xmlns:a16="http://schemas.microsoft.com/office/drawing/2014/main" id="{2839BA32-1262-4720-8C51-5B3F5284FDAC}"/>
                </a:ext>
              </a:extLst>
            </p:cNvPr>
            <p:cNvSpPr txBox="1">
              <a:spLocks noChangeArrowheads="1"/>
            </p:cNvSpPr>
            <p:nvPr/>
          </p:nvSpPr>
          <p:spPr bwMode="auto">
            <a:xfrm>
              <a:off x="890" y="3482"/>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y</a:t>
              </a:r>
            </a:p>
          </p:txBody>
        </p:sp>
        <p:sp>
          <p:nvSpPr>
            <p:cNvPr id="86031" name="Text Box 64">
              <a:extLst>
                <a:ext uri="{FF2B5EF4-FFF2-40B4-BE49-F238E27FC236}">
                  <a16:creationId xmlns:a16="http://schemas.microsoft.com/office/drawing/2014/main" id="{A0AC85C5-B5BA-4220-8EC2-854B68676577}"/>
                </a:ext>
              </a:extLst>
            </p:cNvPr>
            <p:cNvSpPr txBox="1">
              <a:spLocks noChangeArrowheads="1"/>
            </p:cNvSpPr>
            <p:nvPr/>
          </p:nvSpPr>
          <p:spPr bwMode="auto">
            <a:xfrm>
              <a:off x="875" y="3717"/>
              <a:ext cx="2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w</a:t>
              </a:r>
            </a:p>
          </p:txBody>
        </p:sp>
        <p:sp>
          <p:nvSpPr>
            <p:cNvPr id="86032" name="Text Box 65">
              <a:extLst>
                <a:ext uri="{FF2B5EF4-FFF2-40B4-BE49-F238E27FC236}">
                  <a16:creationId xmlns:a16="http://schemas.microsoft.com/office/drawing/2014/main" id="{06702506-3322-41F5-B044-D30A313A3E65}"/>
                </a:ext>
              </a:extLst>
            </p:cNvPr>
            <p:cNvSpPr txBox="1">
              <a:spLocks noChangeArrowheads="1"/>
            </p:cNvSpPr>
            <p:nvPr/>
          </p:nvSpPr>
          <p:spPr bwMode="auto">
            <a:xfrm>
              <a:off x="884" y="3943"/>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z</a:t>
              </a:r>
            </a:p>
          </p:txBody>
        </p:sp>
        <p:sp>
          <p:nvSpPr>
            <p:cNvPr id="86033" name="Text Box 66">
              <a:extLst>
                <a:ext uri="{FF2B5EF4-FFF2-40B4-BE49-F238E27FC236}">
                  <a16:creationId xmlns:a16="http://schemas.microsoft.com/office/drawing/2014/main" id="{CF535090-F3A6-4B87-9A3A-8E0393FB4677}"/>
                </a:ext>
              </a:extLst>
            </p:cNvPr>
            <p:cNvSpPr txBox="1">
              <a:spLocks noChangeArrowheads="1"/>
            </p:cNvSpPr>
            <p:nvPr/>
          </p:nvSpPr>
          <p:spPr bwMode="auto">
            <a:xfrm>
              <a:off x="1248" y="3044"/>
              <a:ext cx="40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(u,v)</a:t>
              </a:r>
            </a:p>
          </p:txBody>
        </p:sp>
        <p:sp>
          <p:nvSpPr>
            <p:cNvPr id="86034" name="Text Box 67">
              <a:extLst>
                <a:ext uri="{FF2B5EF4-FFF2-40B4-BE49-F238E27FC236}">
                  <a16:creationId xmlns:a16="http://schemas.microsoft.com/office/drawing/2014/main" id="{B4F1191C-C6C4-4BBB-8BB4-CD33D1847201}"/>
                </a:ext>
              </a:extLst>
            </p:cNvPr>
            <p:cNvSpPr txBox="1">
              <a:spLocks noChangeArrowheads="1"/>
            </p:cNvSpPr>
            <p:nvPr/>
          </p:nvSpPr>
          <p:spPr bwMode="auto">
            <a:xfrm>
              <a:off x="1249" y="3246"/>
              <a:ext cx="40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(u,x)</a:t>
              </a:r>
            </a:p>
          </p:txBody>
        </p:sp>
        <p:sp>
          <p:nvSpPr>
            <p:cNvPr id="86035" name="Text Box 68">
              <a:extLst>
                <a:ext uri="{FF2B5EF4-FFF2-40B4-BE49-F238E27FC236}">
                  <a16:creationId xmlns:a16="http://schemas.microsoft.com/office/drawing/2014/main" id="{47B25113-6AF8-456D-8F05-76A3456F4228}"/>
                </a:ext>
              </a:extLst>
            </p:cNvPr>
            <p:cNvSpPr txBox="1">
              <a:spLocks noChangeArrowheads="1"/>
            </p:cNvSpPr>
            <p:nvPr/>
          </p:nvSpPr>
          <p:spPr bwMode="auto">
            <a:xfrm>
              <a:off x="1248" y="3497"/>
              <a:ext cx="40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(u,x)</a:t>
              </a:r>
            </a:p>
          </p:txBody>
        </p:sp>
        <p:sp>
          <p:nvSpPr>
            <p:cNvPr id="86036" name="Text Box 69">
              <a:extLst>
                <a:ext uri="{FF2B5EF4-FFF2-40B4-BE49-F238E27FC236}">
                  <a16:creationId xmlns:a16="http://schemas.microsoft.com/office/drawing/2014/main" id="{E006EFFD-B2A7-454C-A85B-CFDC827B4C0C}"/>
                </a:ext>
              </a:extLst>
            </p:cNvPr>
            <p:cNvSpPr txBox="1">
              <a:spLocks noChangeArrowheads="1"/>
            </p:cNvSpPr>
            <p:nvPr/>
          </p:nvSpPr>
          <p:spPr bwMode="auto">
            <a:xfrm>
              <a:off x="1264" y="3715"/>
              <a:ext cx="40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(u,x)</a:t>
              </a:r>
            </a:p>
          </p:txBody>
        </p:sp>
        <p:sp>
          <p:nvSpPr>
            <p:cNvPr id="86037" name="Text Box 70">
              <a:extLst>
                <a:ext uri="{FF2B5EF4-FFF2-40B4-BE49-F238E27FC236}">
                  <a16:creationId xmlns:a16="http://schemas.microsoft.com/office/drawing/2014/main" id="{39989C9E-C9DC-4F0C-819F-AB8F827C01E5}"/>
                </a:ext>
              </a:extLst>
            </p:cNvPr>
            <p:cNvSpPr txBox="1">
              <a:spLocks noChangeArrowheads="1"/>
            </p:cNvSpPr>
            <p:nvPr/>
          </p:nvSpPr>
          <p:spPr bwMode="auto">
            <a:xfrm>
              <a:off x="1254" y="3949"/>
              <a:ext cx="40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(u,x)</a:t>
              </a:r>
            </a:p>
          </p:txBody>
        </p:sp>
        <p:sp>
          <p:nvSpPr>
            <p:cNvPr id="86038" name="Text Box 71">
              <a:extLst>
                <a:ext uri="{FF2B5EF4-FFF2-40B4-BE49-F238E27FC236}">
                  <a16:creationId xmlns:a16="http://schemas.microsoft.com/office/drawing/2014/main" id="{6EE44782-AEAE-4092-8AAF-4D5E26CADFEA}"/>
                </a:ext>
              </a:extLst>
            </p:cNvPr>
            <p:cNvSpPr txBox="1">
              <a:spLocks noChangeArrowheads="1"/>
            </p:cNvSpPr>
            <p:nvPr/>
          </p:nvSpPr>
          <p:spPr bwMode="auto">
            <a:xfrm>
              <a:off x="259" y="2768"/>
              <a:ext cx="69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Đích đến</a:t>
              </a:r>
            </a:p>
          </p:txBody>
        </p:sp>
        <p:sp>
          <p:nvSpPr>
            <p:cNvPr id="86039" name="Text Box 72">
              <a:extLst>
                <a:ext uri="{FF2B5EF4-FFF2-40B4-BE49-F238E27FC236}">
                  <a16:creationId xmlns:a16="http://schemas.microsoft.com/office/drawing/2014/main" id="{CDCEBCE7-5BBF-42C9-8B3B-310882158368}"/>
                </a:ext>
              </a:extLst>
            </p:cNvPr>
            <p:cNvSpPr txBox="1">
              <a:spLocks noChangeArrowheads="1"/>
            </p:cNvSpPr>
            <p:nvPr/>
          </p:nvSpPr>
          <p:spPr bwMode="auto">
            <a:xfrm>
              <a:off x="1232" y="2791"/>
              <a:ext cx="33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link</a:t>
              </a:r>
            </a:p>
          </p:txBody>
        </p:sp>
      </p:grpSp>
      <p:sp>
        <p:nvSpPr>
          <p:cNvPr id="86024" name="Text Box 73">
            <a:extLst>
              <a:ext uri="{FF2B5EF4-FFF2-40B4-BE49-F238E27FC236}">
                <a16:creationId xmlns:a16="http://schemas.microsoft.com/office/drawing/2014/main" id="{818D0568-65BF-42BD-BE17-1E28F7D28706}"/>
              </a:ext>
            </a:extLst>
          </p:cNvPr>
          <p:cNvSpPr txBox="1">
            <a:spLocks noChangeArrowheads="1"/>
          </p:cNvSpPr>
          <p:nvPr/>
        </p:nvSpPr>
        <p:spPr bwMode="auto">
          <a:xfrm>
            <a:off x="2049464" y="3743326"/>
            <a:ext cx="48164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2400">
                <a:latin typeface="Comic Sans MS" panose="030F0702030302020204" pitchFamily="66" charset="0"/>
              </a:rPr>
              <a:t>Kết quả bảng forwarding trong u:</a:t>
            </a:r>
          </a:p>
        </p:txBody>
      </p:sp>
      <p:pic>
        <p:nvPicPr>
          <p:cNvPr id="86025" name="Picture 74" descr="underline_base">
            <a:extLst>
              <a:ext uri="{FF2B5EF4-FFF2-40B4-BE49-F238E27FC236}">
                <a16:creationId xmlns:a16="http://schemas.microsoft.com/office/drawing/2014/main" id="{38262D6D-06E9-432A-BFC9-4D67F884E3F8}"/>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4076" y="860425"/>
            <a:ext cx="7313613"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592973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ame 3"/>
          <p:cNvSpPr/>
          <p:nvPr/>
        </p:nvSpPr>
        <p:spPr>
          <a:xfrm>
            <a:off x="75302" y="74294"/>
            <a:ext cx="11984019" cy="2386402"/>
          </a:xfrm>
          <a:prstGeom prst="frame">
            <a:avLst>
              <a:gd name="adj1" fmla="val 3135"/>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800" b="1" dirty="0">
              <a:solidFill>
                <a:schemeClr val="tx1"/>
              </a:solidFill>
            </a:endParaRPr>
          </a:p>
        </p:txBody>
      </p:sp>
      <p:sp>
        <p:nvSpPr>
          <p:cNvPr id="8" name="Frame 7"/>
          <p:cNvSpPr/>
          <p:nvPr/>
        </p:nvSpPr>
        <p:spPr>
          <a:xfrm>
            <a:off x="75305" y="2506531"/>
            <a:ext cx="2850776" cy="1543761"/>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Frame 11"/>
          <p:cNvSpPr/>
          <p:nvPr/>
        </p:nvSpPr>
        <p:spPr>
          <a:xfrm>
            <a:off x="5491092" y="2479103"/>
            <a:ext cx="2850779" cy="1571189"/>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Frame 12"/>
          <p:cNvSpPr/>
          <p:nvPr/>
        </p:nvSpPr>
        <p:spPr>
          <a:xfrm>
            <a:off x="75302" y="4652401"/>
            <a:ext cx="2850779" cy="1515013"/>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Frame 13"/>
          <p:cNvSpPr/>
          <p:nvPr/>
        </p:nvSpPr>
        <p:spPr>
          <a:xfrm>
            <a:off x="5474090" y="4652402"/>
            <a:ext cx="2916257" cy="1415698"/>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2" name="Oval 21"/>
          <p:cNvSpPr/>
          <p:nvPr/>
        </p:nvSpPr>
        <p:spPr>
          <a:xfrm>
            <a:off x="189602" y="2590928"/>
            <a:ext cx="829575" cy="7993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A</a:t>
            </a:r>
          </a:p>
        </p:txBody>
      </p:sp>
      <p:sp>
        <p:nvSpPr>
          <p:cNvPr id="23" name="Oval 22"/>
          <p:cNvSpPr/>
          <p:nvPr/>
        </p:nvSpPr>
        <p:spPr>
          <a:xfrm>
            <a:off x="5554920" y="4718829"/>
            <a:ext cx="829575" cy="7993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D</a:t>
            </a:r>
          </a:p>
        </p:txBody>
      </p:sp>
      <p:sp>
        <p:nvSpPr>
          <p:cNvPr id="24" name="Oval 23"/>
          <p:cNvSpPr/>
          <p:nvPr/>
        </p:nvSpPr>
        <p:spPr>
          <a:xfrm>
            <a:off x="189599" y="4736798"/>
            <a:ext cx="829575" cy="7993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C</a:t>
            </a:r>
          </a:p>
        </p:txBody>
      </p:sp>
      <p:sp>
        <p:nvSpPr>
          <p:cNvPr id="25" name="Oval 24"/>
          <p:cNvSpPr/>
          <p:nvPr/>
        </p:nvSpPr>
        <p:spPr>
          <a:xfrm>
            <a:off x="5579499" y="2539030"/>
            <a:ext cx="829575" cy="7993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B</a:t>
            </a:r>
          </a:p>
        </p:txBody>
      </p:sp>
      <p:sp>
        <p:nvSpPr>
          <p:cNvPr id="16" name="TextBox 15"/>
          <p:cNvSpPr txBox="1"/>
          <p:nvPr/>
        </p:nvSpPr>
        <p:spPr>
          <a:xfrm>
            <a:off x="6465324" y="4951829"/>
            <a:ext cx="1534440" cy="369332"/>
          </a:xfrm>
          <a:prstGeom prst="rect">
            <a:avLst/>
          </a:prstGeom>
          <a:noFill/>
        </p:spPr>
        <p:txBody>
          <a:bodyPr wrap="square" rtlCol="0">
            <a:spAutoFit/>
          </a:bodyPr>
          <a:lstStyle/>
          <a:p>
            <a:r>
              <a:rPr lang="en-US" dirty="0" err="1"/>
              <a:t>Đáp</a:t>
            </a:r>
            <a:r>
              <a:rPr lang="en-US" dirty="0"/>
              <a:t> </a:t>
            </a:r>
            <a:r>
              <a:rPr lang="en-US" dirty="0" err="1"/>
              <a:t>án</a:t>
            </a:r>
            <a:r>
              <a:rPr lang="en-US" dirty="0"/>
              <a:t> </a:t>
            </a:r>
            <a:r>
              <a:rPr lang="en-US" dirty="0" err="1"/>
              <a:t>khác</a:t>
            </a:r>
            <a:endParaRPr lang="en-US" dirty="0"/>
          </a:p>
        </p:txBody>
      </p:sp>
      <p:sp>
        <p:nvSpPr>
          <p:cNvPr id="17" name="TextBox 16"/>
          <p:cNvSpPr txBox="1"/>
          <p:nvPr/>
        </p:nvSpPr>
        <p:spPr>
          <a:xfrm>
            <a:off x="1133471" y="6068101"/>
            <a:ext cx="10572750" cy="369332"/>
          </a:xfrm>
          <a:prstGeom prst="rect">
            <a:avLst/>
          </a:prstGeom>
          <a:noFill/>
        </p:spPr>
        <p:txBody>
          <a:bodyPr wrap="square" rtlCol="0">
            <a:spAutoFit/>
          </a:bodyPr>
          <a:lstStyle/>
          <a:p>
            <a:endParaRPr lang="en-US" dirty="0"/>
          </a:p>
        </p:txBody>
      </p:sp>
      <p:grpSp>
        <p:nvGrpSpPr>
          <p:cNvPr id="18" name="Group 16">
            <a:extLst>
              <a:ext uri="{FF2B5EF4-FFF2-40B4-BE49-F238E27FC236}">
                <a16:creationId xmlns:a16="http://schemas.microsoft.com/office/drawing/2014/main" id="{A4262D91-1A43-407F-AC8D-B0E72BFA8367}"/>
              </a:ext>
            </a:extLst>
          </p:cNvPr>
          <p:cNvGrpSpPr>
            <a:grpSpLocks/>
          </p:cNvGrpSpPr>
          <p:nvPr/>
        </p:nvGrpSpPr>
        <p:grpSpPr bwMode="auto">
          <a:xfrm>
            <a:off x="8122289" y="129050"/>
            <a:ext cx="3952483" cy="2386402"/>
            <a:chOff x="3162" y="1071"/>
            <a:chExt cx="2250" cy="1454"/>
          </a:xfrm>
        </p:grpSpPr>
        <p:sp>
          <p:nvSpPr>
            <p:cNvPr id="19" name="Freeform 17">
              <a:extLst>
                <a:ext uri="{FF2B5EF4-FFF2-40B4-BE49-F238E27FC236}">
                  <a16:creationId xmlns:a16="http://schemas.microsoft.com/office/drawing/2014/main" id="{C9BA5002-D63D-4AAB-A14D-0FA8A49DFCBF}"/>
                </a:ext>
              </a:extLst>
            </p:cNvPr>
            <p:cNvSpPr>
              <a:spLocks/>
            </p:cNvSpPr>
            <p:nvPr/>
          </p:nvSpPr>
          <p:spPr bwMode="auto">
            <a:xfrm>
              <a:off x="3162" y="1071"/>
              <a:ext cx="2250" cy="1409"/>
            </a:xfrm>
            <a:custGeom>
              <a:avLst/>
              <a:gdLst>
                <a:gd name="T0" fmla="*/ 0 w 2250"/>
                <a:gd name="T1" fmla="*/ 624 h 1409"/>
                <a:gd name="T2" fmla="*/ 219 w 2250"/>
                <a:gd name="T3" fmla="*/ 321 h 1409"/>
                <a:gd name="T4" fmla="*/ 529 w 2250"/>
                <a:gd name="T5" fmla="*/ 35 h 1409"/>
                <a:gd name="T6" fmla="*/ 1551 w 2250"/>
                <a:gd name="T7" fmla="*/ 111 h 1409"/>
                <a:gd name="T8" fmla="*/ 1968 w 2250"/>
                <a:gd name="T9" fmla="*/ 483 h 1409"/>
                <a:gd name="T10" fmla="*/ 2199 w 2250"/>
                <a:gd name="T11" fmla="*/ 906 h 1409"/>
                <a:gd name="T12" fmla="*/ 1659 w 2250"/>
                <a:gd name="T13" fmla="*/ 1314 h 1409"/>
                <a:gd name="T14" fmla="*/ 993 w 2250"/>
                <a:gd name="T15" fmla="*/ 1386 h 1409"/>
                <a:gd name="T16" fmla="*/ 465 w 2250"/>
                <a:gd name="T17" fmla="*/ 1356 h 1409"/>
                <a:gd name="T18" fmla="*/ 102 w 2250"/>
                <a:gd name="T19" fmla="*/ 1068 h 1409"/>
                <a:gd name="T20" fmla="*/ 0 w 2250"/>
                <a:gd name="T21" fmla="*/ 624 h 140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50"/>
                <a:gd name="T34" fmla="*/ 0 h 1409"/>
                <a:gd name="T35" fmla="*/ 2250 w 2250"/>
                <a:gd name="T36" fmla="*/ 1409 h 140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50" h="1409">
                  <a:moveTo>
                    <a:pt x="0" y="624"/>
                  </a:moveTo>
                  <a:cubicBezTo>
                    <a:pt x="5" y="506"/>
                    <a:pt x="131" y="419"/>
                    <a:pt x="219" y="321"/>
                  </a:cubicBezTo>
                  <a:cubicBezTo>
                    <a:pt x="307" y="223"/>
                    <a:pt x="307" y="70"/>
                    <a:pt x="529" y="35"/>
                  </a:cubicBezTo>
                  <a:cubicBezTo>
                    <a:pt x="751" y="0"/>
                    <a:pt x="1311" y="36"/>
                    <a:pt x="1551" y="111"/>
                  </a:cubicBezTo>
                  <a:cubicBezTo>
                    <a:pt x="1791" y="186"/>
                    <a:pt x="1860" y="351"/>
                    <a:pt x="1968" y="483"/>
                  </a:cubicBezTo>
                  <a:cubicBezTo>
                    <a:pt x="2076" y="615"/>
                    <a:pt x="2250" y="767"/>
                    <a:pt x="2199" y="906"/>
                  </a:cubicBezTo>
                  <a:cubicBezTo>
                    <a:pt x="2148" y="1045"/>
                    <a:pt x="1860" y="1234"/>
                    <a:pt x="1659" y="1314"/>
                  </a:cubicBezTo>
                  <a:cubicBezTo>
                    <a:pt x="1458" y="1394"/>
                    <a:pt x="1192" y="1379"/>
                    <a:pt x="993" y="1386"/>
                  </a:cubicBezTo>
                  <a:cubicBezTo>
                    <a:pt x="794" y="1393"/>
                    <a:pt x="613" y="1409"/>
                    <a:pt x="465" y="1356"/>
                  </a:cubicBezTo>
                  <a:cubicBezTo>
                    <a:pt x="317" y="1303"/>
                    <a:pt x="180" y="1190"/>
                    <a:pt x="102" y="1068"/>
                  </a:cubicBezTo>
                  <a:cubicBezTo>
                    <a:pt x="24" y="946"/>
                    <a:pt x="21" y="716"/>
                    <a:pt x="0" y="624"/>
                  </a:cubicBezTo>
                  <a:close/>
                </a:path>
              </a:pathLst>
            </a:custGeom>
            <a:solidFill>
              <a:srgbClr val="99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20" name="Freeform 18">
              <a:extLst>
                <a:ext uri="{FF2B5EF4-FFF2-40B4-BE49-F238E27FC236}">
                  <a16:creationId xmlns:a16="http://schemas.microsoft.com/office/drawing/2014/main" id="{0AAAA47D-0FD6-45A8-A3B7-CCCB7A644B5C}"/>
                </a:ext>
              </a:extLst>
            </p:cNvPr>
            <p:cNvSpPr>
              <a:spLocks/>
            </p:cNvSpPr>
            <p:nvPr/>
          </p:nvSpPr>
          <p:spPr bwMode="auto">
            <a:xfrm>
              <a:off x="3498" y="1620"/>
              <a:ext cx="342" cy="186"/>
            </a:xfrm>
            <a:custGeom>
              <a:avLst/>
              <a:gdLst>
                <a:gd name="T0" fmla="*/ 0 w 342"/>
                <a:gd name="T1" fmla="*/ 186 h 186"/>
                <a:gd name="T2" fmla="*/ 342 w 342"/>
                <a:gd name="T3" fmla="*/ 0 h 186"/>
                <a:gd name="T4" fmla="*/ 0 60000 65536"/>
                <a:gd name="T5" fmla="*/ 0 60000 65536"/>
                <a:gd name="T6" fmla="*/ 0 w 342"/>
                <a:gd name="T7" fmla="*/ 0 h 186"/>
                <a:gd name="T8" fmla="*/ 342 w 342"/>
                <a:gd name="T9" fmla="*/ 186 h 186"/>
              </a:gdLst>
              <a:ahLst/>
              <a:cxnLst>
                <a:cxn ang="T4">
                  <a:pos x="T0" y="T1"/>
                </a:cxn>
                <a:cxn ang="T5">
                  <a:pos x="T2" y="T3"/>
                </a:cxn>
              </a:cxnLst>
              <a:rect l="T6" t="T7" r="T8" b="T9"/>
              <a:pathLst>
                <a:path w="342" h="186">
                  <a:moveTo>
                    <a:pt x="0" y="186"/>
                  </a:moveTo>
                  <a:lnTo>
                    <a:pt x="342"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21" name="Oval 19">
              <a:extLst>
                <a:ext uri="{FF2B5EF4-FFF2-40B4-BE49-F238E27FC236}">
                  <a16:creationId xmlns:a16="http://schemas.microsoft.com/office/drawing/2014/main" id="{D0CA303F-23AE-44E7-8A96-44C0712F74D9}"/>
                </a:ext>
              </a:extLst>
            </p:cNvPr>
            <p:cNvSpPr>
              <a:spLocks noChangeArrowheads="1"/>
            </p:cNvSpPr>
            <p:nvPr/>
          </p:nvSpPr>
          <p:spPr bwMode="auto">
            <a:xfrm>
              <a:off x="3238" y="1862"/>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26" name="Line 20">
              <a:extLst>
                <a:ext uri="{FF2B5EF4-FFF2-40B4-BE49-F238E27FC236}">
                  <a16:creationId xmlns:a16="http://schemas.microsoft.com/office/drawing/2014/main" id="{EE54FA00-C18A-40C8-BE7B-5256753443F5}"/>
                </a:ext>
              </a:extLst>
            </p:cNvPr>
            <p:cNvSpPr>
              <a:spLocks noChangeShapeType="1"/>
            </p:cNvSpPr>
            <p:nvPr/>
          </p:nvSpPr>
          <p:spPr bwMode="auto">
            <a:xfrm>
              <a:off x="3238" y="1855"/>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7" name="Line 21">
              <a:extLst>
                <a:ext uri="{FF2B5EF4-FFF2-40B4-BE49-F238E27FC236}">
                  <a16:creationId xmlns:a16="http://schemas.microsoft.com/office/drawing/2014/main" id="{D048607A-A99E-4D28-A9B3-776BA92FF0D1}"/>
                </a:ext>
              </a:extLst>
            </p:cNvPr>
            <p:cNvSpPr>
              <a:spLocks noChangeShapeType="1"/>
            </p:cNvSpPr>
            <p:nvPr/>
          </p:nvSpPr>
          <p:spPr bwMode="auto">
            <a:xfrm>
              <a:off x="3551" y="1855"/>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8" name="Rectangle 22">
              <a:extLst>
                <a:ext uri="{FF2B5EF4-FFF2-40B4-BE49-F238E27FC236}">
                  <a16:creationId xmlns:a16="http://schemas.microsoft.com/office/drawing/2014/main" id="{8CBA6CFB-0532-444B-8650-4A936361995C}"/>
                </a:ext>
              </a:extLst>
            </p:cNvPr>
            <p:cNvSpPr>
              <a:spLocks noChangeArrowheads="1"/>
            </p:cNvSpPr>
            <p:nvPr/>
          </p:nvSpPr>
          <p:spPr bwMode="auto">
            <a:xfrm>
              <a:off x="3238" y="1855"/>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29" name="Oval 23">
              <a:extLst>
                <a:ext uri="{FF2B5EF4-FFF2-40B4-BE49-F238E27FC236}">
                  <a16:creationId xmlns:a16="http://schemas.microsoft.com/office/drawing/2014/main" id="{D4BADC58-6DBF-4456-A83E-EE55882E6CC4}"/>
                </a:ext>
              </a:extLst>
            </p:cNvPr>
            <p:cNvSpPr>
              <a:spLocks noChangeArrowheads="1"/>
            </p:cNvSpPr>
            <p:nvPr/>
          </p:nvSpPr>
          <p:spPr bwMode="auto">
            <a:xfrm>
              <a:off x="3235" y="1796"/>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30" name="Oval 24">
              <a:extLst>
                <a:ext uri="{FF2B5EF4-FFF2-40B4-BE49-F238E27FC236}">
                  <a16:creationId xmlns:a16="http://schemas.microsoft.com/office/drawing/2014/main" id="{713D25D4-E348-4045-B6CF-B10FC07D0A29}"/>
                </a:ext>
              </a:extLst>
            </p:cNvPr>
            <p:cNvSpPr>
              <a:spLocks noChangeArrowheads="1"/>
            </p:cNvSpPr>
            <p:nvPr/>
          </p:nvSpPr>
          <p:spPr bwMode="auto">
            <a:xfrm>
              <a:off x="3712" y="2249"/>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31" name="Line 25">
              <a:extLst>
                <a:ext uri="{FF2B5EF4-FFF2-40B4-BE49-F238E27FC236}">
                  <a16:creationId xmlns:a16="http://schemas.microsoft.com/office/drawing/2014/main" id="{72CAD868-2F9A-49CC-B245-29F28D4408C2}"/>
                </a:ext>
              </a:extLst>
            </p:cNvPr>
            <p:cNvSpPr>
              <a:spLocks noChangeShapeType="1"/>
            </p:cNvSpPr>
            <p:nvPr/>
          </p:nvSpPr>
          <p:spPr bwMode="auto">
            <a:xfrm>
              <a:off x="3712" y="2242"/>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 name="Line 26">
              <a:extLst>
                <a:ext uri="{FF2B5EF4-FFF2-40B4-BE49-F238E27FC236}">
                  <a16:creationId xmlns:a16="http://schemas.microsoft.com/office/drawing/2014/main" id="{7E5ED41B-0A12-4251-921F-27874CE1657B}"/>
                </a:ext>
              </a:extLst>
            </p:cNvPr>
            <p:cNvSpPr>
              <a:spLocks noChangeShapeType="1"/>
            </p:cNvSpPr>
            <p:nvPr/>
          </p:nvSpPr>
          <p:spPr bwMode="auto">
            <a:xfrm>
              <a:off x="4025" y="2242"/>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3" name="Rectangle 27">
              <a:extLst>
                <a:ext uri="{FF2B5EF4-FFF2-40B4-BE49-F238E27FC236}">
                  <a16:creationId xmlns:a16="http://schemas.microsoft.com/office/drawing/2014/main" id="{DB43D383-A84B-407C-9B9B-F589FAD1B2C2}"/>
                </a:ext>
              </a:extLst>
            </p:cNvPr>
            <p:cNvSpPr>
              <a:spLocks noChangeArrowheads="1"/>
            </p:cNvSpPr>
            <p:nvPr/>
          </p:nvSpPr>
          <p:spPr bwMode="auto">
            <a:xfrm>
              <a:off x="3712" y="2242"/>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34" name="Oval 28">
              <a:extLst>
                <a:ext uri="{FF2B5EF4-FFF2-40B4-BE49-F238E27FC236}">
                  <a16:creationId xmlns:a16="http://schemas.microsoft.com/office/drawing/2014/main" id="{00A6AF40-5E16-49B6-8B30-BE3F6119139C}"/>
                </a:ext>
              </a:extLst>
            </p:cNvPr>
            <p:cNvSpPr>
              <a:spLocks noChangeArrowheads="1"/>
            </p:cNvSpPr>
            <p:nvPr/>
          </p:nvSpPr>
          <p:spPr bwMode="auto">
            <a:xfrm>
              <a:off x="3709" y="2183"/>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35" name="Oval 29">
              <a:extLst>
                <a:ext uri="{FF2B5EF4-FFF2-40B4-BE49-F238E27FC236}">
                  <a16:creationId xmlns:a16="http://schemas.microsoft.com/office/drawing/2014/main" id="{EEF9FBC8-746A-4F27-A320-4D8111C18192}"/>
                </a:ext>
              </a:extLst>
            </p:cNvPr>
            <p:cNvSpPr>
              <a:spLocks noChangeArrowheads="1"/>
            </p:cNvSpPr>
            <p:nvPr/>
          </p:nvSpPr>
          <p:spPr bwMode="auto">
            <a:xfrm>
              <a:off x="3708" y="1559"/>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36" name="Line 30">
              <a:extLst>
                <a:ext uri="{FF2B5EF4-FFF2-40B4-BE49-F238E27FC236}">
                  <a16:creationId xmlns:a16="http://schemas.microsoft.com/office/drawing/2014/main" id="{E2660786-254A-4E32-9BEC-8C6B6EA326FB}"/>
                </a:ext>
              </a:extLst>
            </p:cNvPr>
            <p:cNvSpPr>
              <a:spLocks noChangeShapeType="1"/>
            </p:cNvSpPr>
            <p:nvPr/>
          </p:nvSpPr>
          <p:spPr bwMode="auto">
            <a:xfrm>
              <a:off x="3708" y="1552"/>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 name="Line 31">
              <a:extLst>
                <a:ext uri="{FF2B5EF4-FFF2-40B4-BE49-F238E27FC236}">
                  <a16:creationId xmlns:a16="http://schemas.microsoft.com/office/drawing/2014/main" id="{A7484EC8-FAF6-4D4F-8A2C-CCB07E39ABCF}"/>
                </a:ext>
              </a:extLst>
            </p:cNvPr>
            <p:cNvSpPr>
              <a:spLocks noChangeShapeType="1"/>
            </p:cNvSpPr>
            <p:nvPr/>
          </p:nvSpPr>
          <p:spPr bwMode="auto">
            <a:xfrm>
              <a:off x="4021" y="1552"/>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 name="Rectangle 32">
              <a:extLst>
                <a:ext uri="{FF2B5EF4-FFF2-40B4-BE49-F238E27FC236}">
                  <a16:creationId xmlns:a16="http://schemas.microsoft.com/office/drawing/2014/main" id="{75A3D059-8FA4-4505-B75F-79C78811B2AE}"/>
                </a:ext>
              </a:extLst>
            </p:cNvPr>
            <p:cNvSpPr>
              <a:spLocks noChangeArrowheads="1"/>
            </p:cNvSpPr>
            <p:nvPr/>
          </p:nvSpPr>
          <p:spPr bwMode="auto">
            <a:xfrm>
              <a:off x="3708" y="1552"/>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39" name="Oval 33">
              <a:extLst>
                <a:ext uri="{FF2B5EF4-FFF2-40B4-BE49-F238E27FC236}">
                  <a16:creationId xmlns:a16="http://schemas.microsoft.com/office/drawing/2014/main" id="{01F0F0CC-C528-4D8B-B1B6-9284E00C3DE8}"/>
                </a:ext>
              </a:extLst>
            </p:cNvPr>
            <p:cNvSpPr>
              <a:spLocks noChangeArrowheads="1"/>
            </p:cNvSpPr>
            <p:nvPr/>
          </p:nvSpPr>
          <p:spPr bwMode="auto">
            <a:xfrm>
              <a:off x="3705" y="1493"/>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0" name="Oval 34">
              <a:extLst>
                <a:ext uri="{FF2B5EF4-FFF2-40B4-BE49-F238E27FC236}">
                  <a16:creationId xmlns:a16="http://schemas.microsoft.com/office/drawing/2014/main" id="{32060E6B-836C-4AC3-ABEE-86E5DF85AA52}"/>
                </a:ext>
              </a:extLst>
            </p:cNvPr>
            <p:cNvSpPr>
              <a:spLocks noChangeArrowheads="1"/>
            </p:cNvSpPr>
            <p:nvPr/>
          </p:nvSpPr>
          <p:spPr bwMode="auto">
            <a:xfrm>
              <a:off x="4391" y="1555"/>
              <a:ext cx="312"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1" name="Line 35">
              <a:extLst>
                <a:ext uri="{FF2B5EF4-FFF2-40B4-BE49-F238E27FC236}">
                  <a16:creationId xmlns:a16="http://schemas.microsoft.com/office/drawing/2014/main" id="{F9C57597-CCD8-4A6F-92EE-A8BDB8DF0F3B}"/>
                </a:ext>
              </a:extLst>
            </p:cNvPr>
            <p:cNvSpPr>
              <a:spLocks noChangeShapeType="1"/>
            </p:cNvSpPr>
            <p:nvPr/>
          </p:nvSpPr>
          <p:spPr bwMode="auto">
            <a:xfrm>
              <a:off x="4391" y="1548"/>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 name="Line 36">
              <a:extLst>
                <a:ext uri="{FF2B5EF4-FFF2-40B4-BE49-F238E27FC236}">
                  <a16:creationId xmlns:a16="http://schemas.microsoft.com/office/drawing/2014/main" id="{3443C951-F9FE-4EFD-B684-620B5B6B18F3}"/>
                </a:ext>
              </a:extLst>
            </p:cNvPr>
            <p:cNvSpPr>
              <a:spLocks noChangeShapeType="1"/>
            </p:cNvSpPr>
            <p:nvPr/>
          </p:nvSpPr>
          <p:spPr bwMode="auto">
            <a:xfrm>
              <a:off x="4703" y="1548"/>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 name="Rectangle 37">
              <a:extLst>
                <a:ext uri="{FF2B5EF4-FFF2-40B4-BE49-F238E27FC236}">
                  <a16:creationId xmlns:a16="http://schemas.microsoft.com/office/drawing/2014/main" id="{E4AD28CC-E0DB-4351-96A1-ADF946F3FF81}"/>
                </a:ext>
              </a:extLst>
            </p:cNvPr>
            <p:cNvSpPr>
              <a:spLocks noChangeArrowheads="1"/>
            </p:cNvSpPr>
            <p:nvPr/>
          </p:nvSpPr>
          <p:spPr bwMode="auto">
            <a:xfrm>
              <a:off x="4391" y="1548"/>
              <a:ext cx="309"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44" name="Oval 38">
              <a:extLst>
                <a:ext uri="{FF2B5EF4-FFF2-40B4-BE49-F238E27FC236}">
                  <a16:creationId xmlns:a16="http://schemas.microsoft.com/office/drawing/2014/main" id="{6AF1CDFE-708C-4DEE-9060-76293870EE22}"/>
                </a:ext>
              </a:extLst>
            </p:cNvPr>
            <p:cNvSpPr>
              <a:spLocks noChangeArrowheads="1"/>
            </p:cNvSpPr>
            <p:nvPr/>
          </p:nvSpPr>
          <p:spPr bwMode="auto">
            <a:xfrm>
              <a:off x="4394" y="1492"/>
              <a:ext cx="312"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5" name="Oval 39">
              <a:extLst>
                <a:ext uri="{FF2B5EF4-FFF2-40B4-BE49-F238E27FC236}">
                  <a16:creationId xmlns:a16="http://schemas.microsoft.com/office/drawing/2014/main" id="{6993B683-3780-432B-904E-CC7DC74246CA}"/>
                </a:ext>
              </a:extLst>
            </p:cNvPr>
            <p:cNvSpPr>
              <a:spLocks noChangeArrowheads="1"/>
            </p:cNvSpPr>
            <p:nvPr/>
          </p:nvSpPr>
          <p:spPr bwMode="auto">
            <a:xfrm>
              <a:off x="4401" y="2246"/>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6" name="Line 40">
              <a:extLst>
                <a:ext uri="{FF2B5EF4-FFF2-40B4-BE49-F238E27FC236}">
                  <a16:creationId xmlns:a16="http://schemas.microsoft.com/office/drawing/2014/main" id="{CAB96547-5CDA-4EC7-87C7-6B120FBB74F6}"/>
                </a:ext>
              </a:extLst>
            </p:cNvPr>
            <p:cNvSpPr>
              <a:spLocks noChangeShapeType="1"/>
            </p:cNvSpPr>
            <p:nvPr/>
          </p:nvSpPr>
          <p:spPr bwMode="auto">
            <a:xfrm>
              <a:off x="4401" y="2239"/>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7" name="Line 41">
              <a:extLst>
                <a:ext uri="{FF2B5EF4-FFF2-40B4-BE49-F238E27FC236}">
                  <a16:creationId xmlns:a16="http://schemas.microsoft.com/office/drawing/2014/main" id="{75AFDAC3-FE7A-4D92-A3B1-C2FC15299C4D}"/>
                </a:ext>
              </a:extLst>
            </p:cNvPr>
            <p:cNvSpPr>
              <a:spLocks noChangeShapeType="1"/>
            </p:cNvSpPr>
            <p:nvPr/>
          </p:nvSpPr>
          <p:spPr bwMode="auto">
            <a:xfrm>
              <a:off x="4714" y="2239"/>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8" name="Rectangle 42">
              <a:extLst>
                <a:ext uri="{FF2B5EF4-FFF2-40B4-BE49-F238E27FC236}">
                  <a16:creationId xmlns:a16="http://schemas.microsoft.com/office/drawing/2014/main" id="{47B14EC7-E164-4DB3-A9CD-4EDCFD39635F}"/>
                </a:ext>
              </a:extLst>
            </p:cNvPr>
            <p:cNvSpPr>
              <a:spLocks noChangeArrowheads="1"/>
            </p:cNvSpPr>
            <p:nvPr/>
          </p:nvSpPr>
          <p:spPr bwMode="auto">
            <a:xfrm>
              <a:off x="4401" y="2239"/>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49" name="Oval 43">
              <a:extLst>
                <a:ext uri="{FF2B5EF4-FFF2-40B4-BE49-F238E27FC236}">
                  <a16:creationId xmlns:a16="http://schemas.microsoft.com/office/drawing/2014/main" id="{0D66D01A-D630-475A-9AD8-CB95C1D4E83C}"/>
                </a:ext>
              </a:extLst>
            </p:cNvPr>
            <p:cNvSpPr>
              <a:spLocks noChangeArrowheads="1"/>
            </p:cNvSpPr>
            <p:nvPr/>
          </p:nvSpPr>
          <p:spPr bwMode="auto">
            <a:xfrm>
              <a:off x="4398" y="2180"/>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0" name="Oval 44">
              <a:extLst>
                <a:ext uri="{FF2B5EF4-FFF2-40B4-BE49-F238E27FC236}">
                  <a16:creationId xmlns:a16="http://schemas.microsoft.com/office/drawing/2014/main" id="{217FC6C9-B890-427F-BD01-291509E91F82}"/>
                </a:ext>
              </a:extLst>
            </p:cNvPr>
            <p:cNvSpPr>
              <a:spLocks noChangeArrowheads="1"/>
            </p:cNvSpPr>
            <p:nvPr/>
          </p:nvSpPr>
          <p:spPr bwMode="auto">
            <a:xfrm>
              <a:off x="4966" y="1905"/>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1" name="Line 45">
              <a:extLst>
                <a:ext uri="{FF2B5EF4-FFF2-40B4-BE49-F238E27FC236}">
                  <a16:creationId xmlns:a16="http://schemas.microsoft.com/office/drawing/2014/main" id="{A606595C-1A9D-4F29-8DA5-31E9C47B3FB8}"/>
                </a:ext>
              </a:extLst>
            </p:cNvPr>
            <p:cNvSpPr>
              <a:spLocks noChangeShapeType="1"/>
            </p:cNvSpPr>
            <p:nvPr/>
          </p:nvSpPr>
          <p:spPr bwMode="auto">
            <a:xfrm>
              <a:off x="4966" y="1898"/>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 name="Line 46">
              <a:extLst>
                <a:ext uri="{FF2B5EF4-FFF2-40B4-BE49-F238E27FC236}">
                  <a16:creationId xmlns:a16="http://schemas.microsoft.com/office/drawing/2014/main" id="{A4409688-C505-4AD5-88E6-34E8D28E2E34}"/>
                </a:ext>
              </a:extLst>
            </p:cNvPr>
            <p:cNvSpPr>
              <a:spLocks noChangeShapeType="1"/>
            </p:cNvSpPr>
            <p:nvPr/>
          </p:nvSpPr>
          <p:spPr bwMode="auto">
            <a:xfrm>
              <a:off x="5279" y="1898"/>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3" name="Rectangle 47">
              <a:extLst>
                <a:ext uri="{FF2B5EF4-FFF2-40B4-BE49-F238E27FC236}">
                  <a16:creationId xmlns:a16="http://schemas.microsoft.com/office/drawing/2014/main" id="{77DB0D31-E8FC-4268-BE46-DC79E11B8B17}"/>
                </a:ext>
              </a:extLst>
            </p:cNvPr>
            <p:cNvSpPr>
              <a:spLocks noChangeArrowheads="1"/>
            </p:cNvSpPr>
            <p:nvPr/>
          </p:nvSpPr>
          <p:spPr bwMode="auto">
            <a:xfrm>
              <a:off x="4966" y="1898"/>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54" name="Oval 48">
              <a:extLst>
                <a:ext uri="{FF2B5EF4-FFF2-40B4-BE49-F238E27FC236}">
                  <a16:creationId xmlns:a16="http://schemas.microsoft.com/office/drawing/2014/main" id="{878940C4-A741-483C-BE43-76DCB4DBA311}"/>
                </a:ext>
              </a:extLst>
            </p:cNvPr>
            <p:cNvSpPr>
              <a:spLocks noChangeArrowheads="1"/>
            </p:cNvSpPr>
            <p:nvPr/>
          </p:nvSpPr>
          <p:spPr bwMode="auto">
            <a:xfrm>
              <a:off x="4963" y="1839"/>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5" name="Freeform 49">
              <a:extLst>
                <a:ext uri="{FF2B5EF4-FFF2-40B4-BE49-F238E27FC236}">
                  <a16:creationId xmlns:a16="http://schemas.microsoft.com/office/drawing/2014/main" id="{64A2D088-3BE6-4C57-981F-09E7E23902D5}"/>
                </a:ext>
              </a:extLst>
            </p:cNvPr>
            <p:cNvSpPr>
              <a:spLocks/>
            </p:cNvSpPr>
            <p:nvPr/>
          </p:nvSpPr>
          <p:spPr bwMode="auto">
            <a:xfrm>
              <a:off x="4557" y="1647"/>
              <a:ext cx="1" cy="522"/>
            </a:xfrm>
            <a:custGeom>
              <a:avLst/>
              <a:gdLst>
                <a:gd name="T0" fmla="*/ 0 w 1"/>
                <a:gd name="T1" fmla="*/ 0 h 522"/>
                <a:gd name="T2" fmla="*/ 0 w 1"/>
                <a:gd name="T3" fmla="*/ 522 h 522"/>
                <a:gd name="T4" fmla="*/ 0 60000 65536"/>
                <a:gd name="T5" fmla="*/ 0 60000 65536"/>
                <a:gd name="T6" fmla="*/ 0 w 1"/>
                <a:gd name="T7" fmla="*/ 0 h 522"/>
                <a:gd name="T8" fmla="*/ 1 w 1"/>
                <a:gd name="T9" fmla="*/ 522 h 522"/>
              </a:gdLst>
              <a:ahLst/>
              <a:cxnLst>
                <a:cxn ang="T4">
                  <a:pos x="T0" y="T1"/>
                </a:cxn>
                <a:cxn ang="T5">
                  <a:pos x="T2" y="T3"/>
                </a:cxn>
              </a:cxnLst>
              <a:rect l="T6" t="T7" r="T8" b="T9"/>
              <a:pathLst>
                <a:path w="1" h="522">
                  <a:moveTo>
                    <a:pt x="0" y="0"/>
                  </a:moveTo>
                  <a:lnTo>
                    <a:pt x="0" y="522"/>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6" name="Freeform 50">
              <a:extLst>
                <a:ext uri="{FF2B5EF4-FFF2-40B4-BE49-F238E27FC236}">
                  <a16:creationId xmlns:a16="http://schemas.microsoft.com/office/drawing/2014/main" id="{FFB10939-4589-4D53-9385-6AD353245459}"/>
                </a:ext>
              </a:extLst>
            </p:cNvPr>
            <p:cNvSpPr>
              <a:spLocks/>
            </p:cNvSpPr>
            <p:nvPr/>
          </p:nvSpPr>
          <p:spPr bwMode="auto">
            <a:xfrm>
              <a:off x="3864" y="1653"/>
              <a:ext cx="1" cy="537"/>
            </a:xfrm>
            <a:custGeom>
              <a:avLst/>
              <a:gdLst>
                <a:gd name="T0" fmla="*/ 0 w 1"/>
                <a:gd name="T1" fmla="*/ 0 h 537"/>
                <a:gd name="T2" fmla="*/ 0 w 1"/>
                <a:gd name="T3" fmla="*/ 537 h 537"/>
                <a:gd name="T4" fmla="*/ 0 60000 65536"/>
                <a:gd name="T5" fmla="*/ 0 60000 65536"/>
                <a:gd name="T6" fmla="*/ 0 w 1"/>
                <a:gd name="T7" fmla="*/ 0 h 537"/>
                <a:gd name="T8" fmla="*/ 1 w 1"/>
                <a:gd name="T9" fmla="*/ 537 h 537"/>
              </a:gdLst>
              <a:ahLst/>
              <a:cxnLst>
                <a:cxn ang="T4">
                  <a:pos x="T0" y="T1"/>
                </a:cxn>
                <a:cxn ang="T5">
                  <a:pos x="T2" y="T3"/>
                </a:cxn>
              </a:cxnLst>
              <a:rect l="T6" t="T7" r="T8" b="T9"/>
              <a:pathLst>
                <a:path w="1" h="537">
                  <a:moveTo>
                    <a:pt x="0" y="0"/>
                  </a:moveTo>
                  <a:lnTo>
                    <a:pt x="0" y="537"/>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7" name="Freeform 51">
              <a:extLst>
                <a:ext uri="{FF2B5EF4-FFF2-40B4-BE49-F238E27FC236}">
                  <a16:creationId xmlns:a16="http://schemas.microsoft.com/office/drawing/2014/main" id="{D75A5CA8-5146-4BE5-9FED-B1ACDBC940C7}"/>
                </a:ext>
              </a:extLst>
            </p:cNvPr>
            <p:cNvSpPr>
              <a:spLocks/>
            </p:cNvSpPr>
            <p:nvPr/>
          </p:nvSpPr>
          <p:spPr bwMode="auto">
            <a:xfrm>
              <a:off x="4029" y="1638"/>
              <a:ext cx="504" cy="600"/>
            </a:xfrm>
            <a:custGeom>
              <a:avLst/>
              <a:gdLst>
                <a:gd name="T0" fmla="*/ 0 w 378"/>
                <a:gd name="T1" fmla="*/ 2147483647 h 174"/>
                <a:gd name="T2" fmla="*/ 211931 w 378"/>
                <a:gd name="T3" fmla="*/ 0 h 174"/>
                <a:gd name="T4" fmla="*/ 0 60000 65536"/>
                <a:gd name="T5" fmla="*/ 0 60000 65536"/>
                <a:gd name="T6" fmla="*/ 0 w 378"/>
                <a:gd name="T7" fmla="*/ 0 h 174"/>
                <a:gd name="T8" fmla="*/ 378 w 378"/>
                <a:gd name="T9" fmla="*/ 174 h 174"/>
              </a:gdLst>
              <a:ahLst/>
              <a:cxnLst>
                <a:cxn ang="T4">
                  <a:pos x="T0" y="T1"/>
                </a:cxn>
                <a:cxn ang="T5">
                  <a:pos x="T2" y="T3"/>
                </a:cxn>
              </a:cxnLst>
              <a:rect l="T6" t="T7" r="T8" b="T9"/>
              <a:pathLst>
                <a:path w="378" h="174">
                  <a:moveTo>
                    <a:pt x="0" y="174"/>
                  </a:moveTo>
                  <a:lnTo>
                    <a:pt x="378"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8" name="Freeform 52">
              <a:extLst>
                <a:ext uri="{FF2B5EF4-FFF2-40B4-BE49-F238E27FC236}">
                  <a16:creationId xmlns:a16="http://schemas.microsoft.com/office/drawing/2014/main" id="{C86A5596-4EBE-4ACB-949A-EC205A3FF025}"/>
                </a:ext>
              </a:extLst>
            </p:cNvPr>
            <p:cNvSpPr>
              <a:spLocks/>
            </p:cNvSpPr>
            <p:nvPr/>
          </p:nvSpPr>
          <p:spPr bwMode="auto">
            <a:xfrm>
              <a:off x="4716" y="1986"/>
              <a:ext cx="366" cy="270"/>
            </a:xfrm>
            <a:custGeom>
              <a:avLst/>
              <a:gdLst>
                <a:gd name="T0" fmla="*/ 0 w 366"/>
                <a:gd name="T1" fmla="*/ 270 h 270"/>
                <a:gd name="T2" fmla="*/ 366 w 366"/>
                <a:gd name="T3" fmla="*/ 0 h 270"/>
                <a:gd name="T4" fmla="*/ 0 60000 65536"/>
                <a:gd name="T5" fmla="*/ 0 60000 65536"/>
                <a:gd name="T6" fmla="*/ 0 w 366"/>
                <a:gd name="T7" fmla="*/ 0 h 270"/>
                <a:gd name="T8" fmla="*/ 366 w 366"/>
                <a:gd name="T9" fmla="*/ 270 h 270"/>
              </a:gdLst>
              <a:ahLst/>
              <a:cxnLst>
                <a:cxn ang="T4">
                  <a:pos x="T0" y="T1"/>
                </a:cxn>
                <a:cxn ang="T5">
                  <a:pos x="T2" y="T3"/>
                </a:cxn>
              </a:cxnLst>
              <a:rect l="T6" t="T7" r="T8" b="T9"/>
              <a:pathLst>
                <a:path w="366" h="270">
                  <a:moveTo>
                    <a:pt x="0" y="270"/>
                  </a:moveTo>
                  <a:lnTo>
                    <a:pt x="366"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9" name="Freeform 53">
              <a:extLst>
                <a:ext uri="{FF2B5EF4-FFF2-40B4-BE49-F238E27FC236}">
                  <a16:creationId xmlns:a16="http://schemas.microsoft.com/office/drawing/2014/main" id="{75A76C77-93F9-4F41-94EA-DB50C3E2A52F}"/>
                </a:ext>
              </a:extLst>
            </p:cNvPr>
            <p:cNvSpPr>
              <a:spLocks/>
            </p:cNvSpPr>
            <p:nvPr/>
          </p:nvSpPr>
          <p:spPr bwMode="auto">
            <a:xfrm>
              <a:off x="4035" y="2268"/>
              <a:ext cx="366" cy="1"/>
            </a:xfrm>
            <a:custGeom>
              <a:avLst/>
              <a:gdLst>
                <a:gd name="T0" fmla="*/ 366 w 366"/>
                <a:gd name="T1" fmla="*/ 0 h 1"/>
                <a:gd name="T2" fmla="*/ 0 w 366"/>
                <a:gd name="T3" fmla="*/ 0 h 1"/>
                <a:gd name="T4" fmla="*/ 0 60000 65536"/>
                <a:gd name="T5" fmla="*/ 0 60000 65536"/>
                <a:gd name="T6" fmla="*/ 0 w 366"/>
                <a:gd name="T7" fmla="*/ 0 h 1"/>
                <a:gd name="T8" fmla="*/ 366 w 366"/>
                <a:gd name="T9" fmla="*/ 1 h 1"/>
              </a:gdLst>
              <a:ahLst/>
              <a:cxnLst>
                <a:cxn ang="T4">
                  <a:pos x="T0" y="T1"/>
                </a:cxn>
                <a:cxn ang="T5">
                  <a:pos x="T2" y="T3"/>
                </a:cxn>
              </a:cxnLst>
              <a:rect l="T6" t="T7" r="T8" b="T9"/>
              <a:pathLst>
                <a:path w="366" h="1">
                  <a:moveTo>
                    <a:pt x="366" y="0"/>
                  </a:moveTo>
                  <a:lnTo>
                    <a:pt x="0"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60" name="Freeform 54">
              <a:extLst>
                <a:ext uri="{FF2B5EF4-FFF2-40B4-BE49-F238E27FC236}">
                  <a16:creationId xmlns:a16="http://schemas.microsoft.com/office/drawing/2014/main" id="{D7082730-E155-4A55-B233-59B0BE1E3779}"/>
                </a:ext>
              </a:extLst>
            </p:cNvPr>
            <p:cNvSpPr>
              <a:spLocks/>
            </p:cNvSpPr>
            <p:nvPr/>
          </p:nvSpPr>
          <p:spPr bwMode="auto">
            <a:xfrm>
              <a:off x="3444" y="1944"/>
              <a:ext cx="276" cy="264"/>
            </a:xfrm>
            <a:custGeom>
              <a:avLst/>
              <a:gdLst>
                <a:gd name="T0" fmla="*/ 276 w 276"/>
                <a:gd name="T1" fmla="*/ 264 h 264"/>
                <a:gd name="T2" fmla="*/ 0 w 276"/>
                <a:gd name="T3" fmla="*/ 0 h 264"/>
                <a:gd name="T4" fmla="*/ 0 60000 65536"/>
                <a:gd name="T5" fmla="*/ 0 60000 65536"/>
                <a:gd name="T6" fmla="*/ 0 w 276"/>
                <a:gd name="T7" fmla="*/ 0 h 264"/>
                <a:gd name="T8" fmla="*/ 276 w 276"/>
                <a:gd name="T9" fmla="*/ 264 h 264"/>
              </a:gdLst>
              <a:ahLst/>
              <a:cxnLst>
                <a:cxn ang="T4">
                  <a:pos x="T0" y="T1"/>
                </a:cxn>
                <a:cxn ang="T5">
                  <a:pos x="T2" y="T3"/>
                </a:cxn>
              </a:cxnLst>
              <a:rect l="T6" t="T7" r="T8" b="T9"/>
              <a:pathLst>
                <a:path w="276" h="264">
                  <a:moveTo>
                    <a:pt x="276" y="264"/>
                  </a:moveTo>
                  <a:lnTo>
                    <a:pt x="0"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61" name="Freeform 55">
              <a:extLst>
                <a:ext uri="{FF2B5EF4-FFF2-40B4-BE49-F238E27FC236}">
                  <a16:creationId xmlns:a16="http://schemas.microsoft.com/office/drawing/2014/main" id="{351D8A15-6BBB-4D0C-89CA-29F90C5261A0}"/>
                </a:ext>
              </a:extLst>
            </p:cNvPr>
            <p:cNvSpPr>
              <a:spLocks/>
            </p:cNvSpPr>
            <p:nvPr/>
          </p:nvSpPr>
          <p:spPr bwMode="auto">
            <a:xfrm>
              <a:off x="4029" y="1578"/>
              <a:ext cx="366" cy="1"/>
            </a:xfrm>
            <a:custGeom>
              <a:avLst/>
              <a:gdLst>
                <a:gd name="T0" fmla="*/ 366 w 366"/>
                <a:gd name="T1" fmla="*/ 0 h 1"/>
                <a:gd name="T2" fmla="*/ 0 w 366"/>
                <a:gd name="T3" fmla="*/ 0 h 1"/>
                <a:gd name="T4" fmla="*/ 0 60000 65536"/>
                <a:gd name="T5" fmla="*/ 0 60000 65536"/>
                <a:gd name="T6" fmla="*/ 0 w 366"/>
                <a:gd name="T7" fmla="*/ 0 h 1"/>
                <a:gd name="T8" fmla="*/ 366 w 366"/>
                <a:gd name="T9" fmla="*/ 1 h 1"/>
              </a:gdLst>
              <a:ahLst/>
              <a:cxnLst>
                <a:cxn ang="T4">
                  <a:pos x="T0" y="T1"/>
                </a:cxn>
                <a:cxn ang="T5">
                  <a:pos x="T2" y="T3"/>
                </a:cxn>
              </a:cxnLst>
              <a:rect l="T6" t="T7" r="T8" b="T9"/>
              <a:pathLst>
                <a:path w="366" h="1">
                  <a:moveTo>
                    <a:pt x="366" y="0"/>
                  </a:moveTo>
                  <a:lnTo>
                    <a:pt x="0"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62" name="Freeform 56">
              <a:extLst>
                <a:ext uri="{FF2B5EF4-FFF2-40B4-BE49-F238E27FC236}">
                  <a16:creationId xmlns:a16="http://schemas.microsoft.com/office/drawing/2014/main" id="{56CE3F79-B33F-4AA3-8357-CEDC9BC85189}"/>
                </a:ext>
              </a:extLst>
            </p:cNvPr>
            <p:cNvSpPr>
              <a:spLocks/>
            </p:cNvSpPr>
            <p:nvPr/>
          </p:nvSpPr>
          <p:spPr bwMode="auto">
            <a:xfrm>
              <a:off x="4704" y="1575"/>
              <a:ext cx="396" cy="267"/>
            </a:xfrm>
            <a:custGeom>
              <a:avLst/>
              <a:gdLst>
                <a:gd name="T0" fmla="*/ 396 w 396"/>
                <a:gd name="T1" fmla="*/ 267 h 267"/>
                <a:gd name="T2" fmla="*/ 0 w 396"/>
                <a:gd name="T3" fmla="*/ 0 h 267"/>
                <a:gd name="T4" fmla="*/ 0 60000 65536"/>
                <a:gd name="T5" fmla="*/ 0 60000 65536"/>
                <a:gd name="T6" fmla="*/ 0 w 396"/>
                <a:gd name="T7" fmla="*/ 0 h 267"/>
                <a:gd name="T8" fmla="*/ 396 w 396"/>
                <a:gd name="T9" fmla="*/ 267 h 267"/>
              </a:gdLst>
              <a:ahLst/>
              <a:cxnLst>
                <a:cxn ang="T4">
                  <a:pos x="T0" y="T1"/>
                </a:cxn>
                <a:cxn ang="T5">
                  <a:pos x="T2" y="T3"/>
                </a:cxn>
              </a:cxnLst>
              <a:rect l="T6" t="T7" r="T8" b="T9"/>
              <a:pathLst>
                <a:path w="396" h="267">
                  <a:moveTo>
                    <a:pt x="396" y="267"/>
                  </a:moveTo>
                  <a:lnTo>
                    <a:pt x="0"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63" name="Freeform 57">
              <a:extLst>
                <a:ext uri="{FF2B5EF4-FFF2-40B4-BE49-F238E27FC236}">
                  <a16:creationId xmlns:a16="http://schemas.microsoft.com/office/drawing/2014/main" id="{FD090CA3-0920-4002-9831-59CA7A5BB0AA}"/>
                </a:ext>
              </a:extLst>
            </p:cNvPr>
            <p:cNvSpPr>
              <a:spLocks/>
            </p:cNvSpPr>
            <p:nvPr/>
          </p:nvSpPr>
          <p:spPr bwMode="auto">
            <a:xfrm>
              <a:off x="3387" y="1146"/>
              <a:ext cx="1110" cy="645"/>
            </a:xfrm>
            <a:custGeom>
              <a:avLst/>
              <a:gdLst>
                <a:gd name="T0" fmla="*/ 1110 w 1110"/>
                <a:gd name="T1" fmla="*/ 342 h 645"/>
                <a:gd name="T2" fmla="*/ 0 w 1110"/>
                <a:gd name="T3" fmla="*/ 645 h 645"/>
                <a:gd name="T4" fmla="*/ 0 60000 65536"/>
                <a:gd name="T5" fmla="*/ 0 60000 65536"/>
                <a:gd name="T6" fmla="*/ 0 w 1110"/>
                <a:gd name="T7" fmla="*/ 0 h 645"/>
                <a:gd name="T8" fmla="*/ 1110 w 1110"/>
                <a:gd name="T9" fmla="*/ 645 h 645"/>
              </a:gdLst>
              <a:ahLst/>
              <a:cxnLst>
                <a:cxn ang="T4">
                  <a:pos x="T0" y="T1"/>
                </a:cxn>
                <a:cxn ang="T5">
                  <a:pos x="T2" y="T3"/>
                </a:cxn>
              </a:cxnLst>
              <a:rect l="T6" t="T7" r="T8" b="T9"/>
              <a:pathLst>
                <a:path w="1110" h="645">
                  <a:moveTo>
                    <a:pt x="1110" y="342"/>
                  </a:moveTo>
                  <a:cubicBezTo>
                    <a:pt x="1104" y="0"/>
                    <a:pt x="21" y="63"/>
                    <a:pt x="0" y="645"/>
                  </a:cubicBez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nvGrpSpPr>
            <p:cNvPr id="64" name="Group 58">
              <a:extLst>
                <a:ext uri="{FF2B5EF4-FFF2-40B4-BE49-F238E27FC236}">
                  <a16:creationId xmlns:a16="http://schemas.microsoft.com/office/drawing/2014/main" id="{FBBA3B36-4D8E-492B-B6F0-311043F82CAA}"/>
                </a:ext>
              </a:extLst>
            </p:cNvPr>
            <p:cNvGrpSpPr>
              <a:grpSpLocks/>
            </p:cNvGrpSpPr>
            <p:nvPr/>
          </p:nvGrpSpPr>
          <p:grpSpPr bwMode="auto">
            <a:xfrm>
              <a:off x="3287" y="1744"/>
              <a:ext cx="205" cy="250"/>
              <a:chOff x="2954" y="2425"/>
              <a:chExt cx="208" cy="250"/>
            </a:xfrm>
          </p:grpSpPr>
          <p:sp>
            <p:nvSpPr>
              <p:cNvPr id="90" name="Rectangle 59">
                <a:extLst>
                  <a:ext uri="{FF2B5EF4-FFF2-40B4-BE49-F238E27FC236}">
                    <a16:creationId xmlns:a16="http://schemas.microsoft.com/office/drawing/2014/main" id="{673EF70F-053D-4A4A-A092-FEBBAC7A84DE}"/>
                  </a:ext>
                </a:extLst>
              </p:cNvPr>
              <p:cNvSpPr>
                <a:spLocks noChangeArrowheads="1"/>
              </p:cNvSpPr>
              <p:nvPr/>
            </p:nvSpPr>
            <p:spPr bwMode="auto">
              <a:xfrm>
                <a:off x="2982" y="2490"/>
                <a:ext cx="144"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91" name="Text Box 60">
                <a:extLst>
                  <a:ext uri="{FF2B5EF4-FFF2-40B4-BE49-F238E27FC236}">
                    <a16:creationId xmlns:a16="http://schemas.microsoft.com/office/drawing/2014/main" id="{F1E2F850-5E82-4213-91FB-F68E8D2E4330}"/>
                  </a:ext>
                </a:extLst>
              </p:cNvPr>
              <p:cNvSpPr txBox="1">
                <a:spLocks noChangeArrowheads="1"/>
              </p:cNvSpPr>
              <p:nvPr/>
            </p:nvSpPr>
            <p:spPr bwMode="auto">
              <a:xfrm>
                <a:off x="2954" y="2425"/>
                <a:ext cx="20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u</a:t>
                </a:r>
                <a:endParaRPr lang="en-US" altLang="en-US" sz="2400"/>
              </a:p>
            </p:txBody>
          </p:sp>
        </p:grpSp>
        <p:grpSp>
          <p:nvGrpSpPr>
            <p:cNvPr id="65" name="Group 61">
              <a:extLst>
                <a:ext uri="{FF2B5EF4-FFF2-40B4-BE49-F238E27FC236}">
                  <a16:creationId xmlns:a16="http://schemas.microsoft.com/office/drawing/2014/main" id="{C9FB7B4D-1B33-4706-9A39-96C49E22E833}"/>
                </a:ext>
              </a:extLst>
            </p:cNvPr>
            <p:cNvGrpSpPr>
              <a:grpSpLocks/>
            </p:cNvGrpSpPr>
            <p:nvPr/>
          </p:nvGrpSpPr>
          <p:grpSpPr bwMode="auto">
            <a:xfrm>
              <a:off x="4461" y="2128"/>
              <a:ext cx="196" cy="250"/>
              <a:chOff x="2958" y="2425"/>
              <a:chExt cx="199" cy="250"/>
            </a:xfrm>
          </p:grpSpPr>
          <p:sp>
            <p:nvSpPr>
              <p:cNvPr id="88" name="Rectangle 62">
                <a:extLst>
                  <a:ext uri="{FF2B5EF4-FFF2-40B4-BE49-F238E27FC236}">
                    <a16:creationId xmlns:a16="http://schemas.microsoft.com/office/drawing/2014/main" id="{9FAD1462-B803-48F8-8AD9-4377A4E6B38F}"/>
                  </a:ext>
                </a:extLst>
              </p:cNvPr>
              <p:cNvSpPr>
                <a:spLocks noChangeArrowheads="1"/>
              </p:cNvSpPr>
              <p:nvPr/>
            </p:nvSpPr>
            <p:spPr bwMode="auto">
              <a:xfrm>
                <a:off x="2982" y="2490"/>
                <a:ext cx="142"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89" name="Text Box 63">
                <a:extLst>
                  <a:ext uri="{FF2B5EF4-FFF2-40B4-BE49-F238E27FC236}">
                    <a16:creationId xmlns:a16="http://schemas.microsoft.com/office/drawing/2014/main" id="{B2C2ADD1-9104-4F0C-B9CD-23AA3803F72D}"/>
                  </a:ext>
                </a:extLst>
              </p:cNvPr>
              <p:cNvSpPr txBox="1">
                <a:spLocks noChangeArrowheads="1"/>
              </p:cNvSpPr>
              <p:nvPr/>
            </p:nvSpPr>
            <p:spPr bwMode="auto">
              <a:xfrm>
                <a:off x="2958" y="2425"/>
                <a:ext cx="19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y</a:t>
                </a:r>
                <a:endParaRPr lang="en-US" altLang="en-US" sz="2400"/>
              </a:p>
            </p:txBody>
          </p:sp>
        </p:grpSp>
        <p:grpSp>
          <p:nvGrpSpPr>
            <p:cNvPr id="66" name="Group 64">
              <a:extLst>
                <a:ext uri="{FF2B5EF4-FFF2-40B4-BE49-F238E27FC236}">
                  <a16:creationId xmlns:a16="http://schemas.microsoft.com/office/drawing/2014/main" id="{C8CF1FFD-2DD7-470B-92E8-D22537237539}"/>
                </a:ext>
              </a:extLst>
            </p:cNvPr>
            <p:cNvGrpSpPr>
              <a:grpSpLocks/>
            </p:cNvGrpSpPr>
            <p:nvPr/>
          </p:nvGrpSpPr>
          <p:grpSpPr bwMode="auto">
            <a:xfrm>
              <a:off x="3772" y="2095"/>
              <a:ext cx="212" cy="288"/>
              <a:chOff x="2951" y="2395"/>
              <a:chExt cx="213" cy="288"/>
            </a:xfrm>
          </p:grpSpPr>
          <p:sp>
            <p:nvSpPr>
              <p:cNvPr id="86" name="Rectangle 65">
                <a:extLst>
                  <a:ext uri="{FF2B5EF4-FFF2-40B4-BE49-F238E27FC236}">
                    <a16:creationId xmlns:a16="http://schemas.microsoft.com/office/drawing/2014/main" id="{D754B173-F62E-4376-A693-46BE5DB87364}"/>
                  </a:ext>
                </a:extLst>
              </p:cNvPr>
              <p:cNvSpPr>
                <a:spLocks noChangeArrowheads="1"/>
              </p:cNvSpPr>
              <p:nvPr/>
            </p:nvSpPr>
            <p:spPr bwMode="auto">
              <a:xfrm>
                <a:off x="2982" y="2490"/>
                <a:ext cx="144"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87" name="Text Box 66">
                <a:extLst>
                  <a:ext uri="{FF2B5EF4-FFF2-40B4-BE49-F238E27FC236}">
                    <a16:creationId xmlns:a16="http://schemas.microsoft.com/office/drawing/2014/main" id="{8C7CE221-18E6-428F-80E0-62D4EAF41FD8}"/>
                  </a:ext>
                </a:extLst>
              </p:cNvPr>
              <p:cNvSpPr txBox="1">
                <a:spLocks noChangeArrowheads="1"/>
              </p:cNvSpPr>
              <p:nvPr/>
            </p:nvSpPr>
            <p:spPr bwMode="auto">
              <a:xfrm>
                <a:off x="2951" y="2395"/>
                <a:ext cx="21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400"/>
                  <a:t>x</a:t>
                </a:r>
              </a:p>
            </p:txBody>
          </p:sp>
        </p:grpSp>
        <p:grpSp>
          <p:nvGrpSpPr>
            <p:cNvPr id="67" name="Group 67">
              <a:extLst>
                <a:ext uri="{FF2B5EF4-FFF2-40B4-BE49-F238E27FC236}">
                  <a16:creationId xmlns:a16="http://schemas.microsoft.com/office/drawing/2014/main" id="{297EAF13-1829-46D8-BD19-74016AD7D9BB}"/>
                </a:ext>
              </a:extLst>
            </p:cNvPr>
            <p:cNvGrpSpPr>
              <a:grpSpLocks/>
            </p:cNvGrpSpPr>
            <p:nvPr/>
          </p:nvGrpSpPr>
          <p:grpSpPr bwMode="auto">
            <a:xfrm>
              <a:off x="4438" y="1438"/>
              <a:ext cx="232" cy="250"/>
              <a:chOff x="2941" y="2425"/>
              <a:chExt cx="235" cy="250"/>
            </a:xfrm>
          </p:grpSpPr>
          <p:sp>
            <p:nvSpPr>
              <p:cNvPr id="84" name="Rectangle 68">
                <a:extLst>
                  <a:ext uri="{FF2B5EF4-FFF2-40B4-BE49-F238E27FC236}">
                    <a16:creationId xmlns:a16="http://schemas.microsoft.com/office/drawing/2014/main" id="{F3F8A1BF-980F-4C02-958B-801816501B0B}"/>
                  </a:ext>
                </a:extLst>
              </p:cNvPr>
              <p:cNvSpPr>
                <a:spLocks noChangeArrowheads="1"/>
              </p:cNvSpPr>
              <p:nvPr/>
            </p:nvSpPr>
            <p:spPr bwMode="auto">
              <a:xfrm>
                <a:off x="2982" y="2490"/>
                <a:ext cx="146"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85" name="Text Box 69">
                <a:extLst>
                  <a:ext uri="{FF2B5EF4-FFF2-40B4-BE49-F238E27FC236}">
                    <a16:creationId xmlns:a16="http://schemas.microsoft.com/office/drawing/2014/main" id="{73AC9FDC-CB44-45DC-AEC9-787A82FBC4D2}"/>
                  </a:ext>
                </a:extLst>
              </p:cNvPr>
              <p:cNvSpPr txBox="1">
                <a:spLocks noChangeArrowheads="1"/>
              </p:cNvSpPr>
              <p:nvPr/>
            </p:nvSpPr>
            <p:spPr bwMode="auto">
              <a:xfrm>
                <a:off x="2941" y="2425"/>
                <a:ext cx="23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w</a:t>
                </a:r>
                <a:endParaRPr lang="en-US" altLang="en-US" sz="2400"/>
              </a:p>
            </p:txBody>
          </p:sp>
        </p:grpSp>
        <p:grpSp>
          <p:nvGrpSpPr>
            <p:cNvPr id="68" name="Group 70">
              <a:extLst>
                <a:ext uri="{FF2B5EF4-FFF2-40B4-BE49-F238E27FC236}">
                  <a16:creationId xmlns:a16="http://schemas.microsoft.com/office/drawing/2014/main" id="{29D076D4-7F4A-4EA7-BFD8-544B6813DB70}"/>
                </a:ext>
              </a:extLst>
            </p:cNvPr>
            <p:cNvGrpSpPr>
              <a:grpSpLocks/>
            </p:cNvGrpSpPr>
            <p:nvPr/>
          </p:nvGrpSpPr>
          <p:grpSpPr bwMode="auto">
            <a:xfrm>
              <a:off x="3771" y="1438"/>
              <a:ext cx="196" cy="250"/>
              <a:chOff x="2958" y="2425"/>
              <a:chExt cx="199" cy="250"/>
            </a:xfrm>
          </p:grpSpPr>
          <p:sp>
            <p:nvSpPr>
              <p:cNvPr id="82" name="Rectangle 71">
                <a:extLst>
                  <a:ext uri="{FF2B5EF4-FFF2-40B4-BE49-F238E27FC236}">
                    <a16:creationId xmlns:a16="http://schemas.microsoft.com/office/drawing/2014/main" id="{9C3BA252-DB97-4A35-8A85-AE4734FDA575}"/>
                  </a:ext>
                </a:extLst>
              </p:cNvPr>
              <p:cNvSpPr>
                <a:spLocks noChangeArrowheads="1"/>
              </p:cNvSpPr>
              <p:nvPr/>
            </p:nvSpPr>
            <p:spPr bwMode="auto">
              <a:xfrm>
                <a:off x="2982" y="2490"/>
                <a:ext cx="142"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83" name="Text Box 72">
                <a:extLst>
                  <a:ext uri="{FF2B5EF4-FFF2-40B4-BE49-F238E27FC236}">
                    <a16:creationId xmlns:a16="http://schemas.microsoft.com/office/drawing/2014/main" id="{F65FC2C7-A042-450D-AC29-F02A3A0AF46C}"/>
                  </a:ext>
                </a:extLst>
              </p:cNvPr>
              <p:cNvSpPr txBox="1">
                <a:spLocks noChangeArrowheads="1"/>
              </p:cNvSpPr>
              <p:nvPr/>
            </p:nvSpPr>
            <p:spPr bwMode="auto">
              <a:xfrm>
                <a:off x="2958" y="2425"/>
                <a:ext cx="19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v</a:t>
                </a:r>
                <a:endParaRPr lang="en-US" altLang="en-US" sz="2400"/>
              </a:p>
            </p:txBody>
          </p:sp>
        </p:grpSp>
        <p:grpSp>
          <p:nvGrpSpPr>
            <p:cNvPr id="69" name="Group 73">
              <a:extLst>
                <a:ext uri="{FF2B5EF4-FFF2-40B4-BE49-F238E27FC236}">
                  <a16:creationId xmlns:a16="http://schemas.microsoft.com/office/drawing/2014/main" id="{1ED4AB8B-C508-4E83-A1BE-AA5C5A3D6167}"/>
                </a:ext>
              </a:extLst>
            </p:cNvPr>
            <p:cNvGrpSpPr>
              <a:grpSpLocks/>
            </p:cNvGrpSpPr>
            <p:nvPr/>
          </p:nvGrpSpPr>
          <p:grpSpPr bwMode="auto">
            <a:xfrm>
              <a:off x="5025" y="1756"/>
              <a:ext cx="212" cy="288"/>
              <a:chOff x="2949" y="2395"/>
              <a:chExt cx="214" cy="288"/>
            </a:xfrm>
          </p:grpSpPr>
          <p:sp>
            <p:nvSpPr>
              <p:cNvPr id="80" name="Rectangle 74">
                <a:extLst>
                  <a:ext uri="{FF2B5EF4-FFF2-40B4-BE49-F238E27FC236}">
                    <a16:creationId xmlns:a16="http://schemas.microsoft.com/office/drawing/2014/main" id="{A4EAAE7C-2C82-46DE-8782-619B27C28D03}"/>
                  </a:ext>
                </a:extLst>
              </p:cNvPr>
              <p:cNvSpPr>
                <a:spLocks noChangeArrowheads="1"/>
              </p:cNvSpPr>
              <p:nvPr/>
            </p:nvSpPr>
            <p:spPr bwMode="auto">
              <a:xfrm>
                <a:off x="2982" y="2490"/>
                <a:ext cx="142"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81" name="Text Box 75">
                <a:extLst>
                  <a:ext uri="{FF2B5EF4-FFF2-40B4-BE49-F238E27FC236}">
                    <a16:creationId xmlns:a16="http://schemas.microsoft.com/office/drawing/2014/main" id="{828414D8-127B-47F0-B037-AD7ED5ABF458}"/>
                  </a:ext>
                </a:extLst>
              </p:cNvPr>
              <p:cNvSpPr txBox="1">
                <a:spLocks noChangeArrowheads="1"/>
              </p:cNvSpPr>
              <p:nvPr/>
            </p:nvSpPr>
            <p:spPr bwMode="auto">
              <a:xfrm>
                <a:off x="2949" y="2395"/>
                <a:ext cx="21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400"/>
                  <a:t>z</a:t>
                </a:r>
              </a:p>
            </p:txBody>
          </p:sp>
        </p:grpSp>
        <p:sp>
          <p:nvSpPr>
            <p:cNvPr id="70" name="Text Box 76">
              <a:extLst>
                <a:ext uri="{FF2B5EF4-FFF2-40B4-BE49-F238E27FC236}">
                  <a16:creationId xmlns:a16="http://schemas.microsoft.com/office/drawing/2014/main" id="{B62ABC63-0C50-404B-AE67-F5075A7EEDA9}"/>
                </a:ext>
              </a:extLst>
            </p:cNvPr>
            <p:cNvSpPr txBox="1">
              <a:spLocks noChangeArrowheads="1"/>
            </p:cNvSpPr>
            <p:nvPr/>
          </p:nvSpPr>
          <p:spPr bwMode="auto">
            <a:xfrm>
              <a:off x="3479" y="1568"/>
              <a:ext cx="22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400" dirty="0"/>
                <a:t>5</a:t>
              </a:r>
            </a:p>
          </p:txBody>
        </p:sp>
        <p:sp>
          <p:nvSpPr>
            <p:cNvPr id="71" name="Text Box 77">
              <a:extLst>
                <a:ext uri="{FF2B5EF4-FFF2-40B4-BE49-F238E27FC236}">
                  <a16:creationId xmlns:a16="http://schemas.microsoft.com/office/drawing/2014/main" id="{719DD85D-4F90-49E8-A6E5-D435E98F0DFB}"/>
                </a:ext>
              </a:extLst>
            </p:cNvPr>
            <p:cNvSpPr txBox="1">
              <a:spLocks noChangeArrowheads="1"/>
            </p:cNvSpPr>
            <p:nvPr/>
          </p:nvSpPr>
          <p:spPr bwMode="auto">
            <a:xfrm>
              <a:off x="3827" y="1787"/>
              <a:ext cx="22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400" dirty="0"/>
                <a:t>4</a:t>
              </a:r>
            </a:p>
          </p:txBody>
        </p:sp>
        <p:sp>
          <p:nvSpPr>
            <p:cNvPr id="72" name="Text Box 78">
              <a:extLst>
                <a:ext uri="{FF2B5EF4-FFF2-40B4-BE49-F238E27FC236}">
                  <a16:creationId xmlns:a16="http://schemas.microsoft.com/office/drawing/2014/main" id="{3D0CD67C-2765-4C4E-901D-42665B8EA089}"/>
                </a:ext>
              </a:extLst>
            </p:cNvPr>
            <p:cNvSpPr txBox="1">
              <a:spLocks noChangeArrowheads="1"/>
            </p:cNvSpPr>
            <p:nvPr/>
          </p:nvSpPr>
          <p:spPr bwMode="auto">
            <a:xfrm>
              <a:off x="3406" y="2000"/>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dirty="0"/>
                <a:t>1</a:t>
              </a:r>
              <a:endParaRPr lang="en-US" altLang="en-US" sz="2400" dirty="0"/>
            </a:p>
          </p:txBody>
        </p:sp>
        <p:sp>
          <p:nvSpPr>
            <p:cNvPr id="73" name="Text Box 79">
              <a:extLst>
                <a:ext uri="{FF2B5EF4-FFF2-40B4-BE49-F238E27FC236}">
                  <a16:creationId xmlns:a16="http://schemas.microsoft.com/office/drawing/2014/main" id="{D15352A4-5414-4928-BD8A-527F445CEB47}"/>
                </a:ext>
              </a:extLst>
            </p:cNvPr>
            <p:cNvSpPr txBox="1">
              <a:spLocks noChangeArrowheads="1"/>
            </p:cNvSpPr>
            <p:nvPr/>
          </p:nvSpPr>
          <p:spPr bwMode="auto">
            <a:xfrm>
              <a:off x="4211" y="1880"/>
              <a:ext cx="22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400" dirty="0"/>
                <a:t>8</a:t>
              </a:r>
            </a:p>
          </p:txBody>
        </p:sp>
        <p:sp>
          <p:nvSpPr>
            <p:cNvPr id="74" name="Text Box 80">
              <a:extLst>
                <a:ext uri="{FF2B5EF4-FFF2-40B4-BE49-F238E27FC236}">
                  <a16:creationId xmlns:a16="http://schemas.microsoft.com/office/drawing/2014/main" id="{2D7D5F35-8DF2-48B4-9A64-84BE799CD417}"/>
                </a:ext>
              </a:extLst>
            </p:cNvPr>
            <p:cNvSpPr txBox="1">
              <a:spLocks noChangeArrowheads="1"/>
            </p:cNvSpPr>
            <p:nvPr/>
          </p:nvSpPr>
          <p:spPr bwMode="auto">
            <a:xfrm>
              <a:off x="4147" y="2234"/>
              <a:ext cx="22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400" dirty="0"/>
                <a:t>4</a:t>
              </a:r>
            </a:p>
          </p:txBody>
        </p:sp>
        <p:sp>
          <p:nvSpPr>
            <p:cNvPr id="75" name="Text Box 81">
              <a:extLst>
                <a:ext uri="{FF2B5EF4-FFF2-40B4-BE49-F238E27FC236}">
                  <a16:creationId xmlns:a16="http://schemas.microsoft.com/office/drawing/2014/main" id="{DAD1173A-B5F9-4C70-B9E5-54A7C2A18DA0}"/>
                </a:ext>
              </a:extLst>
            </p:cNvPr>
            <p:cNvSpPr txBox="1">
              <a:spLocks noChangeArrowheads="1"/>
            </p:cNvSpPr>
            <p:nvPr/>
          </p:nvSpPr>
          <p:spPr bwMode="auto">
            <a:xfrm>
              <a:off x="4508" y="1805"/>
              <a:ext cx="22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400" dirty="0"/>
                <a:t>8</a:t>
              </a:r>
            </a:p>
          </p:txBody>
        </p:sp>
        <p:sp>
          <p:nvSpPr>
            <p:cNvPr id="76" name="Text Box 82">
              <a:extLst>
                <a:ext uri="{FF2B5EF4-FFF2-40B4-BE49-F238E27FC236}">
                  <a16:creationId xmlns:a16="http://schemas.microsoft.com/office/drawing/2014/main" id="{5B6E3B42-D8DD-467C-A0FD-FDF2F9CA9190}"/>
                </a:ext>
              </a:extLst>
            </p:cNvPr>
            <p:cNvSpPr txBox="1">
              <a:spLocks noChangeArrowheads="1"/>
            </p:cNvSpPr>
            <p:nvPr/>
          </p:nvSpPr>
          <p:spPr bwMode="auto">
            <a:xfrm>
              <a:off x="4868" y="2069"/>
              <a:ext cx="22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400" dirty="0"/>
                <a:t>1</a:t>
              </a:r>
            </a:p>
          </p:txBody>
        </p:sp>
        <p:sp>
          <p:nvSpPr>
            <p:cNvPr id="77" name="Text Box 83">
              <a:extLst>
                <a:ext uri="{FF2B5EF4-FFF2-40B4-BE49-F238E27FC236}">
                  <a16:creationId xmlns:a16="http://schemas.microsoft.com/office/drawing/2014/main" id="{CEF19099-5AC9-4B63-909A-03F3967A6DF1}"/>
                </a:ext>
              </a:extLst>
            </p:cNvPr>
            <p:cNvSpPr txBox="1">
              <a:spLocks noChangeArrowheads="1"/>
            </p:cNvSpPr>
            <p:nvPr/>
          </p:nvSpPr>
          <p:spPr bwMode="auto">
            <a:xfrm>
              <a:off x="4841" y="1532"/>
              <a:ext cx="22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400" dirty="0"/>
                <a:t>4</a:t>
              </a:r>
            </a:p>
          </p:txBody>
        </p:sp>
        <p:sp>
          <p:nvSpPr>
            <p:cNvPr id="78" name="Text Box 84">
              <a:extLst>
                <a:ext uri="{FF2B5EF4-FFF2-40B4-BE49-F238E27FC236}">
                  <a16:creationId xmlns:a16="http://schemas.microsoft.com/office/drawing/2014/main" id="{16AEF592-50D7-433A-91A8-851EB3CB1662}"/>
                </a:ext>
              </a:extLst>
            </p:cNvPr>
            <p:cNvSpPr txBox="1">
              <a:spLocks noChangeArrowheads="1"/>
            </p:cNvSpPr>
            <p:nvPr/>
          </p:nvSpPr>
          <p:spPr bwMode="auto">
            <a:xfrm>
              <a:off x="4106" y="1382"/>
              <a:ext cx="22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400" dirty="0"/>
                <a:t>1</a:t>
              </a:r>
            </a:p>
          </p:txBody>
        </p:sp>
        <p:sp>
          <p:nvSpPr>
            <p:cNvPr id="79" name="Text Box 85">
              <a:extLst>
                <a:ext uri="{FF2B5EF4-FFF2-40B4-BE49-F238E27FC236}">
                  <a16:creationId xmlns:a16="http://schemas.microsoft.com/office/drawing/2014/main" id="{3FFFBA2B-59AB-4800-B566-25EA647A9A27}"/>
                </a:ext>
              </a:extLst>
            </p:cNvPr>
            <p:cNvSpPr txBox="1">
              <a:spLocks noChangeArrowheads="1"/>
            </p:cNvSpPr>
            <p:nvPr/>
          </p:nvSpPr>
          <p:spPr bwMode="auto">
            <a:xfrm>
              <a:off x="3755" y="1115"/>
              <a:ext cx="22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400" dirty="0"/>
                <a:t>6</a:t>
              </a:r>
            </a:p>
          </p:txBody>
        </p:sp>
      </p:grpSp>
      <p:sp>
        <p:nvSpPr>
          <p:cNvPr id="3" name="Hộp Văn bản 2">
            <a:extLst>
              <a:ext uri="{FF2B5EF4-FFF2-40B4-BE49-F238E27FC236}">
                <a16:creationId xmlns:a16="http://schemas.microsoft.com/office/drawing/2014/main" id="{69721DB8-4115-4677-9A73-CC5BD054254D}"/>
              </a:ext>
            </a:extLst>
          </p:cNvPr>
          <p:cNvSpPr txBox="1"/>
          <p:nvPr/>
        </p:nvSpPr>
        <p:spPr>
          <a:xfrm>
            <a:off x="208036" y="690586"/>
            <a:ext cx="7791728" cy="923330"/>
          </a:xfrm>
          <a:prstGeom prst="rect">
            <a:avLst/>
          </a:prstGeom>
          <a:noFill/>
        </p:spPr>
        <p:txBody>
          <a:bodyPr wrap="square" rtlCol="0">
            <a:spAutoFit/>
          </a:bodyPr>
          <a:lstStyle/>
          <a:p>
            <a:r>
              <a:rPr lang="en-US" dirty="0"/>
              <a:t>Cho </a:t>
            </a:r>
            <a:r>
              <a:rPr lang="en-US" dirty="0" err="1"/>
              <a:t>mô</a:t>
            </a:r>
            <a:r>
              <a:rPr lang="en-US" dirty="0"/>
              <a:t> </a:t>
            </a:r>
            <a:r>
              <a:rPr lang="en-US" dirty="0" err="1"/>
              <a:t>hình</a:t>
            </a:r>
            <a:r>
              <a:rPr lang="en-US" dirty="0"/>
              <a:t> </a:t>
            </a:r>
            <a:r>
              <a:rPr lang="en-US" dirty="0" err="1"/>
              <a:t>đồ</a:t>
            </a:r>
            <a:r>
              <a:rPr lang="en-US" dirty="0"/>
              <a:t> </a:t>
            </a:r>
            <a:r>
              <a:rPr lang="en-US" dirty="0" err="1"/>
              <a:t>thị</a:t>
            </a:r>
            <a:r>
              <a:rPr lang="en-US" dirty="0"/>
              <a:t> </a:t>
            </a:r>
            <a:r>
              <a:rPr lang="en-US" dirty="0" err="1"/>
              <a:t>biểu</a:t>
            </a:r>
            <a:r>
              <a:rPr lang="en-US" dirty="0"/>
              <a:t> </a:t>
            </a:r>
            <a:r>
              <a:rPr lang="en-US" dirty="0" err="1"/>
              <a:t>diễn</a:t>
            </a:r>
            <a:r>
              <a:rPr lang="en-US" dirty="0"/>
              <a:t> </a:t>
            </a:r>
            <a:r>
              <a:rPr lang="en-US" dirty="0" err="1"/>
              <a:t>sự</a:t>
            </a:r>
            <a:r>
              <a:rPr lang="en-US" dirty="0"/>
              <a:t> </a:t>
            </a:r>
            <a:r>
              <a:rPr lang="en-US" dirty="0" err="1"/>
              <a:t>kết</a:t>
            </a:r>
            <a:r>
              <a:rPr lang="en-US" dirty="0"/>
              <a:t> </a:t>
            </a:r>
            <a:r>
              <a:rPr lang="en-US" dirty="0" err="1"/>
              <a:t>nối</a:t>
            </a:r>
            <a:r>
              <a:rPr lang="en-US" dirty="0"/>
              <a:t> </a:t>
            </a:r>
            <a:r>
              <a:rPr lang="en-US" dirty="0" err="1"/>
              <a:t>và</a:t>
            </a:r>
            <a:r>
              <a:rPr lang="en-US" dirty="0"/>
              <a:t> chi </a:t>
            </a:r>
            <a:r>
              <a:rPr lang="en-US" dirty="0" err="1"/>
              <a:t>phí</a:t>
            </a:r>
            <a:r>
              <a:rPr lang="en-US" dirty="0"/>
              <a:t> </a:t>
            </a:r>
            <a:r>
              <a:rPr lang="en-US" dirty="0" err="1"/>
              <a:t>kết</a:t>
            </a:r>
            <a:r>
              <a:rPr lang="en-US" dirty="0"/>
              <a:t> </a:t>
            </a:r>
            <a:r>
              <a:rPr lang="en-US" dirty="0" err="1"/>
              <a:t>nối</a:t>
            </a:r>
            <a:r>
              <a:rPr lang="en-US" dirty="0"/>
              <a:t> </a:t>
            </a:r>
            <a:r>
              <a:rPr lang="en-US" dirty="0" err="1"/>
              <a:t>giữa</a:t>
            </a:r>
            <a:r>
              <a:rPr lang="en-US" dirty="0"/>
              <a:t> </a:t>
            </a:r>
            <a:r>
              <a:rPr lang="en-US" dirty="0" err="1"/>
              <a:t>các</a:t>
            </a:r>
            <a:r>
              <a:rPr lang="en-US" dirty="0"/>
              <a:t> router </a:t>
            </a:r>
            <a:r>
              <a:rPr lang="en-US" dirty="0" err="1"/>
              <a:t>nh</a:t>
            </a:r>
            <a:r>
              <a:rPr lang="vi-VN" dirty="0"/>
              <a:t>ư</a:t>
            </a:r>
            <a:r>
              <a:rPr lang="en-US" dirty="0"/>
              <a:t> </a:t>
            </a:r>
            <a:r>
              <a:rPr lang="en-US" dirty="0" err="1"/>
              <a:t>hình</a:t>
            </a:r>
            <a:r>
              <a:rPr lang="en-US" dirty="0"/>
              <a:t> </a:t>
            </a:r>
            <a:r>
              <a:rPr lang="en-US" dirty="0" err="1"/>
              <a:t>minh</a:t>
            </a:r>
            <a:r>
              <a:rPr lang="en-US" dirty="0"/>
              <a:t> </a:t>
            </a:r>
            <a:r>
              <a:rPr lang="en-US" dirty="0" err="1"/>
              <a:t>họa</a:t>
            </a:r>
            <a:r>
              <a:rPr lang="en-US" dirty="0"/>
              <a:t> </a:t>
            </a:r>
            <a:r>
              <a:rPr lang="en-US" dirty="0" err="1"/>
              <a:t>bên</a:t>
            </a:r>
            <a:r>
              <a:rPr lang="en-US" dirty="0"/>
              <a:t> d</a:t>
            </a:r>
            <a:r>
              <a:rPr lang="vi-VN" dirty="0"/>
              <a:t>ư</a:t>
            </a:r>
            <a:r>
              <a:rPr lang="en-US" dirty="0" err="1"/>
              <a:t>ới</a:t>
            </a:r>
            <a:r>
              <a:rPr lang="en-US" dirty="0"/>
              <a:t> . </a:t>
            </a:r>
            <a:r>
              <a:rPr lang="en-US" dirty="0" err="1"/>
              <a:t>Dùng</a:t>
            </a:r>
            <a:r>
              <a:rPr lang="en-US" dirty="0"/>
              <a:t> </a:t>
            </a:r>
            <a:r>
              <a:rPr lang="en-US" dirty="0" err="1"/>
              <a:t>thuật</a:t>
            </a:r>
            <a:r>
              <a:rPr lang="en-US" dirty="0"/>
              <a:t> </a:t>
            </a:r>
            <a:r>
              <a:rPr lang="en-US" dirty="0" err="1"/>
              <a:t>toán</a:t>
            </a:r>
            <a:r>
              <a:rPr lang="en-US" dirty="0"/>
              <a:t> Dijkstra </a:t>
            </a:r>
            <a:r>
              <a:rPr lang="en-US" dirty="0" err="1"/>
              <a:t>để</a:t>
            </a:r>
            <a:r>
              <a:rPr lang="en-US" dirty="0"/>
              <a:t> </a:t>
            </a:r>
            <a:r>
              <a:rPr lang="en-US" dirty="0" err="1"/>
              <a:t>xác</a:t>
            </a:r>
            <a:r>
              <a:rPr lang="en-US" dirty="0"/>
              <a:t> </a:t>
            </a:r>
            <a:r>
              <a:rPr lang="en-US" dirty="0" err="1"/>
              <a:t>định</a:t>
            </a:r>
            <a:r>
              <a:rPr lang="en-US" dirty="0"/>
              <a:t> đ</a:t>
            </a:r>
            <a:r>
              <a:rPr lang="vi-VN" dirty="0"/>
              <a:t>ư</a:t>
            </a:r>
            <a:r>
              <a:rPr lang="en-US" dirty="0" err="1"/>
              <a:t>ờng</a:t>
            </a:r>
            <a:r>
              <a:rPr lang="en-US" dirty="0"/>
              <a:t> </a:t>
            </a:r>
            <a:r>
              <a:rPr lang="en-US" dirty="0" err="1"/>
              <a:t>đi</a:t>
            </a:r>
            <a:r>
              <a:rPr lang="en-US" dirty="0"/>
              <a:t> </a:t>
            </a:r>
            <a:r>
              <a:rPr lang="en-US" dirty="0" err="1"/>
              <a:t>ngắn</a:t>
            </a:r>
            <a:r>
              <a:rPr lang="en-US" dirty="0"/>
              <a:t> </a:t>
            </a:r>
            <a:r>
              <a:rPr lang="en-US" dirty="0" err="1"/>
              <a:t>nhất</a:t>
            </a:r>
            <a:r>
              <a:rPr lang="en-US" dirty="0"/>
              <a:t> </a:t>
            </a:r>
            <a:r>
              <a:rPr lang="en-US" dirty="0" err="1"/>
              <a:t>từ</a:t>
            </a:r>
            <a:r>
              <a:rPr lang="en-US" dirty="0"/>
              <a:t> </a:t>
            </a:r>
            <a:r>
              <a:rPr lang="en-US" dirty="0" err="1"/>
              <a:t>đỉnh</a:t>
            </a:r>
            <a:r>
              <a:rPr lang="en-US" dirty="0"/>
              <a:t> u </a:t>
            </a:r>
            <a:r>
              <a:rPr lang="en-US" dirty="0" err="1"/>
              <a:t>đến</a:t>
            </a:r>
            <a:r>
              <a:rPr lang="en-US" dirty="0"/>
              <a:t> </a:t>
            </a:r>
            <a:r>
              <a:rPr lang="en-US" dirty="0" err="1"/>
              <a:t>các</a:t>
            </a:r>
            <a:r>
              <a:rPr lang="en-US" dirty="0"/>
              <a:t> </a:t>
            </a:r>
            <a:r>
              <a:rPr lang="en-US" dirty="0" err="1"/>
              <a:t>đỉnh</a:t>
            </a:r>
            <a:r>
              <a:rPr lang="en-US" dirty="0"/>
              <a:t> </a:t>
            </a:r>
            <a:r>
              <a:rPr lang="en-US" dirty="0" err="1"/>
              <a:t>còn</a:t>
            </a:r>
            <a:r>
              <a:rPr lang="en-US" dirty="0"/>
              <a:t> </a:t>
            </a:r>
            <a:r>
              <a:rPr lang="en-US" dirty="0" err="1"/>
              <a:t>lại</a:t>
            </a:r>
            <a:r>
              <a:rPr lang="en-US" dirty="0"/>
              <a:t>. </a:t>
            </a:r>
            <a:r>
              <a:rPr lang="en-US" dirty="0" err="1"/>
              <a:t>Kết</a:t>
            </a:r>
            <a:r>
              <a:rPr lang="en-US" dirty="0"/>
              <a:t> </a:t>
            </a:r>
            <a:r>
              <a:rPr lang="en-US" dirty="0" err="1"/>
              <a:t>quả</a:t>
            </a:r>
            <a:r>
              <a:rPr lang="en-US" dirty="0"/>
              <a:t> </a:t>
            </a:r>
            <a:r>
              <a:rPr lang="en-US" dirty="0" err="1"/>
              <a:t>bảng</a:t>
            </a:r>
            <a:r>
              <a:rPr lang="en-US" dirty="0"/>
              <a:t> forwarding </a:t>
            </a:r>
            <a:r>
              <a:rPr lang="en-US" dirty="0" err="1"/>
              <a:t>trong</a:t>
            </a:r>
            <a:r>
              <a:rPr lang="en-US" dirty="0"/>
              <a:t> u?</a:t>
            </a:r>
          </a:p>
        </p:txBody>
      </p:sp>
      <p:pic>
        <p:nvPicPr>
          <p:cNvPr id="5" name="Hình ảnh 4">
            <a:extLst>
              <a:ext uri="{FF2B5EF4-FFF2-40B4-BE49-F238E27FC236}">
                <a16:creationId xmlns:a16="http://schemas.microsoft.com/office/drawing/2014/main" id="{45176145-427A-4A19-A18A-36D0E82E2594}"/>
              </a:ext>
            </a:extLst>
          </p:cNvPr>
          <p:cNvPicPr>
            <a:picLocks noChangeAspect="1"/>
          </p:cNvPicPr>
          <p:nvPr/>
        </p:nvPicPr>
        <p:blipFill>
          <a:blip r:embed="rId2"/>
          <a:stretch>
            <a:fillRect/>
          </a:stretch>
        </p:blipFill>
        <p:spPr>
          <a:xfrm>
            <a:off x="1019177" y="2567867"/>
            <a:ext cx="1869653" cy="1440138"/>
          </a:xfrm>
          <a:prstGeom prst="rect">
            <a:avLst/>
          </a:prstGeom>
        </p:spPr>
      </p:pic>
      <p:pic>
        <p:nvPicPr>
          <p:cNvPr id="6" name="Hình ảnh 5">
            <a:extLst>
              <a:ext uri="{FF2B5EF4-FFF2-40B4-BE49-F238E27FC236}">
                <a16:creationId xmlns:a16="http://schemas.microsoft.com/office/drawing/2014/main" id="{4A3E3339-DADB-430E-A87B-9A44FF967A4C}"/>
              </a:ext>
            </a:extLst>
          </p:cNvPr>
          <p:cNvPicPr>
            <a:picLocks noChangeAspect="1"/>
          </p:cNvPicPr>
          <p:nvPr/>
        </p:nvPicPr>
        <p:blipFill>
          <a:blip r:embed="rId3"/>
          <a:stretch>
            <a:fillRect/>
          </a:stretch>
        </p:blipFill>
        <p:spPr>
          <a:xfrm>
            <a:off x="1019174" y="4652402"/>
            <a:ext cx="1829299" cy="1465717"/>
          </a:xfrm>
          <a:prstGeom prst="rect">
            <a:avLst/>
          </a:prstGeom>
        </p:spPr>
      </p:pic>
      <p:pic>
        <p:nvPicPr>
          <p:cNvPr id="2" name="Hình ảnh 1">
            <a:extLst>
              <a:ext uri="{FF2B5EF4-FFF2-40B4-BE49-F238E27FC236}">
                <a16:creationId xmlns:a16="http://schemas.microsoft.com/office/drawing/2014/main" id="{18641B1C-B6C6-4683-9027-EC21F03B8BAB}"/>
              </a:ext>
            </a:extLst>
          </p:cNvPr>
          <p:cNvPicPr>
            <a:picLocks noChangeAspect="1"/>
          </p:cNvPicPr>
          <p:nvPr/>
        </p:nvPicPr>
        <p:blipFill>
          <a:blip r:embed="rId4"/>
          <a:stretch>
            <a:fillRect/>
          </a:stretch>
        </p:blipFill>
        <p:spPr>
          <a:xfrm>
            <a:off x="6585603" y="2535812"/>
            <a:ext cx="1756268" cy="1471802"/>
          </a:xfrm>
          <a:prstGeom prst="rect">
            <a:avLst/>
          </a:prstGeom>
        </p:spPr>
      </p:pic>
      <p:sp>
        <p:nvSpPr>
          <p:cNvPr id="9" name="Tiêu đề 8">
            <a:extLst>
              <a:ext uri="{FF2B5EF4-FFF2-40B4-BE49-F238E27FC236}">
                <a16:creationId xmlns:a16="http://schemas.microsoft.com/office/drawing/2014/main" id="{BABE4655-63B9-467E-848E-FCB0989AD95C}"/>
              </a:ext>
            </a:extLst>
          </p:cNvPr>
          <p:cNvSpPr>
            <a:spLocks noGrp="1"/>
          </p:cNvSpPr>
          <p:nvPr>
            <p:ph type="ctrTitle"/>
          </p:nvPr>
        </p:nvSpPr>
        <p:spPr/>
        <p:txBody>
          <a:bodyPr/>
          <a:lstStyle/>
          <a:p>
            <a:endParaRPr lang="en-US"/>
          </a:p>
        </p:txBody>
      </p:sp>
      <p:sp>
        <p:nvSpPr>
          <p:cNvPr id="10" name="Tiêu đề phụ 9">
            <a:extLst>
              <a:ext uri="{FF2B5EF4-FFF2-40B4-BE49-F238E27FC236}">
                <a16:creationId xmlns:a16="http://schemas.microsoft.com/office/drawing/2014/main" id="{58824B9D-5DA2-4968-8230-60B45C3D4F19}"/>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940122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trips(downLeft)">
                                      <p:cBhvr>
                                        <p:cTn id="7" dur="500"/>
                                        <p:tgtEl>
                                          <p:spTgt spid="4"/>
                                        </p:tgtEl>
                                      </p:cBhvr>
                                    </p:animEffect>
                                  </p:childTnLst>
                                </p:cTn>
                              </p:par>
                              <p:par>
                                <p:cTn id="8" presetID="18" presetClass="entr" presetSubtype="12"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strips(downLeft)">
                                      <p:cBhvr>
                                        <p:cTn id="10" dur="500"/>
                                        <p:tgtEl>
                                          <p:spTgt spid="8"/>
                                        </p:tgtEl>
                                      </p:cBhvr>
                                    </p:animEffect>
                                  </p:childTnLst>
                                </p:cTn>
                              </p:par>
                              <p:par>
                                <p:cTn id="11" presetID="18" presetClass="entr" presetSubtype="12"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strips(downLeft)">
                                      <p:cBhvr>
                                        <p:cTn id="13" dur="500"/>
                                        <p:tgtEl>
                                          <p:spTgt spid="12"/>
                                        </p:tgtEl>
                                      </p:cBhvr>
                                    </p:animEffect>
                                  </p:childTnLst>
                                </p:cTn>
                              </p:par>
                              <p:par>
                                <p:cTn id="14" presetID="18" presetClass="entr" presetSubtype="12"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strips(downLeft)">
                                      <p:cBhvr>
                                        <p:cTn id="16" dur="500"/>
                                        <p:tgtEl>
                                          <p:spTgt spid="13"/>
                                        </p:tgtEl>
                                      </p:cBhvr>
                                    </p:animEffect>
                                  </p:childTnLst>
                                </p:cTn>
                              </p:par>
                              <p:par>
                                <p:cTn id="17" presetID="18" presetClass="entr" presetSubtype="12"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strips(downLeft)">
                                      <p:cBhvr>
                                        <p:cTn id="19" dur="500"/>
                                        <p:tgtEl>
                                          <p:spTgt spid="14"/>
                                        </p:tgtEl>
                                      </p:cBhvr>
                                    </p:animEffect>
                                  </p:childTnLst>
                                </p:cTn>
                              </p:par>
                              <p:par>
                                <p:cTn id="20" presetID="18" presetClass="entr" presetSubtype="12" fill="hold" grpId="0" nodeType="with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strips(downLeft)">
                                      <p:cBhvr>
                                        <p:cTn id="22" dur="500"/>
                                        <p:tgtEl>
                                          <p:spTgt spid="23"/>
                                        </p:tgtEl>
                                      </p:cBhvr>
                                    </p:animEffect>
                                  </p:childTnLst>
                                </p:cTn>
                              </p:par>
                              <p:par>
                                <p:cTn id="23" presetID="18" presetClass="entr" presetSubtype="12"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strips(downLeft)">
                                      <p:cBhvr>
                                        <p:cTn id="25" dur="500"/>
                                        <p:tgtEl>
                                          <p:spTgt spid="24"/>
                                        </p:tgtEl>
                                      </p:cBhvr>
                                    </p:animEffect>
                                  </p:childTnLst>
                                </p:cTn>
                              </p:par>
                              <p:par>
                                <p:cTn id="26" presetID="18" presetClass="entr" presetSubtype="12" fill="hold" grpId="0" nodeType="with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strips(downLeft)">
                                      <p:cBhvr>
                                        <p:cTn id="28" dur="500"/>
                                        <p:tgtEl>
                                          <p:spTgt spid="25"/>
                                        </p:tgtEl>
                                      </p:cBhvr>
                                    </p:animEffect>
                                  </p:childTnLst>
                                </p:cTn>
                              </p:par>
                              <p:par>
                                <p:cTn id="29" presetID="18" presetClass="entr" presetSubtype="12" fill="hold" grpId="0" nodeType="with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strips(downLeft)">
                                      <p:cBhvr>
                                        <p:cTn id="31" dur="500"/>
                                        <p:tgtEl>
                                          <p:spTgt spid="22"/>
                                        </p:tgtEl>
                                      </p:cBhvr>
                                    </p:animEffect>
                                  </p:childTnLst>
                                </p:cTn>
                              </p:par>
                              <p:par>
                                <p:cTn id="32" presetID="18" presetClass="entr" presetSubtype="12" fill="hold" grpId="0" nodeType="with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strips(downLeft)">
                                      <p:cBhvr>
                                        <p:cTn id="34" dur="500"/>
                                        <p:tgtEl>
                                          <p:spTgt spid="16"/>
                                        </p:tgtEl>
                                      </p:cBhvr>
                                    </p:animEffect>
                                  </p:childTnLst>
                                </p:cTn>
                              </p:par>
                              <p:par>
                                <p:cTn id="35" presetID="18" presetClass="entr" presetSubtype="12" fill="hold" grpId="0" nodeType="withEffect" nodePh="1">
                                  <p:stCondLst>
                                    <p:cond delay="0"/>
                                  </p:stCondLst>
                                  <p:endCondLst>
                                    <p:cond evt="begin" delay="0">
                                      <p:tn val="35"/>
                                    </p:cond>
                                  </p:endCondLst>
                                  <p:childTnLst>
                                    <p:set>
                                      <p:cBhvr>
                                        <p:cTn id="36" dur="1" fill="hold">
                                          <p:stCondLst>
                                            <p:cond delay="0"/>
                                          </p:stCondLst>
                                        </p:cTn>
                                        <p:tgtEl>
                                          <p:spTgt spid="17"/>
                                        </p:tgtEl>
                                        <p:attrNameLst>
                                          <p:attrName>style.visibility</p:attrName>
                                        </p:attrNameLst>
                                      </p:cBhvr>
                                      <p:to>
                                        <p:strVal val="visible"/>
                                      </p:to>
                                    </p:set>
                                    <p:animEffect transition="in" filter="strips(downLeft)">
                                      <p:cBhvr>
                                        <p:cTn id="37" dur="500"/>
                                        <p:tgtEl>
                                          <p:spTgt spid="17"/>
                                        </p:tgtEl>
                                      </p:cBhvr>
                                    </p:animEffect>
                                  </p:childTnLst>
                                </p:cTn>
                              </p:par>
                            </p:childTnLst>
                          </p:cTn>
                        </p:par>
                      </p:childTnLst>
                    </p:cTn>
                  </p:par>
                  <p:par>
                    <p:cTn id="38" fill="hold">
                      <p:stCondLst>
                        <p:cond delay="indefinite"/>
                      </p:stCondLst>
                      <p:childTnLst>
                        <p:par>
                          <p:cTn id="39" fill="hold">
                            <p:stCondLst>
                              <p:cond delay="0"/>
                            </p:stCondLst>
                            <p:childTnLst>
                              <p:par>
                                <p:cTn id="40" presetID="1" presetClass="emph" presetSubtype="2" fill="hold" nodeType="clickEffect">
                                  <p:stCondLst>
                                    <p:cond delay="0"/>
                                  </p:stCondLst>
                                  <p:childTnLst>
                                    <p:animClr clrSpc="rgb" dir="cw">
                                      <p:cBhvr>
                                        <p:cTn id="41" dur="2000" fill="hold"/>
                                        <p:tgtEl>
                                          <p:spTgt spid="12"/>
                                        </p:tgtEl>
                                        <p:attrNameLst>
                                          <p:attrName>fillcolor</p:attrName>
                                        </p:attrNameLst>
                                      </p:cBhvr>
                                      <p:to>
                                        <a:schemeClr val="accent2"/>
                                      </p:to>
                                    </p:animClr>
                                    <p:set>
                                      <p:cBhvr>
                                        <p:cTn id="42" dur="2000" fill="hold"/>
                                        <p:tgtEl>
                                          <p:spTgt spid="12"/>
                                        </p:tgtEl>
                                        <p:attrNameLst>
                                          <p:attrName>fill.type</p:attrName>
                                        </p:attrNameLst>
                                      </p:cBhvr>
                                      <p:to>
                                        <p:strVal val="solid"/>
                                      </p:to>
                                    </p:set>
                                    <p:set>
                                      <p:cBhvr>
                                        <p:cTn id="43" dur="2000" fill="hold"/>
                                        <p:tgtEl>
                                          <p:spTgt spid="12"/>
                                        </p:tgtEl>
                                        <p:attrNameLst>
                                          <p:attrName>fill.on</p:attrName>
                                        </p:attrNameLst>
                                      </p:cBhvr>
                                      <p:to>
                                        <p:strVal val="true"/>
                                      </p:to>
                                    </p:set>
                                  </p:childTnLst>
                                </p:cTn>
                              </p:par>
                              <p:par>
                                <p:cTn id="44" presetID="1" presetClass="emph" presetSubtype="2" fill="hold" nodeType="withEffect">
                                  <p:stCondLst>
                                    <p:cond delay="0"/>
                                  </p:stCondLst>
                                  <p:childTnLst>
                                    <p:animClr clrSpc="rgb" dir="cw">
                                      <p:cBhvr>
                                        <p:cTn id="45" dur="2000" fill="hold"/>
                                        <p:tgtEl>
                                          <p:spTgt spid="25"/>
                                        </p:tgtEl>
                                        <p:attrNameLst>
                                          <p:attrName>fillcolor</p:attrName>
                                        </p:attrNameLst>
                                      </p:cBhvr>
                                      <p:to>
                                        <a:schemeClr val="accent2"/>
                                      </p:to>
                                    </p:animClr>
                                    <p:set>
                                      <p:cBhvr>
                                        <p:cTn id="46" dur="2000" fill="hold"/>
                                        <p:tgtEl>
                                          <p:spTgt spid="25"/>
                                        </p:tgtEl>
                                        <p:attrNameLst>
                                          <p:attrName>fill.type</p:attrName>
                                        </p:attrNameLst>
                                      </p:cBhvr>
                                      <p:to>
                                        <p:strVal val="solid"/>
                                      </p:to>
                                    </p:set>
                                    <p:set>
                                      <p:cBhvr>
                                        <p:cTn id="47" dur="2000" fill="hold"/>
                                        <p:tgtEl>
                                          <p:spTgt spid="25"/>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P spid="12" grpId="0" animBg="1"/>
      <p:bldP spid="13" grpId="0" animBg="1"/>
      <p:bldP spid="14" grpId="0" animBg="1"/>
      <p:bldP spid="22" grpId="0" animBg="1"/>
      <p:bldP spid="23" grpId="0" animBg="1"/>
      <p:bldP spid="24" grpId="0" animBg="1"/>
      <p:bldP spid="25" grpId="0" animBg="1"/>
      <p:bldP spid="16" grpId="0"/>
      <p:bldP spid="17"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ame 3"/>
          <p:cNvSpPr/>
          <p:nvPr/>
        </p:nvSpPr>
        <p:spPr>
          <a:xfrm>
            <a:off x="75302" y="74294"/>
            <a:ext cx="11984019" cy="2386402"/>
          </a:xfrm>
          <a:prstGeom prst="frame">
            <a:avLst>
              <a:gd name="adj1" fmla="val 3135"/>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800" b="1" dirty="0">
              <a:solidFill>
                <a:schemeClr val="tx1"/>
              </a:solidFill>
            </a:endParaRPr>
          </a:p>
        </p:txBody>
      </p:sp>
      <p:sp>
        <p:nvSpPr>
          <p:cNvPr id="8" name="Frame 7"/>
          <p:cNvSpPr/>
          <p:nvPr/>
        </p:nvSpPr>
        <p:spPr>
          <a:xfrm>
            <a:off x="75304" y="2506531"/>
            <a:ext cx="3580107" cy="1543761"/>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Frame 11"/>
          <p:cNvSpPr/>
          <p:nvPr/>
        </p:nvSpPr>
        <p:spPr>
          <a:xfrm>
            <a:off x="5459743" y="2460696"/>
            <a:ext cx="3719761" cy="1617666"/>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Frame 12"/>
          <p:cNvSpPr/>
          <p:nvPr/>
        </p:nvSpPr>
        <p:spPr>
          <a:xfrm>
            <a:off x="75302" y="4571295"/>
            <a:ext cx="3585558" cy="1605841"/>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Frame 13"/>
          <p:cNvSpPr/>
          <p:nvPr/>
        </p:nvSpPr>
        <p:spPr>
          <a:xfrm>
            <a:off x="5474090" y="4571295"/>
            <a:ext cx="3689897" cy="1605841"/>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2" name="Oval 21"/>
          <p:cNvSpPr/>
          <p:nvPr/>
        </p:nvSpPr>
        <p:spPr>
          <a:xfrm>
            <a:off x="150710" y="2904707"/>
            <a:ext cx="829575" cy="7993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A</a:t>
            </a:r>
          </a:p>
        </p:txBody>
      </p:sp>
      <p:sp>
        <p:nvSpPr>
          <p:cNvPr id="23" name="Oval 22"/>
          <p:cNvSpPr/>
          <p:nvPr/>
        </p:nvSpPr>
        <p:spPr>
          <a:xfrm>
            <a:off x="5554920" y="5033213"/>
            <a:ext cx="829575" cy="7993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D</a:t>
            </a:r>
          </a:p>
        </p:txBody>
      </p:sp>
      <p:sp>
        <p:nvSpPr>
          <p:cNvPr id="24" name="Oval 23"/>
          <p:cNvSpPr/>
          <p:nvPr/>
        </p:nvSpPr>
        <p:spPr>
          <a:xfrm>
            <a:off x="150017" y="5063779"/>
            <a:ext cx="829575" cy="7993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C</a:t>
            </a:r>
          </a:p>
        </p:txBody>
      </p:sp>
      <p:sp>
        <p:nvSpPr>
          <p:cNvPr id="25" name="Oval 24"/>
          <p:cNvSpPr/>
          <p:nvPr/>
        </p:nvSpPr>
        <p:spPr>
          <a:xfrm>
            <a:off x="5526727" y="2917711"/>
            <a:ext cx="829575" cy="7993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B</a:t>
            </a:r>
          </a:p>
        </p:txBody>
      </p:sp>
      <p:sp>
        <p:nvSpPr>
          <p:cNvPr id="16" name="TextBox 15"/>
          <p:cNvSpPr txBox="1"/>
          <p:nvPr/>
        </p:nvSpPr>
        <p:spPr>
          <a:xfrm>
            <a:off x="6465324" y="4951829"/>
            <a:ext cx="1534440" cy="369332"/>
          </a:xfrm>
          <a:prstGeom prst="rect">
            <a:avLst/>
          </a:prstGeom>
          <a:noFill/>
        </p:spPr>
        <p:txBody>
          <a:bodyPr wrap="square" rtlCol="0">
            <a:spAutoFit/>
          </a:bodyPr>
          <a:lstStyle/>
          <a:p>
            <a:r>
              <a:rPr lang="en-US" dirty="0" err="1"/>
              <a:t>A,B,C</a:t>
            </a:r>
            <a:r>
              <a:rPr lang="en-US" dirty="0"/>
              <a:t> </a:t>
            </a:r>
            <a:r>
              <a:rPr lang="en-US" dirty="0" err="1"/>
              <a:t>đều</a:t>
            </a:r>
            <a:r>
              <a:rPr lang="en-US" dirty="0"/>
              <a:t> </a:t>
            </a:r>
            <a:r>
              <a:rPr lang="en-US" dirty="0" err="1"/>
              <a:t>sai</a:t>
            </a:r>
            <a:endParaRPr lang="en-US" dirty="0"/>
          </a:p>
        </p:txBody>
      </p:sp>
      <p:sp>
        <p:nvSpPr>
          <p:cNvPr id="17" name="TextBox 16"/>
          <p:cNvSpPr txBox="1"/>
          <p:nvPr/>
        </p:nvSpPr>
        <p:spPr>
          <a:xfrm>
            <a:off x="1133471" y="6068101"/>
            <a:ext cx="10572750" cy="369332"/>
          </a:xfrm>
          <a:prstGeom prst="rect">
            <a:avLst/>
          </a:prstGeom>
          <a:noFill/>
        </p:spPr>
        <p:txBody>
          <a:bodyPr wrap="square" rtlCol="0">
            <a:spAutoFit/>
          </a:bodyPr>
          <a:lstStyle/>
          <a:p>
            <a:endParaRPr lang="en-US" dirty="0"/>
          </a:p>
        </p:txBody>
      </p:sp>
      <p:grpSp>
        <p:nvGrpSpPr>
          <p:cNvPr id="18" name="Group 16">
            <a:extLst>
              <a:ext uri="{FF2B5EF4-FFF2-40B4-BE49-F238E27FC236}">
                <a16:creationId xmlns:a16="http://schemas.microsoft.com/office/drawing/2014/main" id="{A4262D91-1A43-407F-AC8D-B0E72BFA8367}"/>
              </a:ext>
            </a:extLst>
          </p:cNvPr>
          <p:cNvGrpSpPr>
            <a:grpSpLocks/>
          </p:cNvGrpSpPr>
          <p:nvPr/>
        </p:nvGrpSpPr>
        <p:grpSpPr bwMode="auto">
          <a:xfrm>
            <a:off x="8122289" y="102925"/>
            <a:ext cx="3952483" cy="2386402"/>
            <a:chOff x="3162" y="1071"/>
            <a:chExt cx="2250" cy="1454"/>
          </a:xfrm>
        </p:grpSpPr>
        <p:sp>
          <p:nvSpPr>
            <p:cNvPr id="19" name="Freeform 17">
              <a:extLst>
                <a:ext uri="{FF2B5EF4-FFF2-40B4-BE49-F238E27FC236}">
                  <a16:creationId xmlns:a16="http://schemas.microsoft.com/office/drawing/2014/main" id="{C9BA5002-D63D-4AAB-A14D-0FA8A49DFCBF}"/>
                </a:ext>
              </a:extLst>
            </p:cNvPr>
            <p:cNvSpPr>
              <a:spLocks/>
            </p:cNvSpPr>
            <p:nvPr/>
          </p:nvSpPr>
          <p:spPr bwMode="auto">
            <a:xfrm>
              <a:off x="3162" y="1071"/>
              <a:ext cx="2250" cy="1409"/>
            </a:xfrm>
            <a:custGeom>
              <a:avLst/>
              <a:gdLst>
                <a:gd name="T0" fmla="*/ 0 w 2250"/>
                <a:gd name="T1" fmla="*/ 624 h 1409"/>
                <a:gd name="T2" fmla="*/ 219 w 2250"/>
                <a:gd name="T3" fmla="*/ 321 h 1409"/>
                <a:gd name="T4" fmla="*/ 529 w 2250"/>
                <a:gd name="T5" fmla="*/ 35 h 1409"/>
                <a:gd name="T6" fmla="*/ 1551 w 2250"/>
                <a:gd name="T7" fmla="*/ 111 h 1409"/>
                <a:gd name="T8" fmla="*/ 1968 w 2250"/>
                <a:gd name="T9" fmla="*/ 483 h 1409"/>
                <a:gd name="T10" fmla="*/ 2199 w 2250"/>
                <a:gd name="T11" fmla="*/ 906 h 1409"/>
                <a:gd name="T12" fmla="*/ 1659 w 2250"/>
                <a:gd name="T13" fmla="*/ 1314 h 1409"/>
                <a:gd name="T14" fmla="*/ 993 w 2250"/>
                <a:gd name="T15" fmla="*/ 1386 h 1409"/>
                <a:gd name="T16" fmla="*/ 465 w 2250"/>
                <a:gd name="T17" fmla="*/ 1356 h 1409"/>
                <a:gd name="T18" fmla="*/ 102 w 2250"/>
                <a:gd name="T19" fmla="*/ 1068 h 1409"/>
                <a:gd name="T20" fmla="*/ 0 w 2250"/>
                <a:gd name="T21" fmla="*/ 624 h 140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50"/>
                <a:gd name="T34" fmla="*/ 0 h 1409"/>
                <a:gd name="T35" fmla="*/ 2250 w 2250"/>
                <a:gd name="T36" fmla="*/ 1409 h 140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50" h="1409">
                  <a:moveTo>
                    <a:pt x="0" y="624"/>
                  </a:moveTo>
                  <a:cubicBezTo>
                    <a:pt x="5" y="506"/>
                    <a:pt x="131" y="419"/>
                    <a:pt x="219" y="321"/>
                  </a:cubicBezTo>
                  <a:cubicBezTo>
                    <a:pt x="307" y="223"/>
                    <a:pt x="307" y="70"/>
                    <a:pt x="529" y="35"/>
                  </a:cubicBezTo>
                  <a:cubicBezTo>
                    <a:pt x="751" y="0"/>
                    <a:pt x="1311" y="36"/>
                    <a:pt x="1551" y="111"/>
                  </a:cubicBezTo>
                  <a:cubicBezTo>
                    <a:pt x="1791" y="186"/>
                    <a:pt x="1860" y="351"/>
                    <a:pt x="1968" y="483"/>
                  </a:cubicBezTo>
                  <a:cubicBezTo>
                    <a:pt x="2076" y="615"/>
                    <a:pt x="2250" y="767"/>
                    <a:pt x="2199" y="906"/>
                  </a:cubicBezTo>
                  <a:cubicBezTo>
                    <a:pt x="2148" y="1045"/>
                    <a:pt x="1860" y="1234"/>
                    <a:pt x="1659" y="1314"/>
                  </a:cubicBezTo>
                  <a:cubicBezTo>
                    <a:pt x="1458" y="1394"/>
                    <a:pt x="1192" y="1379"/>
                    <a:pt x="993" y="1386"/>
                  </a:cubicBezTo>
                  <a:cubicBezTo>
                    <a:pt x="794" y="1393"/>
                    <a:pt x="613" y="1409"/>
                    <a:pt x="465" y="1356"/>
                  </a:cubicBezTo>
                  <a:cubicBezTo>
                    <a:pt x="317" y="1303"/>
                    <a:pt x="180" y="1190"/>
                    <a:pt x="102" y="1068"/>
                  </a:cubicBezTo>
                  <a:cubicBezTo>
                    <a:pt x="24" y="946"/>
                    <a:pt x="21" y="716"/>
                    <a:pt x="0" y="624"/>
                  </a:cubicBezTo>
                  <a:close/>
                </a:path>
              </a:pathLst>
            </a:custGeom>
            <a:solidFill>
              <a:srgbClr val="99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20" name="Freeform 18">
              <a:extLst>
                <a:ext uri="{FF2B5EF4-FFF2-40B4-BE49-F238E27FC236}">
                  <a16:creationId xmlns:a16="http://schemas.microsoft.com/office/drawing/2014/main" id="{0AAAA47D-0FD6-45A8-A3B7-CCCB7A644B5C}"/>
                </a:ext>
              </a:extLst>
            </p:cNvPr>
            <p:cNvSpPr>
              <a:spLocks/>
            </p:cNvSpPr>
            <p:nvPr/>
          </p:nvSpPr>
          <p:spPr bwMode="auto">
            <a:xfrm>
              <a:off x="3498" y="1620"/>
              <a:ext cx="342" cy="186"/>
            </a:xfrm>
            <a:custGeom>
              <a:avLst/>
              <a:gdLst>
                <a:gd name="T0" fmla="*/ 0 w 342"/>
                <a:gd name="T1" fmla="*/ 186 h 186"/>
                <a:gd name="T2" fmla="*/ 342 w 342"/>
                <a:gd name="T3" fmla="*/ 0 h 186"/>
                <a:gd name="T4" fmla="*/ 0 60000 65536"/>
                <a:gd name="T5" fmla="*/ 0 60000 65536"/>
                <a:gd name="T6" fmla="*/ 0 w 342"/>
                <a:gd name="T7" fmla="*/ 0 h 186"/>
                <a:gd name="T8" fmla="*/ 342 w 342"/>
                <a:gd name="T9" fmla="*/ 186 h 186"/>
              </a:gdLst>
              <a:ahLst/>
              <a:cxnLst>
                <a:cxn ang="T4">
                  <a:pos x="T0" y="T1"/>
                </a:cxn>
                <a:cxn ang="T5">
                  <a:pos x="T2" y="T3"/>
                </a:cxn>
              </a:cxnLst>
              <a:rect l="T6" t="T7" r="T8" b="T9"/>
              <a:pathLst>
                <a:path w="342" h="186">
                  <a:moveTo>
                    <a:pt x="0" y="186"/>
                  </a:moveTo>
                  <a:lnTo>
                    <a:pt x="342"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21" name="Oval 19">
              <a:extLst>
                <a:ext uri="{FF2B5EF4-FFF2-40B4-BE49-F238E27FC236}">
                  <a16:creationId xmlns:a16="http://schemas.microsoft.com/office/drawing/2014/main" id="{D0CA303F-23AE-44E7-8A96-44C0712F74D9}"/>
                </a:ext>
              </a:extLst>
            </p:cNvPr>
            <p:cNvSpPr>
              <a:spLocks noChangeArrowheads="1"/>
            </p:cNvSpPr>
            <p:nvPr/>
          </p:nvSpPr>
          <p:spPr bwMode="auto">
            <a:xfrm>
              <a:off x="3238" y="1862"/>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26" name="Line 20">
              <a:extLst>
                <a:ext uri="{FF2B5EF4-FFF2-40B4-BE49-F238E27FC236}">
                  <a16:creationId xmlns:a16="http://schemas.microsoft.com/office/drawing/2014/main" id="{EE54FA00-C18A-40C8-BE7B-5256753443F5}"/>
                </a:ext>
              </a:extLst>
            </p:cNvPr>
            <p:cNvSpPr>
              <a:spLocks noChangeShapeType="1"/>
            </p:cNvSpPr>
            <p:nvPr/>
          </p:nvSpPr>
          <p:spPr bwMode="auto">
            <a:xfrm>
              <a:off x="3238" y="1855"/>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7" name="Line 21">
              <a:extLst>
                <a:ext uri="{FF2B5EF4-FFF2-40B4-BE49-F238E27FC236}">
                  <a16:creationId xmlns:a16="http://schemas.microsoft.com/office/drawing/2014/main" id="{D048607A-A99E-4D28-A9B3-776BA92FF0D1}"/>
                </a:ext>
              </a:extLst>
            </p:cNvPr>
            <p:cNvSpPr>
              <a:spLocks noChangeShapeType="1"/>
            </p:cNvSpPr>
            <p:nvPr/>
          </p:nvSpPr>
          <p:spPr bwMode="auto">
            <a:xfrm>
              <a:off x="3551" y="1855"/>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8" name="Rectangle 22">
              <a:extLst>
                <a:ext uri="{FF2B5EF4-FFF2-40B4-BE49-F238E27FC236}">
                  <a16:creationId xmlns:a16="http://schemas.microsoft.com/office/drawing/2014/main" id="{8CBA6CFB-0532-444B-8650-4A936361995C}"/>
                </a:ext>
              </a:extLst>
            </p:cNvPr>
            <p:cNvSpPr>
              <a:spLocks noChangeArrowheads="1"/>
            </p:cNvSpPr>
            <p:nvPr/>
          </p:nvSpPr>
          <p:spPr bwMode="auto">
            <a:xfrm>
              <a:off x="3238" y="1855"/>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29" name="Oval 23">
              <a:extLst>
                <a:ext uri="{FF2B5EF4-FFF2-40B4-BE49-F238E27FC236}">
                  <a16:creationId xmlns:a16="http://schemas.microsoft.com/office/drawing/2014/main" id="{D4BADC58-6DBF-4456-A83E-EE55882E6CC4}"/>
                </a:ext>
              </a:extLst>
            </p:cNvPr>
            <p:cNvSpPr>
              <a:spLocks noChangeArrowheads="1"/>
            </p:cNvSpPr>
            <p:nvPr/>
          </p:nvSpPr>
          <p:spPr bwMode="auto">
            <a:xfrm>
              <a:off x="3235" y="1796"/>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30" name="Oval 24">
              <a:extLst>
                <a:ext uri="{FF2B5EF4-FFF2-40B4-BE49-F238E27FC236}">
                  <a16:creationId xmlns:a16="http://schemas.microsoft.com/office/drawing/2014/main" id="{713D25D4-E348-4045-B6CF-B10FC07D0A29}"/>
                </a:ext>
              </a:extLst>
            </p:cNvPr>
            <p:cNvSpPr>
              <a:spLocks noChangeArrowheads="1"/>
            </p:cNvSpPr>
            <p:nvPr/>
          </p:nvSpPr>
          <p:spPr bwMode="auto">
            <a:xfrm>
              <a:off x="3712" y="2249"/>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31" name="Line 25">
              <a:extLst>
                <a:ext uri="{FF2B5EF4-FFF2-40B4-BE49-F238E27FC236}">
                  <a16:creationId xmlns:a16="http://schemas.microsoft.com/office/drawing/2014/main" id="{72CAD868-2F9A-49CC-B245-29F28D4408C2}"/>
                </a:ext>
              </a:extLst>
            </p:cNvPr>
            <p:cNvSpPr>
              <a:spLocks noChangeShapeType="1"/>
            </p:cNvSpPr>
            <p:nvPr/>
          </p:nvSpPr>
          <p:spPr bwMode="auto">
            <a:xfrm>
              <a:off x="3712" y="2242"/>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 name="Line 26">
              <a:extLst>
                <a:ext uri="{FF2B5EF4-FFF2-40B4-BE49-F238E27FC236}">
                  <a16:creationId xmlns:a16="http://schemas.microsoft.com/office/drawing/2014/main" id="{7E5ED41B-0A12-4251-921F-27874CE1657B}"/>
                </a:ext>
              </a:extLst>
            </p:cNvPr>
            <p:cNvSpPr>
              <a:spLocks noChangeShapeType="1"/>
            </p:cNvSpPr>
            <p:nvPr/>
          </p:nvSpPr>
          <p:spPr bwMode="auto">
            <a:xfrm>
              <a:off x="4025" y="2242"/>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3" name="Rectangle 27">
              <a:extLst>
                <a:ext uri="{FF2B5EF4-FFF2-40B4-BE49-F238E27FC236}">
                  <a16:creationId xmlns:a16="http://schemas.microsoft.com/office/drawing/2014/main" id="{DB43D383-A84B-407C-9B9B-F589FAD1B2C2}"/>
                </a:ext>
              </a:extLst>
            </p:cNvPr>
            <p:cNvSpPr>
              <a:spLocks noChangeArrowheads="1"/>
            </p:cNvSpPr>
            <p:nvPr/>
          </p:nvSpPr>
          <p:spPr bwMode="auto">
            <a:xfrm>
              <a:off x="3712" y="2242"/>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34" name="Oval 28">
              <a:extLst>
                <a:ext uri="{FF2B5EF4-FFF2-40B4-BE49-F238E27FC236}">
                  <a16:creationId xmlns:a16="http://schemas.microsoft.com/office/drawing/2014/main" id="{00A6AF40-5E16-49B6-8B30-BE3F6119139C}"/>
                </a:ext>
              </a:extLst>
            </p:cNvPr>
            <p:cNvSpPr>
              <a:spLocks noChangeArrowheads="1"/>
            </p:cNvSpPr>
            <p:nvPr/>
          </p:nvSpPr>
          <p:spPr bwMode="auto">
            <a:xfrm>
              <a:off x="3709" y="2183"/>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35" name="Oval 29">
              <a:extLst>
                <a:ext uri="{FF2B5EF4-FFF2-40B4-BE49-F238E27FC236}">
                  <a16:creationId xmlns:a16="http://schemas.microsoft.com/office/drawing/2014/main" id="{EEF9FBC8-746A-4F27-A320-4D8111C18192}"/>
                </a:ext>
              </a:extLst>
            </p:cNvPr>
            <p:cNvSpPr>
              <a:spLocks noChangeArrowheads="1"/>
            </p:cNvSpPr>
            <p:nvPr/>
          </p:nvSpPr>
          <p:spPr bwMode="auto">
            <a:xfrm>
              <a:off x="3708" y="1559"/>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36" name="Line 30">
              <a:extLst>
                <a:ext uri="{FF2B5EF4-FFF2-40B4-BE49-F238E27FC236}">
                  <a16:creationId xmlns:a16="http://schemas.microsoft.com/office/drawing/2014/main" id="{E2660786-254A-4E32-9BEC-8C6B6EA326FB}"/>
                </a:ext>
              </a:extLst>
            </p:cNvPr>
            <p:cNvSpPr>
              <a:spLocks noChangeShapeType="1"/>
            </p:cNvSpPr>
            <p:nvPr/>
          </p:nvSpPr>
          <p:spPr bwMode="auto">
            <a:xfrm>
              <a:off x="3708" y="1552"/>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 name="Line 31">
              <a:extLst>
                <a:ext uri="{FF2B5EF4-FFF2-40B4-BE49-F238E27FC236}">
                  <a16:creationId xmlns:a16="http://schemas.microsoft.com/office/drawing/2014/main" id="{A7484EC8-FAF6-4D4F-8A2C-CCB07E39ABCF}"/>
                </a:ext>
              </a:extLst>
            </p:cNvPr>
            <p:cNvSpPr>
              <a:spLocks noChangeShapeType="1"/>
            </p:cNvSpPr>
            <p:nvPr/>
          </p:nvSpPr>
          <p:spPr bwMode="auto">
            <a:xfrm>
              <a:off x="4021" y="1552"/>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 name="Rectangle 32">
              <a:extLst>
                <a:ext uri="{FF2B5EF4-FFF2-40B4-BE49-F238E27FC236}">
                  <a16:creationId xmlns:a16="http://schemas.microsoft.com/office/drawing/2014/main" id="{75A3D059-8FA4-4505-B75F-79C78811B2AE}"/>
                </a:ext>
              </a:extLst>
            </p:cNvPr>
            <p:cNvSpPr>
              <a:spLocks noChangeArrowheads="1"/>
            </p:cNvSpPr>
            <p:nvPr/>
          </p:nvSpPr>
          <p:spPr bwMode="auto">
            <a:xfrm>
              <a:off x="3708" y="1552"/>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39" name="Oval 33">
              <a:extLst>
                <a:ext uri="{FF2B5EF4-FFF2-40B4-BE49-F238E27FC236}">
                  <a16:creationId xmlns:a16="http://schemas.microsoft.com/office/drawing/2014/main" id="{01F0F0CC-C528-4D8B-B1B6-9284E00C3DE8}"/>
                </a:ext>
              </a:extLst>
            </p:cNvPr>
            <p:cNvSpPr>
              <a:spLocks noChangeArrowheads="1"/>
            </p:cNvSpPr>
            <p:nvPr/>
          </p:nvSpPr>
          <p:spPr bwMode="auto">
            <a:xfrm>
              <a:off x="3705" y="1493"/>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0" name="Oval 34">
              <a:extLst>
                <a:ext uri="{FF2B5EF4-FFF2-40B4-BE49-F238E27FC236}">
                  <a16:creationId xmlns:a16="http://schemas.microsoft.com/office/drawing/2014/main" id="{32060E6B-836C-4AC3-ABEE-86E5DF85AA52}"/>
                </a:ext>
              </a:extLst>
            </p:cNvPr>
            <p:cNvSpPr>
              <a:spLocks noChangeArrowheads="1"/>
            </p:cNvSpPr>
            <p:nvPr/>
          </p:nvSpPr>
          <p:spPr bwMode="auto">
            <a:xfrm>
              <a:off x="4391" y="1555"/>
              <a:ext cx="312"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1" name="Line 35">
              <a:extLst>
                <a:ext uri="{FF2B5EF4-FFF2-40B4-BE49-F238E27FC236}">
                  <a16:creationId xmlns:a16="http://schemas.microsoft.com/office/drawing/2014/main" id="{F9C57597-CCD8-4A6F-92EE-A8BDB8DF0F3B}"/>
                </a:ext>
              </a:extLst>
            </p:cNvPr>
            <p:cNvSpPr>
              <a:spLocks noChangeShapeType="1"/>
            </p:cNvSpPr>
            <p:nvPr/>
          </p:nvSpPr>
          <p:spPr bwMode="auto">
            <a:xfrm>
              <a:off x="4391" y="1548"/>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 name="Line 36">
              <a:extLst>
                <a:ext uri="{FF2B5EF4-FFF2-40B4-BE49-F238E27FC236}">
                  <a16:creationId xmlns:a16="http://schemas.microsoft.com/office/drawing/2014/main" id="{3443C951-F9FE-4EFD-B684-620B5B6B18F3}"/>
                </a:ext>
              </a:extLst>
            </p:cNvPr>
            <p:cNvSpPr>
              <a:spLocks noChangeShapeType="1"/>
            </p:cNvSpPr>
            <p:nvPr/>
          </p:nvSpPr>
          <p:spPr bwMode="auto">
            <a:xfrm>
              <a:off x="4703" y="1548"/>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 name="Rectangle 37">
              <a:extLst>
                <a:ext uri="{FF2B5EF4-FFF2-40B4-BE49-F238E27FC236}">
                  <a16:creationId xmlns:a16="http://schemas.microsoft.com/office/drawing/2014/main" id="{E4AD28CC-E0DB-4351-96A1-ADF946F3FF81}"/>
                </a:ext>
              </a:extLst>
            </p:cNvPr>
            <p:cNvSpPr>
              <a:spLocks noChangeArrowheads="1"/>
            </p:cNvSpPr>
            <p:nvPr/>
          </p:nvSpPr>
          <p:spPr bwMode="auto">
            <a:xfrm>
              <a:off x="4391" y="1548"/>
              <a:ext cx="309"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44" name="Oval 38">
              <a:extLst>
                <a:ext uri="{FF2B5EF4-FFF2-40B4-BE49-F238E27FC236}">
                  <a16:creationId xmlns:a16="http://schemas.microsoft.com/office/drawing/2014/main" id="{6AF1CDFE-708C-4DEE-9060-76293870EE22}"/>
                </a:ext>
              </a:extLst>
            </p:cNvPr>
            <p:cNvSpPr>
              <a:spLocks noChangeArrowheads="1"/>
            </p:cNvSpPr>
            <p:nvPr/>
          </p:nvSpPr>
          <p:spPr bwMode="auto">
            <a:xfrm>
              <a:off x="4394" y="1492"/>
              <a:ext cx="312"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5" name="Oval 39">
              <a:extLst>
                <a:ext uri="{FF2B5EF4-FFF2-40B4-BE49-F238E27FC236}">
                  <a16:creationId xmlns:a16="http://schemas.microsoft.com/office/drawing/2014/main" id="{6993B683-3780-432B-904E-CC7DC74246CA}"/>
                </a:ext>
              </a:extLst>
            </p:cNvPr>
            <p:cNvSpPr>
              <a:spLocks noChangeArrowheads="1"/>
            </p:cNvSpPr>
            <p:nvPr/>
          </p:nvSpPr>
          <p:spPr bwMode="auto">
            <a:xfrm>
              <a:off x="4401" y="2246"/>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6" name="Line 40">
              <a:extLst>
                <a:ext uri="{FF2B5EF4-FFF2-40B4-BE49-F238E27FC236}">
                  <a16:creationId xmlns:a16="http://schemas.microsoft.com/office/drawing/2014/main" id="{CAB96547-5CDA-4EC7-87C7-6B120FBB74F6}"/>
                </a:ext>
              </a:extLst>
            </p:cNvPr>
            <p:cNvSpPr>
              <a:spLocks noChangeShapeType="1"/>
            </p:cNvSpPr>
            <p:nvPr/>
          </p:nvSpPr>
          <p:spPr bwMode="auto">
            <a:xfrm>
              <a:off x="4401" y="2239"/>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7" name="Line 41">
              <a:extLst>
                <a:ext uri="{FF2B5EF4-FFF2-40B4-BE49-F238E27FC236}">
                  <a16:creationId xmlns:a16="http://schemas.microsoft.com/office/drawing/2014/main" id="{75AFDAC3-FE7A-4D92-A3B1-C2FC15299C4D}"/>
                </a:ext>
              </a:extLst>
            </p:cNvPr>
            <p:cNvSpPr>
              <a:spLocks noChangeShapeType="1"/>
            </p:cNvSpPr>
            <p:nvPr/>
          </p:nvSpPr>
          <p:spPr bwMode="auto">
            <a:xfrm>
              <a:off x="4714" y="2239"/>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8" name="Rectangle 42">
              <a:extLst>
                <a:ext uri="{FF2B5EF4-FFF2-40B4-BE49-F238E27FC236}">
                  <a16:creationId xmlns:a16="http://schemas.microsoft.com/office/drawing/2014/main" id="{47B14EC7-E164-4DB3-A9CD-4EDCFD39635F}"/>
                </a:ext>
              </a:extLst>
            </p:cNvPr>
            <p:cNvSpPr>
              <a:spLocks noChangeArrowheads="1"/>
            </p:cNvSpPr>
            <p:nvPr/>
          </p:nvSpPr>
          <p:spPr bwMode="auto">
            <a:xfrm>
              <a:off x="4401" y="2239"/>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49" name="Oval 43">
              <a:extLst>
                <a:ext uri="{FF2B5EF4-FFF2-40B4-BE49-F238E27FC236}">
                  <a16:creationId xmlns:a16="http://schemas.microsoft.com/office/drawing/2014/main" id="{0D66D01A-D630-475A-9AD8-CB95C1D4E83C}"/>
                </a:ext>
              </a:extLst>
            </p:cNvPr>
            <p:cNvSpPr>
              <a:spLocks noChangeArrowheads="1"/>
            </p:cNvSpPr>
            <p:nvPr/>
          </p:nvSpPr>
          <p:spPr bwMode="auto">
            <a:xfrm>
              <a:off x="4398" y="2180"/>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0" name="Oval 44">
              <a:extLst>
                <a:ext uri="{FF2B5EF4-FFF2-40B4-BE49-F238E27FC236}">
                  <a16:creationId xmlns:a16="http://schemas.microsoft.com/office/drawing/2014/main" id="{217FC6C9-B890-427F-BD01-291509E91F82}"/>
                </a:ext>
              </a:extLst>
            </p:cNvPr>
            <p:cNvSpPr>
              <a:spLocks noChangeArrowheads="1"/>
            </p:cNvSpPr>
            <p:nvPr/>
          </p:nvSpPr>
          <p:spPr bwMode="auto">
            <a:xfrm>
              <a:off x="4966" y="1905"/>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1" name="Line 45">
              <a:extLst>
                <a:ext uri="{FF2B5EF4-FFF2-40B4-BE49-F238E27FC236}">
                  <a16:creationId xmlns:a16="http://schemas.microsoft.com/office/drawing/2014/main" id="{A606595C-1A9D-4F29-8DA5-31E9C47B3FB8}"/>
                </a:ext>
              </a:extLst>
            </p:cNvPr>
            <p:cNvSpPr>
              <a:spLocks noChangeShapeType="1"/>
            </p:cNvSpPr>
            <p:nvPr/>
          </p:nvSpPr>
          <p:spPr bwMode="auto">
            <a:xfrm>
              <a:off x="4966" y="1898"/>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 name="Line 46">
              <a:extLst>
                <a:ext uri="{FF2B5EF4-FFF2-40B4-BE49-F238E27FC236}">
                  <a16:creationId xmlns:a16="http://schemas.microsoft.com/office/drawing/2014/main" id="{A4409688-C505-4AD5-88E6-34E8D28E2E34}"/>
                </a:ext>
              </a:extLst>
            </p:cNvPr>
            <p:cNvSpPr>
              <a:spLocks noChangeShapeType="1"/>
            </p:cNvSpPr>
            <p:nvPr/>
          </p:nvSpPr>
          <p:spPr bwMode="auto">
            <a:xfrm>
              <a:off x="5279" y="1898"/>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3" name="Rectangle 47">
              <a:extLst>
                <a:ext uri="{FF2B5EF4-FFF2-40B4-BE49-F238E27FC236}">
                  <a16:creationId xmlns:a16="http://schemas.microsoft.com/office/drawing/2014/main" id="{77DB0D31-E8FC-4268-BE46-DC79E11B8B17}"/>
                </a:ext>
              </a:extLst>
            </p:cNvPr>
            <p:cNvSpPr>
              <a:spLocks noChangeArrowheads="1"/>
            </p:cNvSpPr>
            <p:nvPr/>
          </p:nvSpPr>
          <p:spPr bwMode="auto">
            <a:xfrm>
              <a:off x="4966" y="1898"/>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54" name="Oval 48">
              <a:extLst>
                <a:ext uri="{FF2B5EF4-FFF2-40B4-BE49-F238E27FC236}">
                  <a16:creationId xmlns:a16="http://schemas.microsoft.com/office/drawing/2014/main" id="{878940C4-A741-483C-BE43-76DCB4DBA311}"/>
                </a:ext>
              </a:extLst>
            </p:cNvPr>
            <p:cNvSpPr>
              <a:spLocks noChangeArrowheads="1"/>
            </p:cNvSpPr>
            <p:nvPr/>
          </p:nvSpPr>
          <p:spPr bwMode="auto">
            <a:xfrm>
              <a:off x="4963" y="1839"/>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5" name="Freeform 49">
              <a:extLst>
                <a:ext uri="{FF2B5EF4-FFF2-40B4-BE49-F238E27FC236}">
                  <a16:creationId xmlns:a16="http://schemas.microsoft.com/office/drawing/2014/main" id="{64A2D088-3BE6-4C57-981F-09E7E23902D5}"/>
                </a:ext>
              </a:extLst>
            </p:cNvPr>
            <p:cNvSpPr>
              <a:spLocks/>
            </p:cNvSpPr>
            <p:nvPr/>
          </p:nvSpPr>
          <p:spPr bwMode="auto">
            <a:xfrm>
              <a:off x="4557" y="1647"/>
              <a:ext cx="1" cy="522"/>
            </a:xfrm>
            <a:custGeom>
              <a:avLst/>
              <a:gdLst>
                <a:gd name="T0" fmla="*/ 0 w 1"/>
                <a:gd name="T1" fmla="*/ 0 h 522"/>
                <a:gd name="T2" fmla="*/ 0 w 1"/>
                <a:gd name="T3" fmla="*/ 522 h 522"/>
                <a:gd name="T4" fmla="*/ 0 60000 65536"/>
                <a:gd name="T5" fmla="*/ 0 60000 65536"/>
                <a:gd name="T6" fmla="*/ 0 w 1"/>
                <a:gd name="T7" fmla="*/ 0 h 522"/>
                <a:gd name="T8" fmla="*/ 1 w 1"/>
                <a:gd name="T9" fmla="*/ 522 h 522"/>
              </a:gdLst>
              <a:ahLst/>
              <a:cxnLst>
                <a:cxn ang="T4">
                  <a:pos x="T0" y="T1"/>
                </a:cxn>
                <a:cxn ang="T5">
                  <a:pos x="T2" y="T3"/>
                </a:cxn>
              </a:cxnLst>
              <a:rect l="T6" t="T7" r="T8" b="T9"/>
              <a:pathLst>
                <a:path w="1" h="522">
                  <a:moveTo>
                    <a:pt x="0" y="0"/>
                  </a:moveTo>
                  <a:lnTo>
                    <a:pt x="0" y="522"/>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6" name="Freeform 50">
              <a:extLst>
                <a:ext uri="{FF2B5EF4-FFF2-40B4-BE49-F238E27FC236}">
                  <a16:creationId xmlns:a16="http://schemas.microsoft.com/office/drawing/2014/main" id="{FFB10939-4589-4D53-9385-6AD353245459}"/>
                </a:ext>
              </a:extLst>
            </p:cNvPr>
            <p:cNvSpPr>
              <a:spLocks/>
            </p:cNvSpPr>
            <p:nvPr/>
          </p:nvSpPr>
          <p:spPr bwMode="auto">
            <a:xfrm>
              <a:off x="3864" y="1653"/>
              <a:ext cx="1" cy="537"/>
            </a:xfrm>
            <a:custGeom>
              <a:avLst/>
              <a:gdLst>
                <a:gd name="T0" fmla="*/ 0 w 1"/>
                <a:gd name="T1" fmla="*/ 0 h 537"/>
                <a:gd name="T2" fmla="*/ 0 w 1"/>
                <a:gd name="T3" fmla="*/ 537 h 537"/>
                <a:gd name="T4" fmla="*/ 0 60000 65536"/>
                <a:gd name="T5" fmla="*/ 0 60000 65536"/>
                <a:gd name="T6" fmla="*/ 0 w 1"/>
                <a:gd name="T7" fmla="*/ 0 h 537"/>
                <a:gd name="T8" fmla="*/ 1 w 1"/>
                <a:gd name="T9" fmla="*/ 537 h 537"/>
              </a:gdLst>
              <a:ahLst/>
              <a:cxnLst>
                <a:cxn ang="T4">
                  <a:pos x="T0" y="T1"/>
                </a:cxn>
                <a:cxn ang="T5">
                  <a:pos x="T2" y="T3"/>
                </a:cxn>
              </a:cxnLst>
              <a:rect l="T6" t="T7" r="T8" b="T9"/>
              <a:pathLst>
                <a:path w="1" h="537">
                  <a:moveTo>
                    <a:pt x="0" y="0"/>
                  </a:moveTo>
                  <a:lnTo>
                    <a:pt x="0" y="537"/>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7" name="Freeform 51">
              <a:extLst>
                <a:ext uri="{FF2B5EF4-FFF2-40B4-BE49-F238E27FC236}">
                  <a16:creationId xmlns:a16="http://schemas.microsoft.com/office/drawing/2014/main" id="{D75A5CA8-5146-4BE5-9FED-B1ACDBC940C7}"/>
                </a:ext>
              </a:extLst>
            </p:cNvPr>
            <p:cNvSpPr>
              <a:spLocks/>
            </p:cNvSpPr>
            <p:nvPr/>
          </p:nvSpPr>
          <p:spPr bwMode="auto">
            <a:xfrm>
              <a:off x="4029" y="1638"/>
              <a:ext cx="504" cy="600"/>
            </a:xfrm>
            <a:custGeom>
              <a:avLst/>
              <a:gdLst>
                <a:gd name="T0" fmla="*/ 0 w 378"/>
                <a:gd name="T1" fmla="*/ 2147483647 h 174"/>
                <a:gd name="T2" fmla="*/ 211931 w 378"/>
                <a:gd name="T3" fmla="*/ 0 h 174"/>
                <a:gd name="T4" fmla="*/ 0 60000 65536"/>
                <a:gd name="T5" fmla="*/ 0 60000 65536"/>
                <a:gd name="T6" fmla="*/ 0 w 378"/>
                <a:gd name="T7" fmla="*/ 0 h 174"/>
                <a:gd name="T8" fmla="*/ 378 w 378"/>
                <a:gd name="T9" fmla="*/ 174 h 174"/>
              </a:gdLst>
              <a:ahLst/>
              <a:cxnLst>
                <a:cxn ang="T4">
                  <a:pos x="T0" y="T1"/>
                </a:cxn>
                <a:cxn ang="T5">
                  <a:pos x="T2" y="T3"/>
                </a:cxn>
              </a:cxnLst>
              <a:rect l="T6" t="T7" r="T8" b="T9"/>
              <a:pathLst>
                <a:path w="378" h="174">
                  <a:moveTo>
                    <a:pt x="0" y="174"/>
                  </a:moveTo>
                  <a:lnTo>
                    <a:pt x="378"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8" name="Freeform 52">
              <a:extLst>
                <a:ext uri="{FF2B5EF4-FFF2-40B4-BE49-F238E27FC236}">
                  <a16:creationId xmlns:a16="http://schemas.microsoft.com/office/drawing/2014/main" id="{C86A5596-4EBE-4ACB-949A-EC205A3FF025}"/>
                </a:ext>
              </a:extLst>
            </p:cNvPr>
            <p:cNvSpPr>
              <a:spLocks/>
            </p:cNvSpPr>
            <p:nvPr/>
          </p:nvSpPr>
          <p:spPr bwMode="auto">
            <a:xfrm>
              <a:off x="4716" y="1986"/>
              <a:ext cx="366" cy="270"/>
            </a:xfrm>
            <a:custGeom>
              <a:avLst/>
              <a:gdLst>
                <a:gd name="T0" fmla="*/ 0 w 366"/>
                <a:gd name="T1" fmla="*/ 270 h 270"/>
                <a:gd name="T2" fmla="*/ 366 w 366"/>
                <a:gd name="T3" fmla="*/ 0 h 270"/>
                <a:gd name="T4" fmla="*/ 0 60000 65536"/>
                <a:gd name="T5" fmla="*/ 0 60000 65536"/>
                <a:gd name="T6" fmla="*/ 0 w 366"/>
                <a:gd name="T7" fmla="*/ 0 h 270"/>
                <a:gd name="T8" fmla="*/ 366 w 366"/>
                <a:gd name="T9" fmla="*/ 270 h 270"/>
              </a:gdLst>
              <a:ahLst/>
              <a:cxnLst>
                <a:cxn ang="T4">
                  <a:pos x="T0" y="T1"/>
                </a:cxn>
                <a:cxn ang="T5">
                  <a:pos x="T2" y="T3"/>
                </a:cxn>
              </a:cxnLst>
              <a:rect l="T6" t="T7" r="T8" b="T9"/>
              <a:pathLst>
                <a:path w="366" h="270">
                  <a:moveTo>
                    <a:pt x="0" y="270"/>
                  </a:moveTo>
                  <a:lnTo>
                    <a:pt x="366"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9" name="Freeform 53">
              <a:extLst>
                <a:ext uri="{FF2B5EF4-FFF2-40B4-BE49-F238E27FC236}">
                  <a16:creationId xmlns:a16="http://schemas.microsoft.com/office/drawing/2014/main" id="{75A76C77-93F9-4F41-94EA-DB50C3E2A52F}"/>
                </a:ext>
              </a:extLst>
            </p:cNvPr>
            <p:cNvSpPr>
              <a:spLocks/>
            </p:cNvSpPr>
            <p:nvPr/>
          </p:nvSpPr>
          <p:spPr bwMode="auto">
            <a:xfrm>
              <a:off x="4035" y="2268"/>
              <a:ext cx="366" cy="1"/>
            </a:xfrm>
            <a:custGeom>
              <a:avLst/>
              <a:gdLst>
                <a:gd name="T0" fmla="*/ 366 w 366"/>
                <a:gd name="T1" fmla="*/ 0 h 1"/>
                <a:gd name="T2" fmla="*/ 0 w 366"/>
                <a:gd name="T3" fmla="*/ 0 h 1"/>
                <a:gd name="T4" fmla="*/ 0 60000 65536"/>
                <a:gd name="T5" fmla="*/ 0 60000 65536"/>
                <a:gd name="T6" fmla="*/ 0 w 366"/>
                <a:gd name="T7" fmla="*/ 0 h 1"/>
                <a:gd name="T8" fmla="*/ 366 w 366"/>
                <a:gd name="T9" fmla="*/ 1 h 1"/>
              </a:gdLst>
              <a:ahLst/>
              <a:cxnLst>
                <a:cxn ang="T4">
                  <a:pos x="T0" y="T1"/>
                </a:cxn>
                <a:cxn ang="T5">
                  <a:pos x="T2" y="T3"/>
                </a:cxn>
              </a:cxnLst>
              <a:rect l="T6" t="T7" r="T8" b="T9"/>
              <a:pathLst>
                <a:path w="366" h="1">
                  <a:moveTo>
                    <a:pt x="366" y="0"/>
                  </a:moveTo>
                  <a:lnTo>
                    <a:pt x="0"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60" name="Freeform 54">
              <a:extLst>
                <a:ext uri="{FF2B5EF4-FFF2-40B4-BE49-F238E27FC236}">
                  <a16:creationId xmlns:a16="http://schemas.microsoft.com/office/drawing/2014/main" id="{D7082730-E155-4A55-B233-59B0BE1E3779}"/>
                </a:ext>
              </a:extLst>
            </p:cNvPr>
            <p:cNvSpPr>
              <a:spLocks/>
            </p:cNvSpPr>
            <p:nvPr/>
          </p:nvSpPr>
          <p:spPr bwMode="auto">
            <a:xfrm>
              <a:off x="3444" y="1944"/>
              <a:ext cx="276" cy="264"/>
            </a:xfrm>
            <a:custGeom>
              <a:avLst/>
              <a:gdLst>
                <a:gd name="T0" fmla="*/ 276 w 276"/>
                <a:gd name="T1" fmla="*/ 264 h 264"/>
                <a:gd name="T2" fmla="*/ 0 w 276"/>
                <a:gd name="T3" fmla="*/ 0 h 264"/>
                <a:gd name="T4" fmla="*/ 0 60000 65536"/>
                <a:gd name="T5" fmla="*/ 0 60000 65536"/>
                <a:gd name="T6" fmla="*/ 0 w 276"/>
                <a:gd name="T7" fmla="*/ 0 h 264"/>
                <a:gd name="T8" fmla="*/ 276 w 276"/>
                <a:gd name="T9" fmla="*/ 264 h 264"/>
              </a:gdLst>
              <a:ahLst/>
              <a:cxnLst>
                <a:cxn ang="T4">
                  <a:pos x="T0" y="T1"/>
                </a:cxn>
                <a:cxn ang="T5">
                  <a:pos x="T2" y="T3"/>
                </a:cxn>
              </a:cxnLst>
              <a:rect l="T6" t="T7" r="T8" b="T9"/>
              <a:pathLst>
                <a:path w="276" h="264">
                  <a:moveTo>
                    <a:pt x="276" y="264"/>
                  </a:moveTo>
                  <a:lnTo>
                    <a:pt x="0"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61" name="Freeform 55">
              <a:extLst>
                <a:ext uri="{FF2B5EF4-FFF2-40B4-BE49-F238E27FC236}">
                  <a16:creationId xmlns:a16="http://schemas.microsoft.com/office/drawing/2014/main" id="{351D8A15-6BBB-4D0C-89CA-29F90C5261A0}"/>
                </a:ext>
              </a:extLst>
            </p:cNvPr>
            <p:cNvSpPr>
              <a:spLocks/>
            </p:cNvSpPr>
            <p:nvPr/>
          </p:nvSpPr>
          <p:spPr bwMode="auto">
            <a:xfrm>
              <a:off x="4029" y="1578"/>
              <a:ext cx="366" cy="1"/>
            </a:xfrm>
            <a:custGeom>
              <a:avLst/>
              <a:gdLst>
                <a:gd name="T0" fmla="*/ 366 w 366"/>
                <a:gd name="T1" fmla="*/ 0 h 1"/>
                <a:gd name="T2" fmla="*/ 0 w 366"/>
                <a:gd name="T3" fmla="*/ 0 h 1"/>
                <a:gd name="T4" fmla="*/ 0 60000 65536"/>
                <a:gd name="T5" fmla="*/ 0 60000 65536"/>
                <a:gd name="T6" fmla="*/ 0 w 366"/>
                <a:gd name="T7" fmla="*/ 0 h 1"/>
                <a:gd name="T8" fmla="*/ 366 w 366"/>
                <a:gd name="T9" fmla="*/ 1 h 1"/>
              </a:gdLst>
              <a:ahLst/>
              <a:cxnLst>
                <a:cxn ang="T4">
                  <a:pos x="T0" y="T1"/>
                </a:cxn>
                <a:cxn ang="T5">
                  <a:pos x="T2" y="T3"/>
                </a:cxn>
              </a:cxnLst>
              <a:rect l="T6" t="T7" r="T8" b="T9"/>
              <a:pathLst>
                <a:path w="366" h="1">
                  <a:moveTo>
                    <a:pt x="366" y="0"/>
                  </a:moveTo>
                  <a:lnTo>
                    <a:pt x="0"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62" name="Freeform 56">
              <a:extLst>
                <a:ext uri="{FF2B5EF4-FFF2-40B4-BE49-F238E27FC236}">
                  <a16:creationId xmlns:a16="http://schemas.microsoft.com/office/drawing/2014/main" id="{56CE3F79-B33F-4AA3-8357-CEDC9BC85189}"/>
                </a:ext>
              </a:extLst>
            </p:cNvPr>
            <p:cNvSpPr>
              <a:spLocks/>
            </p:cNvSpPr>
            <p:nvPr/>
          </p:nvSpPr>
          <p:spPr bwMode="auto">
            <a:xfrm>
              <a:off x="4704" y="1575"/>
              <a:ext cx="396" cy="267"/>
            </a:xfrm>
            <a:custGeom>
              <a:avLst/>
              <a:gdLst>
                <a:gd name="T0" fmla="*/ 396 w 396"/>
                <a:gd name="T1" fmla="*/ 267 h 267"/>
                <a:gd name="T2" fmla="*/ 0 w 396"/>
                <a:gd name="T3" fmla="*/ 0 h 267"/>
                <a:gd name="T4" fmla="*/ 0 60000 65536"/>
                <a:gd name="T5" fmla="*/ 0 60000 65536"/>
                <a:gd name="T6" fmla="*/ 0 w 396"/>
                <a:gd name="T7" fmla="*/ 0 h 267"/>
                <a:gd name="T8" fmla="*/ 396 w 396"/>
                <a:gd name="T9" fmla="*/ 267 h 267"/>
              </a:gdLst>
              <a:ahLst/>
              <a:cxnLst>
                <a:cxn ang="T4">
                  <a:pos x="T0" y="T1"/>
                </a:cxn>
                <a:cxn ang="T5">
                  <a:pos x="T2" y="T3"/>
                </a:cxn>
              </a:cxnLst>
              <a:rect l="T6" t="T7" r="T8" b="T9"/>
              <a:pathLst>
                <a:path w="396" h="267">
                  <a:moveTo>
                    <a:pt x="396" y="267"/>
                  </a:moveTo>
                  <a:lnTo>
                    <a:pt x="0"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63" name="Freeform 57">
              <a:extLst>
                <a:ext uri="{FF2B5EF4-FFF2-40B4-BE49-F238E27FC236}">
                  <a16:creationId xmlns:a16="http://schemas.microsoft.com/office/drawing/2014/main" id="{FD090CA3-0920-4002-9831-59CA7A5BB0AA}"/>
                </a:ext>
              </a:extLst>
            </p:cNvPr>
            <p:cNvSpPr>
              <a:spLocks/>
            </p:cNvSpPr>
            <p:nvPr/>
          </p:nvSpPr>
          <p:spPr bwMode="auto">
            <a:xfrm>
              <a:off x="3387" y="1146"/>
              <a:ext cx="1110" cy="645"/>
            </a:xfrm>
            <a:custGeom>
              <a:avLst/>
              <a:gdLst>
                <a:gd name="T0" fmla="*/ 1110 w 1110"/>
                <a:gd name="T1" fmla="*/ 342 h 645"/>
                <a:gd name="T2" fmla="*/ 0 w 1110"/>
                <a:gd name="T3" fmla="*/ 645 h 645"/>
                <a:gd name="T4" fmla="*/ 0 60000 65536"/>
                <a:gd name="T5" fmla="*/ 0 60000 65536"/>
                <a:gd name="T6" fmla="*/ 0 w 1110"/>
                <a:gd name="T7" fmla="*/ 0 h 645"/>
                <a:gd name="T8" fmla="*/ 1110 w 1110"/>
                <a:gd name="T9" fmla="*/ 645 h 645"/>
              </a:gdLst>
              <a:ahLst/>
              <a:cxnLst>
                <a:cxn ang="T4">
                  <a:pos x="T0" y="T1"/>
                </a:cxn>
                <a:cxn ang="T5">
                  <a:pos x="T2" y="T3"/>
                </a:cxn>
              </a:cxnLst>
              <a:rect l="T6" t="T7" r="T8" b="T9"/>
              <a:pathLst>
                <a:path w="1110" h="645">
                  <a:moveTo>
                    <a:pt x="1110" y="342"/>
                  </a:moveTo>
                  <a:cubicBezTo>
                    <a:pt x="1104" y="0"/>
                    <a:pt x="21" y="63"/>
                    <a:pt x="0" y="645"/>
                  </a:cubicBez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nvGrpSpPr>
            <p:cNvPr id="64" name="Group 58">
              <a:extLst>
                <a:ext uri="{FF2B5EF4-FFF2-40B4-BE49-F238E27FC236}">
                  <a16:creationId xmlns:a16="http://schemas.microsoft.com/office/drawing/2014/main" id="{FBBA3B36-4D8E-492B-B6F0-311043F82CAA}"/>
                </a:ext>
              </a:extLst>
            </p:cNvPr>
            <p:cNvGrpSpPr>
              <a:grpSpLocks/>
            </p:cNvGrpSpPr>
            <p:nvPr/>
          </p:nvGrpSpPr>
          <p:grpSpPr bwMode="auto">
            <a:xfrm>
              <a:off x="3287" y="1744"/>
              <a:ext cx="205" cy="250"/>
              <a:chOff x="2954" y="2425"/>
              <a:chExt cx="208" cy="250"/>
            </a:xfrm>
          </p:grpSpPr>
          <p:sp>
            <p:nvSpPr>
              <p:cNvPr id="90" name="Rectangle 59">
                <a:extLst>
                  <a:ext uri="{FF2B5EF4-FFF2-40B4-BE49-F238E27FC236}">
                    <a16:creationId xmlns:a16="http://schemas.microsoft.com/office/drawing/2014/main" id="{673EF70F-053D-4A4A-A092-FEBBAC7A84DE}"/>
                  </a:ext>
                </a:extLst>
              </p:cNvPr>
              <p:cNvSpPr>
                <a:spLocks noChangeArrowheads="1"/>
              </p:cNvSpPr>
              <p:nvPr/>
            </p:nvSpPr>
            <p:spPr bwMode="auto">
              <a:xfrm>
                <a:off x="2982" y="2490"/>
                <a:ext cx="144"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91" name="Text Box 60">
                <a:extLst>
                  <a:ext uri="{FF2B5EF4-FFF2-40B4-BE49-F238E27FC236}">
                    <a16:creationId xmlns:a16="http://schemas.microsoft.com/office/drawing/2014/main" id="{F1E2F850-5E82-4213-91FB-F68E8D2E4330}"/>
                  </a:ext>
                </a:extLst>
              </p:cNvPr>
              <p:cNvSpPr txBox="1">
                <a:spLocks noChangeArrowheads="1"/>
              </p:cNvSpPr>
              <p:nvPr/>
            </p:nvSpPr>
            <p:spPr bwMode="auto">
              <a:xfrm>
                <a:off x="2954" y="2425"/>
                <a:ext cx="20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u</a:t>
                </a:r>
                <a:endParaRPr lang="en-US" altLang="en-US" sz="2400"/>
              </a:p>
            </p:txBody>
          </p:sp>
        </p:grpSp>
        <p:grpSp>
          <p:nvGrpSpPr>
            <p:cNvPr id="65" name="Group 61">
              <a:extLst>
                <a:ext uri="{FF2B5EF4-FFF2-40B4-BE49-F238E27FC236}">
                  <a16:creationId xmlns:a16="http://schemas.microsoft.com/office/drawing/2014/main" id="{C9FB7B4D-1B33-4706-9A39-96C49E22E833}"/>
                </a:ext>
              </a:extLst>
            </p:cNvPr>
            <p:cNvGrpSpPr>
              <a:grpSpLocks/>
            </p:cNvGrpSpPr>
            <p:nvPr/>
          </p:nvGrpSpPr>
          <p:grpSpPr bwMode="auto">
            <a:xfrm>
              <a:off x="4461" y="2128"/>
              <a:ext cx="196" cy="250"/>
              <a:chOff x="2958" y="2425"/>
              <a:chExt cx="199" cy="250"/>
            </a:xfrm>
          </p:grpSpPr>
          <p:sp>
            <p:nvSpPr>
              <p:cNvPr id="88" name="Rectangle 62">
                <a:extLst>
                  <a:ext uri="{FF2B5EF4-FFF2-40B4-BE49-F238E27FC236}">
                    <a16:creationId xmlns:a16="http://schemas.microsoft.com/office/drawing/2014/main" id="{9FAD1462-B803-48F8-8AD9-4377A4E6B38F}"/>
                  </a:ext>
                </a:extLst>
              </p:cNvPr>
              <p:cNvSpPr>
                <a:spLocks noChangeArrowheads="1"/>
              </p:cNvSpPr>
              <p:nvPr/>
            </p:nvSpPr>
            <p:spPr bwMode="auto">
              <a:xfrm>
                <a:off x="2982" y="2490"/>
                <a:ext cx="142"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89" name="Text Box 63">
                <a:extLst>
                  <a:ext uri="{FF2B5EF4-FFF2-40B4-BE49-F238E27FC236}">
                    <a16:creationId xmlns:a16="http://schemas.microsoft.com/office/drawing/2014/main" id="{B2C2ADD1-9104-4F0C-B9CD-23AA3803F72D}"/>
                  </a:ext>
                </a:extLst>
              </p:cNvPr>
              <p:cNvSpPr txBox="1">
                <a:spLocks noChangeArrowheads="1"/>
              </p:cNvSpPr>
              <p:nvPr/>
            </p:nvSpPr>
            <p:spPr bwMode="auto">
              <a:xfrm>
                <a:off x="2958" y="2425"/>
                <a:ext cx="19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y</a:t>
                </a:r>
                <a:endParaRPr lang="en-US" altLang="en-US" sz="2400"/>
              </a:p>
            </p:txBody>
          </p:sp>
        </p:grpSp>
        <p:grpSp>
          <p:nvGrpSpPr>
            <p:cNvPr id="66" name="Group 64">
              <a:extLst>
                <a:ext uri="{FF2B5EF4-FFF2-40B4-BE49-F238E27FC236}">
                  <a16:creationId xmlns:a16="http://schemas.microsoft.com/office/drawing/2014/main" id="{C8CF1FFD-2DD7-470B-92E8-D22537237539}"/>
                </a:ext>
              </a:extLst>
            </p:cNvPr>
            <p:cNvGrpSpPr>
              <a:grpSpLocks/>
            </p:cNvGrpSpPr>
            <p:nvPr/>
          </p:nvGrpSpPr>
          <p:grpSpPr bwMode="auto">
            <a:xfrm>
              <a:off x="3772" y="2095"/>
              <a:ext cx="212" cy="288"/>
              <a:chOff x="2951" y="2395"/>
              <a:chExt cx="213" cy="288"/>
            </a:xfrm>
          </p:grpSpPr>
          <p:sp>
            <p:nvSpPr>
              <p:cNvPr id="86" name="Rectangle 65">
                <a:extLst>
                  <a:ext uri="{FF2B5EF4-FFF2-40B4-BE49-F238E27FC236}">
                    <a16:creationId xmlns:a16="http://schemas.microsoft.com/office/drawing/2014/main" id="{D754B173-F62E-4376-A693-46BE5DB87364}"/>
                  </a:ext>
                </a:extLst>
              </p:cNvPr>
              <p:cNvSpPr>
                <a:spLocks noChangeArrowheads="1"/>
              </p:cNvSpPr>
              <p:nvPr/>
            </p:nvSpPr>
            <p:spPr bwMode="auto">
              <a:xfrm>
                <a:off x="2982" y="2490"/>
                <a:ext cx="144"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87" name="Text Box 66">
                <a:extLst>
                  <a:ext uri="{FF2B5EF4-FFF2-40B4-BE49-F238E27FC236}">
                    <a16:creationId xmlns:a16="http://schemas.microsoft.com/office/drawing/2014/main" id="{8C7CE221-18E6-428F-80E0-62D4EAF41FD8}"/>
                  </a:ext>
                </a:extLst>
              </p:cNvPr>
              <p:cNvSpPr txBox="1">
                <a:spLocks noChangeArrowheads="1"/>
              </p:cNvSpPr>
              <p:nvPr/>
            </p:nvSpPr>
            <p:spPr bwMode="auto">
              <a:xfrm>
                <a:off x="2951" y="2395"/>
                <a:ext cx="21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400"/>
                  <a:t>x</a:t>
                </a:r>
              </a:p>
            </p:txBody>
          </p:sp>
        </p:grpSp>
        <p:grpSp>
          <p:nvGrpSpPr>
            <p:cNvPr id="67" name="Group 67">
              <a:extLst>
                <a:ext uri="{FF2B5EF4-FFF2-40B4-BE49-F238E27FC236}">
                  <a16:creationId xmlns:a16="http://schemas.microsoft.com/office/drawing/2014/main" id="{297EAF13-1829-46D8-BD19-74016AD7D9BB}"/>
                </a:ext>
              </a:extLst>
            </p:cNvPr>
            <p:cNvGrpSpPr>
              <a:grpSpLocks/>
            </p:cNvGrpSpPr>
            <p:nvPr/>
          </p:nvGrpSpPr>
          <p:grpSpPr bwMode="auto">
            <a:xfrm>
              <a:off x="4438" y="1438"/>
              <a:ext cx="232" cy="250"/>
              <a:chOff x="2941" y="2425"/>
              <a:chExt cx="235" cy="250"/>
            </a:xfrm>
          </p:grpSpPr>
          <p:sp>
            <p:nvSpPr>
              <p:cNvPr id="84" name="Rectangle 68">
                <a:extLst>
                  <a:ext uri="{FF2B5EF4-FFF2-40B4-BE49-F238E27FC236}">
                    <a16:creationId xmlns:a16="http://schemas.microsoft.com/office/drawing/2014/main" id="{F3F8A1BF-980F-4C02-958B-801816501B0B}"/>
                  </a:ext>
                </a:extLst>
              </p:cNvPr>
              <p:cNvSpPr>
                <a:spLocks noChangeArrowheads="1"/>
              </p:cNvSpPr>
              <p:nvPr/>
            </p:nvSpPr>
            <p:spPr bwMode="auto">
              <a:xfrm>
                <a:off x="2982" y="2490"/>
                <a:ext cx="146"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85" name="Text Box 69">
                <a:extLst>
                  <a:ext uri="{FF2B5EF4-FFF2-40B4-BE49-F238E27FC236}">
                    <a16:creationId xmlns:a16="http://schemas.microsoft.com/office/drawing/2014/main" id="{73AC9FDC-CB44-45DC-AEC9-787A82FBC4D2}"/>
                  </a:ext>
                </a:extLst>
              </p:cNvPr>
              <p:cNvSpPr txBox="1">
                <a:spLocks noChangeArrowheads="1"/>
              </p:cNvSpPr>
              <p:nvPr/>
            </p:nvSpPr>
            <p:spPr bwMode="auto">
              <a:xfrm>
                <a:off x="2941" y="2425"/>
                <a:ext cx="23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w</a:t>
                </a:r>
                <a:endParaRPr lang="en-US" altLang="en-US" sz="2400"/>
              </a:p>
            </p:txBody>
          </p:sp>
        </p:grpSp>
        <p:grpSp>
          <p:nvGrpSpPr>
            <p:cNvPr id="68" name="Group 70">
              <a:extLst>
                <a:ext uri="{FF2B5EF4-FFF2-40B4-BE49-F238E27FC236}">
                  <a16:creationId xmlns:a16="http://schemas.microsoft.com/office/drawing/2014/main" id="{29D076D4-7F4A-4EA7-BFD8-544B6813DB70}"/>
                </a:ext>
              </a:extLst>
            </p:cNvPr>
            <p:cNvGrpSpPr>
              <a:grpSpLocks/>
            </p:cNvGrpSpPr>
            <p:nvPr/>
          </p:nvGrpSpPr>
          <p:grpSpPr bwMode="auto">
            <a:xfrm>
              <a:off x="3771" y="1438"/>
              <a:ext cx="196" cy="250"/>
              <a:chOff x="2958" y="2425"/>
              <a:chExt cx="199" cy="250"/>
            </a:xfrm>
          </p:grpSpPr>
          <p:sp>
            <p:nvSpPr>
              <p:cNvPr id="82" name="Rectangle 71">
                <a:extLst>
                  <a:ext uri="{FF2B5EF4-FFF2-40B4-BE49-F238E27FC236}">
                    <a16:creationId xmlns:a16="http://schemas.microsoft.com/office/drawing/2014/main" id="{9C3BA252-DB97-4A35-8A85-AE4734FDA575}"/>
                  </a:ext>
                </a:extLst>
              </p:cNvPr>
              <p:cNvSpPr>
                <a:spLocks noChangeArrowheads="1"/>
              </p:cNvSpPr>
              <p:nvPr/>
            </p:nvSpPr>
            <p:spPr bwMode="auto">
              <a:xfrm>
                <a:off x="2982" y="2490"/>
                <a:ext cx="142"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83" name="Text Box 72">
                <a:extLst>
                  <a:ext uri="{FF2B5EF4-FFF2-40B4-BE49-F238E27FC236}">
                    <a16:creationId xmlns:a16="http://schemas.microsoft.com/office/drawing/2014/main" id="{F65FC2C7-A042-450D-AC29-F02A3A0AF46C}"/>
                  </a:ext>
                </a:extLst>
              </p:cNvPr>
              <p:cNvSpPr txBox="1">
                <a:spLocks noChangeArrowheads="1"/>
              </p:cNvSpPr>
              <p:nvPr/>
            </p:nvSpPr>
            <p:spPr bwMode="auto">
              <a:xfrm>
                <a:off x="2958" y="2425"/>
                <a:ext cx="19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v</a:t>
                </a:r>
                <a:endParaRPr lang="en-US" altLang="en-US" sz="2400"/>
              </a:p>
            </p:txBody>
          </p:sp>
        </p:grpSp>
        <p:grpSp>
          <p:nvGrpSpPr>
            <p:cNvPr id="69" name="Group 73">
              <a:extLst>
                <a:ext uri="{FF2B5EF4-FFF2-40B4-BE49-F238E27FC236}">
                  <a16:creationId xmlns:a16="http://schemas.microsoft.com/office/drawing/2014/main" id="{1ED4AB8B-C508-4E83-A1BE-AA5C5A3D6167}"/>
                </a:ext>
              </a:extLst>
            </p:cNvPr>
            <p:cNvGrpSpPr>
              <a:grpSpLocks/>
            </p:cNvGrpSpPr>
            <p:nvPr/>
          </p:nvGrpSpPr>
          <p:grpSpPr bwMode="auto">
            <a:xfrm>
              <a:off x="5025" y="1756"/>
              <a:ext cx="212" cy="288"/>
              <a:chOff x="2949" y="2395"/>
              <a:chExt cx="214" cy="288"/>
            </a:xfrm>
          </p:grpSpPr>
          <p:sp>
            <p:nvSpPr>
              <p:cNvPr id="80" name="Rectangle 74">
                <a:extLst>
                  <a:ext uri="{FF2B5EF4-FFF2-40B4-BE49-F238E27FC236}">
                    <a16:creationId xmlns:a16="http://schemas.microsoft.com/office/drawing/2014/main" id="{A4EAAE7C-2C82-46DE-8782-619B27C28D03}"/>
                  </a:ext>
                </a:extLst>
              </p:cNvPr>
              <p:cNvSpPr>
                <a:spLocks noChangeArrowheads="1"/>
              </p:cNvSpPr>
              <p:nvPr/>
            </p:nvSpPr>
            <p:spPr bwMode="auto">
              <a:xfrm>
                <a:off x="2982" y="2490"/>
                <a:ext cx="142"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81" name="Text Box 75">
                <a:extLst>
                  <a:ext uri="{FF2B5EF4-FFF2-40B4-BE49-F238E27FC236}">
                    <a16:creationId xmlns:a16="http://schemas.microsoft.com/office/drawing/2014/main" id="{828414D8-127B-47F0-B037-AD7ED5ABF458}"/>
                  </a:ext>
                </a:extLst>
              </p:cNvPr>
              <p:cNvSpPr txBox="1">
                <a:spLocks noChangeArrowheads="1"/>
              </p:cNvSpPr>
              <p:nvPr/>
            </p:nvSpPr>
            <p:spPr bwMode="auto">
              <a:xfrm>
                <a:off x="2949" y="2395"/>
                <a:ext cx="21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400"/>
                  <a:t>z</a:t>
                </a:r>
              </a:p>
            </p:txBody>
          </p:sp>
        </p:grpSp>
        <p:sp>
          <p:nvSpPr>
            <p:cNvPr id="70" name="Text Box 76">
              <a:extLst>
                <a:ext uri="{FF2B5EF4-FFF2-40B4-BE49-F238E27FC236}">
                  <a16:creationId xmlns:a16="http://schemas.microsoft.com/office/drawing/2014/main" id="{B62ABC63-0C50-404B-AE67-F5075A7EEDA9}"/>
                </a:ext>
              </a:extLst>
            </p:cNvPr>
            <p:cNvSpPr txBox="1">
              <a:spLocks noChangeArrowheads="1"/>
            </p:cNvSpPr>
            <p:nvPr/>
          </p:nvSpPr>
          <p:spPr bwMode="auto">
            <a:xfrm>
              <a:off x="3479" y="1568"/>
              <a:ext cx="22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400" dirty="0"/>
                <a:t>5</a:t>
              </a:r>
            </a:p>
          </p:txBody>
        </p:sp>
        <p:sp>
          <p:nvSpPr>
            <p:cNvPr id="71" name="Text Box 77">
              <a:extLst>
                <a:ext uri="{FF2B5EF4-FFF2-40B4-BE49-F238E27FC236}">
                  <a16:creationId xmlns:a16="http://schemas.microsoft.com/office/drawing/2014/main" id="{719DD85D-4F90-49E8-A6E5-D435E98F0DFB}"/>
                </a:ext>
              </a:extLst>
            </p:cNvPr>
            <p:cNvSpPr txBox="1">
              <a:spLocks noChangeArrowheads="1"/>
            </p:cNvSpPr>
            <p:nvPr/>
          </p:nvSpPr>
          <p:spPr bwMode="auto">
            <a:xfrm>
              <a:off x="3827" y="1787"/>
              <a:ext cx="22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400" dirty="0"/>
                <a:t>4</a:t>
              </a:r>
            </a:p>
          </p:txBody>
        </p:sp>
        <p:sp>
          <p:nvSpPr>
            <p:cNvPr id="72" name="Text Box 78">
              <a:extLst>
                <a:ext uri="{FF2B5EF4-FFF2-40B4-BE49-F238E27FC236}">
                  <a16:creationId xmlns:a16="http://schemas.microsoft.com/office/drawing/2014/main" id="{3D0CD67C-2765-4C4E-901D-42665B8EA089}"/>
                </a:ext>
              </a:extLst>
            </p:cNvPr>
            <p:cNvSpPr txBox="1">
              <a:spLocks noChangeArrowheads="1"/>
            </p:cNvSpPr>
            <p:nvPr/>
          </p:nvSpPr>
          <p:spPr bwMode="auto">
            <a:xfrm>
              <a:off x="3406" y="2000"/>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dirty="0"/>
                <a:t>1</a:t>
              </a:r>
              <a:endParaRPr lang="en-US" altLang="en-US" sz="2400" dirty="0"/>
            </a:p>
          </p:txBody>
        </p:sp>
        <p:sp>
          <p:nvSpPr>
            <p:cNvPr id="73" name="Text Box 79">
              <a:extLst>
                <a:ext uri="{FF2B5EF4-FFF2-40B4-BE49-F238E27FC236}">
                  <a16:creationId xmlns:a16="http://schemas.microsoft.com/office/drawing/2014/main" id="{D15352A4-5414-4928-BD8A-527F445CEB47}"/>
                </a:ext>
              </a:extLst>
            </p:cNvPr>
            <p:cNvSpPr txBox="1">
              <a:spLocks noChangeArrowheads="1"/>
            </p:cNvSpPr>
            <p:nvPr/>
          </p:nvSpPr>
          <p:spPr bwMode="auto">
            <a:xfrm>
              <a:off x="4211" y="1880"/>
              <a:ext cx="22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400" dirty="0"/>
                <a:t>8</a:t>
              </a:r>
            </a:p>
          </p:txBody>
        </p:sp>
        <p:sp>
          <p:nvSpPr>
            <p:cNvPr id="74" name="Text Box 80">
              <a:extLst>
                <a:ext uri="{FF2B5EF4-FFF2-40B4-BE49-F238E27FC236}">
                  <a16:creationId xmlns:a16="http://schemas.microsoft.com/office/drawing/2014/main" id="{2D7D5F35-8DF2-48B4-9A64-84BE799CD417}"/>
                </a:ext>
              </a:extLst>
            </p:cNvPr>
            <p:cNvSpPr txBox="1">
              <a:spLocks noChangeArrowheads="1"/>
            </p:cNvSpPr>
            <p:nvPr/>
          </p:nvSpPr>
          <p:spPr bwMode="auto">
            <a:xfrm>
              <a:off x="4147" y="2234"/>
              <a:ext cx="22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400" dirty="0"/>
                <a:t>4</a:t>
              </a:r>
            </a:p>
          </p:txBody>
        </p:sp>
        <p:sp>
          <p:nvSpPr>
            <p:cNvPr id="75" name="Text Box 81">
              <a:extLst>
                <a:ext uri="{FF2B5EF4-FFF2-40B4-BE49-F238E27FC236}">
                  <a16:creationId xmlns:a16="http://schemas.microsoft.com/office/drawing/2014/main" id="{DAD1173A-B5F9-4C70-B9E5-54A7C2A18DA0}"/>
                </a:ext>
              </a:extLst>
            </p:cNvPr>
            <p:cNvSpPr txBox="1">
              <a:spLocks noChangeArrowheads="1"/>
            </p:cNvSpPr>
            <p:nvPr/>
          </p:nvSpPr>
          <p:spPr bwMode="auto">
            <a:xfrm>
              <a:off x="4508" y="1805"/>
              <a:ext cx="22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400" dirty="0"/>
                <a:t>8</a:t>
              </a:r>
            </a:p>
          </p:txBody>
        </p:sp>
        <p:sp>
          <p:nvSpPr>
            <p:cNvPr id="76" name="Text Box 82">
              <a:extLst>
                <a:ext uri="{FF2B5EF4-FFF2-40B4-BE49-F238E27FC236}">
                  <a16:creationId xmlns:a16="http://schemas.microsoft.com/office/drawing/2014/main" id="{5B6E3B42-D8DD-467C-A0FD-FDF2F9CA9190}"/>
                </a:ext>
              </a:extLst>
            </p:cNvPr>
            <p:cNvSpPr txBox="1">
              <a:spLocks noChangeArrowheads="1"/>
            </p:cNvSpPr>
            <p:nvPr/>
          </p:nvSpPr>
          <p:spPr bwMode="auto">
            <a:xfrm>
              <a:off x="4868" y="2069"/>
              <a:ext cx="22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400" dirty="0"/>
                <a:t>1</a:t>
              </a:r>
            </a:p>
          </p:txBody>
        </p:sp>
        <p:sp>
          <p:nvSpPr>
            <p:cNvPr id="77" name="Text Box 83">
              <a:extLst>
                <a:ext uri="{FF2B5EF4-FFF2-40B4-BE49-F238E27FC236}">
                  <a16:creationId xmlns:a16="http://schemas.microsoft.com/office/drawing/2014/main" id="{CEF19099-5AC9-4B63-909A-03F3967A6DF1}"/>
                </a:ext>
              </a:extLst>
            </p:cNvPr>
            <p:cNvSpPr txBox="1">
              <a:spLocks noChangeArrowheads="1"/>
            </p:cNvSpPr>
            <p:nvPr/>
          </p:nvSpPr>
          <p:spPr bwMode="auto">
            <a:xfrm>
              <a:off x="4841" y="1532"/>
              <a:ext cx="22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400" dirty="0"/>
                <a:t>4</a:t>
              </a:r>
            </a:p>
          </p:txBody>
        </p:sp>
        <p:sp>
          <p:nvSpPr>
            <p:cNvPr id="78" name="Text Box 84">
              <a:extLst>
                <a:ext uri="{FF2B5EF4-FFF2-40B4-BE49-F238E27FC236}">
                  <a16:creationId xmlns:a16="http://schemas.microsoft.com/office/drawing/2014/main" id="{16AEF592-50D7-433A-91A8-851EB3CB1662}"/>
                </a:ext>
              </a:extLst>
            </p:cNvPr>
            <p:cNvSpPr txBox="1">
              <a:spLocks noChangeArrowheads="1"/>
            </p:cNvSpPr>
            <p:nvPr/>
          </p:nvSpPr>
          <p:spPr bwMode="auto">
            <a:xfrm>
              <a:off x="4106" y="1382"/>
              <a:ext cx="22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400" dirty="0"/>
                <a:t>1</a:t>
              </a:r>
            </a:p>
          </p:txBody>
        </p:sp>
        <p:sp>
          <p:nvSpPr>
            <p:cNvPr id="79" name="Text Box 85">
              <a:extLst>
                <a:ext uri="{FF2B5EF4-FFF2-40B4-BE49-F238E27FC236}">
                  <a16:creationId xmlns:a16="http://schemas.microsoft.com/office/drawing/2014/main" id="{3FFFBA2B-59AB-4800-B566-25EA647A9A27}"/>
                </a:ext>
              </a:extLst>
            </p:cNvPr>
            <p:cNvSpPr txBox="1">
              <a:spLocks noChangeArrowheads="1"/>
            </p:cNvSpPr>
            <p:nvPr/>
          </p:nvSpPr>
          <p:spPr bwMode="auto">
            <a:xfrm>
              <a:off x="3755" y="1115"/>
              <a:ext cx="22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400" dirty="0"/>
                <a:t>6</a:t>
              </a:r>
            </a:p>
          </p:txBody>
        </p:sp>
      </p:grpSp>
      <p:sp>
        <p:nvSpPr>
          <p:cNvPr id="3" name="Hộp Văn bản 2">
            <a:extLst>
              <a:ext uri="{FF2B5EF4-FFF2-40B4-BE49-F238E27FC236}">
                <a16:creationId xmlns:a16="http://schemas.microsoft.com/office/drawing/2014/main" id="{69721DB8-4115-4677-9A73-CC5BD054254D}"/>
              </a:ext>
            </a:extLst>
          </p:cNvPr>
          <p:cNvSpPr txBox="1"/>
          <p:nvPr/>
        </p:nvSpPr>
        <p:spPr>
          <a:xfrm>
            <a:off x="208036" y="690586"/>
            <a:ext cx="7791728" cy="923330"/>
          </a:xfrm>
          <a:prstGeom prst="rect">
            <a:avLst/>
          </a:prstGeom>
          <a:noFill/>
        </p:spPr>
        <p:txBody>
          <a:bodyPr wrap="square" rtlCol="0">
            <a:spAutoFit/>
          </a:bodyPr>
          <a:lstStyle/>
          <a:p>
            <a:r>
              <a:rPr lang="en-US" dirty="0"/>
              <a:t>Cho </a:t>
            </a:r>
            <a:r>
              <a:rPr lang="en-US" dirty="0" err="1"/>
              <a:t>mô</a:t>
            </a:r>
            <a:r>
              <a:rPr lang="en-US" dirty="0"/>
              <a:t> </a:t>
            </a:r>
            <a:r>
              <a:rPr lang="en-US" dirty="0" err="1"/>
              <a:t>hình</a:t>
            </a:r>
            <a:r>
              <a:rPr lang="en-US" dirty="0"/>
              <a:t> </a:t>
            </a:r>
            <a:r>
              <a:rPr lang="en-US" dirty="0" err="1"/>
              <a:t>đồ</a:t>
            </a:r>
            <a:r>
              <a:rPr lang="en-US" dirty="0"/>
              <a:t> </a:t>
            </a:r>
            <a:r>
              <a:rPr lang="en-US" dirty="0" err="1"/>
              <a:t>thị</a:t>
            </a:r>
            <a:r>
              <a:rPr lang="en-US" dirty="0"/>
              <a:t> </a:t>
            </a:r>
            <a:r>
              <a:rPr lang="en-US" dirty="0" err="1"/>
              <a:t>biểu</a:t>
            </a:r>
            <a:r>
              <a:rPr lang="en-US" dirty="0"/>
              <a:t> </a:t>
            </a:r>
            <a:r>
              <a:rPr lang="en-US" dirty="0" err="1"/>
              <a:t>diễn</a:t>
            </a:r>
            <a:r>
              <a:rPr lang="en-US" dirty="0"/>
              <a:t> </a:t>
            </a:r>
            <a:r>
              <a:rPr lang="en-US" dirty="0" err="1"/>
              <a:t>sự</a:t>
            </a:r>
            <a:r>
              <a:rPr lang="en-US" dirty="0"/>
              <a:t> </a:t>
            </a:r>
            <a:r>
              <a:rPr lang="en-US" dirty="0" err="1"/>
              <a:t>kết</a:t>
            </a:r>
            <a:r>
              <a:rPr lang="en-US" dirty="0"/>
              <a:t> </a:t>
            </a:r>
            <a:r>
              <a:rPr lang="en-US" dirty="0" err="1"/>
              <a:t>nối</a:t>
            </a:r>
            <a:r>
              <a:rPr lang="en-US" dirty="0"/>
              <a:t> </a:t>
            </a:r>
            <a:r>
              <a:rPr lang="en-US" dirty="0" err="1"/>
              <a:t>và</a:t>
            </a:r>
            <a:r>
              <a:rPr lang="en-US" dirty="0"/>
              <a:t> chi </a:t>
            </a:r>
            <a:r>
              <a:rPr lang="en-US" dirty="0" err="1"/>
              <a:t>phí</a:t>
            </a:r>
            <a:r>
              <a:rPr lang="en-US" dirty="0"/>
              <a:t> </a:t>
            </a:r>
            <a:r>
              <a:rPr lang="en-US" dirty="0" err="1"/>
              <a:t>kết</a:t>
            </a:r>
            <a:r>
              <a:rPr lang="en-US" dirty="0"/>
              <a:t> </a:t>
            </a:r>
            <a:r>
              <a:rPr lang="en-US" dirty="0" err="1"/>
              <a:t>nối</a:t>
            </a:r>
            <a:r>
              <a:rPr lang="en-US" dirty="0"/>
              <a:t> </a:t>
            </a:r>
            <a:r>
              <a:rPr lang="en-US" dirty="0" err="1"/>
              <a:t>giữa</a:t>
            </a:r>
            <a:r>
              <a:rPr lang="en-US" dirty="0"/>
              <a:t> </a:t>
            </a:r>
            <a:r>
              <a:rPr lang="en-US" dirty="0" err="1"/>
              <a:t>các</a:t>
            </a:r>
            <a:r>
              <a:rPr lang="en-US" dirty="0"/>
              <a:t> router </a:t>
            </a:r>
            <a:r>
              <a:rPr lang="en-US" dirty="0" err="1"/>
              <a:t>nh</a:t>
            </a:r>
            <a:r>
              <a:rPr lang="vi-VN" dirty="0"/>
              <a:t>ư</a:t>
            </a:r>
            <a:r>
              <a:rPr lang="en-US" dirty="0"/>
              <a:t> </a:t>
            </a:r>
            <a:r>
              <a:rPr lang="en-US" dirty="0" err="1"/>
              <a:t>hình</a:t>
            </a:r>
            <a:r>
              <a:rPr lang="en-US" dirty="0"/>
              <a:t> </a:t>
            </a:r>
            <a:r>
              <a:rPr lang="en-US" dirty="0" err="1"/>
              <a:t>minh</a:t>
            </a:r>
            <a:r>
              <a:rPr lang="en-US" dirty="0"/>
              <a:t> </a:t>
            </a:r>
            <a:r>
              <a:rPr lang="en-US" dirty="0" err="1"/>
              <a:t>họa</a:t>
            </a:r>
            <a:r>
              <a:rPr lang="en-US" dirty="0"/>
              <a:t> </a:t>
            </a:r>
            <a:r>
              <a:rPr lang="en-US" dirty="0" err="1"/>
              <a:t>bên</a:t>
            </a:r>
            <a:r>
              <a:rPr lang="en-US" dirty="0"/>
              <a:t> d</a:t>
            </a:r>
            <a:r>
              <a:rPr lang="vi-VN" dirty="0"/>
              <a:t>ư</a:t>
            </a:r>
            <a:r>
              <a:rPr lang="en-US" dirty="0" err="1"/>
              <a:t>ới</a:t>
            </a:r>
            <a:r>
              <a:rPr lang="en-US" dirty="0"/>
              <a:t> . </a:t>
            </a:r>
            <a:r>
              <a:rPr lang="en-US" dirty="0" err="1"/>
              <a:t>Dùng</a:t>
            </a:r>
            <a:r>
              <a:rPr lang="en-US" dirty="0"/>
              <a:t> </a:t>
            </a:r>
            <a:r>
              <a:rPr lang="en-US" dirty="0" err="1"/>
              <a:t>thuật</a:t>
            </a:r>
            <a:r>
              <a:rPr lang="en-US" dirty="0"/>
              <a:t> </a:t>
            </a:r>
            <a:r>
              <a:rPr lang="en-US" dirty="0" err="1"/>
              <a:t>toán</a:t>
            </a:r>
            <a:r>
              <a:rPr lang="en-US" dirty="0"/>
              <a:t> Dijkstra </a:t>
            </a:r>
            <a:r>
              <a:rPr lang="en-US" dirty="0" err="1"/>
              <a:t>để</a:t>
            </a:r>
            <a:r>
              <a:rPr lang="en-US" dirty="0"/>
              <a:t> </a:t>
            </a:r>
            <a:r>
              <a:rPr lang="en-US" dirty="0" err="1"/>
              <a:t>xác</a:t>
            </a:r>
            <a:r>
              <a:rPr lang="en-US" dirty="0"/>
              <a:t> </a:t>
            </a:r>
            <a:r>
              <a:rPr lang="en-US" dirty="0" err="1"/>
              <a:t>định</a:t>
            </a:r>
            <a:r>
              <a:rPr lang="en-US" dirty="0"/>
              <a:t> đ</a:t>
            </a:r>
            <a:r>
              <a:rPr lang="vi-VN" dirty="0"/>
              <a:t>ư</a:t>
            </a:r>
            <a:r>
              <a:rPr lang="en-US" dirty="0" err="1"/>
              <a:t>ờng</a:t>
            </a:r>
            <a:r>
              <a:rPr lang="en-US" dirty="0"/>
              <a:t> </a:t>
            </a:r>
            <a:r>
              <a:rPr lang="en-US" dirty="0" err="1"/>
              <a:t>đi</a:t>
            </a:r>
            <a:r>
              <a:rPr lang="en-US" dirty="0"/>
              <a:t> </a:t>
            </a:r>
            <a:r>
              <a:rPr lang="en-US" dirty="0" err="1"/>
              <a:t>ngắn</a:t>
            </a:r>
            <a:r>
              <a:rPr lang="en-US" dirty="0"/>
              <a:t> </a:t>
            </a:r>
            <a:r>
              <a:rPr lang="en-US" dirty="0" err="1"/>
              <a:t>nhất</a:t>
            </a:r>
            <a:r>
              <a:rPr lang="en-US" dirty="0"/>
              <a:t> </a:t>
            </a:r>
            <a:r>
              <a:rPr lang="en-US" dirty="0" err="1"/>
              <a:t>từ</a:t>
            </a:r>
            <a:r>
              <a:rPr lang="en-US" dirty="0"/>
              <a:t> </a:t>
            </a:r>
            <a:r>
              <a:rPr lang="en-US" dirty="0" err="1"/>
              <a:t>đỉnh</a:t>
            </a:r>
            <a:r>
              <a:rPr lang="en-US" dirty="0"/>
              <a:t> u </a:t>
            </a:r>
            <a:r>
              <a:rPr lang="en-US" dirty="0" err="1"/>
              <a:t>đến</a:t>
            </a:r>
            <a:r>
              <a:rPr lang="en-US" dirty="0"/>
              <a:t> </a:t>
            </a:r>
            <a:r>
              <a:rPr lang="en-US" dirty="0" err="1"/>
              <a:t>các</a:t>
            </a:r>
            <a:r>
              <a:rPr lang="en-US" dirty="0"/>
              <a:t> </a:t>
            </a:r>
            <a:r>
              <a:rPr lang="en-US" dirty="0" err="1"/>
              <a:t>đỉnh</a:t>
            </a:r>
            <a:r>
              <a:rPr lang="en-US" dirty="0"/>
              <a:t> </a:t>
            </a:r>
            <a:r>
              <a:rPr lang="en-US" dirty="0" err="1"/>
              <a:t>còn</a:t>
            </a:r>
            <a:r>
              <a:rPr lang="en-US" dirty="0"/>
              <a:t> </a:t>
            </a:r>
            <a:r>
              <a:rPr lang="en-US" dirty="0" err="1"/>
              <a:t>lại</a:t>
            </a:r>
            <a:r>
              <a:rPr lang="en-US" dirty="0"/>
              <a:t>. </a:t>
            </a:r>
            <a:r>
              <a:rPr lang="en-US" dirty="0" err="1"/>
              <a:t>Cây</a:t>
            </a:r>
            <a:r>
              <a:rPr lang="en-US" dirty="0"/>
              <a:t> đ</a:t>
            </a:r>
            <a:r>
              <a:rPr lang="vi-VN" dirty="0"/>
              <a:t>ư</a:t>
            </a:r>
            <a:r>
              <a:rPr lang="en-US" dirty="0" err="1"/>
              <a:t>ờng</a:t>
            </a:r>
            <a:r>
              <a:rPr lang="en-US" dirty="0"/>
              <a:t> </a:t>
            </a:r>
            <a:r>
              <a:rPr lang="en-US" dirty="0" err="1"/>
              <a:t>đi</a:t>
            </a:r>
            <a:r>
              <a:rPr lang="en-US" dirty="0"/>
              <a:t> </a:t>
            </a:r>
            <a:r>
              <a:rPr lang="en-US" dirty="0" err="1"/>
              <a:t>ngắn</a:t>
            </a:r>
            <a:r>
              <a:rPr lang="en-US" dirty="0"/>
              <a:t> </a:t>
            </a:r>
            <a:r>
              <a:rPr lang="en-US" dirty="0" err="1"/>
              <a:t>nhất</a:t>
            </a:r>
            <a:r>
              <a:rPr lang="en-US" dirty="0"/>
              <a:t> </a:t>
            </a:r>
            <a:r>
              <a:rPr lang="en-US" dirty="0" err="1"/>
              <a:t>xuất</a:t>
            </a:r>
            <a:r>
              <a:rPr lang="en-US" dirty="0"/>
              <a:t> </a:t>
            </a:r>
            <a:r>
              <a:rPr lang="en-US" dirty="0" err="1"/>
              <a:t>phát</a:t>
            </a:r>
            <a:r>
              <a:rPr lang="en-US" dirty="0"/>
              <a:t> </a:t>
            </a:r>
            <a:r>
              <a:rPr lang="en-US" dirty="0" err="1"/>
              <a:t>từ</a:t>
            </a:r>
            <a:r>
              <a:rPr lang="en-US" dirty="0"/>
              <a:t> u </a:t>
            </a:r>
            <a:r>
              <a:rPr lang="en-US" dirty="0" err="1"/>
              <a:t>là</a:t>
            </a:r>
            <a:r>
              <a:rPr lang="en-US" dirty="0"/>
              <a:t>?</a:t>
            </a:r>
          </a:p>
        </p:txBody>
      </p:sp>
      <p:grpSp>
        <p:nvGrpSpPr>
          <p:cNvPr id="92" name="Group 16">
            <a:extLst>
              <a:ext uri="{FF2B5EF4-FFF2-40B4-BE49-F238E27FC236}">
                <a16:creationId xmlns:a16="http://schemas.microsoft.com/office/drawing/2014/main" id="{8CD49908-C80D-4D22-A1A7-F7DB602D4F03}"/>
              </a:ext>
            </a:extLst>
          </p:cNvPr>
          <p:cNvGrpSpPr>
            <a:grpSpLocks/>
          </p:cNvGrpSpPr>
          <p:nvPr/>
        </p:nvGrpSpPr>
        <p:grpSpPr bwMode="auto">
          <a:xfrm>
            <a:off x="6504562" y="2496878"/>
            <a:ext cx="2626232" cy="1455249"/>
            <a:chOff x="3162" y="1071"/>
            <a:chExt cx="2250" cy="1409"/>
          </a:xfrm>
        </p:grpSpPr>
        <p:sp>
          <p:nvSpPr>
            <p:cNvPr id="93" name="Freeform 17">
              <a:extLst>
                <a:ext uri="{FF2B5EF4-FFF2-40B4-BE49-F238E27FC236}">
                  <a16:creationId xmlns:a16="http://schemas.microsoft.com/office/drawing/2014/main" id="{0D54C343-E211-4A33-82CA-073934FDBBDB}"/>
                </a:ext>
              </a:extLst>
            </p:cNvPr>
            <p:cNvSpPr>
              <a:spLocks/>
            </p:cNvSpPr>
            <p:nvPr/>
          </p:nvSpPr>
          <p:spPr bwMode="auto">
            <a:xfrm>
              <a:off x="3162" y="1071"/>
              <a:ext cx="2250" cy="1409"/>
            </a:xfrm>
            <a:custGeom>
              <a:avLst/>
              <a:gdLst>
                <a:gd name="T0" fmla="*/ 0 w 2250"/>
                <a:gd name="T1" fmla="*/ 624 h 1409"/>
                <a:gd name="T2" fmla="*/ 219 w 2250"/>
                <a:gd name="T3" fmla="*/ 321 h 1409"/>
                <a:gd name="T4" fmla="*/ 529 w 2250"/>
                <a:gd name="T5" fmla="*/ 35 h 1409"/>
                <a:gd name="T6" fmla="*/ 1551 w 2250"/>
                <a:gd name="T7" fmla="*/ 111 h 1409"/>
                <a:gd name="T8" fmla="*/ 1968 w 2250"/>
                <a:gd name="T9" fmla="*/ 483 h 1409"/>
                <a:gd name="T10" fmla="*/ 2199 w 2250"/>
                <a:gd name="T11" fmla="*/ 906 h 1409"/>
                <a:gd name="T12" fmla="*/ 1659 w 2250"/>
                <a:gd name="T13" fmla="*/ 1314 h 1409"/>
                <a:gd name="T14" fmla="*/ 993 w 2250"/>
                <a:gd name="T15" fmla="*/ 1386 h 1409"/>
                <a:gd name="T16" fmla="*/ 465 w 2250"/>
                <a:gd name="T17" fmla="*/ 1356 h 1409"/>
                <a:gd name="T18" fmla="*/ 102 w 2250"/>
                <a:gd name="T19" fmla="*/ 1068 h 1409"/>
                <a:gd name="T20" fmla="*/ 0 w 2250"/>
                <a:gd name="T21" fmla="*/ 624 h 140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50"/>
                <a:gd name="T34" fmla="*/ 0 h 1409"/>
                <a:gd name="T35" fmla="*/ 2250 w 2250"/>
                <a:gd name="T36" fmla="*/ 1409 h 140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50" h="1409">
                  <a:moveTo>
                    <a:pt x="0" y="624"/>
                  </a:moveTo>
                  <a:cubicBezTo>
                    <a:pt x="5" y="506"/>
                    <a:pt x="131" y="419"/>
                    <a:pt x="219" y="321"/>
                  </a:cubicBezTo>
                  <a:cubicBezTo>
                    <a:pt x="307" y="223"/>
                    <a:pt x="307" y="70"/>
                    <a:pt x="529" y="35"/>
                  </a:cubicBezTo>
                  <a:cubicBezTo>
                    <a:pt x="751" y="0"/>
                    <a:pt x="1311" y="36"/>
                    <a:pt x="1551" y="111"/>
                  </a:cubicBezTo>
                  <a:cubicBezTo>
                    <a:pt x="1791" y="186"/>
                    <a:pt x="1860" y="351"/>
                    <a:pt x="1968" y="483"/>
                  </a:cubicBezTo>
                  <a:cubicBezTo>
                    <a:pt x="2076" y="615"/>
                    <a:pt x="2250" y="767"/>
                    <a:pt x="2199" y="906"/>
                  </a:cubicBezTo>
                  <a:cubicBezTo>
                    <a:pt x="2148" y="1045"/>
                    <a:pt x="1860" y="1234"/>
                    <a:pt x="1659" y="1314"/>
                  </a:cubicBezTo>
                  <a:cubicBezTo>
                    <a:pt x="1458" y="1394"/>
                    <a:pt x="1192" y="1379"/>
                    <a:pt x="993" y="1386"/>
                  </a:cubicBezTo>
                  <a:cubicBezTo>
                    <a:pt x="794" y="1393"/>
                    <a:pt x="613" y="1409"/>
                    <a:pt x="465" y="1356"/>
                  </a:cubicBezTo>
                  <a:cubicBezTo>
                    <a:pt x="317" y="1303"/>
                    <a:pt x="180" y="1190"/>
                    <a:pt x="102" y="1068"/>
                  </a:cubicBezTo>
                  <a:cubicBezTo>
                    <a:pt x="24" y="946"/>
                    <a:pt x="21" y="716"/>
                    <a:pt x="0" y="624"/>
                  </a:cubicBezTo>
                  <a:close/>
                </a:path>
              </a:pathLst>
            </a:custGeom>
            <a:solidFill>
              <a:srgbClr val="99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dirty="0"/>
            </a:p>
          </p:txBody>
        </p:sp>
        <p:sp>
          <p:nvSpPr>
            <p:cNvPr id="94" name="Freeform 18">
              <a:extLst>
                <a:ext uri="{FF2B5EF4-FFF2-40B4-BE49-F238E27FC236}">
                  <a16:creationId xmlns:a16="http://schemas.microsoft.com/office/drawing/2014/main" id="{4484FA1C-D42A-4561-9CF1-CF0E1570D9E3}"/>
                </a:ext>
              </a:extLst>
            </p:cNvPr>
            <p:cNvSpPr>
              <a:spLocks/>
            </p:cNvSpPr>
            <p:nvPr/>
          </p:nvSpPr>
          <p:spPr bwMode="auto">
            <a:xfrm>
              <a:off x="3498" y="1620"/>
              <a:ext cx="342" cy="186"/>
            </a:xfrm>
            <a:custGeom>
              <a:avLst/>
              <a:gdLst>
                <a:gd name="T0" fmla="*/ 0 w 342"/>
                <a:gd name="T1" fmla="*/ 186 h 186"/>
                <a:gd name="T2" fmla="*/ 342 w 342"/>
                <a:gd name="T3" fmla="*/ 0 h 186"/>
                <a:gd name="T4" fmla="*/ 0 60000 65536"/>
                <a:gd name="T5" fmla="*/ 0 60000 65536"/>
                <a:gd name="T6" fmla="*/ 0 w 342"/>
                <a:gd name="T7" fmla="*/ 0 h 186"/>
                <a:gd name="T8" fmla="*/ 342 w 342"/>
                <a:gd name="T9" fmla="*/ 186 h 186"/>
              </a:gdLst>
              <a:ahLst/>
              <a:cxnLst>
                <a:cxn ang="T4">
                  <a:pos x="T0" y="T1"/>
                </a:cxn>
                <a:cxn ang="T5">
                  <a:pos x="T2" y="T3"/>
                </a:cxn>
              </a:cxnLst>
              <a:rect l="T6" t="T7" r="T8" b="T9"/>
              <a:pathLst>
                <a:path w="342" h="186">
                  <a:moveTo>
                    <a:pt x="0" y="186"/>
                  </a:moveTo>
                  <a:lnTo>
                    <a:pt x="342"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95" name="Oval 19">
              <a:extLst>
                <a:ext uri="{FF2B5EF4-FFF2-40B4-BE49-F238E27FC236}">
                  <a16:creationId xmlns:a16="http://schemas.microsoft.com/office/drawing/2014/main" id="{ED3037E3-D5CF-4369-8BA2-BF612D292FAB}"/>
                </a:ext>
              </a:extLst>
            </p:cNvPr>
            <p:cNvSpPr>
              <a:spLocks noChangeArrowheads="1"/>
            </p:cNvSpPr>
            <p:nvPr/>
          </p:nvSpPr>
          <p:spPr bwMode="auto">
            <a:xfrm>
              <a:off x="3238" y="1862"/>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96" name="Line 20">
              <a:extLst>
                <a:ext uri="{FF2B5EF4-FFF2-40B4-BE49-F238E27FC236}">
                  <a16:creationId xmlns:a16="http://schemas.microsoft.com/office/drawing/2014/main" id="{59943F56-DEC1-428E-BFEC-442CA2E69A7A}"/>
                </a:ext>
              </a:extLst>
            </p:cNvPr>
            <p:cNvSpPr>
              <a:spLocks noChangeShapeType="1"/>
            </p:cNvSpPr>
            <p:nvPr/>
          </p:nvSpPr>
          <p:spPr bwMode="auto">
            <a:xfrm>
              <a:off x="3238" y="1855"/>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7" name="Line 21">
              <a:extLst>
                <a:ext uri="{FF2B5EF4-FFF2-40B4-BE49-F238E27FC236}">
                  <a16:creationId xmlns:a16="http://schemas.microsoft.com/office/drawing/2014/main" id="{A6431643-DABE-442C-978D-BE3C808EC61F}"/>
                </a:ext>
              </a:extLst>
            </p:cNvPr>
            <p:cNvSpPr>
              <a:spLocks noChangeShapeType="1"/>
            </p:cNvSpPr>
            <p:nvPr/>
          </p:nvSpPr>
          <p:spPr bwMode="auto">
            <a:xfrm>
              <a:off x="3551" y="1855"/>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8" name="Rectangle 22">
              <a:extLst>
                <a:ext uri="{FF2B5EF4-FFF2-40B4-BE49-F238E27FC236}">
                  <a16:creationId xmlns:a16="http://schemas.microsoft.com/office/drawing/2014/main" id="{AFC418CD-95F5-40A0-97D0-C827541DC107}"/>
                </a:ext>
              </a:extLst>
            </p:cNvPr>
            <p:cNvSpPr>
              <a:spLocks noChangeArrowheads="1"/>
            </p:cNvSpPr>
            <p:nvPr/>
          </p:nvSpPr>
          <p:spPr bwMode="auto">
            <a:xfrm>
              <a:off x="3238" y="1855"/>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99" name="Oval 23">
              <a:extLst>
                <a:ext uri="{FF2B5EF4-FFF2-40B4-BE49-F238E27FC236}">
                  <a16:creationId xmlns:a16="http://schemas.microsoft.com/office/drawing/2014/main" id="{DEF94AC7-37C7-462B-9F6F-83BDC795FC18}"/>
                </a:ext>
              </a:extLst>
            </p:cNvPr>
            <p:cNvSpPr>
              <a:spLocks noChangeArrowheads="1"/>
            </p:cNvSpPr>
            <p:nvPr/>
          </p:nvSpPr>
          <p:spPr bwMode="auto">
            <a:xfrm>
              <a:off x="3235" y="1796"/>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0" name="Oval 24">
              <a:extLst>
                <a:ext uri="{FF2B5EF4-FFF2-40B4-BE49-F238E27FC236}">
                  <a16:creationId xmlns:a16="http://schemas.microsoft.com/office/drawing/2014/main" id="{140D580D-CB2C-4007-AE63-527C1A591816}"/>
                </a:ext>
              </a:extLst>
            </p:cNvPr>
            <p:cNvSpPr>
              <a:spLocks noChangeArrowheads="1"/>
            </p:cNvSpPr>
            <p:nvPr/>
          </p:nvSpPr>
          <p:spPr bwMode="auto">
            <a:xfrm>
              <a:off x="3712" y="2249"/>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1" name="Line 25">
              <a:extLst>
                <a:ext uri="{FF2B5EF4-FFF2-40B4-BE49-F238E27FC236}">
                  <a16:creationId xmlns:a16="http://schemas.microsoft.com/office/drawing/2014/main" id="{E2CCE9D2-1544-4F5B-98A2-EA9384FE10AC}"/>
                </a:ext>
              </a:extLst>
            </p:cNvPr>
            <p:cNvSpPr>
              <a:spLocks noChangeShapeType="1"/>
            </p:cNvSpPr>
            <p:nvPr/>
          </p:nvSpPr>
          <p:spPr bwMode="auto">
            <a:xfrm>
              <a:off x="3712" y="2242"/>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2" name="Line 26">
              <a:extLst>
                <a:ext uri="{FF2B5EF4-FFF2-40B4-BE49-F238E27FC236}">
                  <a16:creationId xmlns:a16="http://schemas.microsoft.com/office/drawing/2014/main" id="{C972B1B6-A0CD-4B5A-A345-537C7DA59EC6}"/>
                </a:ext>
              </a:extLst>
            </p:cNvPr>
            <p:cNvSpPr>
              <a:spLocks noChangeShapeType="1"/>
            </p:cNvSpPr>
            <p:nvPr/>
          </p:nvSpPr>
          <p:spPr bwMode="auto">
            <a:xfrm>
              <a:off x="4025" y="2242"/>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3" name="Rectangle 27">
              <a:extLst>
                <a:ext uri="{FF2B5EF4-FFF2-40B4-BE49-F238E27FC236}">
                  <a16:creationId xmlns:a16="http://schemas.microsoft.com/office/drawing/2014/main" id="{5491B6B6-8550-468E-8F49-91C90283F42E}"/>
                </a:ext>
              </a:extLst>
            </p:cNvPr>
            <p:cNvSpPr>
              <a:spLocks noChangeArrowheads="1"/>
            </p:cNvSpPr>
            <p:nvPr/>
          </p:nvSpPr>
          <p:spPr bwMode="auto">
            <a:xfrm>
              <a:off x="3712" y="2242"/>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104" name="Oval 28">
              <a:extLst>
                <a:ext uri="{FF2B5EF4-FFF2-40B4-BE49-F238E27FC236}">
                  <a16:creationId xmlns:a16="http://schemas.microsoft.com/office/drawing/2014/main" id="{CBBC1A6D-ECEE-42C5-A554-CECFDE8DDBF7}"/>
                </a:ext>
              </a:extLst>
            </p:cNvPr>
            <p:cNvSpPr>
              <a:spLocks noChangeArrowheads="1"/>
            </p:cNvSpPr>
            <p:nvPr/>
          </p:nvSpPr>
          <p:spPr bwMode="auto">
            <a:xfrm>
              <a:off x="3709" y="2183"/>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5" name="Oval 29">
              <a:extLst>
                <a:ext uri="{FF2B5EF4-FFF2-40B4-BE49-F238E27FC236}">
                  <a16:creationId xmlns:a16="http://schemas.microsoft.com/office/drawing/2014/main" id="{26DE7FDD-78E6-42A1-BFF3-B58F3CE8B4C6}"/>
                </a:ext>
              </a:extLst>
            </p:cNvPr>
            <p:cNvSpPr>
              <a:spLocks noChangeArrowheads="1"/>
            </p:cNvSpPr>
            <p:nvPr/>
          </p:nvSpPr>
          <p:spPr bwMode="auto">
            <a:xfrm>
              <a:off x="3708" y="1559"/>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6" name="Line 30">
              <a:extLst>
                <a:ext uri="{FF2B5EF4-FFF2-40B4-BE49-F238E27FC236}">
                  <a16:creationId xmlns:a16="http://schemas.microsoft.com/office/drawing/2014/main" id="{14543DEA-DB89-4C08-8747-8475FC786EA8}"/>
                </a:ext>
              </a:extLst>
            </p:cNvPr>
            <p:cNvSpPr>
              <a:spLocks noChangeShapeType="1"/>
            </p:cNvSpPr>
            <p:nvPr/>
          </p:nvSpPr>
          <p:spPr bwMode="auto">
            <a:xfrm>
              <a:off x="3708" y="1552"/>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 name="Line 31">
              <a:extLst>
                <a:ext uri="{FF2B5EF4-FFF2-40B4-BE49-F238E27FC236}">
                  <a16:creationId xmlns:a16="http://schemas.microsoft.com/office/drawing/2014/main" id="{EDB355C1-948E-4680-9C01-B75A814A5911}"/>
                </a:ext>
              </a:extLst>
            </p:cNvPr>
            <p:cNvSpPr>
              <a:spLocks noChangeShapeType="1"/>
            </p:cNvSpPr>
            <p:nvPr/>
          </p:nvSpPr>
          <p:spPr bwMode="auto">
            <a:xfrm>
              <a:off x="4021" y="1552"/>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8" name="Rectangle 32">
              <a:extLst>
                <a:ext uri="{FF2B5EF4-FFF2-40B4-BE49-F238E27FC236}">
                  <a16:creationId xmlns:a16="http://schemas.microsoft.com/office/drawing/2014/main" id="{589210E5-3192-43A8-B2F9-DDD863803B2A}"/>
                </a:ext>
              </a:extLst>
            </p:cNvPr>
            <p:cNvSpPr>
              <a:spLocks noChangeArrowheads="1"/>
            </p:cNvSpPr>
            <p:nvPr/>
          </p:nvSpPr>
          <p:spPr bwMode="auto">
            <a:xfrm>
              <a:off x="3708" y="1552"/>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109" name="Oval 33">
              <a:extLst>
                <a:ext uri="{FF2B5EF4-FFF2-40B4-BE49-F238E27FC236}">
                  <a16:creationId xmlns:a16="http://schemas.microsoft.com/office/drawing/2014/main" id="{FAFC41E9-7761-461A-8A3A-0C3EE906B03C}"/>
                </a:ext>
              </a:extLst>
            </p:cNvPr>
            <p:cNvSpPr>
              <a:spLocks noChangeArrowheads="1"/>
            </p:cNvSpPr>
            <p:nvPr/>
          </p:nvSpPr>
          <p:spPr bwMode="auto">
            <a:xfrm>
              <a:off x="3705" y="1493"/>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10" name="Oval 34">
              <a:extLst>
                <a:ext uri="{FF2B5EF4-FFF2-40B4-BE49-F238E27FC236}">
                  <a16:creationId xmlns:a16="http://schemas.microsoft.com/office/drawing/2014/main" id="{5C76D241-0EEB-4A27-98BC-C09C38570F0F}"/>
                </a:ext>
              </a:extLst>
            </p:cNvPr>
            <p:cNvSpPr>
              <a:spLocks noChangeArrowheads="1"/>
            </p:cNvSpPr>
            <p:nvPr/>
          </p:nvSpPr>
          <p:spPr bwMode="auto">
            <a:xfrm>
              <a:off x="4391" y="1555"/>
              <a:ext cx="312"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11" name="Line 35">
              <a:extLst>
                <a:ext uri="{FF2B5EF4-FFF2-40B4-BE49-F238E27FC236}">
                  <a16:creationId xmlns:a16="http://schemas.microsoft.com/office/drawing/2014/main" id="{F56F02B4-E91F-46A3-A51F-BCF5C94B4CD8}"/>
                </a:ext>
              </a:extLst>
            </p:cNvPr>
            <p:cNvSpPr>
              <a:spLocks noChangeShapeType="1"/>
            </p:cNvSpPr>
            <p:nvPr/>
          </p:nvSpPr>
          <p:spPr bwMode="auto">
            <a:xfrm>
              <a:off x="4391" y="1548"/>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2" name="Line 36">
              <a:extLst>
                <a:ext uri="{FF2B5EF4-FFF2-40B4-BE49-F238E27FC236}">
                  <a16:creationId xmlns:a16="http://schemas.microsoft.com/office/drawing/2014/main" id="{DE992F95-8825-4FA0-89ED-2585F67169FA}"/>
                </a:ext>
              </a:extLst>
            </p:cNvPr>
            <p:cNvSpPr>
              <a:spLocks noChangeShapeType="1"/>
            </p:cNvSpPr>
            <p:nvPr/>
          </p:nvSpPr>
          <p:spPr bwMode="auto">
            <a:xfrm>
              <a:off x="4703" y="1548"/>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3" name="Rectangle 37">
              <a:extLst>
                <a:ext uri="{FF2B5EF4-FFF2-40B4-BE49-F238E27FC236}">
                  <a16:creationId xmlns:a16="http://schemas.microsoft.com/office/drawing/2014/main" id="{A5FAF849-6A7B-408A-9A49-0C6D75FD5494}"/>
                </a:ext>
              </a:extLst>
            </p:cNvPr>
            <p:cNvSpPr>
              <a:spLocks noChangeArrowheads="1"/>
            </p:cNvSpPr>
            <p:nvPr/>
          </p:nvSpPr>
          <p:spPr bwMode="auto">
            <a:xfrm>
              <a:off x="4391" y="1548"/>
              <a:ext cx="309"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114" name="Oval 38">
              <a:extLst>
                <a:ext uri="{FF2B5EF4-FFF2-40B4-BE49-F238E27FC236}">
                  <a16:creationId xmlns:a16="http://schemas.microsoft.com/office/drawing/2014/main" id="{C2BD205C-04B2-40DA-A649-91B3761E800C}"/>
                </a:ext>
              </a:extLst>
            </p:cNvPr>
            <p:cNvSpPr>
              <a:spLocks noChangeArrowheads="1"/>
            </p:cNvSpPr>
            <p:nvPr/>
          </p:nvSpPr>
          <p:spPr bwMode="auto">
            <a:xfrm>
              <a:off x="4394" y="1492"/>
              <a:ext cx="312"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15" name="Oval 39">
              <a:extLst>
                <a:ext uri="{FF2B5EF4-FFF2-40B4-BE49-F238E27FC236}">
                  <a16:creationId xmlns:a16="http://schemas.microsoft.com/office/drawing/2014/main" id="{6027E102-160F-49D5-AB3F-8C271BD27FC3}"/>
                </a:ext>
              </a:extLst>
            </p:cNvPr>
            <p:cNvSpPr>
              <a:spLocks noChangeArrowheads="1"/>
            </p:cNvSpPr>
            <p:nvPr/>
          </p:nvSpPr>
          <p:spPr bwMode="auto">
            <a:xfrm>
              <a:off x="4401" y="2246"/>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16" name="Line 40">
              <a:extLst>
                <a:ext uri="{FF2B5EF4-FFF2-40B4-BE49-F238E27FC236}">
                  <a16:creationId xmlns:a16="http://schemas.microsoft.com/office/drawing/2014/main" id="{BE5C194B-9D19-40BF-9B2B-797BD7B0F580}"/>
                </a:ext>
              </a:extLst>
            </p:cNvPr>
            <p:cNvSpPr>
              <a:spLocks noChangeShapeType="1"/>
            </p:cNvSpPr>
            <p:nvPr/>
          </p:nvSpPr>
          <p:spPr bwMode="auto">
            <a:xfrm>
              <a:off x="4401" y="2239"/>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7" name="Line 41">
              <a:extLst>
                <a:ext uri="{FF2B5EF4-FFF2-40B4-BE49-F238E27FC236}">
                  <a16:creationId xmlns:a16="http://schemas.microsoft.com/office/drawing/2014/main" id="{8D973409-70BB-4CA9-903F-5D7D24F332B5}"/>
                </a:ext>
              </a:extLst>
            </p:cNvPr>
            <p:cNvSpPr>
              <a:spLocks noChangeShapeType="1"/>
            </p:cNvSpPr>
            <p:nvPr/>
          </p:nvSpPr>
          <p:spPr bwMode="auto">
            <a:xfrm>
              <a:off x="4714" y="2239"/>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8" name="Rectangle 42">
              <a:extLst>
                <a:ext uri="{FF2B5EF4-FFF2-40B4-BE49-F238E27FC236}">
                  <a16:creationId xmlns:a16="http://schemas.microsoft.com/office/drawing/2014/main" id="{F2B96C3A-8269-403E-96DD-F296096B0593}"/>
                </a:ext>
              </a:extLst>
            </p:cNvPr>
            <p:cNvSpPr>
              <a:spLocks noChangeArrowheads="1"/>
            </p:cNvSpPr>
            <p:nvPr/>
          </p:nvSpPr>
          <p:spPr bwMode="auto">
            <a:xfrm>
              <a:off x="4401" y="2239"/>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119" name="Oval 43">
              <a:extLst>
                <a:ext uri="{FF2B5EF4-FFF2-40B4-BE49-F238E27FC236}">
                  <a16:creationId xmlns:a16="http://schemas.microsoft.com/office/drawing/2014/main" id="{DE77112A-AD69-4D74-AD44-7C454D95F100}"/>
                </a:ext>
              </a:extLst>
            </p:cNvPr>
            <p:cNvSpPr>
              <a:spLocks noChangeArrowheads="1"/>
            </p:cNvSpPr>
            <p:nvPr/>
          </p:nvSpPr>
          <p:spPr bwMode="auto">
            <a:xfrm>
              <a:off x="4398" y="2180"/>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20" name="Oval 44">
              <a:extLst>
                <a:ext uri="{FF2B5EF4-FFF2-40B4-BE49-F238E27FC236}">
                  <a16:creationId xmlns:a16="http://schemas.microsoft.com/office/drawing/2014/main" id="{2C8C0DE6-8D13-4644-B3D2-8CF7770DCC60}"/>
                </a:ext>
              </a:extLst>
            </p:cNvPr>
            <p:cNvSpPr>
              <a:spLocks noChangeArrowheads="1"/>
            </p:cNvSpPr>
            <p:nvPr/>
          </p:nvSpPr>
          <p:spPr bwMode="auto">
            <a:xfrm>
              <a:off x="4966" y="1905"/>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21" name="Line 45">
              <a:extLst>
                <a:ext uri="{FF2B5EF4-FFF2-40B4-BE49-F238E27FC236}">
                  <a16:creationId xmlns:a16="http://schemas.microsoft.com/office/drawing/2014/main" id="{BE68E6CE-452E-4292-AF03-FCF4991B7FF8}"/>
                </a:ext>
              </a:extLst>
            </p:cNvPr>
            <p:cNvSpPr>
              <a:spLocks noChangeShapeType="1"/>
            </p:cNvSpPr>
            <p:nvPr/>
          </p:nvSpPr>
          <p:spPr bwMode="auto">
            <a:xfrm>
              <a:off x="4966" y="1898"/>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2" name="Line 46">
              <a:extLst>
                <a:ext uri="{FF2B5EF4-FFF2-40B4-BE49-F238E27FC236}">
                  <a16:creationId xmlns:a16="http://schemas.microsoft.com/office/drawing/2014/main" id="{2DEBF2F4-BE47-43B9-B98B-1B8B5EC27B79}"/>
                </a:ext>
              </a:extLst>
            </p:cNvPr>
            <p:cNvSpPr>
              <a:spLocks noChangeShapeType="1"/>
            </p:cNvSpPr>
            <p:nvPr/>
          </p:nvSpPr>
          <p:spPr bwMode="auto">
            <a:xfrm>
              <a:off x="5279" y="1898"/>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3" name="Rectangle 47">
              <a:extLst>
                <a:ext uri="{FF2B5EF4-FFF2-40B4-BE49-F238E27FC236}">
                  <a16:creationId xmlns:a16="http://schemas.microsoft.com/office/drawing/2014/main" id="{739C7FB2-8A00-4A4D-83A8-84D4365E7E87}"/>
                </a:ext>
              </a:extLst>
            </p:cNvPr>
            <p:cNvSpPr>
              <a:spLocks noChangeArrowheads="1"/>
            </p:cNvSpPr>
            <p:nvPr/>
          </p:nvSpPr>
          <p:spPr bwMode="auto">
            <a:xfrm>
              <a:off x="4966" y="1898"/>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124" name="Oval 48">
              <a:extLst>
                <a:ext uri="{FF2B5EF4-FFF2-40B4-BE49-F238E27FC236}">
                  <a16:creationId xmlns:a16="http://schemas.microsoft.com/office/drawing/2014/main" id="{2FEC6154-562D-4683-8F91-195CEDE47D29}"/>
                </a:ext>
              </a:extLst>
            </p:cNvPr>
            <p:cNvSpPr>
              <a:spLocks noChangeArrowheads="1"/>
            </p:cNvSpPr>
            <p:nvPr/>
          </p:nvSpPr>
          <p:spPr bwMode="auto">
            <a:xfrm>
              <a:off x="4963" y="1839"/>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28" name="Freeform 52">
              <a:extLst>
                <a:ext uri="{FF2B5EF4-FFF2-40B4-BE49-F238E27FC236}">
                  <a16:creationId xmlns:a16="http://schemas.microsoft.com/office/drawing/2014/main" id="{129AECB5-AEFA-4DD1-87FD-3DD4B7A4E2CA}"/>
                </a:ext>
              </a:extLst>
            </p:cNvPr>
            <p:cNvSpPr>
              <a:spLocks/>
            </p:cNvSpPr>
            <p:nvPr/>
          </p:nvSpPr>
          <p:spPr bwMode="auto">
            <a:xfrm>
              <a:off x="4716" y="1986"/>
              <a:ext cx="366" cy="270"/>
            </a:xfrm>
            <a:custGeom>
              <a:avLst/>
              <a:gdLst>
                <a:gd name="T0" fmla="*/ 0 w 366"/>
                <a:gd name="T1" fmla="*/ 270 h 270"/>
                <a:gd name="T2" fmla="*/ 366 w 366"/>
                <a:gd name="T3" fmla="*/ 0 h 270"/>
                <a:gd name="T4" fmla="*/ 0 60000 65536"/>
                <a:gd name="T5" fmla="*/ 0 60000 65536"/>
                <a:gd name="T6" fmla="*/ 0 w 366"/>
                <a:gd name="T7" fmla="*/ 0 h 270"/>
                <a:gd name="T8" fmla="*/ 366 w 366"/>
                <a:gd name="T9" fmla="*/ 270 h 270"/>
              </a:gdLst>
              <a:ahLst/>
              <a:cxnLst>
                <a:cxn ang="T4">
                  <a:pos x="T0" y="T1"/>
                </a:cxn>
                <a:cxn ang="T5">
                  <a:pos x="T2" y="T3"/>
                </a:cxn>
              </a:cxnLst>
              <a:rect l="T6" t="T7" r="T8" b="T9"/>
              <a:pathLst>
                <a:path w="366" h="270">
                  <a:moveTo>
                    <a:pt x="0" y="270"/>
                  </a:moveTo>
                  <a:lnTo>
                    <a:pt x="366"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29" name="Freeform 53">
              <a:extLst>
                <a:ext uri="{FF2B5EF4-FFF2-40B4-BE49-F238E27FC236}">
                  <a16:creationId xmlns:a16="http://schemas.microsoft.com/office/drawing/2014/main" id="{C6AB32D7-1EFD-42B4-9291-85F7F47F609E}"/>
                </a:ext>
              </a:extLst>
            </p:cNvPr>
            <p:cNvSpPr>
              <a:spLocks/>
            </p:cNvSpPr>
            <p:nvPr/>
          </p:nvSpPr>
          <p:spPr bwMode="auto">
            <a:xfrm>
              <a:off x="4035" y="2268"/>
              <a:ext cx="366" cy="1"/>
            </a:xfrm>
            <a:custGeom>
              <a:avLst/>
              <a:gdLst>
                <a:gd name="T0" fmla="*/ 366 w 366"/>
                <a:gd name="T1" fmla="*/ 0 h 1"/>
                <a:gd name="T2" fmla="*/ 0 w 366"/>
                <a:gd name="T3" fmla="*/ 0 h 1"/>
                <a:gd name="T4" fmla="*/ 0 60000 65536"/>
                <a:gd name="T5" fmla="*/ 0 60000 65536"/>
                <a:gd name="T6" fmla="*/ 0 w 366"/>
                <a:gd name="T7" fmla="*/ 0 h 1"/>
                <a:gd name="T8" fmla="*/ 366 w 366"/>
                <a:gd name="T9" fmla="*/ 1 h 1"/>
              </a:gdLst>
              <a:ahLst/>
              <a:cxnLst>
                <a:cxn ang="T4">
                  <a:pos x="T0" y="T1"/>
                </a:cxn>
                <a:cxn ang="T5">
                  <a:pos x="T2" y="T3"/>
                </a:cxn>
              </a:cxnLst>
              <a:rect l="T6" t="T7" r="T8" b="T9"/>
              <a:pathLst>
                <a:path w="366" h="1">
                  <a:moveTo>
                    <a:pt x="366" y="0"/>
                  </a:moveTo>
                  <a:lnTo>
                    <a:pt x="0"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30" name="Freeform 54">
              <a:extLst>
                <a:ext uri="{FF2B5EF4-FFF2-40B4-BE49-F238E27FC236}">
                  <a16:creationId xmlns:a16="http://schemas.microsoft.com/office/drawing/2014/main" id="{621558A1-9369-46AB-922C-95189E981D14}"/>
                </a:ext>
              </a:extLst>
            </p:cNvPr>
            <p:cNvSpPr>
              <a:spLocks/>
            </p:cNvSpPr>
            <p:nvPr/>
          </p:nvSpPr>
          <p:spPr bwMode="auto">
            <a:xfrm>
              <a:off x="3444" y="1944"/>
              <a:ext cx="276" cy="264"/>
            </a:xfrm>
            <a:custGeom>
              <a:avLst/>
              <a:gdLst>
                <a:gd name="T0" fmla="*/ 276 w 276"/>
                <a:gd name="T1" fmla="*/ 264 h 264"/>
                <a:gd name="T2" fmla="*/ 0 w 276"/>
                <a:gd name="T3" fmla="*/ 0 h 264"/>
                <a:gd name="T4" fmla="*/ 0 60000 65536"/>
                <a:gd name="T5" fmla="*/ 0 60000 65536"/>
                <a:gd name="T6" fmla="*/ 0 w 276"/>
                <a:gd name="T7" fmla="*/ 0 h 264"/>
                <a:gd name="T8" fmla="*/ 276 w 276"/>
                <a:gd name="T9" fmla="*/ 264 h 264"/>
              </a:gdLst>
              <a:ahLst/>
              <a:cxnLst>
                <a:cxn ang="T4">
                  <a:pos x="T0" y="T1"/>
                </a:cxn>
                <a:cxn ang="T5">
                  <a:pos x="T2" y="T3"/>
                </a:cxn>
              </a:cxnLst>
              <a:rect l="T6" t="T7" r="T8" b="T9"/>
              <a:pathLst>
                <a:path w="276" h="264">
                  <a:moveTo>
                    <a:pt x="276" y="264"/>
                  </a:moveTo>
                  <a:lnTo>
                    <a:pt x="0"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33" name="Freeform 57">
              <a:extLst>
                <a:ext uri="{FF2B5EF4-FFF2-40B4-BE49-F238E27FC236}">
                  <a16:creationId xmlns:a16="http://schemas.microsoft.com/office/drawing/2014/main" id="{BB313167-3910-43A4-9B8F-0F8704A84845}"/>
                </a:ext>
              </a:extLst>
            </p:cNvPr>
            <p:cNvSpPr>
              <a:spLocks/>
            </p:cNvSpPr>
            <p:nvPr/>
          </p:nvSpPr>
          <p:spPr bwMode="auto">
            <a:xfrm>
              <a:off x="3387" y="1146"/>
              <a:ext cx="1110" cy="645"/>
            </a:xfrm>
            <a:custGeom>
              <a:avLst/>
              <a:gdLst>
                <a:gd name="T0" fmla="*/ 1110 w 1110"/>
                <a:gd name="T1" fmla="*/ 342 h 645"/>
                <a:gd name="T2" fmla="*/ 0 w 1110"/>
                <a:gd name="T3" fmla="*/ 645 h 645"/>
                <a:gd name="T4" fmla="*/ 0 60000 65536"/>
                <a:gd name="T5" fmla="*/ 0 60000 65536"/>
                <a:gd name="T6" fmla="*/ 0 w 1110"/>
                <a:gd name="T7" fmla="*/ 0 h 645"/>
                <a:gd name="T8" fmla="*/ 1110 w 1110"/>
                <a:gd name="T9" fmla="*/ 645 h 645"/>
              </a:gdLst>
              <a:ahLst/>
              <a:cxnLst>
                <a:cxn ang="T4">
                  <a:pos x="T0" y="T1"/>
                </a:cxn>
                <a:cxn ang="T5">
                  <a:pos x="T2" y="T3"/>
                </a:cxn>
              </a:cxnLst>
              <a:rect l="T6" t="T7" r="T8" b="T9"/>
              <a:pathLst>
                <a:path w="1110" h="645">
                  <a:moveTo>
                    <a:pt x="1110" y="342"/>
                  </a:moveTo>
                  <a:cubicBezTo>
                    <a:pt x="1104" y="0"/>
                    <a:pt x="21" y="63"/>
                    <a:pt x="0" y="645"/>
                  </a:cubicBez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nvGrpSpPr>
            <p:cNvPr id="134" name="Group 58">
              <a:extLst>
                <a:ext uri="{FF2B5EF4-FFF2-40B4-BE49-F238E27FC236}">
                  <a16:creationId xmlns:a16="http://schemas.microsoft.com/office/drawing/2014/main" id="{C7578DAA-1987-46E7-BEF8-BACD7CAF5014}"/>
                </a:ext>
              </a:extLst>
            </p:cNvPr>
            <p:cNvGrpSpPr>
              <a:grpSpLocks/>
            </p:cNvGrpSpPr>
            <p:nvPr/>
          </p:nvGrpSpPr>
          <p:grpSpPr bwMode="auto">
            <a:xfrm>
              <a:off x="3287" y="1744"/>
              <a:ext cx="205" cy="250"/>
              <a:chOff x="2954" y="2425"/>
              <a:chExt cx="208" cy="250"/>
            </a:xfrm>
          </p:grpSpPr>
          <p:sp>
            <p:nvSpPr>
              <p:cNvPr id="160" name="Rectangle 59">
                <a:extLst>
                  <a:ext uri="{FF2B5EF4-FFF2-40B4-BE49-F238E27FC236}">
                    <a16:creationId xmlns:a16="http://schemas.microsoft.com/office/drawing/2014/main" id="{5C175A23-C5BA-4BD0-BEC7-2D79344EC249}"/>
                  </a:ext>
                </a:extLst>
              </p:cNvPr>
              <p:cNvSpPr>
                <a:spLocks noChangeArrowheads="1"/>
              </p:cNvSpPr>
              <p:nvPr/>
            </p:nvSpPr>
            <p:spPr bwMode="auto">
              <a:xfrm>
                <a:off x="2982" y="2490"/>
                <a:ext cx="144"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61" name="Text Box 60">
                <a:extLst>
                  <a:ext uri="{FF2B5EF4-FFF2-40B4-BE49-F238E27FC236}">
                    <a16:creationId xmlns:a16="http://schemas.microsoft.com/office/drawing/2014/main" id="{63D1A8CD-8502-4979-9045-5ECA791596A7}"/>
                  </a:ext>
                </a:extLst>
              </p:cNvPr>
              <p:cNvSpPr txBox="1">
                <a:spLocks noChangeArrowheads="1"/>
              </p:cNvSpPr>
              <p:nvPr/>
            </p:nvSpPr>
            <p:spPr bwMode="auto">
              <a:xfrm>
                <a:off x="2954" y="2425"/>
                <a:ext cx="20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u</a:t>
                </a:r>
                <a:endParaRPr lang="en-US" altLang="en-US" sz="2400"/>
              </a:p>
            </p:txBody>
          </p:sp>
        </p:grpSp>
        <p:grpSp>
          <p:nvGrpSpPr>
            <p:cNvPr id="135" name="Group 61">
              <a:extLst>
                <a:ext uri="{FF2B5EF4-FFF2-40B4-BE49-F238E27FC236}">
                  <a16:creationId xmlns:a16="http://schemas.microsoft.com/office/drawing/2014/main" id="{EE8AEE6D-334F-4003-982B-C5CE3B487883}"/>
                </a:ext>
              </a:extLst>
            </p:cNvPr>
            <p:cNvGrpSpPr>
              <a:grpSpLocks/>
            </p:cNvGrpSpPr>
            <p:nvPr/>
          </p:nvGrpSpPr>
          <p:grpSpPr bwMode="auto">
            <a:xfrm>
              <a:off x="4461" y="2128"/>
              <a:ext cx="196" cy="250"/>
              <a:chOff x="2958" y="2425"/>
              <a:chExt cx="199" cy="250"/>
            </a:xfrm>
          </p:grpSpPr>
          <p:sp>
            <p:nvSpPr>
              <p:cNvPr id="158" name="Rectangle 62">
                <a:extLst>
                  <a:ext uri="{FF2B5EF4-FFF2-40B4-BE49-F238E27FC236}">
                    <a16:creationId xmlns:a16="http://schemas.microsoft.com/office/drawing/2014/main" id="{343575A1-036F-4692-B95F-1A7E159DD4CE}"/>
                  </a:ext>
                </a:extLst>
              </p:cNvPr>
              <p:cNvSpPr>
                <a:spLocks noChangeArrowheads="1"/>
              </p:cNvSpPr>
              <p:nvPr/>
            </p:nvSpPr>
            <p:spPr bwMode="auto">
              <a:xfrm>
                <a:off x="2982" y="2490"/>
                <a:ext cx="142"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59" name="Text Box 63">
                <a:extLst>
                  <a:ext uri="{FF2B5EF4-FFF2-40B4-BE49-F238E27FC236}">
                    <a16:creationId xmlns:a16="http://schemas.microsoft.com/office/drawing/2014/main" id="{2107C655-9C27-48D8-A384-FFAE01B8EFB4}"/>
                  </a:ext>
                </a:extLst>
              </p:cNvPr>
              <p:cNvSpPr txBox="1">
                <a:spLocks noChangeArrowheads="1"/>
              </p:cNvSpPr>
              <p:nvPr/>
            </p:nvSpPr>
            <p:spPr bwMode="auto">
              <a:xfrm>
                <a:off x="2958" y="2425"/>
                <a:ext cx="19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y</a:t>
                </a:r>
                <a:endParaRPr lang="en-US" altLang="en-US" sz="2400"/>
              </a:p>
            </p:txBody>
          </p:sp>
        </p:grpSp>
        <p:grpSp>
          <p:nvGrpSpPr>
            <p:cNvPr id="136" name="Group 64">
              <a:extLst>
                <a:ext uri="{FF2B5EF4-FFF2-40B4-BE49-F238E27FC236}">
                  <a16:creationId xmlns:a16="http://schemas.microsoft.com/office/drawing/2014/main" id="{BD07402A-01D2-4EAF-B3BF-EC4F67776166}"/>
                </a:ext>
              </a:extLst>
            </p:cNvPr>
            <p:cNvGrpSpPr>
              <a:grpSpLocks/>
            </p:cNvGrpSpPr>
            <p:nvPr/>
          </p:nvGrpSpPr>
          <p:grpSpPr bwMode="auto">
            <a:xfrm>
              <a:off x="3772" y="2095"/>
              <a:ext cx="212" cy="288"/>
              <a:chOff x="2951" y="2395"/>
              <a:chExt cx="213" cy="288"/>
            </a:xfrm>
          </p:grpSpPr>
          <p:sp>
            <p:nvSpPr>
              <p:cNvPr id="156" name="Rectangle 65">
                <a:extLst>
                  <a:ext uri="{FF2B5EF4-FFF2-40B4-BE49-F238E27FC236}">
                    <a16:creationId xmlns:a16="http://schemas.microsoft.com/office/drawing/2014/main" id="{0E4E357A-B58E-44FC-AD65-3740B5E77BCC}"/>
                  </a:ext>
                </a:extLst>
              </p:cNvPr>
              <p:cNvSpPr>
                <a:spLocks noChangeArrowheads="1"/>
              </p:cNvSpPr>
              <p:nvPr/>
            </p:nvSpPr>
            <p:spPr bwMode="auto">
              <a:xfrm>
                <a:off x="2982" y="2490"/>
                <a:ext cx="144"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57" name="Text Box 66">
                <a:extLst>
                  <a:ext uri="{FF2B5EF4-FFF2-40B4-BE49-F238E27FC236}">
                    <a16:creationId xmlns:a16="http://schemas.microsoft.com/office/drawing/2014/main" id="{B7FFB49D-1CCC-495D-A481-065E7BC68645}"/>
                  </a:ext>
                </a:extLst>
              </p:cNvPr>
              <p:cNvSpPr txBox="1">
                <a:spLocks noChangeArrowheads="1"/>
              </p:cNvSpPr>
              <p:nvPr/>
            </p:nvSpPr>
            <p:spPr bwMode="auto">
              <a:xfrm>
                <a:off x="2951" y="2395"/>
                <a:ext cx="21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400"/>
                  <a:t>x</a:t>
                </a:r>
              </a:p>
            </p:txBody>
          </p:sp>
        </p:grpSp>
        <p:grpSp>
          <p:nvGrpSpPr>
            <p:cNvPr id="137" name="Group 67">
              <a:extLst>
                <a:ext uri="{FF2B5EF4-FFF2-40B4-BE49-F238E27FC236}">
                  <a16:creationId xmlns:a16="http://schemas.microsoft.com/office/drawing/2014/main" id="{F137FC11-F9A6-4EDE-B760-632E0C455230}"/>
                </a:ext>
              </a:extLst>
            </p:cNvPr>
            <p:cNvGrpSpPr>
              <a:grpSpLocks/>
            </p:cNvGrpSpPr>
            <p:nvPr/>
          </p:nvGrpSpPr>
          <p:grpSpPr bwMode="auto">
            <a:xfrm>
              <a:off x="4440" y="1438"/>
              <a:ext cx="232" cy="250"/>
              <a:chOff x="2943" y="2425"/>
              <a:chExt cx="235" cy="250"/>
            </a:xfrm>
          </p:grpSpPr>
          <p:sp>
            <p:nvSpPr>
              <p:cNvPr id="154" name="Rectangle 68">
                <a:extLst>
                  <a:ext uri="{FF2B5EF4-FFF2-40B4-BE49-F238E27FC236}">
                    <a16:creationId xmlns:a16="http://schemas.microsoft.com/office/drawing/2014/main" id="{BEA09221-10DE-4004-B916-4E57BBFE5B78}"/>
                  </a:ext>
                </a:extLst>
              </p:cNvPr>
              <p:cNvSpPr>
                <a:spLocks noChangeArrowheads="1"/>
              </p:cNvSpPr>
              <p:nvPr/>
            </p:nvSpPr>
            <p:spPr bwMode="auto">
              <a:xfrm>
                <a:off x="2982" y="2490"/>
                <a:ext cx="146"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55" name="Text Box 69">
                <a:extLst>
                  <a:ext uri="{FF2B5EF4-FFF2-40B4-BE49-F238E27FC236}">
                    <a16:creationId xmlns:a16="http://schemas.microsoft.com/office/drawing/2014/main" id="{C90BECE8-93A8-438B-A49E-354ABE934AD1}"/>
                  </a:ext>
                </a:extLst>
              </p:cNvPr>
              <p:cNvSpPr txBox="1">
                <a:spLocks noChangeArrowheads="1"/>
              </p:cNvSpPr>
              <p:nvPr/>
            </p:nvSpPr>
            <p:spPr bwMode="auto">
              <a:xfrm>
                <a:off x="2941" y="2425"/>
                <a:ext cx="23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dirty="0"/>
                  <a:t>w</a:t>
                </a:r>
                <a:endParaRPr lang="en-US" altLang="en-US" sz="2400" dirty="0"/>
              </a:p>
            </p:txBody>
          </p:sp>
        </p:grpSp>
        <p:grpSp>
          <p:nvGrpSpPr>
            <p:cNvPr id="138" name="Group 70">
              <a:extLst>
                <a:ext uri="{FF2B5EF4-FFF2-40B4-BE49-F238E27FC236}">
                  <a16:creationId xmlns:a16="http://schemas.microsoft.com/office/drawing/2014/main" id="{AD9D0257-57E1-45EB-A8B5-A9F6E17C3037}"/>
                </a:ext>
              </a:extLst>
            </p:cNvPr>
            <p:cNvGrpSpPr>
              <a:grpSpLocks/>
            </p:cNvGrpSpPr>
            <p:nvPr/>
          </p:nvGrpSpPr>
          <p:grpSpPr bwMode="auto">
            <a:xfrm>
              <a:off x="3771" y="1438"/>
              <a:ext cx="196" cy="250"/>
              <a:chOff x="2958" y="2425"/>
              <a:chExt cx="199" cy="250"/>
            </a:xfrm>
          </p:grpSpPr>
          <p:sp>
            <p:nvSpPr>
              <p:cNvPr id="152" name="Rectangle 71">
                <a:extLst>
                  <a:ext uri="{FF2B5EF4-FFF2-40B4-BE49-F238E27FC236}">
                    <a16:creationId xmlns:a16="http://schemas.microsoft.com/office/drawing/2014/main" id="{BA1B3338-7503-4E52-AD9C-C843AF92045E}"/>
                  </a:ext>
                </a:extLst>
              </p:cNvPr>
              <p:cNvSpPr>
                <a:spLocks noChangeArrowheads="1"/>
              </p:cNvSpPr>
              <p:nvPr/>
            </p:nvSpPr>
            <p:spPr bwMode="auto">
              <a:xfrm>
                <a:off x="2982" y="2490"/>
                <a:ext cx="142"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53" name="Text Box 72">
                <a:extLst>
                  <a:ext uri="{FF2B5EF4-FFF2-40B4-BE49-F238E27FC236}">
                    <a16:creationId xmlns:a16="http://schemas.microsoft.com/office/drawing/2014/main" id="{6B99071A-35E4-43E6-AE4A-F9DF65157FEE}"/>
                  </a:ext>
                </a:extLst>
              </p:cNvPr>
              <p:cNvSpPr txBox="1">
                <a:spLocks noChangeArrowheads="1"/>
              </p:cNvSpPr>
              <p:nvPr/>
            </p:nvSpPr>
            <p:spPr bwMode="auto">
              <a:xfrm>
                <a:off x="2958" y="2425"/>
                <a:ext cx="19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v</a:t>
                </a:r>
                <a:endParaRPr lang="en-US" altLang="en-US" sz="2400"/>
              </a:p>
            </p:txBody>
          </p:sp>
        </p:grpSp>
        <p:grpSp>
          <p:nvGrpSpPr>
            <p:cNvPr id="139" name="Group 73">
              <a:extLst>
                <a:ext uri="{FF2B5EF4-FFF2-40B4-BE49-F238E27FC236}">
                  <a16:creationId xmlns:a16="http://schemas.microsoft.com/office/drawing/2014/main" id="{9C0B5359-A7DF-4CB5-A6EB-43DF8D8CC4FF}"/>
                </a:ext>
              </a:extLst>
            </p:cNvPr>
            <p:cNvGrpSpPr>
              <a:grpSpLocks/>
            </p:cNvGrpSpPr>
            <p:nvPr/>
          </p:nvGrpSpPr>
          <p:grpSpPr bwMode="auto">
            <a:xfrm>
              <a:off x="5025" y="1756"/>
              <a:ext cx="212" cy="288"/>
              <a:chOff x="2949" y="2395"/>
              <a:chExt cx="214" cy="288"/>
            </a:xfrm>
          </p:grpSpPr>
          <p:sp>
            <p:nvSpPr>
              <p:cNvPr id="150" name="Rectangle 74">
                <a:extLst>
                  <a:ext uri="{FF2B5EF4-FFF2-40B4-BE49-F238E27FC236}">
                    <a16:creationId xmlns:a16="http://schemas.microsoft.com/office/drawing/2014/main" id="{B779714F-1AFC-43A8-B8B5-268A46A41FDB}"/>
                  </a:ext>
                </a:extLst>
              </p:cNvPr>
              <p:cNvSpPr>
                <a:spLocks noChangeArrowheads="1"/>
              </p:cNvSpPr>
              <p:nvPr/>
            </p:nvSpPr>
            <p:spPr bwMode="auto">
              <a:xfrm>
                <a:off x="2982" y="2490"/>
                <a:ext cx="142"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51" name="Text Box 75">
                <a:extLst>
                  <a:ext uri="{FF2B5EF4-FFF2-40B4-BE49-F238E27FC236}">
                    <a16:creationId xmlns:a16="http://schemas.microsoft.com/office/drawing/2014/main" id="{0548FDEA-7809-4820-9DF3-D4BBA3A48497}"/>
                  </a:ext>
                </a:extLst>
              </p:cNvPr>
              <p:cNvSpPr txBox="1">
                <a:spLocks noChangeArrowheads="1"/>
              </p:cNvSpPr>
              <p:nvPr/>
            </p:nvSpPr>
            <p:spPr bwMode="auto">
              <a:xfrm>
                <a:off x="2949" y="2395"/>
                <a:ext cx="21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400"/>
                  <a:t>z</a:t>
                </a:r>
              </a:p>
            </p:txBody>
          </p:sp>
        </p:grpSp>
        <p:sp>
          <p:nvSpPr>
            <p:cNvPr id="149" name="Text Box 85">
              <a:extLst>
                <a:ext uri="{FF2B5EF4-FFF2-40B4-BE49-F238E27FC236}">
                  <a16:creationId xmlns:a16="http://schemas.microsoft.com/office/drawing/2014/main" id="{623396BB-C913-4ACE-99A4-2157D25A7623}"/>
                </a:ext>
              </a:extLst>
            </p:cNvPr>
            <p:cNvSpPr txBox="1">
              <a:spLocks noChangeArrowheads="1"/>
            </p:cNvSpPr>
            <p:nvPr/>
          </p:nvSpPr>
          <p:spPr bwMode="auto">
            <a:xfrm>
              <a:off x="3799" y="1115"/>
              <a:ext cx="136" cy="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dirty="0"/>
            </a:p>
          </p:txBody>
        </p:sp>
      </p:grpSp>
      <p:grpSp>
        <p:nvGrpSpPr>
          <p:cNvPr id="162" name="Group 16">
            <a:extLst>
              <a:ext uri="{FF2B5EF4-FFF2-40B4-BE49-F238E27FC236}">
                <a16:creationId xmlns:a16="http://schemas.microsoft.com/office/drawing/2014/main" id="{4883C3A9-5CDB-4121-81C4-EFF3763A95D4}"/>
              </a:ext>
            </a:extLst>
          </p:cNvPr>
          <p:cNvGrpSpPr>
            <a:grpSpLocks/>
          </p:cNvGrpSpPr>
          <p:nvPr/>
        </p:nvGrpSpPr>
        <p:grpSpPr bwMode="auto">
          <a:xfrm>
            <a:off x="1145957" y="2572597"/>
            <a:ext cx="2474316" cy="1477695"/>
            <a:chOff x="3162" y="1071"/>
            <a:chExt cx="2250" cy="1468"/>
          </a:xfrm>
        </p:grpSpPr>
        <p:sp>
          <p:nvSpPr>
            <p:cNvPr id="163" name="Freeform 17">
              <a:extLst>
                <a:ext uri="{FF2B5EF4-FFF2-40B4-BE49-F238E27FC236}">
                  <a16:creationId xmlns:a16="http://schemas.microsoft.com/office/drawing/2014/main" id="{7DF3A00D-9529-4060-91F6-865795D862BC}"/>
                </a:ext>
              </a:extLst>
            </p:cNvPr>
            <p:cNvSpPr>
              <a:spLocks/>
            </p:cNvSpPr>
            <p:nvPr/>
          </p:nvSpPr>
          <p:spPr bwMode="auto">
            <a:xfrm>
              <a:off x="3162" y="1071"/>
              <a:ext cx="2250" cy="1468"/>
            </a:xfrm>
            <a:custGeom>
              <a:avLst/>
              <a:gdLst>
                <a:gd name="T0" fmla="*/ 0 w 2250"/>
                <a:gd name="T1" fmla="*/ 624 h 1409"/>
                <a:gd name="T2" fmla="*/ 219 w 2250"/>
                <a:gd name="T3" fmla="*/ 321 h 1409"/>
                <a:gd name="T4" fmla="*/ 529 w 2250"/>
                <a:gd name="T5" fmla="*/ 35 h 1409"/>
                <a:gd name="T6" fmla="*/ 1551 w 2250"/>
                <a:gd name="T7" fmla="*/ 111 h 1409"/>
                <a:gd name="T8" fmla="*/ 1968 w 2250"/>
                <a:gd name="T9" fmla="*/ 483 h 1409"/>
                <a:gd name="T10" fmla="*/ 2199 w 2250"/>
                <a:gd name="T11" fmla="*/ 906 h 1409"/>
                <a:gd name="T12" fmla="*/ 1659 w 2250"/>
                <a:gd name="T13" fmla="*/ 1314 h 1409"/>
                <a:gd name="T14" fmla="*/ 993 w 2250"/>
                <a:gd name="T15" fmla="*/ 1386 h 1409"/>
                <a:gd name="T16" fmla="*/ 465 w 2250"/>
                <a:gd name="T17" fmla="*/ 1356 h 1409"/>
                <a:gd name="T18" fmla="*/ 102 w 2250"/>
                <a:gd name="T19" fmla="*/ 1068 h 1409"/>
                <a:gd name="T20" fmla="*/ 0 w 2250"/>
                <a:gd name="T21" fmla="*/ 624 h 140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50"/>
                <a:gd name="T34" fmla="*/ 0 h 1409"/>
                <a:gd name="T35" fmla="*/ 2250 w 2250"/>
                <a:gd name="T36" fmla="*/ 1409 h 140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50" h="1409">
                  <a:moveTo>
                    <a:pt x="0" y="624"/>
                  </a:moveTo>
                  <a:cubicBezTo>
                    <a:pt x="5" y="506"/>
                    <a:pt x="131" y="419"/>
                    <a:pt x="219" y="321"/>
                  </a:cubicBezTo>
                  <a:cubicBezTo>
                    <a:pt x="307" y="223"/>
                    <a:pt x="307" y="70"/>
                    <a:pt x="529" y="35"/>
                  </a:cubicBezTo>
                  <a:cubicBezTo>
                    <a:pt x="751" y="0"/>
                    <a:pt x="1311" y="36"/>
                    <a:pt x="1551" y="111"/>
                  </a:cubicBezTo>
                  <a:cubicBezTo>
                    <a:pt x="1791" y="186"/>
                    <a:pt x="1860" y="351"/>
                    <a:pt x="1968" y="483"/>
                  </a:cubicBezTo>
                  <a:cubicBezTo>
                    <a:pt x="2076" y="615"/>
                    <a:pt x="2250" y="767"/>
                    <a:pt x="2199" y="906"/>
                  </a:cubicBezTo>
                  <a:cubicBezTo>
                    <a:pt x="2148" y="1045"/>
                    <a:pt x="1860" y="1234"/>
                    <a:pt x="1659" y="1314"/>
                  </a:cubicBezTo>
                  <a:cubicBezTo>
                    <a:pt x="1458" y="1394"/>
                    <a:pt x="1192" y="1379"/>
                    <a:pt x="993" y="1386"/>
                  </a:cubicBezTo>
                  <a:cubicBezTo>
                    <a:pt x="794" y="1393"/>
                    <a:pt x="613" y="1409"/>
                    <a:pt x="465" y="1356"/>
                  </a:cubicBezTo>
                  <a:cubicBezTo>
                    <a:pt x="317" y="1303"/>
                    <a:pt x="180" y="1190"/>
                    <a:pt x="102" y="1068"/>
                  </a:cubicBezTo>
                  <a:cubicBezTo>
                    <a:pt x="24" y="946"/>
                    <a:pt x="21" y="716"/>
                    <a:pt x="0" y="624"/>
                  </a:cubicBezTo>
                  <a:close/>
                </a:path>
              </a:pathLst>
            </a:custGeom>
            <a:solidFill>
              <a:srgbClr val="99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64" name="Freeform 18">
              <a:extLst>
                <a:ext uri="{FF2B5EF4-FFF2-40B4-BE49-F238E27FC236}">
                  <a16:creationId xmlns:a16="http://schemas.microsoft.com/office/drawing/2014/main" id="{EF1A84B2-2810-4FF9-8883-39582B9BF8AD}"/>
                </a:ext>
              </a:extLst>
            </p:cNvPr>
            <p:cNvSpPr>
              <a:spLocks/>
            </p:cNvSpPr>
            <p:nvPr/>
          </p:nvSpPr>
          <p:spPr bwMode="auto">
            <a:xfrm>
              <a:off x="3498" y="1620"/>
              <a:ext cx="342" cy="186"/>
            </a:xfrm>
            <a:custGeom>
              <a:avLst/>
              <a:gdLst>
                <a:gd name="T0" fmla="*/ 0 w 342"/>
                <a:gd name="T1" fmla="*/ 186 h 186"/>
                <a:gd name="T2" fmla="*/ 342 w 342"/>
                <a:gd name="T3" fmla="*/ 0 h 186"/>
                <a:gd name="T4" fmla="*/ 0 60000 65536"/>
                <a:gd name="T5" fmla="*/ 0 60000 65536"/>
                <a:gd name="T6" fmla="*/ 0 w 342"/>
                <a:gd name="T7" fmla="*/ 0 h 186"/>
                <a:gd name="T8" fmla="*/ 342 w 342"/>
                <a:gd name="T9" fmla="*/ 186 h 186"/>
              </a:gdLst>
              <a:ahLst/>
              <a:cxnLst>
                <a:cxn ang="T4">
                  <a:pos x="T0" y="T1"/>
                </a:cxn>
                <a:cxn ang="T5">
                  <a:pos x="T2" y="T3"/>
                </a:cxn>
              </a:cxnLst>
              <a:rect l="T6" t="T7" r="T8" b="T9"/>
              <a:pathLst>
                <a:path w="342" h="186">
                  <a:moveTo>
                    <a:pt x="0" y="186"/>
                  </a:moveTo>
                  <a:lnTo>
                    <a:pt x="342"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65" name="Oval 19">
              <a:extLst>
                <a:ext uri="{FF2B5EF4-FFF2-40B4-BE49-F238E27FC236}">
                  <a16:creationId xmlns:a16="http://schemas.microsoft.com/office/drawing/2014/main" id="{10B927FE-870D-4298-82AA-746F122817C6}"/>
                </a:ext>
              </a:extLst>
            </p:cNvPr>
            <p:cNvSpPr>
              <a:spLocks noChangeArrowheads="1"/>
            </p:cNvSpPr>
            <p:nvPr/>
          </p:nvSpPr>
          <p:spPr bwMode="auto">
            <a:xfrm>
              <a:off x="3238" y="1862"/>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66" name="Line 20">
              <a:extLst>
                <a:ext uri="{FF2B5EF4-FFF2-40B4-BE49-F238E27FC236}">
                  <a16:creationId xmlns:a16="http://schemas.microsoft.com/office/drawing/2014/main" id="{4131755B-7727-4DE5-B175-608A1356AD00}"/>
                </a:ext>
              </a:extLst>
            </p:cNvPr>
            <p:cNvSpPr>
              <a:spLocks noChangeShapeType="1"/>
            </p:cNvSpPr>
            <p:nvPr/>
          </p:nvSpPr>
          <p:spPr bwMode="auto">
            <a:xfrm>
              <a:off x="3238" y="1855"/>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7" name="Line 21">
              <a:extLst>
                <a:ext uri="{FF2B5EF4-FFF2-40B4-BE49-F238E27FC236}">
                  <a16:creationId xmlns:a16="http://schemas.microsoft.com/office/drawing/2014/main" id="{3E02B708-58EC-4182-BDFA-0E41C585FC8E}"/>
                </a:ext>
              </a:extLst>
            </p:cNvPr>
            <p:cNvSpPr>
              <a:spLocks noChangeShapeType="1"/>
            </p:cNvSpPr>
            <p:nvPr/>
          </p:nvSpPr>
          <p:spPr bwMode="auto">
            <a:xfrm>
              <a:off x="3551" y="1855"/>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8" name="Rectangle 22">
              <a:extLst>
                <a:ext uri="{FF2B5EF4-FFF2-40B4-BE49-F238E27FC236}">
                  <a16:creationId xmlns:a16="http://schemas.microsoft.com/office/drawing/2014/main" id="{11B04EB2-A306-4F59-8A5B-7048E4FB974C}"/>
                </a:ext>
              </a:extLst>
            </p:cNvPr>
            <p:cNvSpPr>
              <a:spLocks noChangeArrowheads="1"/>
            </p:cNvSpPr>
            <p:nvPr/>
          </p:nvSpPr>
          <p:spPr bwMode="auto">
            <a:xfrm>
              <a:off x="3238" y="1855"/>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169" name="Oval 23">
              <a:extLst>
                <a:ext uri="{FF2B5EF4-FFF2-40B4-BE49-F238E27FC236}">
                  <a16:creationId xmlns:a16="http://schemas.microsoft.com/office/drawing/2014/main" id="{42EEE00C-5012-4DE0-B27E-948BB57D31F1}"/>
                </a:ext>
              </a:extLst>
            </p:cNvPr>
            <p:cNvSpPr>
              <a:spLocks noChangeArrowheads="1"/>
            </p:cNvSpPr>
            <p:nvPr/>
          </p:nvSpPr>
          <p:spPr bwMode="auto">
            <a:xfrm>
              <a:off x="3235" y="1796"/>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70" name="Oval 24">
              <a:extLst>
                <a:ext uri="{FF2B5EF4-FFF2-40B4-BE49-F238E27FC236}">
                  <a16:creationId xmlns:a16="http://schemas.microsoft.com/office/drawing/2014/main" id="{38C7934C-DC7A-4E58-8536-8089218E7797}"/>
                </a:ext>
              </a:extLst>
            </p:cNvPr>
            <p:cNvSpPr>
              <a:spLocks noChangeArrowheads="1"/>
            </p:cNvSpPr>
            <p:nvPr/>
          </p:nvSpPr>
          <p:spPr bwMode="auto">
            <a:xfrm>
              <a:off x="3712" y="2249"/>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71" name="Line 25">
              <a:extLst>
                <a:ext uri="{FF2B5EF4-FFF2-40B4-BE49-F238E27FC236}">
                  <a16:creationId xmlns:a16="http://schemas.microsoft.com/office/drawing/2014/main" id="{FFBBCDC8-9272-456C-B530-CF4C105AACEE}"/>
                </a:ext>
              </a:extLst>
            </p:cNvPr>
            <p:cNvSpPr>
              <a:spLocks noChangeShapeType="1"/>
            </p:cNvSpPr>
            <p:nvPr/>
          </p:nvSpPr>
          <p:spPr bwMode="auto">
            <a:xfrm>
              <a:off x="3712" y="2242"/>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2" name="Line 26">
              <a:extLst>
                <a:ext uri="{FF2B5EF4-FFF2-40B4-BE49-F238E27FC236}">
                  <a16:creationId xmlns:a16="http://schemas.microsoft.com/office/drawing/2014/main" id="{B1ED6B7C-92EC-4482-8E22-21C2CB6284DF}"/>
                </a:ext>
              </a:extLst>
            </p:cNvPr>
            <p:cNvSpPr>
              <a:spLocks noChangeShapeType="1"/>
            </p:cNvSpPr>
            <p:nvPr/>
          </p:nvSpPr>
          <p:spPr bwMode="auto">
            <a:xfrm>
              <a:off x="4025" y="2242"/>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3" name="Rectangle 27">
              <a:extLst>
                <a:ext uri="{FF2B5EF4-FFF2-40B4-BE49-F238E27FC236}">
                  <a16:creationId xmlns:a16="http://schemas.microsoft.com/office/drawing/2014/main" id="{48A07133-FF14-47CD-8D20-2AF018ED7FB0}"/>
                </a:ext>
              </a:extLst>
            </p:cNvPr>
            <p:cNvSpPr>
              <a:spLocks noChangeArrowheads="1"/>
            </p:cNvSpPr>
            <p:nvPr/>
          </p:nvSpPr>
          <p:spPr bwMode="auto">
            <a:xfrm>
              <a:off x="3712" y="2242"/>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174" name="Oval 28">
              <a:extLst>
                <a:ext uri="{FF2B5EF4-FFF2-40B4-BE49-F238E27FC236}">
                  <a16:creationId xmlns:a16="http://schemas.microsoft.com/office/drawing/2014/main" id="{EAEC4157-1A77-44EF-8159-F1CF3DB507DB}"/>
                </a:ext>
              </a:extLst>
            </p:cNvPr>
            <p:cNvSpPr>
              <a:spLocks noChangeArrowheads="1"/>
            </p:cNvSpPr>
            <p:nvPr/>
          </p:nvSpPr>
          <p:spPr bwMode="auto">
            <a:xfrm>
              <a:off x="3709" y="2183"/>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75" name="Oval 29">
              <a:extLst>
                <a:ext uri="{FF2B5EF4-FFF2-40B4-BE49-F238E27FC236}">
                  <a16:creationId xmlns:a16="http://schemas.microsoft.com/office/drawing/2014/main" id="{72F4AFDA-F1D6-475C-95E9-70183CE38AF6}"/>
                </a:ext>
              </a:extLst>
            </p:cNvPr>
            <p:cNvSpPr>
              <a:spLocks noChangeArrowheads="1"/>
            </p:cNvSpPr>
            <p:nvPr/>
          </p:nvSpPr>
          <p:spPr bwMode="auto">
            <a:xfrm>
              <a:off x="3708" y="1559"/>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76" name="Line 30">
              <a:extLst>
                <a:ext uri="{FF2B5EF4-FFF2-40B4-BE49-F238E27FC236}">
                  <a16:creationId xmlns:a16="http://schemas.microsoft.com/office/drawing/2014/main" id="{966FEA9A-4651-40EC-9529-ED32FE3FC436}"/>
                </a:ext>
              </a:extLst>
            </p:cNvPr>
            <p:cNvSpPr>
              <a:spLocks noChangeShapeType="1"/>
            </p:cNvSpPr>
            <p:nvPr/>
          </p:nvSpPr>
          <p:spPr bwMode="auto">
            <a:xfrm>
              <a:off x="3708" y="1552"/>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7" name="Line 31">
              <a:extLst>
                <a:ext uri="{FF2B5EF4-FFF2-40B4-BE49-F238E27FC236}">
                  <a16:creationId xmlns:a16="http://schemas.microsoft.com/office/drawing/2014/main" id="{B058E3E5-379B-40F1-9400-05090A6A4890}"/>
                </a:ext>
              </a:extLst>
            </p:cNvPr>
            <p:cNvSpPr>
              <a:spLocks noChangeShapeType="1"/>
            </p:cNvSpPr>
            <p:nvPr/>
          </p:nvSpPr>
          <p:spPr bwMode="auto">
            <a:xfrm>
              <a:off x="4021" y="1552"/>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8" name="Rectangle 32">
              <a:extLst>
                <a:ext uri="{FF2B5EF4-FFF2-40B4-BE49-F238E27FC236}">
                  <a16:creationId xmlns:a16="http://schemas.microsoft.com/office/drawing/2014/main" id="{4603AD47-51B3-4A64-A7EC-BBDAF92F8F36}"/>
                </a:ext>
              </a:extLst>
            </p:cNvPr>
            <p:cNvSpPr>
              <a:spLocks noChangeArrowheads="1"/>
            </p:cNvSpPr>
            <p:nvPr/>
          </p:nvSpPr>
          <p:spPr bwMode="auto">
            <a:xfrm>
              <a:off x="3708" y="1552"/>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179" name="Oval 33">
              <a:extLst>
                <a:ext uri="{FF2B5EF4-FFF2-40B4-BE49-F238E27FC236}">
                  <a16:creationId xmlns:a16="http://schemas.microsoft.com/office/drawing/2014/main" id="{CB5EDC67-60C5-4D86-8D37-82E791A5C645}"/>
                </a:ext>
              </a:extLst>
            </p:cNvPr>
            <p:cNvSpPr>
              <a:spLocks noChangeArrowheads="1"/>
            </p:cNvSpPr>
            <p:nvPr/>
          </p:nvSpPr>
          <p:spPr bwMode="auto">
            <a:xfrm>
              <a:off x="3705" y="1493"/>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80" name="Oval 34">
              <a:extLst>
                <a:ext uri="{FF2B5EF4-FFF2-40B4-BE49-F238E27FC236}">
                  <a16:creationId xmlns:a16="http://schemas.microsoft.com/office/drawing/2014/main" id="{A2080D4C-F0B6-4C3F-B6CA-6759924A21C6}"/>
                </a:ext>
              </a:extLst>
            </p:cNvPr>
            <p:cNvSpPr>
              <a:spLocks noChangeArrowheads="1"/>
            </p:cNvSpPr>
            <p:nvPr/>
          </p:nvSpPr>
          <p:spPr bwMode="auto">
            <a:xfrm>
              <a:off x="4391" y="1555"/>
              <a:ext cx="312"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81" name="Line 35">
              <a:extLst>
                <a:ext uri="{FF2B5EF4-FFF2-40B4-BE49-F238E27FC236}">
                  <a16:creationId xmlns:a16="http://schemas.microsoft.com/office/drawing/2014/main" id="{06611996-F276-4260-BE17-EF218A0A40A3}"/>
                </a:ext>
              </a:extLst>
            </p:cNvPr>
            <p:cNvSpPr>
              <a:spLocks noChangeShapeType="1"/>
            </p:cNvSpPr>
            <p:nvPr/>
          </p:nvSpPr>
          <p:spPr bwMode="auto">
            <a:xfrm>
              <a:off x="4391" y="1548"/>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2" name="Line 36">
              <a:extLst>
                <a:ext uri="{FF2B5EF4-FFF2-40B4-BE49-F238E27FC236}">
                  <a16:creationId xmlns:a16="http://schemas.microsoft.com/office/drawing/2014/main" id="{1030F482-FFDB-49D9-8D7E-F23F40C7EA4E}"/>
                </a:ext>
              </a:extLst>
            </p:cNvPr>
            <p:cNvSpPr>
              <a:spLocks noChangeShapeType="1"/>
            </p:cNvSpPr>
            <p:nvPr/>
          </p:nvSpPr>
          <p:spPr bwMode="auto">
            <a:xfrm>
              <a:off x="4703" y="1548"/>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3" name="Rectangle 37">
              <a:extLst>
                <a:ext uri="{FF2B5EF4-FFF2-40B4-BE49-F238E27FC236}">
                  <a16:creationId xmlns:a16="http://schemas.microsoft.com/office/drawing/2014/main" id="{4C594B2E-2CFA-430E-96CA-FE1999ADFFEB}"/>
                </a:ext>
              </a:extLst>
            </p:cNvPr>
            <p:cNvSpPr>
              <a:spLocks noChangeArrowheads="1"/>
            </p:cNvSpPr>
            <p:nvPr/>
          </p:nvSpPr>
          <p:spPr bwMode="auto">
            <a:xfrm>
              <a:off x="4391" y="1548"/>
              <a:ext cx="309"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184" name="Oval 38">
              <a:extLst>
                <a:ext uri="{FF2B5EF4-FFF2-40B4-BE49-F238E27FC236}">
                  <a16:creationId xmlns:a16="http://schemas.microsoft.com/office/drawing/2014/main" id="{8917AC9B-3817-40FB-A94D-A3E04E428088}"/>
                </a:ext>
              </a:extLst>
            </p:cNvPr>
            <p:cNvSpPr>
              <a:spLocks noChangeArrowheads="1"/>
            </p:cNvSpPr>
            <p:nvPr/>
          </p:nvSpPr>
          <p:spPr bwMode="auto">
            <a:xfrm>
              <a:off x="4394" y="1492"/>
              <a:ext cx="312"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85" name="Oval 39">
              <a:extLst>
                <a:ext uri="{FF2B5EF4-FFF2-40B4-BE49-F238E27FC236}">
                  <a16:creationId xmlns:a16="http://schemas.microsoft.com/office/drawing/2014/main" id="{E705D5D9-8171-4A59-9103-71E74801A6A6}"/>
                </a:ext>
              </a:extLst>
            </p:cNvPr>
            <p:cNvSpPr>
              <a:spLocks noChangeArrowheads="1"/>
            </p:cNvSpPr>
            <p:nvPr/>
          </p:nvSpPr>
          <p:spPr bwMode="auto">
            <a:xfrm>
              <a:off x="4401" y="2246"/>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86" name="Line 40">
              <a:extLst>
                <a:ext uri="{FF2B5EF4-FFF2-40B4-BE49-F238E27FC236}">
                  <a16:creationId xmlns:a16="http://schemas.microsoft.com/office/drawing/2014/main" id="{D910BBA7-333A-4801-BA27-6E62D74F1EBC}"/>
                </a:ext>
              </a:extLst>
            </p:cNvPr>
            <p:cNvSpPr>
              <a:spLocks noChangeShapeType="1"/>
            </p:cNvSpPr>
            <p:nvPr/>
          </p:nvSpPr>
          <p:spPr bwMode="auto">
            <a:xfrm>
              <a:off x="4401" y="2239"/>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7" name="Line 41">
              <a:extLst>
                <a:ext uri="{FF2B5EF4-FFF2-40B4-BE49-F238E27FC236}">
                  <a16:creationId xmlns:a16="http://schemas.microsoft.com/office/drawing/2014/main" id="{5FF322AB-41CF-47BE-86AA-21C5746A8A82}"/>
                </a:ext>
              </a:extLst>
            </p:cNvPr>
            <p:cNvSpPr>
              <a:spLocks noChangeShapeType="1"/>
            </p:cNvSpPr>
            <p:nvPr/>
          </p:nvSpPr>
          <p:spPr bwMode="auto">
            <a:xfrm>
              <a:off x="4714" y="2239"/>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8" name="Rectangle 42">
              <a:extLst>
                <a:ext uri="{FF2B5EF4-FFF2-40B4-BE49-F238E27FC236}">
                  <a16:creationId xmlns:a16="http://schemas.microsoft.com/office/drawing/2014/main" id="{0D9D2AFF-E9DE-45ED-92F2-91709BC620FA}"/>
                </a:ext>
              </a:extLst>
            </p:cNvPr>
            <p:cNvSpPr>
              <a:spLocks noChangeArrowheads="1"/>
            </p:cNvSpPr>
            <p:nvPr/>
          </p:nvSpPr>
          <p:spPr bwMode="auto">
            <a:xfrm>
              <a:off x="4401" y="2239"/>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189" name="Oval 43">
              <a:extLst>
                <a:ext uri="{FF2B5EF4-FFF2-40B4-BE49-F238E27FC236}">
                  <a16:creationId xmlns:a16="http://schemas.microsoft.com/office/drawing/2014/main" id="{341E75D9-7834-4941-9131-864F03B56EA3}"/>
                </a:ext>
              </a:extLst>
            </p:cNvPr>
            <p:cNvSpPr>
              <a:spLocks noChangeArrowheads="1"/>
            </p:cNvSpPr>
            <p:nvPr/>
          </p:nvSpPr>
          <p:spPr bwMode="auto">
            <a:xfrm>
              <a:off x="4398" y="2180"/>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90" name="Oval 44">
              <a:extLst>
                <a:ext uri="{FF2B5EF4-FFF2-40B4-BE49-F238E27FC236}">
                  <a16:creationId xmlns:a16="http://schemas.microsoft.com/office/drawing/2014/main" id="{36505287-EDAD-4118-9164-CBE7FEB025A4}"/>
                </a:ext>
              </a:extLst>
            </p:cNvPr>
            <p:cNvSpPr>
              <a:spLocks noChangeArrowheads="1"/>
            </p:cNvSpPr>
            <p:nvPr/>
          </p:nvSpPr>
          <p:spPr bwMode="auto">
            <a:xfrm>
              <a:off x="4966" y="1905"/>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91" name="Line 45">
              <a:extLst>
                <a:ext uri="{FF2B5EF4-FFF2-40B4-BE49-F238E27FC236}">
                  <a16:creationId xmlns:a16="http://schemas.microsoft.com/office/drawing/2014/main" id="{0CE069F2-F97B-47D3-94FA-7C7F003403FE}"/>
                </a:ext>
              </a:extLst>
            </p:cNvPr>
            <p:cNvSpPr>
              <a:spLocks noChangeShapeType="1"/>
            </p:cNvSpPr>
            <p:nvPr/>
          </p:nvSpPr>
          <p:spPr bwMode="auto">
            <a:xfrm>
              <a:off x="4966" y="1898"/>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92" name="Line 46">
              <a:extLst>
                <a:ext uri="{FF2B5EF4-FFF2-40B4-BE49-F238E27FC236}">
                  <a16:creationId xmlns:a16="http://schemas.microsoft.com/office/drawing/2014/main" id="{10F31BE2-3A8D-49EE-8316-97B554E5FCA7}"/>
                </a:ext>
              </a:extLst>
            </p:cNvPr>
            <p:cNvSpPr>
              <a:spLocks noChangeShapeType="1"/>
            </p:cNvSpPr>
            <p:nvPr/>
          </p:nvSpPr>
          <p:spPr bwMode="auto">
            <a:xfrm>
              <a:off x="5279" y="1898"/>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93" name="Rectangle 47">
              <a:extLst>
                <a:ext uri="{FF2B5EF4-FFF2-40B4-BE49-F238E27FC236}">
                  <a16:creationId xmlns:a16="http://schemas.microsoft.com/office/drawing/2014/main" id="{8A743528-1A8B-45D9-AE07-7AD2B667BAAA}"/>
                </a:ext>
              </a:extLst>
            </p:cNvPr>
            <p:cNvSpPr>
              <a:spLocks noChangeArrowheads="1"/>
            </p:cNvSpPr>
            <p:nvPr/>
          </p:nvSpPr>
          <p:spPr bwMode="auto">
            <a:xfrm>
              <a:off x="4966" y="1898"/>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194" name="Oval 48">
              <a:extLst>
                <a:ext uri="{FF2B5EF4-FFF2-40B4-BE49-F238E27FC236}">
                  <a16:creationId xmlns:a16="http://schemas.microsoft.com/office/drawing/2014/main" id="{A202602A-C532-453F-AAC4-343989498AAB}"/>
                </a:ext>
              </a:extLst>
            </p:cNvPr>
            <p:cNvSpPr>
              <a:spLocks noChangeArrowheads="1"/>
            </p:cNvSpPr>
            <p:nvPr/>
          </p:nvSpPr>
          <p:spPr bwMode="auto">
            <a:xfrm>
              <a:off x="4963" y="1839"/>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99" name="Freeform 53">
              <a:extLst>
                <a:ext uri="{FF2B5EF4-FFF2-40B4-BE49-F238E27FC236}">
                  <a16:creationId xmlns:a16="http://schemas.microsoft.com/office/drawing/2014/main" id="{62B7A4D4-27B6-466A-8FCC-39DF2877D060}"/>
                </a:ext>
              </a:extLst>
            </p:cNvPr>
            <p:cNvSpPr>
              <a:spLocks/>
            </p:cNvSpPr>
            <p:nvPr/>
          </p:nvSpPr>
          <p:spPr bwMode="auto">
            <a:xfrm>
              <a:off x="4035" y="2268"/>
              <a:ext cx="366" cy="1"/>
            </a:xfrm>
            <a:custGeom>
              <a:avLst/>
              <a:gdLst>
                <a:gd name="T0" fmla="*/ 366 w 366"/>
                <a:gd name="T1" fmla="*/ 0 h 1"/>
                <a:gd name="T2" fmla="*/ 0 w 366"/>
                <a:gd name="T3" fmla="*/ 0 h 1"/>
                <a:gd name="T4" fmla="*/ 0 60000 65536"/>
                <a:gd name="T5" fmla="*/ 0 60000 65536"/>
                <a:gd name="T6" fmla="*/ 0 w 366"/>
                <a:gd name="T7" fmla="*/ 0 h 1"/>
                <a:gd name="T8" fmla="*/ 366 w 366"/>
                <a:gd name="T9" fmla="*/ 1 h 1"/>
              </a:gdLst>
              <a:ahLst/>
              <a:cxnLst>
                <a:cxn ang="T4">
                  <a:pos x="T0" y="T1"/>
                </a:cxn>
                <a:cxn ang="T5">
                  <a:pos x="T2" y="T3"/>
                </a:cxn>
              </a:cxnLst>
              <a:rect l="T6" t="T7" r="T8" b="T9"/>
              <a:pathLst>
                <a:path w="366" h="1">
                  <a:moveTo>
                    <a:pt x="366" y="0"/>
                  </a:moveTo>
                  <a:lnTo>
                    <a:pt x="0"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200" name="Freeform 54">
              <a:extLst>
                <a:ext uri="{FF2B5EF4-FFF2-40B4-BE49-F238E27FC236}">
                  <a16:creationId xmlns:a16="http://schemas.microsoft.com/office/drawing/2014/main" id="{B3902212-3364-403F-9D20-5014CEE7C2BB}"/>
                </a:ext>
              </a:extLst>
            </p:cNvPr>
            <p:cNvSpPr>
              <a:spLocks/>
            </p:cNvSpPr>
            <p:nvPr/>
          </p:nvSpPr>
          <p:spPr bwMode="auto">
            <a:xfrm>
              <a:off x="3444" y="1944"/>
              <a:ext cx="276" cy="264"/>
            </a:xfrm>
            <a:custGeom>
              <a:avLst/>
              <a:gdLst>
                <a:gd name="T0" fmla="*/ 276 w 276"/>
                <a:gd name="T1" fmla="*/ 264 h 264"/>
                <a:gd name="T2" fmla="*/ 0 w 276"/>
                <a:gd name="T3" fmla="*/ 0 h 264"/>
                <a:gd name="T4" fmla="*/ 0 60000 65536"/>
                <a:gd name="T5" fmla="*/ 0 60000 65536"/>
                <a:gd name="T6" fmla="*/ 0 w 276"/>
                <a:gd name="T7" fmla="*/ 0 h 264"/>
                <a:gd name="T8" fmla="*/ 276 w 276"/>
                <a:gd name="T9" fmla="*/ 264 h 264"/>
              </a:gdLst>
              <a:ahLst/>
              <a:cxnLst>
                <a:cxn ang="T4">
                  <a:pos x="T0" y="T1"/>
                </a:cxn>
                <a:cxn ang="T5">
                  <a:pos x="T2" y="T3"/>
                </a:cxn>
              </a:cxnLst>
              <a:rect l="T6" t="T7" r="T8" b="T9"/>
              <a:pathLst>
                <a:path w="276" h="264">
                  <a:moveTo>
                    <a:pt x="276" y="264"/>
                  </a:moveTo>
                  <a:lnTo>
                    <a:pt x="0"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201" name="Freeform 55">
              <a:extLst>
                <a:ext uri="{FF2B5EF4-FFF2-40B4-BE49-F238E27FC236}">
                  <a16:creationId xmlns:a16="http://schemas.microsoft.com/office/drawing/2014/main" id="{3AE8CE5F-10FA-4C6E-8CAF-3E671729EA6C}"/>
                </a:ext>
              </a:extLst>
            </p:cNvPr>
            <p:cNvSpPr>
              <a:spLocks/>
            </p:cNvSpPr>
            <p:nvPr/>
          </p:nvSpPr>
          <p:spPr bwMode="auto">
            <a:xfrm>
              <a:off x="4029" y="1578"/>
              <a:ext cx="366" cy="1"/>
            </a:xfrm>
            <a:custGeom>
              <a:avLst/>
              <a:gdLst>
                <a:gd name="T0" fmla="*/ 366 w 366"/>
                <a:gd name="T1" fmla="*/ 0 h 1"/>
                <a:gd name="T2" fmla="*/ 0 w 366"/>
                <a:gd name="T3" fmla="*/ 0 h 1"/>
                <a:gd name="T4" fmla="*/ 0 60000 65536"/>
                <a:gd name="T5" fmla="*/ 0 60000 65536"/>
                <a:gd name="T6" fmla="*/ 0 w 366"/>
                <a:gd name="T7" fmla="*/ 0 h 1"/>
                <a:gd name="T8" fmla="*/ 366 w 366"/>
                <a:gd name="T9" fmla="*/ 1 h 1"/>
              </a:gdLst>
              <a:ahLst/>
              <a:cxnLst>
                <a:cxn ang="T4">
                  <a:pos x="T0" y="T1"/>
                </a:cxn>
                <a:cxn ang="T5">
                  <a:pos x="T2" y="T3"/>
                </a:cxn>
              </a:cxnLst>
              <a:rect l="T6" t="T7" r="T8" b="T9"/>
              <a:pathLst>
                <a:path w="366" h="1">
                  <a:moveTo>
                    <a:pt x="366" y="0"/>
                  </a:moveTo>
                  <a:lnTo>
                    <a:pt x="0"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202" name="Freeform 56">
              <a:extLst>
                <a:ext uri="{FF2B5EF4-FFF2-40B4-BE49-F238E27FC236}">
                  <a16:creationId xmlns:a16="http://schemas.microsoft.com/office/drawing/2014/main" id="{644F9533-902F-4124-A196-94586B6A574D}"/>
                </a:ext>
              </a:extLst>
            </p:cNvPr>
            <p:cNvSpPr>
              <a:spLocks/>
            </p:cNvSpPr>
            <p:nvPr/>
          </p:nvSpPr>
          <p:spPr bwMode="auto">
            <a:xfrm>
              <a:off x="4704" y="1575"/>
              <a:ext cx="396" cy="267"/>
            </a:xfrm>
            <a:custGeom>
              <a:avLst/>
              <a:gdLst>
                <a:gd name="T0" fmla="*/ 396 w 396"/>
                <a:gd name="T1" fmla="*/ 267 h 267"/>
                <a:gd name="T2" fmla="*/ 0 w 396"/>
                <a:gd name="T3" fmla="*/ 0 h 267"/>
                <a:gd name="T4" fmla="*/ 0 60000 65536"/>
                <a:gd name="T5" fmla="*/ 0 60000 65536"/>
                <a:gd name="T6" fmla="*/ 0 w 396"/>
                <a:gd name="T7" fmla="*/ 0 h 267"/>
                <a:gd name="T8" fmla="*/ 396 w 396"/>
                <a:gd name="T9" fmla="*/ 267 h 267"/>
              </a:gdLst>
              <a:ahLst/>
              <a:cxnLst>
                <a:cxn ang="T4">
                  <a:pos x="T0" y="T1"/>
                </a:cxn>
                <a:cxn ang="T5">
                  <a:pos x="T2" y="T3"/>
                </a:cxn>
              </a:cxnLst>
              <a:rect l="T6" t="T7" r="T8" b="T9"/>
              <a:pathLst>
                <a:path w="396" h="267">
                  <a:moveTo>
                    <a:pt x="396" y="267"/>
                  </a:moveTo>
                  <a:lnTo>
                    <a:pt x="0"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nvGrpSpPr>
            <p:cNvPr id="204" name="Group 58">
              <a:extLst>
                <a:ext uri="{FF2B5EF4-FFF2-40B4-BE49-F238E27FC236}">
                  <a16:creationId xmlns:a16="http://schemas.microsoft.com/office/drawing/2014/main" id="{0358AE46-49A2-40EC-B86C-DEDEC8258741}"/>
                </a:ext>
              </a:extLst>
            </p:cNvPr>
            <p:cNvGrpSpPr>
              <a:grpSpLocks/>
            </p:cNvGrpSpPr>
            <p:nvPr/>
          </p:nvGrpSpPr>
          <p:grpSpPr bwMode="auto">
            <a:xfrm>
              <a:off x="3287" y="1744"/>
              <a:ext cx="205" cy="250"/>
              <a:chOff x="2954" y="2425"/>
              <a:chExt cx="208" cy="250"/>
            </a:xfrm>
          </p:grpSpPr>
          <p:sp>
            <p:nvSpPr>
              <p:cNvPr id="230" name="Rectangle 59">
                <a:extLst>
                  <a:ext uri="{FF2B5EF4-FFF2-40B4-BE49-F238E27FC236}">
                    <a16:creationId xmlns:a16="http://schemas.microsoft.com/office/drawing/2014/main" id="{1632EA32-558D-458F-8E81-1755193D9DA4}"/>
                  </a:ext>
                </a:extLst>
              </p:cNvPr>
              <p:cNvSpPr>
                <a:spLocks noChangeArrowheads="1"/>
              </p:cNvSpPr>
              <p:nvPr/>
            </p:nvSpPr>
            <p:spPr bwMode="auto">
              <a:xfrm>
                <a:off x="2982" y="2490"/>
                <a:ext cx="144"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231" name="Text Box 60">
                <a:extLst>
                  <a:ext uri="{FF2B5EF4-FFF2-40B4-BE49-F238E27FC236}">
                    <a16:creationId xmlns:a16="http://schemas.microsoft.com/office/drawing/2014/main" id="{477370CB-A132-4008-BF3B-7200CB80BB52}"/>
                  </a:ext>
                </a:extLst>
              </p:cNvPr>
              <p:cNvSpPr txBox="1">
                <a:spLocks noChangeArrowheads="1"/>
              </p:cNvSpPr>
              <p:nvPr/>
            </p:nvSpPr>
            <p:spPr bwMode="auto">
              <a:xfrm>
                <a:off x="2954" y="2425"/>
                <a:ext cx="20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u</a:t>
                </a:r>
                <a:endParaRPr lang="en-US" altLang="en-US" sz="2400"/>
              </a:p>
            </p:txBody>
          </p:sp>
        </p:grpSp>
        <p:grpSp>
          <p:nvGrpSpPr>
            <p:cNvPr id="205" name="Group 61">
              <a:extLst>
                <a:ext uri="{FF2B5EF4-FFF2-40B4-BE49-F238E27FC236}">
                  <a16:creationId xmlns:a16="http://schemas.microsoft.com/office/drawing/2014/main" id="{09DC564F-2829-43FB-B4B7-DAC9EFB8C640}"/>
                </a:ext>
              </a:extLst>
            </p:cNvPr>
            <p:cNvGrpSpPr>
              <a:grpSpLocks/>
            </p:cNvGrpSpPr>
            <p:nvPr/>
          </p:nvGrpSpPr>
          <p:grpSpPr bwMode="auto">
            <a:xfrm>
              <a:off x="4461" y="2128"/>
              <a:ext cx="196" cy="250"/>
              <a:chOff x="2958" y="2425"/>
              <a:chExt cx="199" cy="250"/>
            </a:xfrm>
          </p:grpSpPr>
          <p:sp>
            <p:nvSpPr>
              <p:cNvPr id="228" name="Rectangle 62">
                <a:extLst>
                  <a:ext uri="{FF2B5EF4-FFF2-40B4-BE49-F238E27FC236}">
                    <a16:creationId xmlns:a16="http://schemas.microsoft.com/office/drawing/2014/main" id="{17B55E2C-6410-488C-BAD7-B93A781C1C34}"/>
                  </a:ext>
                </a:extLst>
              </p:cNvPr>
              <p:cNvSpPr>
                <a:spLocks noChangeArrowheads="1"/>
              </p:cNvSpPr>
              <p:nvPr/>
            </p:nvSpPr>
            <p:spPr bwMode="auto">
              <a:xfrm>
                <a:off x="2982" y="2490"/>
                <a:ext cx="142"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229" name="Text Box 63">
                <a:extLst>
                  <a:ext uri="{FF2B5EF4-FFF2-40B4-BE49-F238E27FC236}">
                    <a16:creationId xmlns:a16="http://schemas.microsoft.com/office/drawing/2014/main" id="{931FDF78-D302-47B9-8E7E-BA6BB95C019F}"/>
                  </a:ext>
                </a:extLst>
              </p:cNvPr>
              <p:cNvSpPr txBox="1">
                <a:spLocks noChangeArrowheads="1"/>
              </p:cNvSpPr>
              <p:nvPr/>
            </p:nvSpPr>
            <p:spPr bwMode="auto">
              <a:xfrm>
                <a:off x="2958" y="2425"/>
                <a:ext cx="19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y</a:t>
                </a:r>
                <a:endParaRPr lang="en-US" altLang="en-US" sz="2400"/>
              </a:p>
            </p:txBody>
          </p:sp>
        </p:grpSp>
        <p:grpSp>
          <p:nvGrpSpPr>
            <p:cNvPr id="206" name="Group 64">
              <a:extLst>
                <a:ext uri="{FF2B5EF4-FFF2-40B4-BE49-F238E27FC236}">
                  <a16:creationId xmlns:a16="http://schemas.microsoft.com/office/drawing/2014/main" id="{713FA52F-1B25-4098-A94B-825298588C15}"/>
                </a:ext>
              </a:extLst>
            </p:cNvPr>
            <p:cNvGrpSpPr>
              <a:grpSpLocks/>
            </p:cNvGrpSpPr>
            <p:nvPr/>
          </p:nvGrpSpPr>
          <p:grpSpPr bwMode="auto">
            <a:xfrm>
              <a:off x="3772" y="2095"/>
              <a:ext cx="212" cy="288"/>
              <a:chOff x="2951" y="2395"/>
              <a:chExt cx="213" cy="288"/>
            </a:xfrm>
          </p:grpSpPr>
          <p:sp>
            <p:nvSpPr>
              <p:cNvPr id="226" name="Rectangle 65">
                <a:extLst>
                  <a:ext uri="{FF2B5EF4-FFF2-40B4-BE49-F238E27FC236}">
                    <a16:creationId xmlns:a16="http://schemas.microsoft.com/office/drawing/2014/main" id="{AB034914-862C-4AA3-BA14-F1912899FBFF}"/>
                  </a:ext>
                </a:extLst>
              </p:cNvPr>
              <p:cNvSpPr>
                <a:spLocks noChangeArrowheads="1"/>
              </p:cNvSpPr>
              <p:nvPr/>
            </p:nvSpPr>
            <p:spPr bwMode="auto">
              <a:xfrm>
                <a:off x="2982" y="2490"/>
                <a:ext cx="144"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227" name="Text Box 66">
                <a:extLst>
                  <a:ext uri="{FF2B5EF4-FFF2-40B4-BE49-F238E27FC236}">
                    <a16:creationId xmlns:a16="http://schemas.microsoft.com/office/drawing/2014/main" id="{F6AE070F-9A0B-4805-8FC1-5D7738C96B61}"/>
                  </a:ext>
                </a:extLst>
              </p:cNvPr>
              <p:cNvSpPr txBox="1">
                <a:spLocks noChangeArrowheads="1"/>
              </p:cNvSpPr>
              <p:nvPr/>
            </p:nvSpPr>
            <p:spPr bwMode="auto">
              <a:xfrm>
                <a:off x="2951" y="2395"/>
                <a:ext cx="21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400" dirty="0"/>
                  <a:t>x</a:t>
                </a:r>
              </a:p>
            </p:txBody>
          </p:sp>
        </p:grpSp>
        <p:grpSp>
          <p:nvGrpSpPr>
            <p:cNvPr id="207" name="Group 67">
              <a:extLst>
                <a:ext uri="{FF2B5EF4-FFF2-40B4-BE49-F238E27FC236}">
                  <a16:creationId xmlns:a16="http://schemas.microsoft.com/office/drawing/2014/main" id="{ED15C08D-A9B8-4476-A77D-A53625D580C9}"/>
                </a:ext>
              </a:extLst>
            </p:cNvPr>
            <p:cNvGrpSpPr>
              <a:grpSpLocks/>
            </p:cNvGrpSpPr>
            <p:nvPr/>
          </p:nvGrpSpPr>
          <p:grpSpPr bwMode="auto">
            <a:xfrm>
              <a:off x="4438" y="1438"/>
              <a:ext cx="232" cy="250"/>
              <a:chOff x="2941" y="2425"/>
              <a:chExt cx="235" cy="250"/>
            </a:xfrm>
          </p:grpSpPr>
          <p:sp>
            <p:nvSpPr>
              <p:cNvPr id="224" name="Rectangle 68">
                <a:extLst>
                  <a:ext uri="{FF2B5EF4-FFF2-40B4-BE49-F238E27FC236}">
                    <a16:creationId xmlns:a16="http://schemas.microsoft.com/office/drawing/2014/main" id="{974E5F98-B5C0-4617-9BD8-C73475F26DA5}"/>
                  </a:ext>
                </a:extLst>
              </p:cNvPr>
              <p:cNvSpPr>
                <a:spLocks noChangeArrowheads="1"/>
              </p:cNvSpPr>
              <p:nvPr/>
            </p:nvSpPr>
            <p:spPr bwMode="auto">
              <a:xfrm>
                <a:off x="2982" y="2490"/>
                <a:ext cx="146"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225" name="Text Box 69">
                <a:extLst>
                  <a:ext uri="{FF2B5EF4-FFF2-40B4-BE49-F238E27FC236}">
                    <a16:creationId xmlns:a16="http://schemas.microsoft.com/office/drawing/2014/main" id="{48A8AF14-1489-4086-9498-4A217696CABD}"/>
                  </a:ext>
                </a:extLst>
              </p:cNvPr>
              <p:cNvSpPr txBox="1">
                <a:spLocks noChangeArrowheads="1"/>
              </p:cNvSpPr>
              <p:nvPr/>
            </p:nvSpPr>
            <p:spPr bwMode="auto">
              <a:xfrm>
                <a:off x="2941" y="2425"/>
                <a:ext cx="23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w</a:t>
                </a:r>
                <a:endParaRPr lang="en-US" altLang="en-US" sz="2400"/>
              </a:p>
            </p:txBody>
          </p:sp>
        </p:grpSp>
        <p:grpSp>
          <p:nvGrpSpPr>
            <p:cNvPr id="208" name="Group 70">
              <a:extLst>
                <a:ext uri="{FF2B5EF4-FFF2-40B4-BE49-F238E27FC236}">
                  <a16:creationId xmlns:a16="http://schemas.microsoft.com/office/drawing/2014/main" id="{A3A615A3-E3BE-45C9-BBA9-07B5140FFBC5}"/>
                </a:ext>
              </a:extLst>
            </p:cNvPr>
            <p:cNvGrpSpPr>
              <a:grpSpLocks/>
            </p:cNvGrpSpPr>
            <p:nvPr/>
          </p:nvGrpSpPr>
          <p:grpSpPr bwMode="auto">
            <a:xfrm>
              <a:off x="3771" y="1438"/>
              <a:ext cx="196" cy="250"/>
              <a:chOff x="2958" y="2425"/>
              <a:chExt cx="199" cy="250"/>
            </a:xfrm>
          </p:grpSpPr>
          <p:sp>
            <p:nvSpPr>
              <p:cNvPr id="222" name="Rectangle 71">
                <a:extLst>
                  <a:ext uri="{FF2B5EF4-FFF2-40B4-BE49-F238E27FC236}">
                    <a16:creationId xmlns:a16="http://schemas.microsoft.com/office/drawing/2014/main" id="{A57547C2-58C3-4784-9C52-0FF1C57B619B}"/>
                  </a:ext>
                </a:extLst>
              </p:cNvPr>
              <p:cNvSpPr>
                <a:spLocks noChangeArrowheads="1"/>
              </p:cNvSpPr>
              <p:nvPr/>
            </p:nvSpPr>
            <p:spPr bwMode="auto">
              <a:xfrm>
                <a:off x="2982" y="2490"/>
                <a:ext cx="142"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223" name="Text Box 72">
                <a:extLst>
                  <a:ext uri="{FF2B5EF4-FFF2-40B4-BE49-F238E27FC236}">
                    <a16:creationId xmlns:a16="http://schemas.microsoft.com/office/drawing/2014/main" id="{93A4D6F3-235B-451E-81D5-952F095B252C}"/>
                  </a:ext>
                </a:extLst>
              </p:cNvPr>
              <p:cNvSpPr txBox="1">
                <a:spLocks noChangeArrowheads="1"/>
              </p:cNvSpPr>
              <p:nvPr/>
            </p:nvSpPr>
            <p:spPr bwMode="auto">
              <a:xfrm>
                <a:off x="2958" y="2425"/>
                <a:ext cx="19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v</a:t>
                </a:r>
                <a:endParaRPr lang="en-US" altLang="en-US" sz="2400"/>
              </a:p>
            </p:txBody>
          </p:sp>
        </p:grpSp>
        <p:grpSp>
          <p:nvGrpSpPr>
            <p:cNvPr id="209" name="Group 73">
              <a:extLst>
                <a:ext uri="{FF2B5EF4-FFF2-40B4-BE49-F238E27FC236}">
                  <a16:creationId xmlns:a16="http://schemas.microsoft.com/office/drawing/2014/main" id="{9ED0ECEB-092A-44A5-89A8-1E2F9558E369}"/>
                </a:ext>
              </a:extLst>
            </p:cNvPr>
            <p:cNvGrpSpPr>
              <a:grpSpLocks/>
            </p:cNvGrpSpPr>
            <p:nvPr/>
          </p:nvGrpSpPr>
          <p:grpSpPr bwMode="auto">
            <a:xfrm>
              <a:off x="5025" y="1756"/>
              <a:ext cx="212" cy="288"/>
              <a:chOff x="2949" y="2395"/>
              <a:chExt cx="214" cy="288"/>
            </a:xfrm>
          </p:grpSpPr>
          <p:sp>
            <p:nvSpPr>
              <p:cNvPr id="220" name="Rectangle 74">
                <a:extLst>
                  <a:ext uri="{FF2B5EF4-FFF2-40B4-BE49-F238E27FC236}">
                    <a16:creationId xmlns:a16="http://schemas.microsoft.com/office/drawing/2014/main" id="{7096F7CC-2961-4371-97ED-DB11FC1FD286}"/>
                  </a:ext>
                </a:extLst>
              </p:cNvPr>
              <p:cNvSpPr>
                <a:spLocks noChangeArrowheads="1"/>
              </p:cNvSpPr>
              <p:nvPr/>
            </p:nvSpPr>
            <p:spPr bwMode="auto">
              <a:xfrm>
                <a:off x="2982" y="2490"/>
                <a:ext cx="142"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221" name="Text Box 75">
                <a:extLst>
                  <a:ext uri="{FF2B5EF4-FFF2-40B4-BE49-F238E27FC236}">
                    <a16:creationId xmlns:a16="http://schemas.microsoft.com/office/drawing/2014/main" id="{1320BF13-F0AD-49E5-9486-42744DF523FC}"/>
                  </a:ext>
                </a:extLst>
              </p:cNvPr>
              <p:cNvSpPr txBox="1">
                <a:spLocks noChangeArrowheads="1"/>
              </p:cNvSpPr>
              <p:nvPr/>
            </p:nvSpPr>
            <p:spPr bwMode="auto">
              <a:xfrm>
                <a:off x="2949" y="2395"/>
                <a:ext cx="21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400"/>
                  <a:t>z</a:t>
                </a:r>
              </a:p>
            </p:txBody>
          </p:sp>
        </p:grpSp>
      </p:grpSp>
      <p:grpSp>
        <p:nvGrpSpPr>
          <p:cNvPr id="232" name="Group 16">
            <a:extLst>
              <a:ext uri="{FF2B5EF4-FFF2-40B4-BE49-F238E27FC236}">
                <a16:creationId xmlns:a16="http://schemas.microsoft.com/office/drawing/2014/main" id="{9248E715-8F9D-4E0A-B6A3-B202F714FA72}"/>
              </a:ext>
            </a:extLst>
          </p:cNvPr>
          <p:cNvGrpSpPr>
            <a:grpSpLocks/>
          </p:cNvGrpSpPr>
          <p:nvPr/>
        </p:nvGrpSpPr>
        <p:grpSpPr bwMode="auto">
          <a:xfrm>
            <a:off x="1031589" y="4625297"/>
            <a:ext cx="2474316" cy="1551839"/>
            <a:chOff x="3162" y="1071"/>
            <a:chExt cx="2250" cy="1468"/>
          </a:xfrm>
        </p:grpSpPr>
        <p:sp>
          <p:nvSpPr>
            <p:cNvPr id="233" name="Freeform 17">
              <a:extLst>
                <a:ext uri="{FF2B5EF4-FFF2-40B4-BE49-F238E27FC236}">
                  <a16:creationId xmlns:a16="http://schemas.microsoft.com/office/drawing/2014/main" id="{B0626B09-E233-4873-8E2B-DE0140028661}"/>
                </a:ext>
              </a:extLst>
            </p:cNvPr>
            <p:cNvSpPr>
              <a:spLocks/>
            </p:cNvSpPr>
            <p:nvPr/>
          </p:nvSpPr>
          <p:spPr bwMode="auto">
            <a:xfrm>
              <a:off x="3162" y="1071"/>
              <a:ext cx="2250" cy="1468"/>
            </a:xfrm>
            <a:custGeom>
              <a:avLst/>
              <a:gdLst>
                <a:gd name="T0" fmla="*/ 0 w 2250"/>
                <a:gd name="T1" fmla="*/ 624 h 1409"/>
                <a:gd name="T2" fmla="*/ 219 w 2250"/>
                <a:gd name="T3" fmla="*/ 321 h 1409"/>
                <a:gd name="T4" fmla="*/ 529 w 2250"/>
                <a:gd name="T5" fmla="*/ 35 h 1409"/>
                <a:gd name="T6" fmla="*/ 1551 w 2250"/>
                <a:gd name="T7" fmla="*/ 111 h 1409"/>
                <a:gd name="T8" fmla="*/ 1968 w 2250"/>
                <a:gd name="T9" fmla="*/ 483 h 1409"/>
                <a:gd name="T10" fmla="*/ 2199 w 2250"/>
                <a:gd name="T11" fmla="*/ 906 h 1409"/>
                <a:gd name="T12" fmla="*/ 1659 w 2250"/>
                <a:gd name="T13" fmla="*/ 1314 h 1409"/>
                <a:gd name="T14" fmla="*/ 993 w 2250"/>
                <a:gd name="T15" fmla="*/ 1386 h 1409"/>
                <a:gd name="T16" fmla="*/ 465 w 2250"/>
                <a:gd name="T17" fmla="*/ 1356 h 1409"/>
                <a:gd name="T18" fmla="*/ 102 w 2250"/>
                <a:gd name="T19" fmla="*/ 1068 h 1409"/>
                <a:gd name="T20" fmla="*/ 0 w 2250"/>
                <a:gd name="T21" fmla="*/ 624 h 140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50"/>
                <a:gd name="T34" fmla="*/ 0 h 1409"/>
                <a:gd name="T35" fmla="*/ 2250 w 2250"/>
                <a:gd name="T36" fmla="*/ 1409 h 140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50" h="1409">
                  <a:moveTo>
                    <a:pt x="0" y="624"/>
                  </a:moveTo>
                  <a:cubicBezTo>
                    <a:pt x="5" y="506"/>
                    <a:pt x="131" y="419"/>
                    <a:pt x="219" y="321"/>
                  </a:cubicBezTo>
                  <a:cubicBezTo>
                    <a:pt x="307" y="223"/>
                    <a:pt x="307" y="70"/>
                    <a:pt x="529" y="35"/>
                  </a:cubicBezTo>
                  <a:cubicBezTo>
                    <a:pt x="751" y="0"/>
                    <a:pt x="1311" y="36"/>
                    <a:pt x="1551" y="111"/>
                  </a:cubicBezTo>
                  <a:cubicBezTo>
                    <a:pt x="1791" y="186"/>
                    <a:pt x="1860" y="351"/>
                    <a:pt x="1968" y="483"/>
                  </a:cubicBezTo>
                  <a:cubicBezTo>
                    <a:pt x="2076" y="615"/>
                    <a:pt x="2250" y="767"/>
                    <a:pt x="2199" y="906"/>
                  </a:cubicBezTo>
                  <a:cubicBezTo>
                    <a:pt x="2148" y="1045"/>
                    <a:pt x="1860" y="1234"/>
                    <a:pt x="1659" y="1314"/>
                  </a:cubicBezTo>
                  <a:cubicBezTo>
                    <a:pt x="1458" y="1394"/>
                    <a:pt x="1192" y="1379"/>
                    <a:pt x="993" y="1386"/>
                  </a:cubicBezTo>
                  <a:cubicBezTo>
                    <a:pt x="794" y="1393"/>
                    <a:pt x="613" y="1409"/>
                    <a:pt x="465" y="1356"/>
                  </a:cubicBezTo>
                  <a:cubicBezTo>
                    <a:pt x="317" y="1303"/>
                    <a:pt x="180" y="1190"/>
                    <a:pt x="102" y="1068"/>
                  </a:cubicBezTo>
                  <a:cubicBezTo>
                    <a:pt x="24" y="946"/>
                    <a:pt x="21" y="716"/>
                    <a:pt x="0" y="624"/>
                  </a:cubicBezTo>
                  <a:close/>
                </a:path>
              </a:pathLst>
            </a:custGeom>
            <a:solidFill>
              <a:srgbClr val="99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234" name="Freeform 18">
              <a:extLst>
                <a:ext uri="{FF2B5EF4-FFF2-40B4-BE49-F238E27FC236}">
                  <a16:creationId xmlns:a16="http://schemas.microsoft.com/office/drawing/2014/main" id="{CE4C71F2-EBE8-4DB7-9269-A46F67584CF6}"/>
                </a:ext>
              </a:extLst>
            </p:cNvPr>
            <p:cNvSpPr>
              <a:spLocks/>
            </p:cNvSpPr>
            <p:nvPr/>
          </p:nvSpPr>
          <p:spPr bwMode="auto">
            <a:xfrm>
              <a:off x="3498" y="1620"/>
              <a:ext cx="342" cy="186"/>
            </a:xfrm>
            <a:custGeom>
              <a:avLst/>
              <a:gdLst>
                <a:gd name="T0" fmla="*/ 0 w 342"/>
                <a:gd name="T1" fmla="*/ 186 h 186"/>
                <a:gd name="T2" fmla="*/ 342 w 342"/>
                <a:gd name="T3" fmla="*/ 0 h 186"/>
                <a:gd name="T4" fmla="*/ 0 60000 65536"/>
                <a:gd name="T5" fmla="*/ 0 60000 65536"/>
                <a:gd name="T6" fmla="*/ 0 w 342"/>
                <a:gd name="T7" fmla="*/ 0 h 186"/>
                <a:gd name="T8" fmla="*/ 342 w 342"/>
                <a:gd name="T9" fmla="*/ 186 h 186"/>
              </a:gdLst>
              <a:ahLst/>
              <a:cxnLst>
                <a:cxn ang="T4">
                  <a:pos x="T0" y="T1"/>
                </a:cxn>
                <a:cxn ang="T5">
                  <a:pos x="T2" y="T3"/>
                </a:cxn>
              </a:cxnLst>
              <a:rect l="T6" t="T7" r="T8" b="T9"/>
              <a:pathLst>
                <a:path w="342" h="186">
                  <a:moveTo>
                    <a:pt x="0" y="186"/>
                  </a:moveTo>
                  <a:lnTo>
                    <a:pt x="342"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235" name="Oval 19">
              <a:extLst>
                <a:ext uri="{FF2B5EF4-FFF2-40B4-BE49-F238E27FC236}">
                  <a16:creationId xmlns:a16="http://schemas.microsoft.com/office/drawing/2014/main" id="{6A59D23C-5151-4BC0-92AC-72A37F23324C}"/>
                </a:ext>
              </a:extLst>
            </p:cNvPr>
            <p:cNvSpPr>
              <a:spLocks noChangeArrowheads="1"/>
            </p:cNvSpPr>
            <p:nvPr/>
          </p:nvSpPr>
          <p:spPr bwMode="auto">
            <a:xfrm>
              <a:off x="3238" y="1862"/>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236" name="Line 20">
              <a:extLst>
                <a:ext uri="{FF2B5EF4-FFF2-40B4-BE49-F238E27FC236}">
                  <a16:creationId xmlns:a16="http://schemas.microsoft.com/office/drawing/2014/main" id="{3B016230-5BE9-41CF-97EA-3FE97978FC81}"/>
                </a:ext>
              </a:extLst>
            </p:cNvPr>
            <p:cNvSpPr>
              <a:spLocks noChangeShapeType="1"/>
            </p:cNvSpPr>
            <p:nvPr/>
          </p:nvSpPr>
          <p:spPr bwMode="auto">
            <a:xfrm>
              <a:off x="3238" y="1855"/>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7" name="Line 21">
              <a:extLst>
                <a:ext uri="{FF2B5EF4-FFF2-40B4-BE49-F238E27FC236}">
                  <a16:creationId xmlns:a16="http://schemas.microsoft.com/office/drawing/2014/main" id="{C8DD407E-0E94-4EE8-8814-DF17FE1187EF}"/>
                </a:ext>
              </a:extLst>
            </p:cNvPr>
            <p:cNvSpPr>
              <a:spLocks noChangeShapeType="1"/>
            </p:cNvSpPr>
            <p:nvPr/>
          </p:nvSpPr>
          <p:spPr bwMode="auto">
            <a:xfrm>
              <a:off x="3551" y="1855"/>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8" name="Rectangle 22">
              <a:extLst>
                <a:ext uri="{FF2B5EF4-FFF2-40B4-BE49-F238E27FC236}">
                  <a16:creationId xmlns:a16="http://schemas.microsoft.com/office/drawing/2014/main" id="{69DB4D0B-8D00-41D2-B02D-1AAC705BD1AC}"/>
                </a:ext>
              </a:extLst>
            </p:cNvPr>
            <p:cNvSpPr>
              <a:spLocks noChangeArrowheads="1"/>
            </p:cNvSpPr>
            <p:nvPr/>
          </p:nvSpPr>
          <p:spPr bwMode="auto">
            <a:xfrm>
              <a:off x="3238" y="1855"/>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239" name="Oval 23">
              <a:extLst>
                <a:ext uri="{FF2B5EF4-FFF2-40B4-BE49-F238E27FC236}">
                  <a16:creationId xmlns:a16="http://schemas.microsoft.com/office/drawing/2014/main" id="{9A7DD406-3CAB-4F39-9502-C7897D3C1CE2}"/>
                </a:ext>
              </a:extLst>
            </p:cNvPr>
            <p:cNvSpPr>
              <a:spLocks noChangeArrowheads="1"/>
            </p:cNvSpPr>
            <p:nvPr/>
          </p:nvSpPr>
          <p:spPr bwMode="auto">
            <a:xfrm>
              <a:off x="3235" y="1796"/>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240" name="Oval 24">
              <a:extLst>
                <a:ext uri="{FF2B5EF4-FFF2-40B4-BE49-F238E27FC236}">
                  <a16:creationId xmlns:a16="http://schemas.microsoft.com/office/drawing/2014/main" id="{AD76289C-0094-4942-9E96-18703493BF97}"/>
                </a:ext>
              </a:extLst>
            </p:cNvPr>
            <p:cNvSpPr>
              <a:spLocks noChangeArrowheads="1"/>
            </p:cNvSpPr>
            <p:nvPr/>
          </p:nvSpPr>
          <p:spPr bwMode="auto">
            <a:xfrm>
              <a:off x="3712" y="2249"/>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241" name="Line 25">
              <a:extLst>
                <a:ext uri="{FF2B5EF4-FFF2-40B4-BE49-F238E27FC236}">
                  <a16:creationId xmlns:a16="http://schemas.microsoft.com/office/drawing/2014/main" id="{8FDE0396-EBF6-4EDB-AA87-E698CA804D3A}"/>
                </a:ext>
              </a:extLst>
            </p:cNvPr>
            <p:cNvSpPr>
              <a:spLocks noChangeShapeType="1"/>
            </p:cNvSpPr>
            <p:nvPr/>
          </p:nvSpPr>
          <p:spPr bwMode="auto">
            <a:xfrm>
              <a:off x="3712" y="2242"/>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42" name="Line 26">
              <a:extLst>
                <a:ext uri="{FF2B5EF4-FFF2-40B4-BE49-F238E27FC236}">
                  <a16:creationId xmlns:a16="http://schemas.microsoft.com/office/drawing/2014/main" id="{35EAE7F1-EE88-4E78-80EC-422CE2FA1DDD}"/>
                </a:ext>
              </a:extLst>
            </p:cNvPr>
            <p:cNvSpPr>
              <a:spLocks noChangeShapeType="1"/>
            </p:cNvSpPr>
            <p:nvPr/>
          </p:nvSpPr>
          <p:spPr bwMode="auto">
            <a:xfrm>
              <a:off x="4025" y="2242"/>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43" name="Rectangle 27">
              <a:extLst>
                <a:ext uri="{FF2B5EF4-FFF2-40B4-BE49-F238E27FC236}">
                  <a16:creationId xmlns:a16="http://schemas.microsoft.com/office/drawing/2014/main" id="{B7F45A50-6E2D-4248-A945-27F8CA7BC962}"/>
                </a:ext>
              </a:extLst>
            </p:cNvPr>
            <p:cNvSpPr>
              <a:spLocks noChangeArrowheads="1"/>
            </p:cNvSpPr>
            <p:nvPr/>
          </p:nvSpPr>
          <p:spPr bwMode="auto">
            <a:xfrm>
              <a:off x="3712" y="2242"/>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244" name="Oval 28">
              <a:extLst>
                <a:ext uri="{FF2B5EF4-FFF2-40B4-BE49-F238E27FC236}">
                  <a16:creationId xmlns:a16="http://schemas.microsoft.com/office/drawing/2014/main" id="{847A6D43-4DFC-413C-89F2-E6F1B3325951}"/>
                </a:ext>
              </a:extLst>
            </p:cNvPr>
            <p:cNvSpPr>
              <a:spLocks noChangeArrowheads="1"/>
            </p:cNvSpPr>
            <p:nvPr/>
          </p:nvSpPr>
          <p:spPr bwMode="auto">
            <a:xfrm>
              <a:off x="3709" y="2183"/>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245" name="Oval 29">
              <a:extLst>
                <a:ext uri="{FF2B5EF4-FFF2-40B4-BE49-F238E27FC236}">
                  <a16:creationId xmlns:a16="http://schemas.microsoft.com/office/drawing/2014/main" id="{142DFDEC-7DA9-426A-A1D8-EA655118382A}"/>
                </a:ext>
              </a:extLst>
            </p:cNvPr>
            <p:cNvSpPr>
              <a:spLocks noChangeArrowheads="1"/>
            </p:cNvSpPr>
            <p:nvPr/>
          </p:nvSpPr>
          <p:spPr bwMode="auto">
            <a:xfrm>
              <a:off x="3708" y="1559"/>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246" name="Line 30">
              <a:extLst>
                <a:ext uri="{FF2B5EF4-FFF2-40B4-BE49-F238E27FC236}">
                  <a16:creationId xmlns:a16="http://schemas.microsoft.com/office/drawing/2014/main" id="{5D70CB35-7907-4C8C-9E0E-9B913214690C}"/>
                </a:ext>
              </a:extLst>
            </p:cNvPr>
            <p:cNvSpPr>
              <a:spLocks noChangeShapeType="1"/>
            </p:cNvSpPr>
            <p:nvPr/>
          </p:nvSpPr>
          <p:spPr bwMode="auto">
            <a:xfrm>
              <a:off x="3708" y="1552"/>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47" name="Line 31">
              <a:extLst>
                <a:ext uri="{FF2B5EF4-FFF2-40B4-BE49-F238E27FC236}">
                  <a16:creationId xmlns:a16="http://schemas.microsoft.com/office/drawing/2014/main" id="{87E33D7D-0D67-4FDF-876E-FA7D1DAA610B}"/>
                </a:ext>
              </a:extLst>
            </p:cNvPr>
            <p:cNvSpPr>
              <a:spLocks noChangeShapeType="1"/>
            </p:cNvSpPr>
            <p:nvPr/>
          </p:nvSpPr>
          <p:spPr bwMode="auto">
            <a:xfrm>
              <a:off x="4021" y="1552"/>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48" name="Rectangle 32">
              <a:extLst>
                <a:ext uri="{FF2B5EF4-FFF2-40B4-BE49-F238E27FC236}">
                  <a16:creationId xmlns:a16="http://schemas.microsoft.com/office/drawing/2014/main" id="{6B11645C-D07A-4A07-85D2-54F265353D0A}"/>
                </a:ext>
              </a:extLst>
            </p:cNvPr>
            <p:cNvSpPr>
              <a:spLocks noChangeArrowheads="1"/>
            </p:cNvSpPr>
            <p:nvPr/>
          </p:nvSpPr>
          <p:spPr bwMode="auto">
            <a:xfrm>
              <a:off x="3708" y="1552"/>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249" name="Oval 33">
              <a:extLst>
                <a:ext uri="{FF2B5EF4-FFF2-40B4-BE49-F238E27FC236}">
                  <a16:creationId xmlns:a16="http://schemas.microsoft.com/office/drawing/2014/main" id="{BB1846CD-B914-44A0-8BD0-9891C9056930}"/>
                </a:ext>
              </a:extLst>
            </p:cNvPr>
            <p:cNvSpPr>
              <a:spLocks noChangeArrowheads="1"/>
            </p:cNvSpPr>
            <p:nvPr/>
          </p:nvSpPr>
          <p:spPr bwMode="auto">
            <a:xfrm>
              <a:off x="3705" y="1493"/>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250" name="Oval 34">
              <a:extLst>
                <a:ext uri="{FF2B5EF4-FFF2-40B4-BE49-F238E27FC236}">
                  <a16:creationId xmlns:a16="http://schemas.microsoft.com/office/drawing/2014/main" id="{8041D77F-B1B2-4358-A282-5D1904576C48}"/>
                </a:ext>
              </a:extLst>
            </p:cNvPr>
            <p:cNvSpPr>
              <a:spLocks noChangeArrowheads="1"/>
            </p:cNvSpPr>
            <p:nvPr/>
          </p:nvSpPr>
          <p:spPr bwMode="auto">
            <a:xfrm>
              <a:off x="4391" y="1555"/>
              <a:ext cx="312"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251" name="Line 35">
              <a:extLst>
                <a:ext uri="{FF2B5EF4-FFF2-40B4-BE49-F238E27FC236}">
                  <a16:creationId xmlns:a16="http://schemas.microsoft.com/office/drawing/2014/main" id="{B92C44F1-CBB3-4E9F-BA8F-8FFED00B125F}"/>
                </a:ext>
              </a:extLst>
            </p:cNvPr>
            <p:cNvSpPr>
              <a:spLocks noChangeShapeType="1"/>
            </p:cNvSpPr>
            <p:nvPr/>
          </p:nvSpPr>
          <p:spPr bwMode="auto">
            <a:xfrm>
              <a:off x="4391" y="1548"/>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2" name="Line 36">
              <a:extLst>
                <a:ext uri="{FF2B5EF4-FFF2-40B4-BE49-F238E27FC236}">
                  <a16:creationId xmlns:a16="http://schemas.microsoft.com/office/drawing/2014/main" id="{637381B4-DB05-4115-8182-79AE74AF74F7}"/>
                </a:ext>
              </a:extLst>
            </p:cNvPr>
            <p:cNvSpPr>
              <a:spLocks noChangeShapeType="1"/>
            </p:cNvSpPr>
            <p:nvPr/>
          </p:nvSpPr>
          <p:spPr bwMode="auto">
            <a:xfrm>
              <a:off x="4703" y="1548"/>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3" name="Rectangle 37">
              <a:extLst>
                <a:ext uri="{FF2B5EF4-FFF2-40B4-BE49-F238E27FC236}">
                  <a16:creationId xmlns:a16="http://schemas.microsoft.com/office/drawing/2014/main" id="{AC540AB0-6F9F-46B6-B857-3116CFD7DB56}"/>
                </a:ext>
              </a:extLst>
            </p:cNvPr>
            <p:cNvSpPr>
              <a:spLocks noChangeArrowheads="1"/>
            </p:cNvSpPr>
            <p:nvPr/>
          </p:nvSpPr>
          <p:spPr bwMode="auto">
            <a:xfrm>
              <a:off x="4391" y="1548"/>
              <a:ext cx="309"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254" name="Oval 38">
              <a:extLst>
                <a:ext uri="{FF2B5EF4-FFF2-40B4-BE49-F238E27FC236}">
                  <a16:creationId xmlns:a16="http://schemas.microsoft.com/office/drawing/2014/main" id="{CE5F34CB-768B-43E5-BD5E-F2E0D0A6706E}"/>
                </a:ext>
              </a:extLst>
            </p:cNvPr>
            <p:cNvSpPr>
              <a:spLocks noChangeArrowheads="1"/>
            </p:cNvSpPr>
            <p:nvPr/>
          </p:nvSpPr>
          <p:spPr bwMode="auto">
            <a:xfrm>
              <a:off x="4394" y="1492"/>
              <a:ext cx="312"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255" name="Oval 39">
              <a:extLst>
                <a:ext uri="{FF2B5EF4-FFF2-40B4-BE49-F238E27FC236}">
                  <a16:creationId xmlns:a16="http://schemas.microsoft.com/office/drawing/2014/main" id="{83CCE271-DDD6-4CF3-A866-E0390404F589}"/>
                </a:ext>
              </a:extLst>
            </p:cNvPr>
            <p:cNvSpPr>
              <a:spLocks noChangeArrowheads="1"/>
            </p:cNvSpPr>
            <p:nvPr/>
          </p:nvSpPr>
          <p:spPr bwMode="auto">
            <a:xfrm>
              <a:off x="4401" y="2246"/>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256" name="Line 40">
              <a:extLst>
                <a:ext uri="{FF2B5EF4-FFF2-40B4-BE49-F238E27FC236}">
                  <a16:creationId xmlns:a16="http://schemas.microsoft.com/office/drawing/2014/main" id="{C8A7B557-DC75-4EDF-82BB-78C277D228BD}"/>
                </a:ext>
              </a:extLst>
            </p:cNvPr>
            <p:cNvSpPr>
              <a:spLocks noChangeShapeType="1"/>
            </p:cNvSpPr>
            <p:nvPr/>
          </p:nvSpPr>
          <p:spPr bwMode="auto">
            <a:xfrm>
              <a:off x="4401" y="2239"/>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7" name="Line 41">
              <a:extLst>
                <a:ext uri="{FF2B5EF4-FFF2-40B4-BE49-F238E27FC236}">
                  <a16:creationId xmlns:a16="http://schemas.microsoft.com/office/drawing/2014/main" id="{953A0854-267E-450B-A1EA-C1510CDAD22B}"/>
                </a:ext>
              </a:extLst>
            </p:cNvPr>
            <p:cNvSpPr>
              <a:spLocks noChangeShapeType="1"/>
            </p:cNvSpPr>
            <p:nvPr/>
          </p:nvSpPr>
          <p:spPr bwMode="auto">
            <a:xfrm>
              <a:off x="4714" y="2239"/>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8" name="Rectangle 42">
              <a:extLst>
                <a:ext uri="{FF2B5EF4-FFF2-40B4-BE49-F238E27FC236}">
                  <a16:creationId xmlns:a16="http://schemas.microsoft.com/office/drawing/2014/main" id="{9A95FEF4-2F4D-441C-B32D-79482C5941D5}"/>
                </a:ext>
              </a:extLst>
            </p:cNvPr>
            <p:cNvSpPr>
              <a:spLocks noChangeArrowheads="1"/>
            </p:cNvSpPr>
            <p:nvPr/>
          </p:nvSpPr>
          <p:spPr bwMode="auto">
            <a:xfrm>
              <a:off x="4401" y="2239"/>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259" name="Oval 43">
              <a:extLst>
                <a:ext uri="{FF2B5EF4-FFF2-40B4-BE49-F238E27FC236}">
                  <a16:creationId xmlns:a16="http://schemas.microsoft.com/office/drawing/2014/main" id="{A5AFDE87-D42C-4689-95FA-6ED7F34F816C}"/>
                </a:ext>
              </a:extLst>
            </p:cNvPr>
            <p:cNvSpPr>
              <a:spLocks noChangeArrowheads="1"/>
            </p:cNvSpPr>
            <p:nvPr/>
          </p:nvSpPr>
          <p:spPr bwMode="auto">
            <a:xfrm>
              <a:off x="4398" y="2180"/>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260" name="Oval 44">
              <a:extLst>
                <a:ext uri="{FF2B5EF4-FFF2-40B4-BE49-F238E27FC236}">
                  <a16:creationId xmlns:a16="http://schemas.microsoft.com/office/drawing/2014/main" id="{22F9E9E7-CBEA-4997-8FBC-14DA5358235D}"/>
                </a:ext>
              </a:extLst>
            </p:cNvPr>
            <p:cNvSpPr>
              <a:spLocks noChangeArrowheads="1"/>
            </p:cNvSpPr>
            <p:nvPr/>
          </p:nvSpPr>
          <p:spPr bwMode="auto">
            <a:xfrm>
              <a:off x="4966" y="1905"/>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261" name="Line 45">
              <a:extLst>
                <a:ext uri="{FF2B5EF4-FFF2-40B4-BE49-F238E27FC236}">
                  <a16:creationId xmlns:a16="http://schemas.microsoft.com/office/drawing/2014/main" id="{EEBB9C33-A9AE-43F1-A7B2-6156541B6773}"/>
                </a:ext>
              </a:extLst>
            </p:cNvPr>
            <p:cNvSpPr>
              <a:spLocks noChangeShapeType="1"/>
            </p:cNvSpPr>
            <p:nvPr/>
          </p:nvSpPr>
          <p:spPr bwMode="auto">
            <a:xfrm>
              <a:off x="4966" y="1898"/>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62" name="Line 46">
              <a:extLst>
                <a:ext uri="{FF2B5EF4-FFF2-40B4-BE49-F238E27FC236}">
                  <a16:creationId xmlns:a16="http://schemas.microsoft.com/office/drawing/2014/main" id="{3E011AD3-CE52-48A5-AEB4-770F0FCF7ED6}"/>
                </a:ext>
              </a:extLst>
            </p:cNvPr>
            <p:cNvSpPr>
              <a:spLocks noChangeShapeType="1"/>
            </p:cNvSpPr>
            <p:nvPr/>
          </p:nvSpPr>
          <p:spPr bwMode="auto">
            <a:xfrm>
              <a:off x="5279" y="1898"/>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63" name="Rectangle 47">
              <a:extLst>
                <a:ext uri="{FF2B5EF4-FFF2-40B4-BE49-F238E27FC236}">
                  <a16:creationId xmlns:a16="http://schemas.microsoft.com/office/drawing/2014/main" id="{148CE672-7C5D-40A4-AB5C-1B465514C5A6}"/>
                </a:ext>
              </a:extLst>
            </p:cNvPr>
            <p:cNvSpPr>
              <a:spLocks noChangeArrowheads="1"/>
            </p:cNvSpPr>
            <p:nvPr/>
          </p:nvSpPr>
          <p:spPr bwMode="auto">
            <a:xfrm>
              <a:off x="4966" y="1898"/>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264" name="Oval 48">
              <a:extLst>
                <a:ext uri="{FF2B5EF4-FFF2-40B4-BE49-F238E27FC236}">
                  <a16:creationId xmlns:a16="http://schemas.microsoft.com/office/drawing/2014/main" id="{DA8BE557-C9E9-44B3-B276-D7A83AA66FE9}"/>
                </a:ext>
              </a:extLst>
            </p:cNvPr>
            <p:cNvSpPr>
              <a:spLocks noChangeArrowheads="1"/>
            </p:cNvSpPr>
            <p:nvPr/>
          </p:nvSpPr>
          <p:spPr bwMode="auto">
            <a:xfrm>
              <a:off x="4963" y="1839"/>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266" name="Freeform 50">
              <a:extLst>
                <a:ext uri="{FF2B5EF4-FFF2-40B4-BE49-F238E27FC236}">
                  <a16:creationId xmlns:a16="http://schemas.microsoft.com/office/drawing/2014/main" id="{F57FCBB4-7A87-4BDF-85A2-9C1B74114A82}"/>
                </a:ext>
              </a:extLst>
            </p:cNvPr>
            <p:cNvSpPr>
              <a:spLocks/>
            </p:cNvSpPr>
            <p:nvPr/>
          </p:nvSpPr>
          <p:spPr bwMode="auto">
            <a:xfrm>
              <a:off x="3864" y="1653"/>
              <a:ext cx="1" cy="537"/>
            </a:xfrm>
            <a:custGeom>
              <a:avLst/>
              <a:gdLst>
                <a:gd name="T0" fmla="*/ 0 w 1"/>
                <a:gd name="T1" fmla="*/ 0 h 537"/>
                <a:gd name="T2" fmla="*/ 0 w 1"/>
                <a:gd name="T3" fmla="*/ 537 h 537"/>
                <a:gd name="T4" fmla="*/ 0 60000 65536"/>
                <a:gd name="T5" fmla="*/ 0 60000 65536"/>
                <a:gd name="T6" fmla="*/ 0 w 1"/>
                <a:gd name="T7" fmla="*/ 0 h 537"/>
                <a:gd name="T8" fmla="*/ 1 w 1"/>
                <a:gd name="T9" fmla="*/ 537 h 537"/>
              </a:gdLst>
              <a:ahLst/>
              <a:cxnLst>
                <a:cxn ang="T4">
                  <a:pos x="T0" y="T1"/>
                </a:cxn>
                <a:cxn ang="T5">
                  <a:pos x="T2" y="T3"/>
                </a:cxn>
              </a:cxnLst>
              <a:rect l="T6" t="T7" r="T8" b="T9"/>
              <a:pathLst>
                <a:path w="1" h="537">
                  <a:moveTo>
                    <a:pt x="0" y="0"/>
                  </a:moveTo>
                  <a:lnTo>
                    <a:pt x="0" y="537"/>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268" name="Freeform 52">
              <a:extLst>
                <a:ext uri="{FF2B5EF4-FFF2-40B4-BE49-F238E27FC236}">
                  <a16:creationId xmlns:a16="http://schemas.microsoft.com/office/drawing/2014/main" id="{72BBE10E-0876-429F-B475-1C23BFDBB494}"/>
                </a:ext>
              </a:extLst>
            </p:cNvPr>
            <p:cNvSpPr>
              <a:spLocks/>
            </p:cNvSpPr>
            <p:nvPr/>
          </p:nvSpPr>
          <p:spPr bwMode="auto">
            <a:xfrm>
              <a:off x="4716" y="1986"/>
              <a:ext cx="366" cy="270"/>
            </a:xfrm>
            <a:custGeom>
              <a:avLst/>
              <a:gdLst>
                <a:gd name="T0" fmla="*/ 0 w 366"/>
                <a:gd name="T1" fmla="*/ 270 h 270"/>
                <a:gd name="T2" fmla="*/ 366 w 366"/>
                <a:gd name="T3" fmla="*/ 0 h 270"/>
                <a:gd name="T4" fmla="*/ 0 60000 65536"/>
                <a:gd name="T5" fmla="*/ 0 60000 65536"/>
                <a:gd name="T6" fmla="*/ 0 w 366"/>
                <a:gd name="T7" fmla="*/ 0 h 270"/>
                <a:gd name="T8" fmla="*/ 366 w 366"/>
                <a:gd name="T9" fmla="*/ 270 h 270"/>
              </a:gdLst>
              <a:ahLst/>
              <a:cxnLst>
                <a:cxn ang="T4">
                  <a:pos x="T0" y="T1"/>
                </a:cxn>
                <a:cxn ang="T5">
                  <a:pos x="T2" y="T3"/>
                </a:cxn>
              </a:cxnLst>
              <a:rect l="T6" t="T7" r="T8" b="T9"/>
              <a:pathLst>
                <a:path w="366" h="270">
                  <a:moveTo>
                    <a:pt x="0" y="270"/>
                  </a:moveTo>
                  <a:lnTo>
                    <a:pt x="366"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269" name="Freeform 53">
              <a:extLst>
                <a:ext uri="{FF2B5EF4-FFF2-40B4-BE49-F238E27FC236}">
                  <a16:creationId xmlns:a16="http://schemas.microsoft.com/office/drawing/2014/main" id="{50AA9E42-4CA6-4136-A12E-69AD427D56A9}"/>
                </a:ext>
              </a:extLst>
            </p:cNvPr>
            <p:cNvSpPr>
              <a:spLocks/>
            </p:cNvSpPr>
            <p:nvPr/>
          </p:nvSpPr>
          <p:spPr bwMode="auto">
            <a:xfrm>
              <a:off x="4035" y="2268"/>
              <a:ext cx="366" cy="1"/>
            </a:xfrm>
            <a:custGeom>
              <a:avLst/>
              <a:gdLst>
                <a:gd name="T0" fmla="*/ 366 w 366"/>
                <a:gd name="T1" fmla="*/ 0 h 1"/>
                <a:gd name="T2" fmla="*/ 0 w 366"/>
                <a:gd name="T3" fmla="*/ 0 h 1"/>
                <a:gd name="T4" fmla="*/ 0 60000 65536"/>
                <a:gd name="T5" fmla="*/ 0 60000 65536"/>
                <a:gd name="T6" fmla="*/ 0 w 366"/>
                <a:gd name="T7" fmla="*/ 0 h 1"/>
                <a:gd name="T8" fmla="*/ 366 w 366"/>
                <a:gd name="T9" fmla="*/ 1 h 1"/>
              </a:gdLst>
              <a:ahLst/>
              <a:cxnLst>
                <a:cxn ang="T4">
                  <a:pos x="T0" y="T1"/>
                </a:cxn>
                <a:cxn ang="T5">
                  <a:pos x="T2" y="T3"/>
                </a:cxn>
              </a:cxnLst>
              <a:rect l="T6" t="T7" r="T8" b="T9"/>
              <a:pathLst>
                <a:path w="366" h="1">
                  <a:moveTo>
                    <a:pt x="366" y="0"/>
                  </a:moveTo>
                  <a:lnTo>
                    <a:pt x="0"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270" name="Freeform 54">
              <a:extLst>
                <a:ext uri="{FF2B5EF4-FFF2-40B4-BE49-F238E27FC236}">
                  <a16:creationId xmlns:a16="http://schemas.microsoft.com/office/drawing/2014/main" id="{4B41330B-9A39-40B1-B641-CE23C2397809}"/>
                </a:ext>
              </a:extLst>
            </p:cNvPr>
            <p:cNvSpPr>
              <a:spLocks/>
            </p:cNvSpPr>
            <p:nvPr/>
          </p:nvSpPr>
          <p:spPr bwMode="auto">
            <a:xfrm>
              <a:off x="3444" y="1944"/>
              <a:ext cx="276" cy="264"/>
            </a:xfrm>
            <a:custGeom>
              <a:avLst/>
              <a:gdLst>
                <a:gd name="T0" fmla="*/ 276 w 276"/>
                <a:gd name="T1" fmla="*/ 264 h 264"/>
                <a:gd name="T2" fmla="*/ 0 w 276"/>
                <a:gd name="T3" fmla="*/ 0 h 264"/>
                <a:gd name="T4" fmla="*/ 0 60000 65536"/>
                <a:gd name="T5" fmla="*/ 0 60000 65536"/>
                <a:gd name="T6" fmla="*/ 0 w 276"/>
                <a:gd name="T7" fmla="*/ 0 h 264"/>
                <a:gd name="T8" fmla="*/ 276 w 276"/>
                <a:gd name="T9" fmla="*/ 264 h 264"/>
              </a:gdLst>
              <a:ahLst/>
              <a:cxnLst>
                <a:cxn ang="T4">
                  <a:pos x="T0" y="T1"/>
                </a:cxn>
                <a:cxn ang="T5">
                  <a:pos x="T2" y="T3"/>
                </a:cxn>
              </a:cxnLst>
              <a:rect l="T6" t="T7" r="T8" b="T9"/>
              <a:pathLst>
                <a:path w="276" h="264">
                  <a:moveTo>
                    <a:pt x="276" y="264"/>
                  </a:moveTo>
                  <a:lnTo>
                    <a:pt x="0"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273" name="Freeform 57">
              <a:extLst>
                <a:ext uri="{FF2B5EF4-FFF2-40B4-BE49-F238E27FC236}">
                  <a16:creationId xmlns:a16="http://schemas.microsoft.com/office/drawing/2014/main" id="{ABD4F63C-B916-43F2-8E87-46A227618EB6}"/>
                </a:ext>
              </a:extLst>
            </p:cNvPr>
            <p:cNvSpPr>
              <a:spLocks/>
            </p:cNvSpPr>
            <p:nvPr/>
          </p:nvSpPr>
          <p:spPr bwMode="auto">
            <a:xfrm>
              <a:off x="3387" y="1146"/>
              <a:ext cx="1110" cy="645"/>
            </a:xfrm>
            <a:custGeom>
              <a:avLst/>
              <a:gdLst>
                <a:gd name="T0" fmla="*/ 1110 w 1110"/>
                <a:gd name="T1" fmla="*/ 342 h 645"/>
                <a:gd name="T2" fmla="*/ 0 w 1110"/>
                <a:gd name="T3" fmla="*/ 645 h 645"/>
                <a:gd name="T4" fmla="*/ 0 60000 65536"/>
                <a:gd name="T5" fmla="*/ 0 60000 65536"/>
                <a:gd name="T6" fmla="*/ 0 w 1110"/>
                <a:gd name="T7" fmla="*/ 0 h 645"/>
                <a:gd name="T8" fmla="*/ 1110 w 1110"/>
                <a:gd name="T9" fmla="*/ 645 h 645"/>
              </a:gdLst>
              <a:ahLst/>
              <a:cxnLst>
                <a:cxn ang="T4">
                  <a:pos x="T0" y="T1"/>
                </a:cxn>
                <a:cxn ang="T5">
                  <a:pos x="T2" y="T3"/>
                </a:cxn>
              </a:cxnLst>
              <a:rect l="T6" t="T7" r="T8" b="T9"/>
              <a:pathLst>
                <a:path w="1110" h="645">
                  <a:moveTo>
                    <a:pt x="1110" y="342"/>
                  </a:moveTo>
                  <a:cubicBezTo>
                    <a:pt x="1104" y="0"/>
                    <a:pt x="21" y="63"/>
                    <a:pt x="0" y="645"/>
                  </a:cubicBez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nvGrpSpPr>
            <p:cNvPr id="274" name="Group 58">
              <a:extLst>
                <a:ext uri="{FF2B5EF4-FFF2-40B4-BE49-F238E27FC236}">
                  <a16:creationId xmlns:a16="http://schemas.microsoft.com/office/drawing/2014/main" id="{51ED7ED1-48C0-44A8-8130-56D8C1936DCF}"/>
                </a:ext>
              </a:extLst>
            </p:cNvPr>
            <p:cNvGrpSpPr>
              <a:grpSpLocks/>
            </p:cNvGrpSpPr>
            <p:nvPr/>
          </p:nvGrpSpPr>
          <p:grpSpPr bwMode="auto">
            <a:xfrm>
              <a:off x="3287" y="1744"/>
              <a:ext cx="205" cy="250"/>
              <a:chOff x="2954" y="2425"/>
              <a:chExt cx="208" cy="250"/>
            </a:xfrm>
          </p:grpSpPr>
          <p:sp>
            <p:nvSpPr>
              <p:cNvPr id="290" name="Rectangle 59">
                <a:extLst>
                  <a:ext uri="{FF2B5EF4-FFF2-40B4-BE49-F238E27FC236}">
                    <a16:creationId xmlns:a16="http://schemas.microsoft.com/office/drawing/2014/main" id="{201CB8D5-38DC-4B4E-AC0C-9FA136DE4E09}"/>
                  </a:ext>
                </a:extLst>
              </p:cNvPr>
              <p:cNvSpPr>
                <a:spLocks noChangeArrowheads="1"/>
              </p:cNvSpPr>
              <p:nvPr/>
            </p:nvSpPr>
            <p:spPr bwMode="auto">
              <a:xfrm>
                <a:off x="2982" y="2490"/>
                <a:ext cx="144"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291" name="Text Box 60">
                <a:extLst>
                  <a:ext uri="{FF2B5EF4-FFF2-40B4-BE49-F238E27FC236}">
                    <a16:creationId xmlns:a16="http://schemas.microsoft.com/office/drawing/2014/main" id="{C680CF79-6972-40F7-AD22-99E36020639B}"/>
                  </a:ext>
                </a:extLst>
              </p:cNvPr>
              <p:cNvSpPr txBox="1">
                <a:spLocks noChangeArrowheads="1"/>
              </p:cNvSpPr>
              <p:nvPr/>
            </p:nvSpPr>
            <p:spPr bwMode="auto">
              <a:xfrm>
                <a:off x="2954" y="2425"/>
                <a:ext cx="20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u</a:t>
                </a:r>
                <a:endParaRPr lang="en-US" altLang="en-US" sz="2400"/>
              </a:p>
            </p:txBody>
          </p:sp>
        </p:grpSp>
        <p:grpSp>
          <p:nvGrpSpPr>
            <p:cNvPr id="275" name="Group 61">
              <a:extLst>
                <a:ext uri="{FF2B5EF4-FFF2-40B4-BE49-F238E27FC236}">
                  <a16:creationId xmlns:a16="http://schemas.microsoft.com/office/drawing/2014/main" id="{2F1C5381-ECA7-48D9-B9CA-A2E679DC26C6}"/>
                </a:ext>
              </a:extLst>
            </p:cNvPr>
            <p:cNvGrpSpPr>
              <a:grpSpLocks/>
            </p:cNvGrpSpPr>
            <p:nvPr/>
          </p:nvGrpSpPr>
          <p:grpSpPr bwMode="auto">
            <a:xfrm>
              <a:off x="4461" y="2128"/>
              <a:ext cx="196" cy="250"/>
              <a:chOff x="2958" y="2425"/>
              <a:chExt cx="199" cy="250"/>
            </a:xfrm>
          </p:grpSpPr>
          <p:sp>
            <p:nvSpPr>
              <p:cNvPr id="288" name="Rectangle 62">
                <a:extLst>
                  <a:ext uri="{FF2B5EF4-FFF2-40B4-BE49-F238E27FC236}">
                    <a16:creationId xmlns:a16="http://schemas.microsoft.com/office/drawing/2014/main" id="{A9BF826B-88CD-45DB-8529-2F24A142B72A}"/>
                  </a:ext>
                </a:extLst>
              </p:cNvPr>
              <p:cNvSpPr>
                <a:spLocks noChangeArrowheads="1"/>
              </p:cNvSpPr>
              <p:nvPr/>
            </p:nvSpPr>
            <p:spPr bwMode="auto">
              <a:xfrm>
                <a:off x="2982" y="2490"/>
                <a:ext cx="142"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289" name="Text Box 63">
                <a:extLst>
                  <a:ext uri="{FF2B5EF4-FFF2-40B4-BE49-F238E27FC236}">
                    <a16:creationId xmlns:a16="http://schemas.microsoft.com/office/drawing/2014/main" id="{DC2ABAC7-1581-4CC6-8FCC-1727D23A58B0}"/>
                  </a:ext>
                </a:extLst>
              </p:cNvPr>
              <p:cNvSpPr txBox="1">
                <a:spLocks noChangeArrowheads="1"/>
              </p:cNvSpPr>
              <p:nvPr/>
            </p:nvSpPr>
            <p:spPr bwMode="auto">
              <a:xfrm>
                <a:off x="2958" y="2425"/>
                <a:ext cx="19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y</a:t>
                </a:r>
                <a:endParaRPr lang="en-US" altLang="en-US" sz="2400"/>
              </a:p>
            </p:txBody>
          </p:sp>
        </p:grpSp>
        <p:grpSp>
          <p:nvGrpSpPr>
            <p:cNvPr id="276" name="Group 64">
              <a:extLst>
                <a:ext uri="{FF2B5EF4-FFF2-40B4-BE49-F238E27FC236}">
                  <a16:creationId xmlns:a16="http://schemas.microsoft.com/office/drawing/2014/main" id="{3C4FC19B-4BB6-4079-9607-6E85DE05AB60}"/>
                </a:ext>
              </a:extLst>
            </p:cNvPr>
            <p:cNvGrpSpPr>
              <a:grpSpLocks/>
            </p:cNvGrpSpPr>
            <p:nvPr/>
          </p:nvGrpSpPr>
          <p:grpSpPr bwMode="auto">
            <a:xfrm>
              <a:off x="3772" y="2095"/>
              <a:ext cx="212" cy="288"/>
              <a:chOff x="2951" y="2395"/>
              <a:chExt cx="213" cy="288"/>
            </a:xfrm>
          </p:grpSpPr>
          <p:sp>
            <p:nvSpPr>
              <p:cNvPr id="286" name="Rectangle 65">
                <a:extLst>
                  <a:ext uri="{FF2B5EF4-FFF2-40B4-BE49-F238E27FC236}">
                    <a16:creationId xmlns:a16="http://schemas.microsoft.com/office/drawing/2014/main" id="{35B847F3-1B0B-41EE-A305-8ED61253E7B6}"/>
                  </a:ext>
                </a:extLst>
              </p:cNvPr>
              <p:cNvSpPr>
                <a:spLocks noChangeArrowheads="1"/>
              </p:cNvSpPr>
              <p:nvPr/>
            </p:nvSpPr>
            <p:spPr bwMode="auto">
              <a:xfrm>
                <a:off x="2982" y="2490"/>
                <a:ext cx="144"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287" name="Text Box 66">
                <a:extLst>
                  <a:ext uri="{FF2B5EF4-FFF2-40B4-BE49-F238E27FC236}">
                    <a16:creationId xmlns:a16="http://schemas.microsoft.com/office/drawing/2014/main" id="{1DB760E1-E27A-4F5E-B1B1-FE68C3643DFB}"/>
                  </a:ext>
                </a:extLst>
              </p:cNvPr>
              <p:cNvSpPr txBox="1">
                <a:spLocks noChangeArrowheads="1"/>
              </p:cNvSpPr>
              <p:nvPr/>
            </p:nvSpPr>
            <p:spPr bwMode="auto">
              <a:xfrm>
                <a:off x="2951" y="2395"/>
                <a:ext cx="21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400" dirty="0"/>
                  <a:t>x</a:t>
                </a:r>
              </a:p>
            </p:txBody>
          </p:sp>
        </p:grpSp>
        <p:grpSp>
          <p:nvGrpSpPr>
            <p:cNvPr id="277" name="Group 67">
              <a:extLst>
                <a:ext uri="{FF2B5EF4-FFF2-40B4-BE49-F238E27FC236}">
                  <a16:creationId xmlns:a16="http://schemas.microsoft.com/office/drawing/2014/main" id="{178F5AE4-C7D7-4B05-9853-D3A4BE464E87}"/>
                </a:ext>
              </a:extLst>
            </p:cNvPr>
            <p:cNvGrpSpPr>
              <a:grpSpLocks/>
            </p:cNvGrpSpPr>
            <p:nvPr/>
          </p:nvGrpSpPr>
          <p:grpSpPr bwMode="auto">
            <a:xfrm>
              <a:off x="4438" y="1438"/>
              <a:ext cx="232" cy="250"/>
              <a:chOff x="2941" y="2425"/>
              <a:chExt cx="235" cy="250"/>
            </a:xfrm>
          </p:grpSpPr>
          <p:sp>
            <p:nvSpPr>
              <p:cNvPr id="284" name="Rectangle 68">
                <a:extLst>
                  <a:ext uri="{FF2B5EF4-FFF2-40B4-BE49-F238E27FC236}">
                    <a16:creationId xmlns:a16="http://schemas.microsoft.com/office/drawing/2014/main" id="{1ED6AF40-1827-4600-8721-5389B1300BEF}"/>
                  </a:ext>
                </a:extLst>
              </p:cNvPr>
              <p:cNvSpPr>
                <a:spLocks noChangeArrowheads="1"/>
              </p:cNvSpPr>
              <p:nvPr/>
            </p:nvSpPr>
            <p:spPr bwMode="auto">
              <a:xfrm>
                <a:off x="2982" y="2490"/>
                <a:ext cx="146"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285" name="Text Box 69">
                <a:extLst>
                  <a:ext uri="{FF2B5EF4-FFF2-40B4-BE49-F238E27FC236}">
                    <a16:creationId xmlns:a16="http://schemas.microsoft.com/office/drawing/2014/main" id="{3934750E-00DA-424D-895C-6DAE23FADA8B}"/>
                  </a:ext>
                </a:extLst>
              </p:cNvPr>
              <p:cNvSpPr txBox="1">
                <a:spLocks noChangeArrowheads="1"/>
              </p:cNvSpPr>
              <p:nvPr/>
            </p:nvSpPr>
            <p:spPr bwMode="auto">
              <a:xfrm>
                <a:off x="2941" y="2425"/>
                <a:ext cx="23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w</a:t>
                </a:r>
                <a:endParaRPr lang="en-US" altLang="en-US" sz="2400"/>
              </a:p>
            </p:txBody>
          </p:sp>
        </p:grpSp>
        <p:grpSp>
          <p:nvGrpSpPr>
            <p:cNvPr id="278" name="Group 70">
              <a:extLst>
                <a:ext uri="{FF2B5EF4-FFF2-40B4-BE49-F238E27FC236}">
                  <a16:creationId xmlns:a16="http://schemas.microsoft.com/office/drawing/2014/main" id="{A0C0A75D-37AD-456D-9BE2-7A4C5CD9D12A}"/>
                </a:ext>
              </a:extLst>
            </p:cNvPr>
            <p:cNvGrpSpPr>
              <a:grpSpLocks/>
            </p:cNvGrpSpPr>
            <p:nvPr/>
          </p:nvGrpSpPr>
          <p:grpSpPr bwMode="auto">
            <a:xfrm>
              <a:off x="3771" y="1438"/>
              <a:ext cx="196" cy="250"/>
              <a:chOff x="2958" y="2425"/>
              <a:chExt cx="199" cy="250"/>
            </a:xfrm>
          </p:grpSpPr>
          <p:sp>
            <p:nvSpPr>
              <p:cNvPr id="282" name="Rectangle 71">
                <a:extLst>
                  <a:ext uri="{FF2B5EF4-FFF2-40B4-BE49-F238E27FC236}">
                    <a16:creationId xmlns:a16="http://schemas.microsoft.com/office/drawing/2014/main" id="{742A5D87-A1A4-4A35-A755-416FA99E2E9E}"/>
                  </a:ext>
                </a:extLst>
              </p:cNvPr>
              <p:cNvSpPr>
                <a:spLocks noChangeArrowheads="1"/>
              </p:cNvSpPr>
              <p:nvPr/>
            </p:nvSpPr>
            <p:spPr bwMode="auto">
              <a:xfrm>
                <a:off x="2982" y="2490"/>
                <a:ext cx="142"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283" name="Text Box 72">
                <a:extLst>
                  <a:ext uri="{FF2B5EF4-FFF2-40B4-BE49-F238E27FC236}">
                    <a16:creationId xmlns:a16="http://schemas.microsoft.com/office/drawing/2014/main" id="{B584C99E-D25A-45FB-BC65-89F956199EFC}"/>
                  </a:ext>
                </a:extLst>
              </p:cNvPr>
              <p:cNvSpPr txBox="1">
                <a:spLocks noChangeArrowheads="1"/>
              </p:cNvSpPr>
              <p:nvPr/>
            </p:nvSpPr>
            <p:spPr bwMode="auto">
              <a:xfrm>
                <a:off x="2958" y="2425"/>
                <a:ext cx="19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v</a:t>
                </a:r>
                <a:endParaRPr lang="en-US" altLang="en-US" sz="2400"/>
              </a:p>
            </p:txBody>
          </p:sp>
        </p:grpSp>
        <p:grpSp>
          <p:nvGrpSpPr>
            <p:cNvPr id="279" name="Group 73">
              <a:extLst>
                <a:ext uri="{FF2B5EF4-FFF2-40B4-BE49-F238E27FC236}">
                  <a16:creationId xmlns:a16="http://schemas.microsoft.com/office/drawing/2014/main" id="{68959E09-2781-491E-8036-E8C017A807A2}"/>
                </a:ext>
              </a:extLst>
            </p:cNvPr>
            <p:cNvGrpSpPr>
              <a:grpSpLocks/>
            </p:cNvGrpSpPr>
            <p:nvPr/>
          </p:nvGrpSpPr>
          <p:grpSpPr bwMode="auto">
            <a:xfrm>
              <a:off x="5025" y="1756"/>
              <a:ext cx="212" cy="288"/>
              <a:chOff x="2949" y="2395"/>
              <a:chExt cx="214" cy="288"/>
            </a:xfrm>
          </p:grpSpPr>
          <p:sp>
            <p:nvSpPr>
              <p:cNvPr id="280" name="Rectangle 74">
                <a:extLst>
                  <a:ext uri="{FF2B5EF4-FFF2-40B4-BE49-F238E27FC236}">
                    <a16:creationId xmlns:a16="http://schemas.microsoft.com/office/drawing/2014/main" id="{DB9B6574-E9B6-439A-A329-01867C89CDA2}"/>
                  </a:ext>
                </a:extLst>
              </p:cNvPr>
              <p:cNvSpPr>
                <a:spLocks noChangeArrowheads="1"/>
              </p:cNvSpPr>
              <p:nvPr/>
            </p:nvSpPr>
            <p:spPr bwMode="auto">
              <a:xfrm>
                <a:off x="2982" y="2490"/>
                <a:ext cx="142"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281" name="Text Box 75">
                <a:extLst>
                  <a:ext uri="{FF2B5EF4-FFF2-40B4-BE49-F238E27FC236}">
                    <a16:creationId xmlns:a16="http://schemas.microsoft.com/office/drawing/2014/main" id="{C6E82E24-8CB6-4A59-9FF2-B15141846B1A}"/>
                  </a:ext>
                </a:extLst>
              </p:cNvPr>
              <p:cNvSpPr txBox="1">
                <a:spLocks noChangeArrowheads="1"/>
              </p:cNvSpPr>
              <p:nvPr/>
            </p:nvSpPr>
            <p:spPr bwMode="auto">
              <a:xfrm>
                <a:off x="2949" y="2395"/>
                <a:ext cx="21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400"/>
                  <a:t>z</a:t>
                </a:r>
              </a:p>
            </p:txBody>
          </p:sp>
        </p:grpSp>
      </p:grpSp>
      <p:sp>
        <p:nvSpPr>
          <p:cNvPr id="2" name="Tiêu đề 1">
            <a:extLst>
              <a:ext uri="{FF2B5EF4-FFF2-40B4-BE49-F238E27FC236}">
                <a16:creationId xmlns:a16="http://schemas.microsoft.com/office/drawing/2014/main" id="{FC9E69C0-73D2-4960-A59D-7D3A5E9CBEDA}"/>
              </a:ext>
            </a:extLst>
          </p:cNvPr>
          <p:cNvSpPr>
            <a:spLocks noGrp="1"/>
          </p:cNvSpPr>
          <p:nvPr>
            <p:ph type="ctrTitle"/>
          </p:nvPr>
        </p:nvSpPr>
        <p:spPr/>
        <p:txBody>
          <a:bodyPr/>
          <a:lstStyle/>
          <a:p>
            <a:endParaRPr lang="en-US"/>
          </a:p>
        </p:txBody>
      </p:sp>
      <p:sp>
        <p:nvSpPr>
          <p:cNvPr id="5" name="Tiêu đề phụ 4">
            <a:extLst>
              <a:ext uri="{FF2B5EF4-FFF2-40B4-BE49-F238E27FC236}">
                <a16:creationId xmlns:a16="http://schemas.microsoft.com/office/drawing/2014/main" id="{A889BA3B-8E84-41DF-9268-12271D7EE8EE}"/>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6122971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trips(downLeft)">
                                      <p:cBhvr>
                                        <p:cTn id="7" dur="500"/>
                                        <p:tgtEl>
                                          <p:spTgt spid="4"/>
                                        </p:tgtEl>
                                      </p:cBhvr>
                                    </p:animEffect>
                                  </p:childTnLst>
                                </p:cTn>
                              </p:par>
                              <p:par>
                                <p:cTn id="8" presetID="18" presetClass="entr" presetSubtype="12"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strips(downLeft)">
                                      <p:cBhvr>
                                        <p:cTn id="10" dur="500"/>
                                        <p:tgtEl>
                                          <p:spTgt spid="8"/>
                                        </p:tgtEl>
                                      </p:cBhvr>
                                    </p:animEffect>
                                  </p:childTnLst>
                                </p:cTn>
                              </p:par>
                              <p:par>
                                <p:cTn id="11" presetID="18" presetClass="entr" presetSubtype="12"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strips(downLeft)">
                                      <p:cBhvr>
                                        <p:cTn id="13" dur="500"/>
                                        <p:tgtEl>
                                          <p:spTgt spid="12"/>
                                        </p:tgtEl>
                                      </p:cBhvr>
                                    </p:animEffect>
                                  </p:childTnLst>
                                </p:cTn>
                              </p:par>
                              <p:par>
                                <p:cTn id="14" presetID="18" presetClass="entr" presetSubtype="12"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strips(downLeft)">
                                      <p:cBhvr>
                                        <p:cTn id="16" dur="500"/>
                                        <p:tgtEl>
                                          <p:spTgt spid="13"/>
                                        </p:tgtEl>
                                      </p:cBhvr>
                                    </p:animEffect>
                                  </p:childTnLst>
                                </p:cTn>
                              </p:par>
                              <p:par>
                                <p:cTn id="17" presetID="18" presetClass="entr" presetSubtype="12"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strips(downLeft)">
                                      <p:cBhvr>
                                        <p:cTn id="19" dur="500"/>
                                        <p:tgtEl>
                                          <p:spTgt spid="14"/>
                                        </p:tgtEl>
                                      </p:cBhvr>
                                    </p:animEffect>
                                  </p:childTnLst>
                                </p:cTn>
                              </p:par>
                              <p:par>
                                <p:cTn id="20" presetID="18" presetClass="entr" presetSubtype="12" fill="hold" grpId="0" nodeType="with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strips(downLeft)">
                                      <p:cBhvr>
                                        <p:cTn id="22" dur="500"/>
                                        <p:tgtEl>
                                          <p:spTgt spid="23"/>
                                        </p:tgtEl>
                                      </p:cBhvr>
                                    </p:animEffect>
                                  </p:childTnLst>
                                </p:cTn>
                              </p:par>
                              <p:par>
                                <p:cTn id="23" presetID="18" presetClass="entr" presetSubtype="12"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strips(downLeft)">
                                      <p:cBhvr>
                                        <p:cTn id="25" dur="500"/>
                                        <p:tgtEl>
                                          <p:spTgt spid="24"/>
                                        </p:tgtEl>
                                      </p:cBhvr>
                                    </p:animEffect>
                                  </p:childTnLst>
                                </p:cTn>
                              </p:par>
                              <p:par>
                                <p:cTn id="26" presetID="18" presetClass="entr" presetSubtype="12" fill="hold" grpId="0" nodeType="with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strips(downLeft)">
                                      <p:cBhvr>
                                        <p:cTn id="28" dur="500"/>
                                        <p:tgtEl>
                                          <p:spTgt spid="25"/>
                                        </p:tgtEl>
                                      </p:cBhvr>
                                    </p:animEffect>
                                  </p:childTnLst>
                                </p:cTn>
                              </p:par>
                              <p:par>
                                <p:cTn id="29" presetID="18" presetClass="entr" presetSubtype="12" fill="hold" grpId="0" nodeType="with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strips(downLeft)">
                                      <p:cBhvr>
                                        <p:cTn id="31" dur="500"/>
                                        <p:tgtEl>
                                          <p:spTgt spid="22"/>
                                        </p:tgtEl>
                                      </p:cBhvr>
                                    </p:animEffect>
                                  </p:childTnLst>
                                </p:cTn>
                              </p:par>
                              <p:par>
                                <p:cTn id="32" presetID="18" presetClass="entr" presetSubtype="12" fill="hold" grpId="0" nodeType="with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strips(downLeft)">
                                      <p:cBhvr>
                                        <p:cTn id="34" dur="500"/>
                                        <p:tgtEl>
                                          <p:spTgt spid="16"/>
                                        </p:tgtEl>
                                      </p:cBhvr>
                                    </p:animEffect>
                                  </p:childTnLst>
                                </p:cTn>
                              </p:par>
                              <p:par>
                                <p:cTn id="35" presetID="18" presetClass="entr" presetSubtype="12" fill="hold" grpId="0" nodeType="withEffect" nodePh="1">
                                  <p:stCondLst>
                                    <p:cond delay="0"/>
                                  </p:stCondLst>
                                  <p:endCondLst>
                                    <p:cond evt="begin" delay="0">
                                      <p:tn val="35"/>
                                    </p:cond>
                                  </p:endCondLst>
                                  <p:childTnLst>
                                    <p:set>
                                      <p:cBhvr>
                                        <p:cTn id="36" dur="1" fill="hold">
                                          <p:stCondLst>
                                            <p:cond delay="0"/>
                                          </p:stCondLst>
                                        </p:cTn>
                                        <p:tgtEl>
                                          <p:spTgt spid="17"/>
                                        </p:tgtEl>
                                        <p:attrNameLst>
                                          <p:attrName>style.visibility</p:attrName>
                                        </p:attrNameLst>
                                      </p:cBhvr>
                                      <p:to>
                                        <p:strVal val="visible"/>
                                      </p:to>
                                    </p:set>
                                    <p:animEffect transition="in" filter="strips(downLeft)">
                                      <p:cBhvr>
                                        <p:cTn id="37" dur="500"/>
                                        <p:tgtEl>
                                          <p:spTgt spid="17"/>
                                        </p:tgtEl>
                                      </p:cBhvr>
                                    </p:animEffect>
                                  </p:childTnLst>
                                </p:cTn>
                              </p:par>
                            </p:childTnLst>
                          </p:cTn>
                        </p:par>
                      </p:childTnLst>
                    </p:cTn>
                  </p:par>
                  <p:par>
                    <p:cTn id="38" fill="hold">
                      <p:stCondLst>
                        <p:cond delay="indefinite"/>
                      </p:stCondLst>
                      <p:childTnLst>
                        <p:par>
                          <p:cTn id="39" fill="hold">
                            <p:stCondLst>
                              <p:cond delay="0"/>
                            </p:stCondLst>
                            <p:childTnLst>
                              <p:par>
                                <p:cTn id="40" presetID="1" presetClass="emph" presetSubtype="2" fill="hold" nodeType="clickEffect">
                                  <p:stCondLst>
                                    <p:cond delay="0"/>
                                  </p:stCondLst>
                                  <p:childTnLst>
                                    <p:animClr clrSpc="rgb" dir="cw">
                                      <p:cBhvr>
                                        <p:cTn id="41" dur="2000" fill="hold"/>
                                        <p:tgtEl>
                                          <p:spTgt spid="12"/>
                                        </p:tgtEl>
                                        <p:attrNameLst>
                                          <p:attrName>fillcolor</p:attrName>
                                        </p:attrNameLst>
                                      </p:cBhvr>
                                      <p:to>
                                        <a:schemeClr val="accent2"/>
                                      </p:to>
                                    </p:animClr>
                                    <p:set>
                                      <p:cBhvr>
                                        <p:cTn id="42" dur="2000" fill="hold"/>
                                        <p:tgtEl>
                                          <p:spTgt spid="12"/>
                                        </p:tgtEl>
                                        <p:attrNameLst>
                                          <p:attrName>fill.type</p:attrName>
                                        </p:attrNameLst>
                                      </p:cBhvr>
                                      <p:to>
                                        <p:strVal val="solid"/>
                                      </p:to>
                                    </p:set>
                                    <p:set>
                                      <p:cBhvr>
                                        <p:cTn id="43" dur="2000" fill="hold"/>
                                        <p:tgtEl>
                                          <p:spTgt spid="12"/>
                                        </p:tgtEl>
                                        <p:attrNameLst>
                                          <p:attrName>fill.on</p:attrName>
                                        </p:attrNameLst>
                                      </p:cBhvr>
                                      <p:to>
                                        <p:strVal val="true"/>
                                      </p:to>
                                    </p:set>
                                  </p:childTnLst>
                                </p:cTn>
                              </p:par>
                              <p:par>
                                <p:cTn id="44" presetID="1" presetClass="emph" presetSubtype="2" fill="hold" nodeType="withEffect">
                                  <p:stCondLst>
                                    <p:cond delay="0"/>
                                  </p:stCondLst>
                                  <p:childTnLst>
                                    <p:animClr clrSpc="rgb" dir="cw">
                                      <p:cBhvr>
                                        <p:cTn id="45" dur="2000" fill="hold"/>
                                        <p:tgtEl>
                                          <p:spTgt spid="25"/>
                                        </p:tgtEl>
                                        <p:attrNameLst>
                                          <p:attrName>fillcolor</p:attrName>
                                        </p:attrNameLst>
                                      </p:cBhvr>
                                      <p:to>
                                        <a:schemeClr val="accent2"/>
                                      </p:to>
                                    </p:animClr>
                                    <p:set>
                                      <p:cBhvr>
                                        <p:cTn id="46" dur="2000" fill="hold"/>
                                        <p:tgtEl>
                                          <p:spTgt spid="25"/>
                                        </p:tgtEl>
                                        <p:attrNameLst>
                                          <p:attrName>fill.type</p:attrName>
                                        </p:attrNameLst>
                                      </p:cBhvr>
                                      <p:to>
                                        <p:strVal val="solid"/>
                                      </p:to>
                                    </p:set>
                                    <p:set>
                                      <p:cBhvr>
                                        <p:cTn id="47" dur="2000" fill="hold"/>
                                        <p:tgtEl>
                                          <p:spTgt spid="25"/>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P spid="12" grpId="0" animBg="1"/>
      <p:bldP spid="13" grpId="0" animBg="1"/>
      <p:bldP spid="14" grpId="0" animBg="1"/>
      <p:bldP spid="22" grpId="0" animBg="1"/>
      <p:bldP spid="23" grpId="0" animBg="1"/>
      <p:bldP spid="24" grpId="0" animBg="1"/>
      <p:bldP spid="25" grpId="0" animBg="1"/>
      <p:bldP spid="16" grpId="0"/>
      <p:bldP spid="17"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ame 3"/>
          <p:cNvSpPr/>
          <p:nvPr/>
        </p:nvSpPr>
        <p:spPr>
          <a:xfrm>
            <a:off x="75302" y="74294"/>
            <a:ext cx="11984019" cy="2386402"/>
          </a:xfrm>
          <a:prstGeom prst="frame">
            <a:avLst>
              <a:gd name="adj1" fmla="val 3135"/>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800" b="1" dirty="0">
              <a:solidFill>
                <a:schemeClr val="tx1"/>
              </a:solidFill>
            </a:endParaRPr>
          </a:p>
        </p:txBody>
      </p:sp>
      <p:sp>
        <p:nvSpPr>
          <p:cNvPr id="8" name="Frame 7"/>
          <p:cNvSpPr/>
          <p:nvPr/>
        </p:nvSpPr>
        <p:spPr>
          <a:xfrm>
            <a:off x="75304" y="2506531"/>
            <a:ext cx="11927094" cy="957247"/>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Frame 11"/>
          <p:cNvSpPr/>
          <p:nvPr/>
        </p:nvSpPr>
        <p:spPr>
          <a:xfrm>
            <a:off x="75302" y="3555826"/>
            <a:ext cx="11927094" cy="957248"/>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Frame 12"/>
          <p:cNvSpPr/>
          <p:nvPr/>
        </p:nvSpPr>
        <p:spPr>
          <a:xfrm>
            <a:off x="75302" y="4661275"/>
            <a:ext cx="11927096" cy="946929"/>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Frame 13"/>
          <p:cNvSpPr/>
          <p:nvPr/>
        </p:nvSpPr>
        <p:spPr>
          <a:xfrm>
            <a:off x="75304" y="5798118"/>
            <a:ext cx="11927092" cy="946929"/>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2" name="Oval 21"/>
          <p:cNvSpPr/>
          <p:nvPr/>
        </p:nvSpPr>
        <p:spPr>
          <a:xfrm>
            <a:off x="189602" y="2590928"/>
            <a:ext cx="829575" cy="7993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A</a:t>
            </a:r>
          </a:p>
        </p:txBody>
      </p:sp>
      <p:sp>
        <p:nvSpPr>
          <p:cNvPr id="23" name="Oval 22"/>
          <p:cNvSpPr/>
          <p:nvPr/>
        </p:nvSpPr>
        <p:spPr>
          <a:xfrm>
            <a:off x="189597" y="5853069"/>
            <a:ext cx="829575" cy="7993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D</a:t>
            </a:r>
          </a:p>
        </p:txBody>
      </p:sp>
      <p:sp>
        <p:nvSpPr>
          <p:cNvPr id="24" name="Oval 23"/>
          <p:cNvSpPr/>
          <p:nvPr/>
        </p:nvSpPr>
        <p:spPr>
          <a:xfrm>
            <a:off x="208036" y="4745627"/>
            <a:ext cx="829575" cy="7993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C</a:t>
            </a:r>
          </a:p>
        </p:txBody>
      </p:sp>
      <p:sp>
        <p:nvSpPr>
          <p:cNvPr id="25" name="Oval 24"/>
          <p:cNvSpPr/>
          <p:nvPr/>
        </p:nvSpPr>
        <p:spPr>
          <a:xfrm>
            <a:off x="189598" y="3634752"/>
            <a:ext cx="829575" cy="7993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B</a:t>
            </a:r>
          </a:p>
        </p:txBody>
      </p:sp>
      <p:sp>
        <p:nvSpPr>
          <p:cNvPr id="16" name="TextBox 15"/>
          <p:cNvSpPr txBox="1"/>
          <p:nvPr/>
        </p:nvSpPr>
        <p:spPr>
          <a:xfrm>
            <a:off x="1133469" y="3849783"/>
            <a:ext cx="5528586" cy="369332"/>
          </a:xfrm>
          <a:prstGeom prst="rect">
            <a:avLst/>
          </a:prstGeom>
          <a:noFill/>
        </p:spPr>
        <p:txBody>
          <a:bodyPr wrap="square" rtlCol="0">
            <a:spAutoFit/>
          </a:bodyPr>
          <a:lstStyle/>
          <a:p>
            <a:r>
              <a:rPr lang="en-US" dirty="0"/>
              <a:t>   5, 6, 1, </a:t>
            </a:r>
            <a:r>
              <a:rPr lang="en-US" dirty="0" err="1"/>
              <a:t>vô</a:t>
            </a:r>
            <a:r>
              <a:rPr lang="en-US" dirty="0"/>
              <a:t> </a:t>
            </a:r>
            <a:r>
              <a:rPr lang="en-US" dirty="0" err="1"/>
              <a:t>cùng</a:t>
            </a:r>
            <a:r>
              <a:rPr lang="en-US" dirty="0"/>
              <a:t>, </a:t>
            </a:r>
            <a:r>
              <a:rPr lang="en-US" dirty="0" err="1"/>
              <a:t>vô</a:t>
            </a:r>
            <a:r>
              <a:rPr lang="en-US" dirty="0"/>
              <a:t> </a:t>
            </a:r>
            <a:r>
              <a:rPr lang="en-US" dirty="0" err="1"/>
              <a:t>cùng</a:t>
            </a:r>
            <a:endParaRPr lang="en-US" dirty="0"/>
          </a:p>
        </p:txBody>
      </p:sp>
      <p:sp>
        <p:nvSpPr>
          <p:cNvPr id="17" name="TextBox 16"/>
          <p:cNvSpPr txBox="1"/>
          <p:nvPr/>
        </p:nvSpPr>
        <p:spPr>
          <a:xfrm>
            <a:off x="1133471" y="6068101"/>
            <a:ext cx="10572750" cy="369332"/>
          </a:xfrm>
          <a:prstGeom prst="rect">
            <a:avLst/>
          </a:prstGeom>
          <a:noFill/>
        </p:spPr>
        <p:txBody>
          <a:bodyPr wrap="square" rtlCol="0">
            <a:spAutoFit/>
          </a:bodyPr>
          <a:lstStyle/>
          <a:p>
            <a:r>
              <a:rPr lang="en-US" dirty="0"/>
              <a:t>   </a:t>
            </a:r>
            <a:r>
              <a:rPr lang="en-US" dirty="0" err="1"/>
              <a:t>Vô</a:t>
            </a:r>
            <a:r>
              <a:rPr lang="en-US" dirty="0"/>
              <a:t> </a:t>
            </a:r>
            <a:r>
              <a:rPr lang="en-US" dirty="0" err="1"/>
              <a:t>cùng</a:t>
            </a:r>
            <a:r>
              <a:rPr lang="en-US" dirty="0"/>
              <a:t>, </a:t>
            </a:r>
            <a:r>
              <a:rPr lang="en-US" dirty="0" err="1"/>
              <a:t>vô</a:t>
            </a:r>
            <a:r>
              <a:rPr lang="en-US" dirty="0"/>
              <a:t> </a:t>
            </a:r>
            <a:r>
              <a:rPr lang="en-US" dirty="0" err="1"/>
              <a:t>cùng</a:t>
            </a:r>
            <a:r>
              <a:rPr lang="en-US" dirty="0"/>
              <a:t>, </a:t>
            </a:r>
            <a:r>
              <a:rPr lang="en-US" dirty="0" err="1"/>
              <a:t>vô</a:t>
            </a:r>
            <a:r>
              <a:rPr lang="en-US" dirty="0"/>
              <a:t> </a:t>
            </a:r>
            <a:r>
              <a:rPr lang="en-US" dirty="0" err="1"/>
              <a:t>cùng</a:t>
            </a:r>
            <a:r>
              <a:rPr lang="en-US" dirty="0"/>
              <a:t> ,1 ,5</a:t>
            </a:r>
          </a:p>
        </p:txBody>
      </p:sp>
      <p:grpSp>
        <p:nvGrpSpPr>
          <p:cNvPr id="18" name="Group 16">
            <a:extLst>
              <a:ext uri="{FF2B5EF4-FFF2-40B4-BE49-F238E27FC236}">
                <a16:creationId xmlns:a16="http://schemas.microsoft.com/office/drawing/2014/main" id="{A4262D91-1A43-407F-AC8D-B0E72BFA8367}"/>
              </a:ext>
            </a:extLst>
          </p:cNvPr>
          <p:cNvGrpSpPr>
            <a:grpSpLocks/>
          </p:cNvGrpSpPr>
          <p:nvPr/>
        </p:nvGrpSpPr>
        <p:grpSpPr bwMode="auto">
          <a:xfrm>
            <a:off x="8122289" y="102925"/>
            <a:ext cx="3952483" cy="2386402"/>
            <a:chOff x="3162" y="1071"/>
            <a:chExt cx="2250" cy="1454"/>
          </a:xfrm>
        </p:grpSpPr>
        <p:sp>
          <p:nvSpPr>
            <p:cNvPr id="19" name="Freeform 17">
              <a:extLst>
                <a:ext uri="{FF2B5EF4-FFF2-40B4-BE49-F238E27FC236}">
                  <a16:creationId xmlns:a16="http://schemas.microsoft.com/office/drawing/2014/main" id="{C9BA5002-D63D-4AAB-A14D-0FA8A49DFCBF}"/>
                </a:ext>
              </a:extLst>
            </p:cNvPr>
            <p:cNvSpPr>
              <a:spLocks/>
            </p:cNvSpPr>
            <p:nvPr/>
          </p:nvSpPr>
          <p:spPr bwMode="auto">
            <a:xfrm>
              <a:off x="3162" y="1071"/>
              <a:ext cx="2250" cy="1409"/>
            </a:xfrm>
            <a:custGeom>
              <a:avLst/>
              <a:gdLst>
                <a:gd name="T0" fmla="*/ 0 w 2250"/>
                <a:gd name="T1" fmla="*/ 624 h 1409"/>
                <a:gd name="T2" fmla="*/ 219 w 2250"/>
                <a:gd name="T3" fmla="*/ 321 h 1409"/>
                <a:gd name="T4" fmla="*/ 529 w 2250"/>
                <a:gd name="T5" fmla="*/ 35 h 1409"/>
                <a:gd name="T6" fmla="*/ 1551 w 2250"/>
                <a:gd name="T7" fmla="*/ 111 h 1409"/>
                <a:gd name="T8" fmla="*/ 1968 w 2250"/>
                <a:gd name="T9" fmla="*/ 483 h 1409"/>
                <a:gd name="T10" fmla="*/ 2199 w 2250"/>
                <a:gd name="T11" fmla="*/ 906 h 1409"/>
                <a:gd name="T12" fmla="*/ 1659 w 2250"/>
                <a:gd name="T13" fmla="*/ 1314 h 1409"/>
                <a:gd name="T14" fmla="*/ 993 w 2250"/>
                <a:gd name="T15" fmla="*/ 1386 h 1409"/>
                <a:gd name="T16" fmla="*/ 465 w 2250"/>
                <a:gd name="T17" fmla="*/ 1356 h 1409"/>
                <a:gd name="T18" fmla="*/ 102 w 2250"/>
                <a:gd name="T19" fmla="*/ 1068 h 1409"/>
                <a:gd name="T20" fmla="*/ 0 w 2250"/>
                <a:gd name="T21" fmla="*/ 624 h 140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50"/>
                <a:gd name="T34" fmla="*/ 0 h 1409"/>
                <a:gd name="T35" fmla="*/ 2250 w 2250"/>
                <a:gd name="T36" fmla="*/ 1409 h 140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50" h="1409">
                  <a:moveTo>
                    <a:pt x="0" y="624"/>
                  </a:moveTo>
                  <a:cubicBezTo>
                    <a:pt x="5" y="506"/>
                    <a:pt x="131" y="419"/>
                    <a:pt x="219" y="321"/>
                  </a:cubicBezTo>
                  <a:cubicBezTo>
                    <a:pt x="307" y="223"/>
                    <a:pt x="307" y="70"/>
                    <a:pt x="529" y="35"/>
                  </a:cubicBezTo>
                  <a:cubicBezTo>
                    <a:pt x="751" y="0"/>
                    <a:pt x="1311" y="36"/>
                    <a:pt x="1551" y="111"/>
                  </a:cubicBezTo>
                  <a:cubicBezTo>
                    <a:pt x="1791" y="186"/>
                    <a:pt x="1860" y="351"/>
                    <a:pt x="1968" y="483"/>
                  </a:cubicBezTo>
                  <a:cubicBezTo>
                    <a:pt x="2076" y="615"/>
                    <a:pt x="2250" y="767"/>
                    <a:pt x="2199" y="906"/>
                  </a:cubicBezTo>
                  <a:cubicBezTo>
                    <a:pt x="2148" y="1045"/>
                    <a:pt x="1860" y="1234"/>
                    <a:pt x="1659" y="1314"/>
                  </a:cubicBezTo>
                  <a:cubicBezTo>
                    <a:pt x="1458" y="1394"/>
                    <a:pt x="1192" y="1379"/>
                    <a:pt x="993" y="1386"/>
                  </a:cubicBezTo>
                  <a:cubicBezTo>
                    <a:pt x="794" y="1393"/>
                    <a:pt x="613" y="1409"/>
                    <a:pt x="465" y="1356"/>
                  </a:cubicBezTo>
                  <a:cubicBezTo>
                    <a:pt x="317" y="1303"/>
                    <a:pt x="180" y="1190"/>
                    <a:pt x="102" y="1068"/>
                  </a:cubicBezTo>
                  <a:cubicBezTo>
                    <a:pt x="24" y="946"/>
                    <a:pt x="21" y="716"/>
                    <a:pt x="0" y="624"/>
                  </a:cubicBezTo>
                  <a:close/>
                </a:path>
              </a:pathLst>
            </a:custGeom>
            <a:solidFill>
              <a:srgbClr val="99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20" name="Freeform 18">
              <a:extLst>
                <a:ext uri="{FF2B5EF4-FFF2-40B4-BE49-F238E27FC236}">
                  <a16:creationId xmlns:a16="http://schemas.microsoft.com/office/drawing/2014/main" id="{0AAAA47D-0FD6-45A8-A3B7-CCCB7A644B5C}"/>
                </a:ext>
              </a:extLst>
            </p:cNvPr>
            <p:cNvSpPr>
              <a:spLocks/>
            </p:cNvSpPr>
            <p:nvPr/>
          </p:nvSpPr>
          <p:spPr bwMode="auto">
            <a:xfrm>
              <a:off x="3498" y="1620"/>
              <a:ext cx="342" cy="186"/>
            </a:xfrm>
            <a:custGeom>
              <a:avLst/>
              <a:gdLst>
                <a:gd name="T0" fmla="*/ 0 w 342"/>
                <a:gd name="T1" fmla="*/ 186 h 186"/>
                <a:gd name="T2" fmla="*/ 342 w 342"/>
                <a:gd name="T3" fmla="*/ 0 h 186"/>
                <a:gd name="T4" fmla="*/ 0 60000 65536"/>
                <a:gd name="T5" fmla="*/ 0 60000 65536"/>
                <a:gd name="T6" fmla="*/ 0 w 342"/>
                <a:gd name="T7" fmla="*/ 0 h 186"/>
                <a:gd name="T8" fmla="*/ 342 w 342"/>
                <a:gd name="T9" fmla="*/ 186 h 186"/>
              </a:gdLst>
              <a:ahLst/>
              <a:cxnLst>
                <a:cxn ang="T4">
                  <a:pos x="T0" y="T1"/>
                </a:cxn>
                <a:cxn ang="T5">
                  <a:pos x="T2" y="T3"/>
                </a:cxn>
              </a:cxnLst>
              <a:rect l="T6" t="T7" r="T8" b="T9"/>
              <a:pathLst>
                <a:path w="342" h="186">
                  <a:moveTo>
                    <a:pt x="0" y="186"/>
                  </a:moveTo>
                  <a:lnTo>
                    <a:pt x="342"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21" name="Oval 19">
              <a:extLst>
                <a:ext uri="{FF2B5EF4-FFF2-40B4-BE49-F238E27FC236}">
                  <a16:creationId xmlns:a16="http://schemas.microsoft.com/office/drawing/2014/main" id="{D0CA303F-23AE-44E7-8A96-44C0712F74D9}"/>
                </a:ext>
              </a:extLst>
            </p:cNvPr>
            <p:cNvSpPr>
              <a:spLocks noChangeArrowheads="1"/>
            </p:cNvSpPr>
            <p:nvPr/>
          </p:nvSpPr>
          <p:spPr bwMode="auto">
            <a:xfrm>
              <a:off x="3238" y="1862"/>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26" name="Line 20">
              <a:extLst>
                <a:ext uri="{FF2B5EF4-FFF2-40B4-BE49-F238E27FC236}">
                  <a16:creationId xmlns:a16="http://schemas.microsoft.com/office/drawing/2014/main" id="{EE54FA00-C18A-40C8-BE7B-5256753443F5}"/>
                </a:ext>
              </a:extLst>
            </p:cNvPr>
            <p:cNvSpPr>
              <a:spLocks noChangeShapeType="1"/>
            </p:cNvSpPr>
            <p:nvPr/>
          </p:nvSpPr>
          <p:spPr bwMode="auto">
            <a:xfrm>
              <a:off x="3238" y="1855"/>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7" name="Line 21">
              <a:extLst>
                <a:ext uri="{FF2B5EF4-FFF2-40B4-BE49-F238E27FC236}">
                  <a16:creationId xmlns:a16="http://schemas.microsoft.com/office/drawing/2014/main" id="{D048607A-A99E-4D28-A9B3-776BA92FF0D1}"/>
                </a:ext>
              </a:extLst>
            </p:cNvPr>
            <p:cNvSpPr>
              <a:spLocks noChangeShapeType="1"/>
            </p:cNvSpPr>
            <p:nvPr/>
          </p:nvSpPr>
          <p:spPr bwMode="auto">
            <a:xfrm>
              <a:off x="3551" y="1855"/>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8" name="Rectangle 22">
              <a:extLst>
                <a:ext uri="{FF2B5EF4-FFF2-40B4-BE49-F238E27FC236}">
                  <a16:creationId xmlns:a16="http://schemas.microsoft.com/office/drawing/2014/main" id="{8CBA6CFB-0532-444B-8650-4A936361995C}"/>
                </a:ext>
              </a:extLst>
            </p:cNvPr>
            <p:cNvSpPr>
              <a:spLocks noChangeArrowheads="1"/>
            </p:cNvSpPr>
            <p:nvPr/>
          </p:nvSpPr>
          <p:spPr bwMode="auto">
            <a:xfrm>
              <a:off x="3238" y="1855"/>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29" name="Oval 23">
              <a:extLst>
                <a:ext uri="{FF2B5EF4-FFF2-40B4-BE49-F238E27FC236}">
                  <a16:creationId xmlns:a16="http://schemas.microsoft.com/office/drawing/2014/main" id="{D4BADC58-6DBF-4456-A83E-EE55882E6CC4}"/>
                </a:ext>
              </a:extLst>
            </p:cNvPr>
            <p:cNvSpPr>
              <a:spLocks noChangeArrowheads="1"/>
            </p:cNvSpPr>
            <p:nvPr/>
          </p:nvSpPr>
          <p:spPr bwMode="auto">
            <a:xfrm>
              <a:off x="3235" y="1796"/>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30" name="Oval 24">
              <a:extLst>
                <a:ext uri="{FF2B5EF4-FFF2-40B4-BE49-F238E27FC236}">
                  <a16:creationId xmlns:a16="http://schemas.microsoft.com/office/drawing/2014/main" id="{713D25D4-E348-4045-B6CF-B10FC07D0A29}"/>
                </a:ext>
              </a:extLst>
            </p:cNvPr>
            <p:cNvSpPr>
              <a:spLocks noChangeArrowheads="1"/>
            </p:cNvSpPr>
            <p:nvPr/>
          </p:nvSpPr>
          <p:spPr bwMode="auto">
            <a:xfrm>
              <a:off x="3712" y="2249"/>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31" name="Line 25">
              <a:extLst>
                <a:ext uri="{FF2B5EF4-FFF2-40B4-BE49-F238E27FC236}">
                  <a16:creationId xmlns:a16="http://schemas.microsoft.com/office/drawing/2014/main" id="{72CAD868-2F9A-49CC-B245-29F28D4408C2}"/>
                </a:ext>
              </a:extLst>
            </p:cNvPr>
            <p:cNvSpPr>
              <a:spLocks noChangeShapeType="1"/>
            </p:cNvSpPr>
            <p:nvPr/>
          </p:nvSpPr>
          <p:spPr bwMode="auto">
            <a:xfrm>
              <a:off x="3712" y="2242"/>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 name="Line 26">
              <a:extLst>
                <a:ext uri="{FF2B5EF4-FFF2-40B4-BE49-F238E27FC236}">
                  <a16:creationId xmlns:a16="http://schemas.microsoft.com/office/drawing/2014/main" id="{7E5ED41B-0A12-4251-921F-27874CE1657B}"/>
                </a:ext>
              </a:extLst>
            </p:cNvPr>
            <p:cNvSpPr>
              <a:spLocks noChangeShapeType="1"/>
            </p:cNvSpPr>
            <p:nvPr/>
          </p:nvSpPr>
          <p:spPr bwMode="auto">
            <a:xfrm>
              <a:off x="4025" y="2242"/>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3" name="Rectangle 27">
              <a:extLst>
                <a:ext uri="{FF2B5EF4-FFF2-40B4-BE49-F238E27FC236}">
                  <a16:creationId xmlns:a16="http://schemas.microsoft.com/office/drawing/2014/main" id="{DB43D383-A84B-407C-9B9B-F589FAD1B2C2}"/>
                </a:ext>
              </a:extLst>
            </p:cNvPr>
            <p:cNvSpPr>
              <a:spLocks noChangeArrowheads="1"/>
            </p:cNvSpPr>
            <p:nvPr/>
          </p:nvSpPr>
          <p:spPr bwMode="auto">
            <a:xfrm>
              <a:off x="3712" y="2242"/>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34" name="Oval 28">
              <a:extLst>
                <a:ext uri="{FF2B5EF4-FFF2-40B4-BE49-F238E27FC236}">
                  <a16:creationId xmlns:a16="http://schemas.microsoft.com/office/drawing/2014/main" id="{00A6AF40-5E16-49B6-8B30-BE3F6119139C}"/>
                </a:ext>
              </a:extLst>
            </p:cNvPr>
            <p:cNvSpPr>
              <a:spLocks noChangeArrowheads="1"/>
            </p:cNvSpPr>
            <p:nvPr/>
          </p:nvSpPr>
          <p:spPr bwMode="auto">
            <a:xfrm>
              <a:off x="3709" y="2183"/>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35" name="Oval 29">
              <a:extLst>
                <a:ext uri="{FF2B5EF4-FFF2-40B4-BE49-F238E27FC236}">
                  <a16:creationId xmlns:a16="http://schemas.microsoft.com/office/drawing/2014/main" id="{EEF9FBC8-746A-4F27-A320-4D8111C18192}"/>
                </a:ext>
              </a:extLst>
            </p:cNvPr>
            <p:cNvSpPr>
              <a:spLocks noChangeArrowheads="1"/>
            </p:cNvSpPr>
            <p:nvPr/>
          </p:nvSpPr>
          <p:spPr bwMode="auto">
            <a:xfrm>
              <a:off x="3708" y="1559"/>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36" name="Line 30">
              <a:extLst>
                <a:ext uri="{FF2B5EF4-FFF2-40B4-BE49-F238E27FC236}">
                  <a16:creationId xmlns:a16="http://schemas.microsoft.com/office/drawing/2014/main" id="{E2660786-254A-4E32-9BEC-8C6B6EA326FB}"/>
                </a:ext>
              </a:extLst>
            </p:cNvPr>
            <p:cNvSpPr>
              <a:spLocks noChangeShapeType="1"/>
            </p:cNvSpPr>
            <p:nvPr/>
          </p:nvSpPr>
          <p:spPr bwMode="auto">
            <a:xfrm>
              <a:off x="3708" y="1552"/>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 name="Line 31">
              <a:extLst>
                <a:ext uri="{FF2B5EF4-FFF2-40B4-BE49-F238E27FC236}">
                  <a16:creationId xmlns:a16="http://schemas.microsoft.com/office/drawing/2014/main" id="{A7484EC8-FAF6-4D4F-8A2C-CCB07E39ABCF}"/>
                </a:ext>
              </a:extLst>
            </p:cNvPr>
            <p:cNvSpPr>
              <a:spLocks noChangeShapeType="1"/>
            </p:cNvSpPr>
            <p:nvPr/>
          </p:nvSpPr>
          <p:spPr bwMode="auto">
            <a:xfrm>
              <a:off x="4021" y="1552"/>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 name="Rectangle 32">
              <a:extLst>
                <a:ext uri="{FF2B5EF4-FFF2-40B4-BE49-F238E27FC236}">
                  <a16:creationId xmlns:a16="http://schemas.microsoft.com/office/drawing/2014/main" id="{75A3D059-8FA4-4505-B75F-79C78811B2AE}"/>
                </a:ext>
              </a:extLst>
            </p:cNvPr>
            <p:cNvSpPr>
              <a:spLocks noChangeArrowheads="1"/>
            </p:cNvSpPr>
            <p:nvPr/>
          </p:nvSpPr>
          <p:spPr bwMode="auto">
            <a:xfrm>
              <a:off x="3708" y="1552"/>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39" name="Oval 33">
              <a:extLst>
                <a:ext uri="{FF2B5EF4-FFF2-40B4-BE49-F238E27FC236}">
                  <a16:creationId xmlns:a16="http://schemas.microsoft.com/office/drawing/2014/main" id="{01F0F0CC-C528-4D8B-B1B6-9284E00C3DE8}"/>
                </a:ext>
              </a:extLst>
            </p:cNvPr>
            <p:cNvSpPr>
              <a:spLocks noChangeArrowheads="1"/>
            </p:cNvSpPr>
            <p:nvPr/>
          </p:nvSpPr>
          <p:spPr bwMode="auto">
            <a:xfrm>
              <a:off x="3705" y="1493"/>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0" name="Oval 34">
              <a:extLst>
                <a:ext uri="{FF2B5EF4-FFF2-40B4-BE49-F238E27FC236}">
                  <a16:creationId xmlns:a16="http://schemas.microsoft.com/office/drawing/2014/main" id="{32060E6B-836C-4AC3-ABEE-86E5DF85AA52}"/>
                </a:ext>
              </a:extLst>
            </p:cNvPr>
            <p:cNvSpPr>
              <a:spLocks noChangeArrowheads="1"/>
            </p:cNvSpPr>
            <p:nvPr/>
          </p:nvSpPr>
          <p:spPr bwMode="auto">
            <a:xfrm>
              <a:off x="4391" y="1555"/>
              <a:ext cx="312"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1" name="Line 35">
              <a:extLst>
                <a:ext uri="{FF2B5EF4-FFF2-40B4-BE49-F238E27FC236}">
                  <a16:creationId xmlns:a16="http://schemas.microsoft.com/office/drawing/2014/main" id="{F9C57597-CCD8-4A6F-92EE-A8BDB8DF0F3B}"/>
                </a:ext>
              </a:extLst>
            </p:cNvPr>
            <p:cNvSpPr>
              <a:spLocks noChangeShapeType="1"/>
            </p:cNvSpPr>
            <p:nvPr/>
          </p:nvSpPr>
          <p:spPr bwMode="auto">
            <a:xfrm>
              <a:off x="4391" y="1548"/>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 name="Line 36">
              <a:extLst>
                <a:ext uri="{FF2B5EF4-FFF2-40B4-BE49-F238E27FC236}">
                  <a16:creationId xmlns:a16="http://schemas.microsoft.com/office/drawing/2014/main" id="{3443C951-F9FE-4EFD-B684-620B5B6B18F3}"/>
                </a:ext>
              </a:extLst>
            </p:cNvPr>
            <p:cNvSpPr>
              <a:spLocks noChangeShapeType="1"/>
            </p:cNvSpPr>
            <p:nvPr/>
          </p:nvSpPr>
          <p:spPr bwMode="auto">
            <a:xfrm>
              <a:off x="4703" y="1548"/>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 name="Rectangle 37">
              <a:extLst>
                <a:ext uri="{FF2B5EF4-FFF2-40B4-BE49-F238E27FC236}">
                  <a16:creationId xmlns:a16="http://schemas.microsoft.com/office/drawing/2014/main" id="{E4AD28CC-E0DB-4351-96A1-ADF946F3FF81}"/>
                </a:ext>
              </a:extLst>
            </p:cNvPr>
            <p:cNvSpPr>
              <a:spLocks noChangeArrowheads="1"/>
            </p:cNvSpPr>
            <p:nvPr/>
          </p:nvSpPr>
          <p:spPr bwMode="auto">
            <a:xfrm>
              <a:off x="4391" y="1548"/>
              <a:ext cx="309"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44" name="Oval 38">
              <a:extLst>
                <a:ext uri="{FF2B5EF4-FFF2-40B4-BE49-F238E27FC236}">
                  <a16:creationId xmlns:a16="http://schemas.microsoft.com/office/drawing/2014/main" id="{6AF1CDFE-708C-4DEE-9060-76293870EE22}"/>
                </a:ext>
              </a:extLst>
            </p:cNvPr>
            <p:cNvSpPr>
              <a:spLocks noChangeArrowheads="1"/>
            </p:cNvSpPr>
            <p:nvPr/>
          </p:nvSpPr>
          <p:spPr bwMode="auto">
            <a:xfrm>
              <a:off x="4394" y="1492"/>
              <a:ext cx="312"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5" name="Oval 39">
              <a:extLst>
                <a:ext uri="{FF2B5EF4-FFF2-40B4-BE49-F238E27FC236}">
                  <a16:creationId xmlns:a16="http://schemas.microsoft.com/office/drawing/2014/main" id="{6993B683-3780-432B-904E-CC7DC74246CA}"/>
                </a:ext>
              </a:extLst>
            </p:cNvPr>
            <p:cNvSpPr>
              <a:spLocks noChangeArrowheads="1"/>
            </p:cNvSpPr>
            <p:nvPr/>
          </p:nvSpPr>
          <p:spPr bwMode="auto">
            <a:xfrm>
              <a:off x="4401" y="2246"/>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6" name="Line 40">
              <a:extLst>
                <a:ext uri="{FF2B5EF4-FFF2-40B4-BE49-F238E27FC236}">
                  <a16:creationId xmlns:a16="http://schemas.microsoft.com/office/drawing/2014/main" id="{CAB96547-5CDA-4EC7-87C7-6B120FBB74F6}"/>
                </a:ext>
              </a:extLst>
            </p:cNvPr>
            <p:cNvSpPr>
              <a:spLocks noChangeShapeType="1"/>
            </p:cNvSpPr>
            <p:nvPr/>
          </p:nvSpPr>
          <p:spPr bwMode="auto">
            <a:xfrm>
              <a:off x="4401" y="2239"/>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7" name="Line 41">
              <a:extLst>
                <a:ext uri="{FF2B5EF4-FFF2-40B4-BE49-F238E27FC236}">
                  <a16:creationId xmlns:a16="http://schemas.microsoft.com/office/drawing/2014/main" id="{75AFDAC3-FE7A-4D92-A3B1-C2FC15299C4D}"/>
                </a:ext>
              </a:extLst>
            </p:cNvPr>
            <p:cNvSpPr>
              <a:spLocks noChangeShapeType="1"/>
            </p:cNvSpPr>
            <p:nvPr/>
          </p:nvSpPr>
          <p:spPr bwMode="auto">
            <a:xfrm>
              <a:off x="4714" y="2239"/>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8" name="Rectangle 42">
              <a:extLst>
                <a:ext uri="{FF2B5EF4-FFF2-40B4-BE49-F238E27FC236}">
                  <a16:creationId xmlns:a16="http://schemas.microsoft.com/office/drawing/2014/main" id="{47B14EC7-E164-4DB3-A9CD-4EDCFD39635F}"/>
                </a:ext>
              </a:extLst>
            </p:cNvPr>
            <p:cNvSpPr>
              <a:spLocks noChangeArrowheads="1"/>
            </p:cNvSpPr>
            <p:nvPr/>
          </p:nvSpPr>
          <p:spPr bwMode="auto">
            <a:xfrm>
              <a:off x="4401" y="2239"/>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49" name="Oval 43">
              <a:extLst>
                <a:ext uri="{FF2B5EF4-FFF2-40B4-BE49-F238E27FC236}">
                  <a16:creationId xmlns:a16="http://schemas.microsoft.com/office/drawing/2014/main" id="{0D66D01A-D630-475A-9AD8-CB95C1D4E83C}"/>
                </a:ext>
              </a:extLst>
            </p:cNvPr>
            <p:cNvSpPr>
              <a:spLocks noChangeArrowheads="1"/>
            </p:cNvSpPr>
            <p:nvPr/>
          </p:nvSpPr>
          <p:spPr bwMode="auto">
            <a:xfrm>
              <a:off x="4398" y="2180"/>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0" name="Oval 44">
              <a:extLst>
                <a:ext uri="{FF2B5EF4-FFF2-40B4-BE49-F238E27FC236}">
                  <a16:creationId xmlns:a16="http://schemas.microsoft.com/office/drawing/2014/main" id="{217FC6C9-B890-427F-BD01-291509E91F82}"/>
                </a:ext>
              </a:extLst>
            </p:cNvPr>
            <p:cNvSpPr>
              <a:spLocks noChangeArrowheads="1"/>
            </p:cNvSpPr>
            <p:nvPr/>
          </p:nvSpPr>
          <p:spPr bwMode="auto">
            <a:xfrm>
              <a:off x="4966" y="1905"/>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1" name="Line 45">
              <a:extLst>
                <a:ext uri="{FF2B5EF4-FFF2-40B4-BE49-F238E27FC236}">
                  <a16:creationId xmlns:a16="http://schemas.microsoft.com/office/drawing/2014/main" id="{A606595C-1A9D-4F29-8DA5-31E9C47B3FB8}"/>
                </a:ext>
              </a:extLst>
            </p:cNvPr>
            <p:cNvSpPr>
              <a:spLocks noChangeShapeType="1"/>
            </p:cNvSpPr>
            <p:nvPr/>
          </p:nvSpPr>
          <p:spPr bwMode="auto">
            <a:xfrm>
              <a:off x="4966" y="1898"/>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 name="Line 46">
              <a:extLst>
                <a:ext uri="{FF2B5EF4-FFF2-40B4-BE49-F238E27FC236}">
                  <a16:creationId xmlns:a16="http://schemas.microsoft.com/office/drawing/2014/main" id="{A4409688-C505-4AD5-88E6-34E8D28E2E34}"/>
                </a:ext>
              </a:extLst>
            </p:cNvPr>
            <p:cNvSpPr>
              <a:spLocks noChangeShapeType="1"/>
            </p:cNvSpPr>
            <p:nvPr/>
          </p:nvSpPr>
          <p:spPr bwMode="auto">
            <a:xfrm>
              <a:off x="5279" y="1898"/>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3" name="Rectangle 47">
              <a:extLst>
                <a:ext uri="{FF2B5EF4-FFF2-40B4-BE49-F238E27FC236}">
                  <a16:creationId xmlns:a16="http://schemas.microsoft.com/office/drawing/2014/main" id="{77DB0D31-E8FC-4268-BE46-DC79E11B8B17}"/>
                </a:ext>
              </a:extLst>
            </p:cNvPr>
            <p:cNvSpPr>
              <a:spLocks noChangeArrowheads="1"/>
            </p:cNvSpPr>
            <p:nvPr/>
          </p:nvSpPr>
          <p:spPr bwMode="auto">
            <a:xfrm>
              <a:off x="4966" y="1898"/>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54" name="Oval 48">
              <a:extLst>
                <a:ext uri="{FF2B5EF4-FFF2-40B4-BE49-F238E27FC236}">
                  <a16:creationId xmlns:a16="http://schemas.microsoft.com/office/drawing/2014/main" id="{878940C4-A741-483C-BE43-76DCB4DBA311}"/>
                </a:ext>
              </a:extLst>
            </p:cNvPr>
            <p:cNvSpPr>
              <a:spLocks noChangeArrowheads="1"/>
            </p:cNvSpPr>
            <p:nvPr/>
          </p:nvSpPr>
          <p:spPr bwMode="auto">
            <a:xfrm>
              <a:off x="4963" y="1839"/>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5" name="Freeform 49">
              <a:extLst>
                <a:ext uri="{FF2B5EF4-FFF2-40B4-BE49-F238E27FC236}">
                  <a16:creationId xmlns:a16="http://schemas.microsoft.com/office/drawing/2014/main" id="{64A2D088-3BE6-4C57-981F-09E7E23902D5}"/>
                </a:ext>
              </a:extLst>
            </p:cNvPr>
            <p:cNvSpPr>
              <a:spLocks/>
            </p:cNvSpPr>
            <p:nvPr/>
          </p:nvSpPr>
          <p:spPr bwMode="auto">
            <a:xfrm>
              <a:off x="4557" y="1647"/>
              <a:ext cx="1" cy="522"/>
            </a:xfrm>
            <a:custGeom>
              <a:avLst/>
              <a:gdLst>
                <a:gd name="T0" fmla="*/ 0 w 1"/>
                <a:gd name="T1" fmla="*/ 0 h 522"/>
                <a:gd name="T2" fmla="*/ 0 w 1"/>
                <a:gd name="T3" fmla="*/ 522 h 522"/>
                <a:gd name="T4" fmla="*/ 0 60000 65536"/>
                <a:gd name="T5" fmla="*/ 0 60000 65536"/>
                <a:gd name="T6" fmla="*/ 0 w 1"/>
                <a:gd name="T7" fmla="*/ 0 h 522"/>
                <a:gd name="T8" fmla="*/ 1 w 1"/>
                <a:gd name="T9" fmla="*/ 522 h 522"/>
              </a:gdLst>
              <a:ahLst/>
              <a:cxnLst>
                <a:cxn ang="T4">
                  <a:pos x="T0" y="T1"/>
                </a:cxn>
                <a:cxn ang="T5">
                  <a:pos x="T2" y="T3"/>
                </a:cxn>
              </a:cxnLst>
              <a:rect l="T6" t="T7" r="T8" b="T9"/>
              <a:pathLst>
                <a:path w="1" h="522">
                  <a:moveTo>
                    <a:pt x="0" y="0"/>
                  </a:moveTo>
                  <a:lnTo>
                    <a:pt x="0" y="522"/>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6" name="Freeform 50">
              <a:extLst>
                <a:ext uri="{FF2B5EF4-FFF2-40B4-BE49-F238E27FC236}">
                  <a16:creationId xmlns:a16="http://schemas.microsoft.com/office/drawing/2014/main" id="{FFB10939-4589-4D53-9385-6AD353245459}"/>
                </a:ext>
              </a:extLst>
            </p:cNvPr>
            <p:cNvSpPr>
              <a:spLocks/>
            </p:cNvSpPr>
            <p:nvPr/>
          </p:nvSpPr>
          <p:spPr bwMode="auto">
            <a:xfrm>
              <a:off x="3864" y="1653"/>
              <a:ext cx="1" cy="537"/>
            </a:xfrm>
            <a:custGeom>
              <a:avLst/>
              <a:gdLst>
                <a:gd name="T0" fmla="*/ 0 w 1"/>
                <a:gd name="T1" fmla="*/ 0 h 537"/>
                <a:gd name="T2" fmla="*/ 0 w 1"/>
                <a:gd name="T3" fmla="*/ 537 h 537"/>
                <a:gd name="T4" fmla="*/ 0 60000 65536"/>
                <a:gd name="T5" fmla="*/ 0 60000 65536"/>
                <a:gd name="T6" fmla="*/ 0 w 1"/>
                <a:gd name="T7" fmla="*/ 0 h 537"/>
                <a:gd name="T8" fmla="*/ 1 w 1"/>
                <a:gd name="T9" fmla="*/ 537 h 537"/>
              </a:gdLst>
              <a:ahLst/>
              <a:cxnLst>
                <a:cxn ang="T4">
                  <a:pos x="T0" y="T1"/>
                </a:cxn>
                <a:cxn ang="T5">
                  <a:pos x="T2" y="T3"/>
                </a:cxn>
              </a:cxnLst>
              <a:rect l="T6" t="T7" r="T8" b="T9"/>
              <a:pathLst>
                <a:path w="1" h="537">
                  <a:moveTo>
                    <a:pt x="0" y="0"/>
                  </a:moveTo>
                  <a:lnTo>
                    <a:pt x="0" y="537"/>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7" name="Freeform 51">
              <a:extLst>
                <a:ext uri="{FF2B5EF4-FFF2-40B4-BE49-F238E27FC236}">
                  <a16:creationId xmlns:a16="http://schemas.microsoft.com/office/drawing/2014/main" id="{D75A5CA8-5146-4BE5-9FED-B1ACDBC940C7}"/>
                </a:ext>
              </a:extLst>
            </p:cNvPr>
            <p:cNvSpPr>
              <a:spLocks/>
            </p:cNvSpPr>
            <p:nvPr/>
          </p:nvSpPr>
          <p:spPr bwMode="auto">
            <a:xfrm>
              <a:off x="4029" y="1638"/>
              <a:ext cx="504" cy="600"/>
            </a:xfrm>
            <a:custGeom>
              <a:avLst/>
              <a:gdLst>
                <a:gd name="T0" fmla="*/ 0 w 378"/>
                <a:gd name="T1" fmla="*/ 2147483647 h 174"/>
                <a:gd name="T2" fmla="*/ 211931 w 378"/>
                <a:gd name="T3" fmla="*/ 0 h 174"/>
                <a:gd name="T4" fmla="*/ 0 60000 65536"/>
                <a:gd name="T5" fmla="*/ 0 60000 65536"/>
                <a:gd name="T6" fmla="*/ 0 w 378"/>
                <a:gd name="T7" fmla="*/ 0 h 174"/>
                <a:gd name="T8" fmla="*/ 378 w 378"/>
                <a:gd name="T9" fmla="*/ 174 h 174"/>
              </a:gdLst>
              <a:ahLst/>
              <a:cxnLst>
                <a:cxn ang="T4">
                  <a:pos x="T0" y="T1"/>
                </a:cxn>
                <a:cxn ang="T5">
                  <a:pos x="T2" y="T3"/>
                </a:cxn>
              </a:cxnLst>
              <a:rect l="T6" t="T7" r="T8" b="T9"/>
              <a:pathLst>
                <a:path w="378" h="174">
                  <a:moveTo>
                    <a:pt x="0" y="174"/>
                  </a:moveTo>
                  <a:lnTo>
                    <a:pt x="378"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8" name="Freeform 52">
              <a:extLst>
                <a:ext uri="{FF2B5EF4-FFF2-40B4-BE49-F238E27FC236}">
                  <a16:creationId xmlns:a16="http://schemas.microsoft.com/office/drawing/2014/main" id="{C86A5596-4EBE-4ACB-949A-EC205A3FF025}"/>
                </a:ext>
              </a:extLst>
            </p:cNvPr>
            <p:cNvSpPr>
              <a:spLocks/>
            </p:cNvSpPr>
            <p:nvPr/>
          </p:nvSpPr>
          <p:spPr bwMode="auto">
            <a:xfrm>
              <a:off x="4716" y="1986"/>
              <a:ext cx="366" cy="270"/>
            </a:xfrm>
            <a:custGeom>
              <a:avLst/>
              <a:gdLst>
                <a:gd name="T0" fmla="*/ 0 w 366"/>
                <a:gd name="T1" fmla="*/ 270 h 270"/>
                <a:gd name="T2" fmla="*/ 366 w 366"/>
                <a:gd name="T3" fmla="*/ 0 h 270"/>
                <a:gd name="T4" fmla="*/ 0 60000 65536"/>
                <a:gd name="T5" fmla="*/ 0 60000 65536"/>
                <a:gd name="T6" fmla="*/ 0 w 366"/>
                <a:gd name="T7" fmla="*/ 0 h 270"/>
                <a:gd name="T8" fmla="*/ 366 w 366"/>
                <a:gd name="T9" fmla="*/ 270 h 270"/>
              </a:gdLst>
              <a:ahLst/>
              <a:cxnLst>
                <a:cxn ang="T4">
                  <a:pos x="T0" y="T1"/>
                </a:cxn>
                <a:cxn ang="T5">
                  <a:pos x="T2" y="T3"/>
                </a:cxn>
              </a:cxnLst>
              <a:rect l="T6" t="T7" r="T8" b="T9"/>
              <a:pathLst>
                <a:path w="366" h="270">
                  <a:moveTo>
                    <a:pt x="0" y="270"/>
                  </a:moveTo>
                  <a:lnTo>
                    <a:pt x="366"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59" name="Freeform 53">
              <a:extLst>
                <a:ext uri="{FF2B5EF4-FFF2-40B4-BE49-F238E27FC236}">
                  <a16:creationId xmlns:a16="http://schemas.microsoft.com/office/drawing/2014/main" id="{75A76C77-93F9-4F41-94EA-DB50C3E2A52F}"/>
                </a:ext>
              </a:extLst>
            </p:cNvPr>
            <p:cNvSpPr>
              <a:spLocks/>
            </p:cNvSpPr>
            <p:nvPr/>
          </p:nvSpPr>
          <p:spPr bwMode="auto">
            <a:xfrm>
              <a:off x="4035" y="2268"/>
              <a:ext cx="366" cy="1"/>
            </a:xfrm>
            <a:custGeom>
              <a:avLst/>
              <a:gdLst>
                <a:gd name="T0" fmla="*/ 366 w 366"/>
                <a:gd name="T1" fmla="*/ 0 h 1"/>
                <a:gd name="T2" fmla="*/ 0 w 366"/>
                <a:gd name="T3" fmla="*/ 0 h 1"/>
                <a:gd name="T4" fmla="*/ 0 60000 65536"/>
                <a:gd name="T5" fmla="*/ 0 60000 65536"/>
                <a:gd name="T6" fmla="*/ 0 w 366"/>
                <a:gd name="T7" fmla="*/ 0 h 1"/>
                <a:gd name="T8" fmla="*/ 366 w 366"/>
                <a:gd name="T9" fmla="*/ 1 h 1"/>
              </a:gdLst>
              <a:ahLst/>
              <a:cxnLst>
                <a:cxn ang="T4">
                  <a:pos x="T0" y="T1"/>
                </a:cxn>
                <a:cxn ang="T5">
                  <a:pos x="T2" y="T3"/>
                </a:cxn>
              </a:cxnLst>
              <a:rect l="T6" t="T7" r="T8" b="T9"/>
              <a:pathLst>
                <a:path w="366" h="1">
                  <a:moveTo>
                    <a:pt x="366" y="0"/>
                  </a:moveTo>
                  <a:lnTo>
                    <a:pt x="0"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60" name="Freeform 54">
              <a:extLst>
                <a:ext uri="{FF2B5EF4-FFF2-40B4-BE49-F238E27FC236}">
                  <a16:creationId xmlns:a16="http://schemas.microsoft.com/office/drawing/2014/main" id="{D7082730-E155-4A55-B233-59B0BE1E3779}"/>
                </a:ext>
              </a:extLst>
            </p:cNvPr>
            <p:cNvSpPr>
              <a:spLocks/>
            </p:cNvSpPr>
            <p:nvPr/>
          </p:nvSpPr>
          <p:spPr bwMode="auto">
            <a:xfrm>
              <a:off x="3444" y="1944"/>
              <a:ext cx="276" cy="264"/>
            </a:xfrm>
            <a:custGeom>
              <a:avLst/>
              <a:gdLst>
                <a:gd name="T0" fmla="*/ 276 w 276"/>
                <a:gd name="T1" fmla="*/ 264 h 264"/>
                <a:gd name="T2" fmla="*/ 0 w 276"/>
                <a:gd name="T3" fmla="*/ 0 h 264"/>
                <a:gd name="T4" fmla="*/ 0 60000 65536"/>
                <a:gd name="T5" fmla="*/ 0 60000 65536"/>
                <a:gd name="T6" fmla="*/ 0 w 276"/>
                <a:gd name="T7" fmla="*/ 0 h 264"/>
                <a:gd name="T8" fmla="*/ 276 w 276"/>
                <a:gd name="T9" fmla="*/ 264 h 264"/>
              </a:gdLst>
              <a:ahLst/>
              <a:cxnLst>
                <a:cxn ang="T4">
                  <a:pos x="T0" y="T1"/>
                </a:cxn>
                <a:cxn ang="T5">
                  <a:pos x="T2" y="T3"/>
                </a:cxn>
              </a:cxnLst>
              <a:rect l="T6" t="T7" r="T8" b="T9"/>
              <a:pathLst>
                <a:path w="276" h="264">
                  <a:moveTo>
                    <a:pt x="276" y="264"/>
                  </a:moveTo>
                  <a:lnTo>
                    <a:pt x="0"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61" name="Freeform 55">
              <a:extLst>
                <a:ext uri="{FF2B5EF4-FFF2-40B4-BE49-F238E27FC236}">
                  <a16:creationId xmlns:a16="http://schemas.microsoft.com/office/drawing/2014/main" id="{351D8A15-6BBB-4D0C-89CA-29F90C5261A0}"/>
                </a:ext>
              </a:extLst>
            </p:cNvPr>
            <p:cNvSpPr>
              <a:spLocks/>
            </p:cNvSpPr>
            <p:nvPr/>
          </p:nvSpPr>
          <p:spPr bwMode="auto">
            <a:xfrm>
              <a:off x="4029" y="1578"/>
              <a:ext cx="366" cy="1"/>
            </a:xfrm>
            <a:custGeom>
              <a:avLst/>
              <a:gdLst>
                <a:gd name="T0" fmla="*/ 366 w 366"/>
                <a:gd name="T1" fmla="*/ 0 h 1"/>
                <a:gd name="T2" fmla="*/ 0 w 366"/>
                <a:gd name="T3" fmla="*/ 0 h 1"/>
                <a:gd name="T4" fmla="*/ 0 60000 65536"/>
                <a:gd name="T5" fmla="*/ 0 60000 65536"/>
                <a:gd name="T6" fmla="*/ 0 w 366"/>
                <a:gd name="T7" fmla="*/ 0 h 1"/>
                <a:gd name="T8" fmla="*/ 366 w 366"/>
                <a:gd name="T9" fmla="*/ 1 h 1"/>
              </a:gdLst>
              <a:ahLst/>
              <a:cxnLst>
                <a:cxn ang="T4">
                  <a:pos x="T0" y="T1"/>
                </a:cxn>
                <a:cxn ang="T5">
                  <a:pos x="T2" y="T3"/>
                </a:cxn>
              </a:cxnLst>
              <a:rect l="T6" t="T7" r="T8" b="T9"/>
              <a:pathLst>
                <a:path w="366" h="1">
                  <a:moveTo>
                    <a:pt x="366" y="0"/>
                  </a:moveTo>
                  <a:lnTo>
                    <a:pt x="0"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62" name="Freeform 56">
              <a:extLst>
                <a:ext uri="{FF2B5EF4-FFF2-40B4-BE49-F238E27FC236}">
                  <a16:creationId xmlns:a16="http://schemas.microsoft.com/office/drawing/2014/main" id="{56CE3F79-B33F-4AA3-8357-CEDC9BC85189}"/>
                </a:ext>
              </a:extLst>
            </p:cNvPr>
            <p:cNvSpPr>
              <a:spLocks/>
            </p:cNvSpPr>
            <p:nvPr/>
          </p:nvSpPr>
          <p:spPr bwMode="auto">
            <a:xfrm>
              <a:off x="4704" y="1575"/>
              <a:ext cx="396" cy="267"/>
            </a:xfrm>
            <a:custGeom>
              <a:avLst/>
              <a:gdLst>
                <a:gd name="T0" fmla="*/ 396 w 396"/>
                <a:gd name="T1" fmla="*/ 267 h 267"/>
                <a:gd name="T2" fmla="*/ 0 w 396"/>
                <a:gd name="T3" fmla="*/ 0 h 267"/>
                <a:gd name="T4" fmla="*/ 0 60000 65536"/>
                <a:gd name="T5" fmla="*/ 0 60000 65536"/>
                <a:gd name="T6" fmla="*/ 0 w 396"/>
                <a:gd name="T7" fmla="*/ 0 h 267"/>
                <a:gd name="T8" fmla="*/ 396 w 396"/>
                <a:gd name="T9" fmla="*/ 267 h 267"/>
              </a:gdLst>
              <a:ahLst/>
              <a:cxnLst>
                <a:cxn ang="T4">
                  <a:pos x="T0" y="T1"/>
                </a:cxn>
                <a:cxn ang="T5">
                  <a:pos x="T2" y="T3"/>
                </a:cxn>
              </a:cxnLst>
              <a:rect l="T6" t="T7" r="T8" b="T9"/>
              <a:pathLst>
                <a:path w="396" h="267">
                  <a:moveTo>
                    <a:pt x="396" y="267"/>
                  </a:moveTo>
                  <a:lnTo>
                    <a:pt x="0"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63" name="Freeform 57">
              <a:extLst>
                <a:ext uri="{FF2B5EF4-FFF2-40B4-BE49-F238E27FC236}">
                  <a16:creationId xmlns:a16="http://schemas.microsoft.com/office/drawing/2014/main" id="{FD090CA3-0920-4002-9831-59CA7A5BB0AA}"/>
                </a:ext>
              </a:extLst>
            </p:cNvPr>
            <p:cNvSpPr>
              <a:spLocks/>
            </p:cNvSpPr>
            <p:nvPr/>
          </p:nvSpPr>
          <p:spPr bwMode="auto">
            <a:xfrm>
              <a:off x="3387" y="1146"/>
              <a:ext cx="1110" cy="645"/>
            </a:xfrm>
            <a:custGeom>
              <a:avLst/>
              <a:gdLst>
                <a:gd name="T0" fmla="*/ 1110 w 1110"/>
                <a:gd name="T1" fmla="*/ 342 h 645"/>
                <a:gd name="T2" fmla="*/ 0 w 1110"/>
                <a:gd name="T3" fmla="*/ 645 h 645"/>
                <a:gd name="T4" fmla="*/ 0 60000 65536"/>
                <a:gd name="T5" fmla="*/ 0 60000 65536"/>
                <a:gd name="T6" fmla="*/ 0 w 1110"/>
                <a:gd name="T7" fmla="*/ 0 h 645"/>
                <a:gd name="T8" fmla="*/ 1110 w 1110"/>
                <a:gd name="T9" fmla="*/ 645 h 645"/>
              </a:gdLst>
              <a:ahLst/>
              <a:cxnLst>
                <a:cxn ang="T4">
                  <a:pos x="T0" y="T1"/>
                </a:cxn>
                <a:cxn ang="T5">
                  <a:pos x="T2" y="T3"/>
                </a:cxn>
              </a:cxnLst>
              <a:rect l="T6" t="T7" r="T8" b="T9"/>
              <a:pathLst>
                <a:path w="1110" h="645">
                  <a:moveTo>
                    <a:pt x="1110" y="342"/>
                  </a:moveTo>
                  <a:cubicBezTo>
                    <a:pt x="1104" y="0"/>
                    <a:pt x="21" y="63"/>
                    <a:pt x="0" y="645"/>
                  </a:cubicBez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nvGrpSpPr>
            <p:cNvPr id="64" name="Group 58">
              <a:extLst>
                <a:ext uri="{FF2B5EF4-FFF2-40B4-BE49-F238E27FC236}">
                  <a16:creationId xmlns:a16="http://schemas.microsoft.com/office/drawing/2014/main" id="{FBBA3B36-4D8E-492B-B6F0-311043F82CAA}"/>
                </a:ext>
              </a:extLst>
            </p:cNvPr>
            <p:cNvGrpSpPr>
              <a:grpSpLocks/>
            </p:cNvGrpSpPr>
            <p:nvPr/>
          </p:nvGrpSpPr>
          <p:grpSpPr bwMode="auto">
            <a:xfrm>
              <a:off x="3287" y="1744"/>
              <a:ext cx="205" cy="250"/>
              <a:chOff x="2954" y="2425"/>
              <a:chExt cx="208" cy="250"/>
            </a:xfrm>
          </p:grpSpPr>
          <p:sp>
            <p:nvSpPr>
              <p:cNvPr id="90" name="Rectangle 59">
                <a:extLst>
                  <a:ext uri="{FF2B5EF4-FFF2-40B4-BE49-F238E27FC236}">
                    <a16:creationId xmlns:a16="http://schemas.microsoft.com/office/drawing/2014/main" id="{673EF70F-053D-4A4A-A092-FEBBAC7A84DE}"/>
                  </a:ext>
                </a:extLst>
              </p:cNvPr>
              <p:cNvSpPr>
                <a:spLocks noChangeArrowheads="1"/>
              </p:cNvSpPr>
              <p:nvPr/>
            </p:nvSpPr>
            <p:spPr bwMode="auto">
              <a:xfrm>
                <a:off x="2982" y="2490"/>
                <a:ext cx="144"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91" name="Text Box 60">
                <a:extLst>
                  <a:ext uri="{FF2B5EF4-FFF2-40B4-BE49-F238E27FC236}">
                    <a16:creationId xmlns:a16="http://schemas.microsoft.com/office/drawing/2014/main" id="{F1E2F850-5E82-4213-91FB-F68E8D2E4330}"/>
                  </a:ext>
                </a:extLst>
              </p:cNvPr>
              <p:cNvSpPr txBox="1">
                <a:spLocks noChangeArrowheads="1"/>
              </p:cNvSpPr>
              <p:nvPr/>
            </p:nvSpPr>
            <p:spPr bwMode="auto">
              <a:xfrm>
                <a:off x="2954" y="2425"/>
                <a:ext cx="20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u</a:t>
                </a:r>
                <a:endParaRPr lang="en-US" altLang="en-US" sz="2400"/>
              </a:p>
            </p:txBody>
          </p:sp>
        </p:grpSp>
        <p:grpSp>
          <p:nvGrpSpPr>
            <p:cNvPr id="65" name="Group 61">
              <a:extLst>
                <a:ext uri="{FF2B5EF4-FFF2-40B4-BE49-F238E27FC236}">
                  <a16:creationId xmlns:a16="http://schemas.microsoft.com/office/drawing/2014/main" id="{C9FB7B4D-1B33-4706-9A39-96C49E22E833}"/>
                </a:ext>
              </a:extLst>
            </p:cNvPr>
            <p:cNvGrpSpPr>
              <a:grpSpLocks/>
            </p:cNvGrpSpPr>
            <p:nvPr/>
          </p:nvGrpSpPr>
          <p:grpSpPr bwMode="auto">
            <a:xfrm>
              <a:off x="4461" y="2128"/>
              <a:ext cx="196" cy="250"/>
              <a:chOff x="2958" y="2425"/>
              <a:chExt cx="199" cy="250"/>
            </a:xfrm>
          </p:grpSpPr>
          <p:sp>
            <p:nvSpPr>
              <p:cNvPr id="88" name="Rectangle 62">
                <a:extLst>
                  <a:ext uri="{FF2B5EF4-FFF2-40B4-BE49-F238E27FC236}">
                    <a16:creationId xmlns:a16="http://schemas.microsoft.com/office/drawing/2014/main" id="{9FAD1462-B803-48F8-8AD9-4377A4E6B38F}"/>
                  </a:ext>
                </a:extLst>
              </p:cNvPr>
              <p:cNvSpPr>
                <a:spLocks noChangeArrowheads="1"/>
              </p:cNvSpPr>
              <p:nvPr/>
            </p:nvSpPr>
            <p:spPr bwMode="auto">
              <a:xfrm>
                <a:off x="2982" y="2490"/>
                <a:ext cx="142"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89" name="Text Box 63">
                <a:extLst>
                  <a:ext uri="{FF2B5EF4-FFF2-40B4-BE49-F238E27FC236}">
                    <a16:creationId xmlns:a16="http://schemas.microsoft.com/office/drawing/2014/main" id="{B2C2ADD1-9104-4F0C-B9CD-23AA3803F72D}"/>
                  </a:ext>
                </a:extLst>
              </p:cNvPr>
              <p:cNvSpPr txBox="1">
                <a:spLocks noChangeArrowheads="1"/>
              </p:cNvSpPr>
              <p:nvPr/>
            </p:nvSpPr>
            <p:spPr bwMode="auto">
              <a:xfrm>
                <a:off x="2958" y="2425"/>
                <a:ext cx="19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y</a:t>
                </a:r>
                <a:endParaRPr lang="en-US" altLang="en-US" sz="2400"/>
              </a:p>
            </p:txBody>
          </p:sp>
        </p:grpSp>
        <p:grpSp>
          <p:nvGrpSpPr>
            <p:cNvPr id="66" name="Group 64">
              <a:extLst>
                <a:ext uri="{FF2B5EF4-FFF2-40B4-BE49-F238E27FC236}">
                  <a16:creationId xmlns:a16="http://schemas.microsoft.com/office/drawing/2014/main" id="{C8CF1FFD-2DD7-470B-92E8-D22537237539}"/>
                </a:ext>
              </a:extLst>
            </p:cNvPr>
            <p:cNvGrpSpPr>
              <a:grpSpLocks/>
            </p:cNvGrpSpPr>
            <p:nvPr/>
          </p:nvGrpSpPr>
          <p:grpSpPr bwMode="auto">
            <a:xfrm>
              <a:off x="3772" y="2095"/>
              <a:ext cx="212" cy="288"/>
              <a:chOff x="2951" y="2395"/>
              <a:chExt cx="213" cy="288"/>
            </a:xfrm>
          </p:grpSpPr>
          <p:sp>
            <p:nvSpPr>
              <p:cNvPr id="86" name="Rectangle 65">
                <a:extLst>
                  <a:ext uri="{FF2B5EF4-FFF2-40B4-BE49-F238E27FC236}">
                    <a16:creationId xmlns:a16="http://schemas.microsoft.com/office/drawing/2014/main" id="{D754B173-F62E-4376-A693-46BE5DB87364}"/>
                  </a:ext>
                </a:extLst>
              </p:cNvPr>
              <p:cNvSpPr>
                <a:spLocks noChangeArrowheads="1"/>
              </p:cNvSpPr>
              <p:nvPr/>
            </p:nvSpPr>
            <p:spPr bwMode="auto">
              <a:xfrm>
                <a:off x="2982" y="2490"/>
                <a:ext cx="144"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87" name="Text Box 66">
                <a:extLst>
                  <a:ext uri="{FF2B5EF4-FFF2-40B4-BE49-F238E27FC236}">
                    <a16:creationId xmlns:a16="http://schemas.microsoft.com/office/drawing/2014/main" id="{8C7CE221-18E6-428F-80E0-62D4EAF41FD8}"/>
                  </a:ext>
                </a:extLst>
              </p:cNvPr>
              <p:cNvSpPr txBox="1">
                <a:spLocks noChangeArrowheads="1"/>
              </p:cNvSpPr>
              <p:nvPr/>
            </p:nvSpPr>
            <p:spPr bwMode="auto">
              <a:xfrm>
                <a:off x="2951" y="2395"/>
                <a:ext cx="21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400"/>
                  <a:t>x</a:t>
                </a:r>
              </a:p>
            </p:txBody>
          </p:sp>
        </p:grpSp>
        <p:grpSp>
          <p:nvGrpSpPr>
            <p:cNvPr id="67" name="Group 67">
              <a:extLst>
                <a:ext uri="{FF2B5EF4-FFF2-40B4-BE49-F238E27FC236}">
                  <a16:creationId xmlns:a16="http://schemas.microsoft.com/office/drawing/2014/main" id="{297EAF13-1829-46D8-BD19-74016AD7D9BB}"/>
                </a:ext>
              </a:extLst>
            </p:cNvPr>
            <p:cNvGrpSpPr>
              <a:grpSpLocks/>
            </p:cNvGrpSpPr>
            <p:nvPr/>
          </p:nvGrpSpPr>
          <p:grpSpPr bwMode="auto">
            <a:xfrm>
              <a:off x="4438" y="1438"/>
              <a:ext cx="232" cy="250"/>
              <a:chOff x="2941" y="2425"/>
              <a:chExt cx="235" cy="250"/>
            </a:xfrm>
          </p:grpSpPr>
          <p:sp>
            <p:nvSpPr>
              <p:cNvPr id="84" name="Rectangle 68">
                <a:extLst>
                  <a:ext uri="{FF2B5EF4-FFF2-40B4-BE49-F238E27FC236}">
                    <a16:creationId xmlns:a16="http://schemas.microsoft.com/office/drawing/2014/main" id="{F3F8A1BF-980F-4C02-958B-801816501B0B}"/>
                  </a:ext>
                </a:extLst>
              </p:cNvPr>
              <p:cNvSpPr>
                <a:spLocks noChangeArrowheads="1"/>
              </p:cNvSpPr>
              <p:nvPr/>
            </p:nvSpPr>
            <p:spPr bwMode="auto">
              <a:xfrm>
                <a:off x="2982" y="2490"/>
                <a:ext cx="146"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85" name="Text Box 69">
                <a:extLst>
                  <a:ext uri="{FF2B5EF4-FFF2-40B4-BE49-F238E27FC236}">
                    <a16:creationId xmlns:a16="http://schemas.microsoft.com/office/drawing/2014/main" id="{73AC9FDC-CB44-45DC-AEC9-787A82FBC4D2}"/>
                  </a:ext>
                </a:extLst>
              </p:cNvPr>
              <p:cNvSpPr txBox="1">
                <a:spLocks noChangeArrowheads="1"/>
              </p:cNvSpPr>
              <p:nvPr/>
            </p:nvSpPr>
            <p:spPr bwMode="auto">
              <a:xfrm>
                <a:off x="2941" y="2425"/>
                <a:ext cx="23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w</a:t>
                </a:r>
                <a:endParaRPr lang="en-US" altLang="en-US" sz="2400"/>
              </a:p>
            </p:txBody>
          </p:sp>
        </p:grpSp>
        <p:grpSp>
          <p:nvGrpSpPr>
            <p:cNvPr id="68" name="Group 70">
              <a:extLst>
                <a:ext uri="{FF2B5EF4-FFF2-40B4-BE49-F238E27FC236}">
                  <a16:creationId xmlns:a16="http://schemas.microsoft.com/office/drawing/2014/main" id="{29D076D4-7F4A-4EA7-BFD8-544B6813DB70}"/>
                </a:ext>
              </a:extLst>
            </p:cNvPr>
            <p:cNvGrpSpPr>
              <a:grpSpLocks/>
            </p:cNvGrpSpPr>
            <p:nvPr/>
          </p:nvGrpSpPr>
          <p:grpSpPr bwMode="auto">
            <a:xfrm>
              <a:off x="3771" y="1438"/>
              <a:ext cx="196" cy="250"/>
              <a:chOff x="2958" y="2425"/>
              <a:chExt cx="199" cy="250"/>
            </a:xfrm>
          </p:grpSpPr>
          <p:sp>
            <p:nvSpPr>
              <p:cNvPr id="82" name="Rectangle 71">
                <a:extLst>
                  <a:ext uri="{FF2B5EF4-FFF2-40B4-BE49-F238E27FC236}">
                    <a16:creationId xmlns:a16="http://schemas.microsoft.com/office/drawing/2014/main" id="{9C3BA252-DB97-4A35-8A85-AE4734FDA575}"/>
                  </a:ext>
                </a:extLst>
              </p:cNvPr>
              <p:cNvSpPr>
                <a:spLocks noChangeArrowheads="1"/>
              </p:cNvSpPr>
              <p:nvPr/>
            </p:nvSpPr>
            <p:spPr bwMode="auto">
              <a:xfrm>
                <a:off x="2982" y="2490"/>
                <a:ext cx="142"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83" name="Text Box 72">
                <a:extLst>
                  <a:ext uri="{FF2B5EF4-FFF2-40B4-BE49-F238E27FC236}">
                    <a16:creationId xmlns:a16="http://schemas.microsoft.com/office/drawing/2014/main" id="{F65FC2C7-A042-450D-AC29-F02A3A0AF46C}"/>
                  </a:ext>
                </a:extLst>
              </p:cNvPr>
              <p:cNvSpPr txBox="1">
                <a:spLocks noChangeArrowheads="1"/>
              </p:cNvSpPr>
              <p:nvPr/>
            </p:nvSpPr>
            <p:spPr bwMode="auto">
              <a:xfrm>
                <a:off x="2958" y="2425"/>
                <a:ext cx="19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v</a:t>
                </a:r>
                <a:endParaRPr lang="en-US" altLang="en-US" sz="2400"/>
              </a:p>
            </p:txBody>
          </p:sp>
        </p:grpSp>
        <p:grpSp>
          <p:nvGrpSpPr>
            <p:cNvPr id="69" name="Group 73">
              <a:extLst>
                <a:ext uri="{FF2B5EF4-FFF2-40B4-BE49-F238E27FC236}">
                  <a16:creationId xmlns:a16="http://schemas.microsoft.com/office/drawing/2014/main" id="{1ED4AB8B-C508-4E83-A1BE-AA5C5A3D6167}"/>
                </a:ext>
              </a:extLst>
            </p:cNvPr>
            <p:cNvGrpSpPr>
              <a:grpSpLocks/>
            </p:cNvGrpSpPr>
            <p:nvPr/>
          </p:nvGrpSpPr>
          <p:grpSpPr bwMode="auto">
            <a:xfrm>
              <a:off x="5025" y="1756"/>
              <a:ext cx="212" cy="288"/>
              <a:chOff x="2949" y="2395"/>
              <a:chExt cx="214" cy="288"/>
            </a:xfrm>
          </p:grpSpPr>
          <p:sp>
            <p:nvSpPr>
              <p:cNvPr id="80" name="Rectangle 74">
                <a:extLst>
                  <a:ext uri="{FF2B5EF4-FFF2-40B4-BE49-F238E27FC236}">
                    <a16:creationId xmlns:a16="http://schemas.microsoft.com/office/drawing/2014/main" id="{A4EAAE7C-2C82-46DE-8782-619B27C28D03}"/>
                  </a:ext>
                </a:extLst>
              </p:cNvPr>
              <p:cNvSpPr>
                <a:spLocks noChangeArrowheads="1"/>
              </p:cNvSpPr>
              <p:nvPr/>
            </p:nvSpPr>
            <p:spPr bwMode="auto">
              <a:xfrm>
                <a:off x="2982" y="2490"/>
                <a:ext cx="142"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81" name="Text Box 75">
                <a:extLst>
                  <a:ext uri="{FF2B5EF4-FFF2-40B4-BE49-F238E27FC236}">
                    <a16:creationId xmlns:a16="http://schemas.microsoft.com/office/drawing/2014/main" id="{828414D8-127B-47F0-B037-AD7ED5ABF458}"/>
                  </a:ext>
                </a:extLst>
              </p:cNvPr>
              <p:cNvSpPr txBox="1">
                <a:spLocks noChangeArrowheads="1"/>
              </p:cNvSpPr>
              <p:nvPr/>
            </p:nvSpPr>
            <p:spPr bwMode="auto">
              <a:xfrm>
                <a:off x="2949" y="2395"/>
                <a:ext cx="21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400"/>
                  <a:t>z</a:t>
                </a:r>
              </a:p>
            </p:txBody>
          </p:sp>
        </p:grpSp>
        <p:sp>
          <p:nvSpPr>
            <p:cNvPr id="70" name="Text Box 76">
              <a:extLst>
                <a:ext uri="{FF2B5EF4-FFF2-40B4-BE49-F238E27FC236}">
                  <a16:creationId xmlns:a16="http://schemas.microsoft.com/office/drawing/2014/main" id="{B62ABC63-0C50-404B-AE67-F5075A7EEDA9}"/>
                </a:ext>
              </a:extLst>
            </p:cNvPr>
            <p:cNvSpPr txBox="1">
              <a:spLocks noChangeArrowheads="1"/>
            </p:cNvSpPr>
            <p:nvPr/>
          </p:nvSpPr>
          <p:spPr bwMode="auto">
            <a:xfrm>
              <a:off x="3479" y="1568"/>
              <a:ext cx="22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400" dirty="0"/>
                <a:t>5</a:t>
              </a:r>
            </a:p>
          </p:txBody>
        </p:sp>
        <p:sp>
          <p:nvSpPr>
            <p:cNvPr id="71" name="Text Box 77">
              <a:extLst>
                <a:ext uri="{FF2B5EF4-FFF2-40B4-BE49-F238E27FC236}">
                  <a16:creationId xmlns:a16="http://schemas.microsoft.com/office/drawing/2014/main" id="{719DD85D-4F90-49E8-A6E5-D435E98F0DFB}"/>
                </a:ext>
              </a:extLst>
            </p:cNvPr>
            <p:cNvSpPr txBox="1">
              <a:spLocks noChangeArrowheads="1"/>
            </p:cNvSpPr>
            <p:nvPr/>
          </p:nvSpPr>
          <p:spPr bwMode="auto">
            <a:xfrm>
              <a:off x="3827" y="1787"/>
              <a:ext cx="22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400" dirty="0"/>
                <a:t>4</a:t>
              </a:r>
            </a:p>
          </p:txBody>
        </p:sp>
        <p:sp>
          <p:nvSpPr>
            <p:cNvPr id="72" name="Text Box 78">
              <a:extLst>
                <a:ext uri="{FF2B5EF4-FFF2-40B4-BE49-F238E27FC236}">
                  <a16:creationId xmlns:a16="http://schemas.microsoft.com/office/drawing/2014/main" id="{3D0CD67C-2765-4C4E-901D-42665B8EA089}"/>
                </a:ext>
              </a:extLst>
            </p:cNvPr>
            <p:cNvSpPr txBox="1">
              <a:spLocks noChangeArrowheads="1"/>
            </p:cNvSpPr>
            <p:nvPr/>
          </p:nvSpPr>
          <p:spPr bwMode="auto">
            <a:xfrm>
              <a:off x="3406" y="2000"/>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dirty="0"/>
                <a:t>1</a:t>
              </a:r>
              <a:endParaRPr lang="en-US" altLang="en-US" sz="2400" dirty="0"/>
            </a:p>
          </p:txBody>
        </p:sp>
        <p:sp>
          <p:nvSpPr>
            <p:cNvPr id="73" name="Text Box 79">
              <a:extLst>
                <a:ext uri="{FF2B5EF4-FFF2-40B4-BE49-F238E27FC236}">
                  <a16:creationId xmlns:a16="http://schemas.microsoft.com/office/drawing/2014/main" id="{D15352A4-5414-4928-BD8A-527F445CEB47}"/>
                </a:ext>
              </a:extLst>
            </p:cNvPr>
            <p:cNvSpPr txBox="1">
              <a:spLocks noChangeArrowheads="1"/>
            </p:cNvSpPr>
            <p:nvPr/>
          </p:nvSpPr>
          <p:spPr bwMode="auto">
            <a:xfrm>
              <a:off x="4211" y="1880"/>
              <a:ext cx="22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400" dirty="0"/>
                <a:t>8</a:t>
              </a:r>
            </a:p>
          </p:txBody>
        </p:sp>
        <p:sp>
          <p:nvSpPr>
            <p:cNvPr id="74" name="Text Box 80">
              <a:extLst>
                <a:ext uri="{FF2B5EF4-FFF2-40B4-BE49-F238E27FC236}">
                  <a16:creationId xmlns:a16="http://schemas.microsoft.com/office/drawing/2014/main" id="{2D7D5F35-8DF2-48B4-9A64-84BE799CD417}"/>
                </a:ext>
              </a:extLst>
            </p:cNvPr>
            <p:cNvSpPr txBox="1">
              <a:spLocks noChangeArrowheads="1"/>
            </p:cNvSpPr>
            <p:nvPr/>
          </p:nvSpPr>
          <p:spPr bwMode="auto">
            <a:xfrm>
              <a:off x="4147" y="2234"/>
              <a:ext cx="22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400" dirty="0"/>
                <a:t>4</a:t>
              </a:r>
            </a:p>
          </p:txBody>
        </p:sp>
        <p:sp>
          <p:nvSpPr>
            <p:cNvPr id="75" name="Text Box 81">
              <a:extLst>
                <a:ext uri="{FF2B5EF4-FFF2-40B4-BE49-F238E27FC236}">
                  <a16:creationId xmlns:a16="http://schemas.microsoft.com/office/drawing/2014/main" id="{DAD1173A-B5F9-4C70-B9E5-54A7C2A18DA0}"/>
                </a:ext>
              </a:extLst>
            </p:cNvPr>
            <p:cNvSpPr txBox="1">
              <a:spLocks noChangeArrowheads="1"/>
            </p:cNvSpPr>
            <p:nvPr/>
          </p:nvSpPr>
          <p:spPr bwMode="auto">
            <a:xfrm>
              <a:off x="4508" y="1805"/>
              <a:ext cx="22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400" dirty="0"/>
                <a:t>8</a:t>
              </a:r>
            </a:p>
          </p:txBody>
        </p:sp>
        <p:sp>
          <p:nvSpPr>
            <p:cNvPr id="76" name="Text Box 82">
              <a:extLst>
                <a:ext uri="{FF2B5EF4-FFF2-40B4-BE49-F238E27FC236}">
                  <a16:creationId xmlns:a16="http://schemas.microsoft.com/office/drawing/2014/main" id="{5B6E3B42-D8DD-467C-A0FD-FDF2F9CA9190}"/>
                </a:ext>
              </a:extLst>
            </p:cNvPr>
            <p:cNvSpPr txBox="1">
              <a:spLocks noChangeArrowheads="1"/>
            </p:cNvSpPr>
            <p:nvPr/>
          </p:nvSpPr>
          <p:spPr bwMode="auto">
            <a:xfrm>
              <a:off x="4868" y="2069"/>
              <a:ext cx="22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400" dirty="0"/>
                <a:t>1</a:t>
              </a:r>
            </a:p>
          </p:txBody>
        </p:sp>
        <p:sp>
          <p:nvSpPr>
            <p:cNvPr id="77" name="Text Box 83">
              <a:extLst>
                <a:ext uri="{FF2B5EF4-FFF2-40B4-BE49-F238E27FC236}">
                  <a16:creationId xmlns:a16="http://schemas.microsoft.com/office/drawing/2014/main" id="{CEF19099-5AC9-4B63-909A-03F3967A6DF1}"/>
                </a:ext>
              </a:extLst>
            </p:cNvPr>
            <p:cNvSpPr txBox="1">
              <a:spLocks noChangeArrowheads="1"/>
            </p:cNvSpPr>
            <p:nvPr/>
          </p:nvSpPr>
          <p:spPr bwMode="auto">
            <a:xfrm>
              <a:off x="4841" y="1532"/>
              <a:ext cx="22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400" dirty="0"/>
                <a:t>4</a:t>
              </a:r>
            </a:p>
          </p:txBody>
        </p:sp>
        <p:sp>
          <p:nvSpPr>
            <p:cNvPr id="78" name="Text Box 84">
              <a:extLst>
                <a:ext uri="{FF2B5EF4-FFF2-40B4-BE49-F238E27FC236}">
                  <a16:creationId xmlns:a16="http://schemas.microsoft.com/office/drawing/2014/main" id="{16AEF592-50D7-433A-91A8-851EB3CB1662}"/>
                </a:ext>
              </a:extLst>
            </p:cNvPr>
            <p:cNvSpPr txBox="1">
              <a:spLocks noChangeArrowheads="1"/>
            </p:cNvSpPr>
            <p:nvPr/>
          </p:nvSpPr>
          <p:spPr bwMode="auto">
            <a:xfrm>
              <a:off x="4106" y="1382"/>
              <a:ext cx="22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400" dirty="0"/>
                <a:t>1</a:t>
              </a:r>
            </a:p>
          </p:txBody>
        </p:sp>
        <p:sp>
          <p:nvSpPr>
            <p:cNvPr id="79" name="Text Box 85">
              <a:extLst>
                <a:ext uri="{FF2B5EF4-FFF2-40B4-BE49-F238E27FC236}">
                  <a16:creationId xmlns:a16="http://schemas.microsoft.com/office/drawing/2014/main" id="{3FFFBA2B-59AB-4800-B566-25EA647A9A27}"/>
                </a:ext>
              </a:extLst>
            </p:cNvPr>
            <p:cNvSpPr txBox="1">
              <a:spLocks noChangeArrowheads="1"/>
            </p:cNvSpPr>
            <p:nvPr/>
          </p:nvSpPr>
          <p:spPr bwMode="auto">
            <a:xfrm>
              <a:off x="3755" y="1115"/>
              <a:ext cx="22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400" dirty="0"/>
                <a:t>6</a:t>
              </a:r>
            </a:p>
          </p:txBody>
        </p:sp>
      </p:grpSp>
      <p:sp>
        <p:nvSpPr>
          <p:cNvPr id="3" name="Hộp Văn bản 2">
            <a:extLst>
              <a:ext uri="{FF2B5EF4-FFF2-40B4-BE49-F238E27FC236}">
                <a16:creationId xmlns:a16="http://schemas.microsoft.com/office/drawing/2014/main" id="{69721DB8-4115-4677-9A73-CC5BD054254D}"/>
              </a:ext>
            </a:extLst>
          </p:cNvPr>
          <p:cNvSpPr txBox="1"/>
          <p:nvPr/>
        </p:nvSpPr>
        <p:spPr>
          <a:xfrm>
            <a:off x="208036" y="690586"/>
            <a:ext cx="7791728" cy="1200329"/>
          </a:xfrm>
          <a:prstGeom prst="rect">
            <a:avLst/>
          </a:prstGeom>
          <a:noFill/>
        </p:spPr>
        <p:txBody>
          <a:bodyPr wrap="square" rtlCol="0">
            <a:spAutoFit/>
          </a:bodyPr>
          <a:lstStyle/>
          <a:p>
            <a:r>
              <a:rPr lang="en-US" dirty="0"/>
              <a:t>Cho </a:t>
            </a:r>
            <a:r>
              <a:rPr lang="en-US" dirty="0" err="1"/>
              <a:t>mô</a:t>
            </a:r>
            <a:r>
              <a:rPr lang="en-US" dirty="0"/>
              <a:t> </a:t>
            </a:r>
            <a:r>
              <a:rPr lang="en-US" dirty="0" err="1"/>
              <a:t>hình</a:t>
            </a:r>
            <a:r>
              <a:rPr lang="en-US" dirty="0"/>
              <a:t> </a:t>
            </a:r>
            <a:r>
              <a:rPr lang="en-US" dirty="0" err="1"/>
              <a:t>đồ</a:t>
            </a:r>
            <a:r>
              <a:rPr lang="en-US" dirty="0"/>
              <a:t> </a:t>
            </a:r>
            <a:r>
              <a:rPr lang="en-US" dirty="0" err="1"/>
              <a:t>thị</a:t>
            </a:r>
            <a:r>
              <a:rPr lang="en-US" dirty="0"/>
              <a:t> </a:t>
            </a:r>
            <a:r>
              <a:rPr lang="en-US" dirty="0" err="1"/>
              <a:t>biểu</a:t>
            </a:r>
            <a:r>
              <a:rPr lang="en-US" dirty="0"/>
              <a:t> </a:t>
            </a:r>
            <a:r>
              <a:rPr lang="en-US" dirty="0" err="1"/>
              <a:t>diễn</a:t>
            </a:r>
            <a:r>
              <a:rPr lang="en-US" dirty="0"/>
              <a:t> </a:t>
            </a:r>
            <a:r>
              <a:rPr lang="en-US" dirty="0" err="1"/>
              <a:t>sự</a:t>
            </a:r>
            <a:r>
              <a:rPr lang="en-US" dirty="0"/>
              <a:t> </a:t>
            </a:r>
            <a:r>
              <a:rPr lang="en-US" dirty="0" err="1"/>
              <a:t>kết</a:t>
            </a:r>
            <a:r>
              <a:rPr lang="en-US" dirty="0"/>
              <a:t> </a:t>
            </a:r>
            <a:r>
              <a:rPr lang="en-US" dirty="0" err="1"/>
              <a:t>nối</a:t>
            </a:r>
            <a:r>
              <a:rPr lang="en-US" dirty="0"/>
              <a:t> </a:t>
            </a:r>
            <a:r>
              <a:rPr lang="en-US" dirty="0" err="1"/>
              <a:t>và</a:t>
            </a:r>
            <a:r>
              <a:rPr lang="en-US" dirty="0"/>
              <a:t> chi </a:t>
            </a:r>
            <a:r>
              <a:rPr lang="en-US" dirty="0" err="1"/>
              <a:t>phí</a:t>
            </a:r>
            <a:r>
              <a:rPr lang="en-US" dirty="0"/>
              <a:t> </a:t>
            </a:r>
            <a:r>
              <a:rPr lang="en-US" dirty="0" err="1"/>
              <a:t>kết</a:t>
            </a:r>
            <a:r>
              <a:rPr lang="en-US" dirty="0"/>
              <a:t> </a:t>
            </a:r>
            <a:r>
              <a:rPr lang="en-US" dirty="0" err="1"/>
              <a:t>nối</a:t>
            </a:r>
            <a:r>
              <a:rPr lang="en-US" dirty="0"/>
              <a:t> </a:t>
            </a:r>
            <a:r>
              <a:rPr lang="en-US" dirty="0" err="1"/>
              <a:t>giữa</a:t>
            </a:r>
            <a:r>
              <a:rPr lang="en-US" dirty="0"/>
              <a:t> </a:t>
            </a:r>
            <a:r>
              <a:rPr lang="en-US" dirty="0" err="1"/>
              <a:t>các</a:t>
            </a:r>
            <a:r>
              <a:rPr lang="en-US" dirty="0"/>
              <a:t> router </a:t>
            </a:r>
            <a:r>
              <a:rPr lang="en-US" dirty="0" err="1"/>
              <a:t>nh</a:t>
            </a:r>
            <a:r>
              <a:rPr lang="vi-VN" dirty="0"/>
              <a:t>ư</a:t>
            </a:r>
            <a:r>
              <a:rPr lang="en-US" dirty="0"/>
              <a:t> </a:t>
            </a:r>
            <a:r>
              <a:rPr lang="en-US" dirty="0" err="1"/>
              <a:t>hình</a:t>
            </a:r>
            <a:r>
              <a:rPr lang="en-US" dirty="0"/>
              <a:t> </a:t>
            </a:r>
            <a:r>
              <a:rPr lang="en-US" dirty="0" err="1"/>
              <a:t>minh</a:t>
            </a:r>
            <a:r>
              <a:rPr lang="en-US" dirty="0"/>
              <a:t> </a:t>
            </a:r>
            <a:r>
              <a:rPr lang="en-US" dirty="0" err="1"/>
              <a:t>họa</a:t>
            </a:r>
            <a:r>
              <a:rPr lang="en-US" dirty="0"/>
              <a:t> </a:t>
            </a:r>
            <a:r>
              <a:rPr lang="en-US" dirty="0" err="1"/>
              <a:t>bên</a:t>
            </a:r>
            <a:r>
              <a:rPr lang="en-US" dirty="0"/>
              <a:t> d</a:t>
            </a:r>
            <a:r>
              <a:rPr lang="vi-VN" dirty="0"/>
              <a:t>ư</a:t>
            </a:r>
            <a:r>
              <a:rPr lang="en-US" dirty="0" err="1"/>
              <a:t>ới</a:t>
            </a:r>
            <a:r>
              <a:rPr lang="en-US" dirty="0"/>
              <a:t> . </a:t>
            </a:r>
            <a:r>
              <a:rPr lang="en-US" dirty="0" err="1"/>
              <a:t>Dùng</a:t>
            </a:r>
            <a:r>
              <a:rPr lang="en-US" dirty="0"/>
              <a:t> </a:t>
            </a:r>
            <a:r>
              <a:rPr lang="en-US" dirty="0" err="1"/>
              <a:t>thuật</a:t>
            </a:r>
            <a:r>
              <a:rPr lang="en-US" dirty="0"/>
              <a:t> </a:t>
            </a:r>
            <a:r>
              <a:rPr lang="en-US" dirty="0" err="1"/>
              <a:t>toán</a:t>
            </a:r>
            <a:r>
              <a:rPr lang="en-US" dirty="0"/>
              <a:t> Dijkstra </a:t>
            </a:r>
            <a:r>
              <a:rPr lang="en-US" dirty="0" err="1"/>
              <a:t>để</a:t>
            </a:r>
            <a:r>
              <a:rPr lang="en-US" dirty="0"/>
              <a:t> </a:t>
            </a:r>
            <a:r>
              <a:rPr lang="en-US" dirty="0" err="1"/>
              <a:t>xác</a:t>
            </a:r>
            <a:r>
              <a:rPr lang="en-US" dirty="0"/>
              <a:t> </a:t>
            </a:r>
            <a:r>
              <a:rPr lang="en-US" dirty="0" err="1"/>
              <a:t>định</a:t>
            </a:r>
            <a:r>
              <a:rPr lang="en-US" dirty="0"/>
              <a:t> đ</a:t>
            </a:r>
            <a:r>
              <a:rPr lang="vi-VN" dirty="0"/>
              <a:t>ư</a:t>
            </a:r>
            <a:r>
              <a:rPr lang="en-US" dirty="0" err="1"/>
              <a:t>ờng</a:t>
            </a:r>
            <a:r>
              <a:rPr lang="en-US" dirty="0"/>
              <a:t> </a:t>
            </a:r>
            <a:r>
              <a:rPr lang="en-US" dirty="0" err="1"/>
              <a:t>đi</a:t>
            </a:r>
            <a:r>
              <a:rPr lang="en-US" dirty="0"/>
              <a:t> </a:t>
            </a:r>
            <a:r>
              <a:rPr lang="en-US" dirty="0" err="1"/>
              <a:t>ngắn</a:t>
            </a:r>
            <a:r>
              <a:rPr lang="en-US" dirty="0"/>
              <a:t> </a:t>
            </a:r>
            <a:r>
              <a:rPr lang="en-US" dirty="0" err="1"/>
              <a:t>nhất</a:t>
            </a:r>
            <a:r>
              <a:rPr lang="en-US" dirty="0"/>
              <a:t> </a:t>
            </a:r>
            <a:r>
              <a:rPr lang="en-US" dirty="0" err="1"/>
              <a:t>từ</a:t>
            </a:r>
            <a:r>
              <a:rPr lang="en-US" dirty="0"/>
              <a:t> </a:t>
            </a:r>
            <a:r>
              <a:rPr lang="en-US" dirty="0" err="1"/>
              <a:t>đỉnh</a:t>
            </a:r>
            <a:r>
              <a:rPr lang="en-US" dirty="0"/>
              <a:t> u </a:t>
            </a:r>
            <a:r>
              <a:rPr lang="en-US" dirty="0" err="1"/>
              <a:t>đến</a:t>
            </a:r>
            <a:r>
              <a:rPr lang="en-US" dirty="0"/>
              <a:t> </a:t>
            </a:r>
            <a:r>
              <a:rPr lang="en-US" dirty="0" err="1"/>
              <a:t>các</a:t>
            </a:r>
            <a:r>
              <a:rPr lang="en-US" dirty="0"/>
              <a:t> </a:t>
            </a:r>
            <a:r>
              <a:rPr lang="en-US" dirty="0" err="1"/>
              <a:t>đỉnh</a:t>
            </a:r>
            <a:r>
              <a:rPr lang="en-US" dirty="0"/>
              <a:t> </a:t>
            </a:r>
            <a:r>
              <a:rPr lang="en-US" dirty="0" err="1"/>
              <a:t>còn</a:t>
            </a:r>
            <a:r>
              <a:rPr lang="en-US" dirty="0"/>
              <a:t> </a:t>
            </a:r>
            <a:r>
              <a:rPr lang="en-US" dirty="0" err="1"/>
              <a:t>lại.Sau</a:t>
            </a:r>
            <a:r>
              <a:rPr lang="en-US" dirty="0"/>
              <a:t> b</a:t>
            </a:r>
            <a:r>
              <a:rPr lang="vi-VN" dirty="0"/>
              <a:t>ư</a:t>
            </a:r>
            <a:r>
              <a:rPr lang="en-US" dirty="0" err="1"/>
              <a:t>ớc</a:t>
            </a:r>
            <a:r>
              <a:rPr lang="en-US" dirty="0"/>
              <a:t> 0 (</a:t>
            </a:r>
            <a:r>
              <a:rPr lang="en-US" dirty="0" err="1"/>
              <a:t>khởi</a:t>
            </a:r>
            <a:r>
              <a:rPr lang="en-US" dirty="0"/>
              <a:t> </a:t>
            </a:r>
            <a:r>
              <a:rPr lang="en-US" dirty="0" err="1"/>
              <a:t>tạo</a:t>
            </a:r>
            <a:r>
              <a:rPr lang="en-US" dirty="0"/>
              <a:t>) </a:t>
            </a:r>
            <a:r>
              <a:rPr lang="en-US" dirty="0" err="1"/>
              <a:t>thì</a:t>
            </a:r>
            <a:r>
              <a:rPr lang="en-US" dirty="0"/>
              <a:t> D(v) , D(w), D(x), D(y), D(z) </a:t>
            </a:r>
            <a:r>
              <a:rPr lang="en-US" dirty="0" err="1"/>
              <a:t>có</a:t>
            </a:r>
            <a:r>
              <a:rPr lang="en-US" dirty="0"/>
              <a:t> </a:t>
            </a:r>
            <a:r>
              <a:rPr lang="en-US" dirty="0" err="1"/>
              <a:t>giá</a:t>
            </a:r>
            <a:r>
              <a:rPr lang="en-US" dirty="0"/>
              <a:t> </a:t>
            </a:r>
            <a:r>
              <a:rPr lang="en-US" dirty="0" err="1"/>
              <a:t>trị</a:t>
            </a:r>
            <a:r>
              <a:rPr lang="en-US" dirty="0"/>
              <a:t> </a:t>
            </a:r>
            <a:r>
              <a:rPr lang="en-US" dirty="0" err="1"/>
              <a:t>lần</a:t>
            </a:r>
            <a:r>
              <a:rPr lang="en-US" dirty="0"/>
              <a:t> l</a:t>
            </a:r>
            <a:r>
              <a:rPr lang="vi-VN" dirty="0"/>
              <a:t>ư</a:t>
            </a:r>
            <a:r>
              <a:rPr lang="en-US" dirty="0" err="1"/>
              <a:t>ợt</a:t>
            </a:r>
            <a:r>
              <a:rPr lang="en-US" dirty="0"/>
              <a:t> </a:t>
            </a:r>
            <a:r>
              <a:rPr lang="en-US" dirty="0" err="1"/>
              <a:t>là</a:t>
            </a:r>
            <a:r>
              <a:rPr lang="en-US" dirty="0"/>
              <a:t>?</a:t>
            </a:r>
          </a:p>
        </p:txBody>
      </p:sp>
      <p:sp>
        <p:nvSpPr>
          <p:cNvPr id="2" name="Hộp Văn bản 1">
            <a:extLst>
              <a:ext uri="{FF2B5EF4-FFF2-40B4-BE49-F238E27FC236}">
                <a16:creationId xmlns:a16="http://schemas.microsoft.com/office/drawing/2014/main" id="{7DE0A9DB-C6DC-4AB4-9C10-9748DEF74009}"/>
              </a:ext>
            </a:extLst>
          </p:cNvPr>
          <p:cNvSpPr txBox="1"/>
          <p:nvPr/>
        </p:nvSpPr>
        <p:spPr>
          <a:xfrm>
            <a:off x="1280160" y="2849721"/>
            <a:ext cx="6583680" cy="369332"/>
          </a:xfrm>
          <a:prstGeom prst="rect">
            <a:avLst/>
          </a:prstGeom>
          <a:noFill/>
        </p:spPr>
        <p:txBody>
          <a:bodyPr wrap="square" rtlCol="0">
            <a:spAutoFit/>
          </a:bodyPr>
          <a:lstStyle/>
          <a:p>
            <a:r>
              <a:rPr lang="en-US" dirty="0" err="1"/>
              <a:t>Vô</a:t>
            </a:r>
            <a:r>
              <a:rPr lang="en-US" dirty="0"/>
              <a:t> </a:t>
            </a:r>
            <a:r>
              <a:rPr lang="en-US" dirty="0" err="1"/>
              <a:t>cùng</a:t>
            </a:r>
            <a:r>
              <a:rPr lang="en-US" dirty="0"/>
              <a:t>, 6, 1, 5, </a:t>
            </a:r>
            <a:r>
              <a:rPr lang="en-US" dirty="0" err="1"/>
              <a:t>vô</a:t>
            </a:r>
            <a:r>
              <a:rPr lang="en-US" dirty="0"/>
              <a:t> </a:t>
            </a:r>
            <a:r>
              <a:rPr lang="en-US" dirty="0" err="1"/>
              <a:t>cùng</a:t>
            </a:r>
            <a:endParaRPr lang="en-US" dirty="0"/>
          </a:p>
        </p:txBody>
      </p:sp>
      <p:sp>
        <p:nvSpPr>
          <p:cNvPr id="265" name="Hộp Văn bản 264">
            <a:extLst>
              <a:ext uri="{FF2B5EF4-FFF2-40B4-BE49-F238E27FC236}">
                <a16:creationId xmlns:a16="http://schemas.microsoft.com/office/drawing/2014/main" id="{A4238809-4C57-460D-8FAB-9CD76F50D8B1}"/>
              </a:ext>
            </a:extLst>
          </p:cNvPr>
          <p:cNvSpPr txBox="1"/>
          <p:nvPr/>
        </p:nvSpPr>
        <p:spPr>
          <a:xfrm>
            <a:off x="1280160" y="4960658"/>
            <a:ext cx="6583680" cy="369332"/>
          </a:xfrm>
          <a:prstGeom prst="rect">
            <a:avLst/>
          </a:prstGeom>
          <a:noFill/>
        </p:spPr>
        <p:txBody>
          <a:bodyPr wrap="square" rtlCol="0">
            <a:spAutoFit/>
          </a:bodyPr>
          <a:lstStyle/>
          <a:p>
            <a:r>
              <a:rPr lang="en-US" dirty="0"/>
              <a:t>5, 6, </a:t>
            </a:r>
            <a:r>
              <a:rPr lang="en-US" dirty="0" err="1"/>
              <a:t>vô</a:t>
            </a:r>
            <a:r>
              <a:rPr lang="en-US" dirty="0"/>
              <a:t> </a:t>
            </a:r>
            <a:r>
              <a:rPr lang="en-US" dirty="0" err="1"/>
              <a:t>cùng</a:t>
            </a:r>
            <a:r>
              <a:rPr lang="en-US" dirty="0"/>
              <a:t>, </a:t>
            </a:r>
            <a:r>
              <a:rPr lang="en-US" dirty="0" err="1"/>
              <a:t>vô</a:t>
            </a:r>
            <a:r>
              <a:rPr lang="en-US" dirty="0"/>
              <a:t> </a:t>
            </a:r>
            <a:r>
              <a:rPr lang="en-US" dirty="0" err="1"/>
              <a:t>cùng</a:t>
            </a:r>
            <a:r>
              <a:rPr lang="en-US" dirty="0"/>
              <a:t>, 1</a:t>
            </a:r>
          </a:p>
        </p:txBody>
      </p:sp>
      <p:sp>
        <p:nvSpPr>
          <p:cNvPr id="5" name="Tiêu đề 4">
            <a:extLst>
              <a:ext uri="{FF2B5EF4-FFF2-40B4-BE49-F238E27FC236}">
                <a16:creationId xmlns:a16="http://schemas.microsoft.com/office/drawing/2014/main" id="{9E51A400-6330-43B4-9271-68ED1FB62151}"/>
              </a:ext>
            </a:extLst>
          </p:cNvPr>
          <p:cNvSpPr>
            <a:spLocks noGrp="1"/>
          </p:cNvSpPr>
          <p:nvPr>
            <p:ph type="ctrTitle"/>
          </p:nvPr>
        </p:nvSpPr>
        <p:spPr/>
        <p:txBody>
          <a:bodyPr/>
          <a:lstStyle/>
          <a:p>
            <a:endParaRPr lang="en-US"/>
          </a:p>
        </p:txBody>
      </p:sp>
      <p:sp>
        <p:nvSpPr>
          <p:cNvPr id="6" name="Tiêu đề phụ 5">
            <a:extLst>
              <a:ext uri="{FF2B5EF4-FFF2-40B4-BE49-F238E27FC236}">
                <a16:creationId xmlns:a16="http://schemas.microsoft.com/office/drawing/2014/main" id="{81161075-608A-499A-9C71-86E4EDDD9202}"/>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5880548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trips(downLeft)">
                                      <p:cBhvr>
                                        <p:cTn id="7" dur="500"/>
                                        <p:tgtEl>
                                          <p:spTgt spid="4"/>
                                        </p:tgtEl>
                                      </p:cBhvr>
                                    </p:animEffect>
                                  </p:childTnLst>
                                </p:cTn>
                              </p:par>
                              <p:par>
                                <p:cTn id="8" presetID="18" presetClass="entr" presetSubtype="12"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strips(downLeft)">
                                      <p:cBhvr>
                                        <p:cTn id="10" dur="500"/>
                                        <p:tgtEl>
                                          <p:spTgt spid="8"/>
                                        </p:tgtEl>
                                      </p:cBhvr>
                                    </p:animEffect>
                                  </p:childTnLst>
                                </p:cTn>
                              </p:par>
                              <p:par>
                                <p:cTn id="11" presetID="18" presetClass="entr" presetSubtype="12"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strips(downLeft)">
                                      <p:cBhvr>
                                        <p:cTn id="13" dur="500"/>
                                        <p:tgtEl>
                                          <p:spTgt spid="12"/>
                                        </p:tgtEl>
                                      </p:cBhvr>
                                    </p:animEffect>
                                  </p:childTnLst>
                                </p:cTn>
                              </p:par>
                              <p:par>
                                <p:cTn id="14" presetID="18" presetClass="entr" presetSubtype="12"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strips(downLeft)">
                                      <p:cBhvr>
                                        <p:cTn id="16" dur="500"/>
                                        <p:tgtEl>
                                          <p:spTgt spid="13"/>
                                        </p:tgtEl>
                                      </p:cBhvr>
                                    </p:animEffect>
                                  </p:childTnLst>
                                </p:cTn>
                              </p:par>
                              <p:par>
                                <p:cTn id="17" presetID="18" presetClass="entr" presetSubtype="12"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strips(downLeft)">
                                      <p:cBhvr>
                                        <p:cTn id="19" dur="500"/>
                                        <p:tgtEl>
                                          <p:spTgt spid="14"/>
                                        </p:tgtEl>
                                      </p:cBhvr>
                                    </p:animEffect>
                                  </p:childTnLst>
                                </p:cTn>
                              </p:par>
                              <p:par>
                                <p:cTn id="20" presetID="18" presetClass="entr" presetSubtype="12" fill="hold" grpId="0" nodeType="with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strips(downLeft)">
                                      <p:cBhvr>
                                        <p:cTn id="22" dur="500"/>
                                        <p:tgtEl>
                                          <p:spTgt spid="23"/>
                                        </p:tgtEl>
                                      </p:cBhvr>
                                    </p:animEffect>
                                  </p:childTnLst>
                                </p:cTn>
                              </p:par>
                              <p:par>
                                <p:cTn id="23" presetID="18" presetClass="entr" presetSubtype="12"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strips(downLeft)">
                                      <p:cBhvr>
                                        <p:cTn id="25" dur="500"/>
                                        <p:tgtEl>
                                          <p:spTgt spid="24"/>
                                        </p:tgtEl>
                                      </p:cBhvr>
                                    </p:animEffect>
                                  </p:childTnLst>
                                </p:cTn>
                              </p:par>
                              <p:par>
                                <p:cTn id="26" presetID="18" presetClass="entr" presetSubtype="12" fill="hold" grpId="0" nodeType="with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strips(downLeft)">
                                      <p:cBhvr>
                                        <p:cTn id="28" dur="500"/>
                                        <p:tgtEl>
                                          <p:spTgt spid="25"/>
                                        </p:tgtEl>
                                      </p:cBhvr>
                                    </p:animEffect>
                                  </p:childTnLst>
                                </p:cTn>
                              </p:par>
                              <p:par>
                                <p:cTn id="29" presetID="18" presetClass="entr" presetSubtype="12" fill="hold" grpId="0" nodeType="with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strips(downLeft)">
                                      <p:cBhvr>
                                        <p:cTn id="31" dur="500"/>
                                        <p:tgtEl>
                                          <p:spTgt spid="22"/>
                                        </p:tgtEl>
                                      </p:cBhvr>
                                    </p:animEffect>
                                  </p:childTnLst>
                                </p:cTn>
                              </p:par>
                              <p:par>
                                <p:cTn id="32" presetID="18" presetClass="entr" presetSubtype="12" fill="hold" grpId="0" nodeType="with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strips(downLeft)">
                                      <p:cBhvr>
                                        <p:cTn id="34" dur="500"/>
                                        <p:tgtEl>
                                          <p:spTgt spid="16"/>
                                        </p:tgtEl>
                                      </p:cBhvr>
                                    </p:animEffect>
                                  </p:childTnLst>
                                </p:cTn>
                              </p:par>
                              <p:par>
                                <p:cTn id="35" presetID="18" presetClass="entr" presetSubtype="12" fill="hold" grpId="0" nodeType="with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strips(downLeft)">
                                      <p:cBhvr>
                                        <p:cTn id="37" dur="500"/>
                                        <p:tgtEl>
                                          <p:spTgt spid="17"/>
                                        </p:tgtEl>
                                      </p:cBhvr>
                                    </p:animEffect>
                                  </p:childTnLst>
                                </p:cTn>
                              </p:par>
                            </p:childTnLst>
                          </p:cTn>
                        </p:par>
                      </p:childTnLst>
                    </p:cTn>
                  </p:par>
                  <p:par>
                    <p:cTn id="38" fill="hold">
                      <p:stCondLst>
                        <p:cond delay="indefinite"/>
                      </p:stCondLst>
                      <p:childTnLst>
                        <p:par>
                          <p:cTn id="39" fill="hold">
                            <p:stCondLst>
                              <p:cond delay="0"/>
                            </p:stCondLst>
                            <p:childTnLst>
                              <p:par>
                                <p:cTn id="40" presetID="1" presetClass="emph" presetSubtype="2" fill="hold" nodeType="clickEffect">
                                  <p:stCondLst>
                                    <p:cond delay="0"/>
                                  </p:stCondLst>
                                  <p:childTnLst>
                                    <p:animClr clrSpc="rgb" dir="cw">
                                      <p:cBhvr>
                                        <p:cTn id="41" dur="2000" fill="hold"/>
                                        <p:tgtEl>
                                          <p:spTgt spid="12"/>
                                        </p:tgtEl>
                                        <p:attrNameLst>
                                          <p:attrName>fillcolor</p:attrName>
                                        </p:attrNameLst>
                                      </p:cBhvr>
                                      <p:to>
                                        <a:schemeClr val="accent2"/>
                                      </p:to>
                                    </p:animClr>
                                    <p:set>
                                      <p:cBhvr>
                                        <p:cTn id="42" dur="2000" fill="hold"/>
                                        <p:tgtEl>
                                          <p:spTgt spid="12"/>
                                        </p:tgtEl>
                                        <p:attrNameLst>
                                          <p:attrName>fill.type</p:attrName>
                                        </p:attrNameLst>
                                      </p:cBhvr>
                                      <p:to>
                                        <p:strVal val="solid"/>
                                      </p:to>
                                    </p:set>
                                    <p:set>
                                      <p:cBhvr>
                                        <p:cTn id="43" dur="2000" fill="hold"/>
                                        <p:tgtEl>
                                          <p:spTgt spid="12"/>
                                        </p:tgtEl>
                                        <p:attrNameLst>
                                          <p:attrName>fill.on</p:attrName>
                                        </p:attrNameLst>
                                      </p:cBhvr>
                                      <p:to>
                                        <p:strVal val="true"/>
                                      </p:to>
                                    </p:set>
                                  </p:childTnLst>
                                </p:cTn>
                              </p:par>
                              <p:par>
                                <p:cTn id="44" presetID="1" presetClass="emph" presetSubtype="2" fill="hold" nodeType="withEffect">
                                  <p:stCondLst>
                                    <p:cond delay="0"/>
                                  </p:stCondLst>
                                  <p:childTnLst>
                                    <p:animClr clrSpc="rgb" dir="cw">
                                      <p:cBhvr>
                                        <p:cTn id="45" dur="2000" fill="hold"/>
                                        <p:tgtEl>
                                          <p:spTgt spid="25"/>
                                        </p:tgtEl>
                                        <p:attrNameLst>
                                          <p:attrName>fillcolor</p:attrName>
                                        </p:attrNameLst>
                                      </p:cBhvr>
                                      <p:to>
                                        <a:schemeClr val="accent2"/>
                                      </p:to>
                                    </p:animClr>
                                    <p:set>
                                      <p:cBhvr>
                                        <p:cTn id="46" dur="2000" fill="hold"/>
                                        <p:tgtEl>
                                          <p:spTgt spid="25"/>
                                        </p:tgtEl>
                                        <p:attrNameLst>
                                          <p:attrName>fill.type</p:attrName>
                                        </p:attrNameLst>
                                      </p:cBhvr>
                                      <p:to>
                                        <p:strVal val="solid"/>
                                      </p:to>
                                    </p:set>
                                    <p:set>
                                      <p:cBhvr>
                                        <p:cTn id="47" dur="2000" fill="hold"/>
                                        <p:tgtEl>
                                          <p:spTgt spid="25"/>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P spid="12" grpId="0" animBg="1"/>
      <p:bldP spid="13" grpId="0" animBg="1"/>
      <p:bldP spid="14" grpId="0" animBg="1"/>
      <p:bldP spid="22" grpId="0" animBg="1"/>
      <p:bldP spid="23" grpId="0" animBg="1"/>
      <p:bldP spid="24" grpId="0" animBg="1"/>
      <p:bldP spid="25" grpId="0" animBg="1"/>
      <p:bldP spid="16" grpId="0"/>
      <p:bldP spid="17"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Footer Placeholder 4">
            <a:extLst>
              <a:ext uri="{FF2B5EF4-FFF2-40B4-BE49-F238E27FC236}">
                <a16:creationId xmlns:a16="http://schemas.microsoft.com/office/drawing/2014/main" id="{45BB7A6A-293D-4A10-A5E7-496A23CF8DA4}"/>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Tầng Network</a:t>
            </a:r>
          </a:p>
        </p:txBody>
      </p:sp>
      <p:sp>
        <p:nvSpPr>
          <p:cNvPr id="89091" name="Slide Number Placeholder 5">
            <a:extLst>
              <a:ext uri="{FF2B5EF4-FFF2-40B4-BE49-F238E27FC236}">
                <a16:creationId xmlns:a16="http://schemas.microsoft.com/office/drawing/2014/main" id="{8AAD5C7B-E533-49A5-A9F0-5BF04AAE07B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4-</a:t>
            </a:r>
            <a:fld id="{0281B701-ED44-4CC7-8E5A-57DC25F393FF}" type="slidenum">
              <a:rPr lang="en-US" altLang="en-US">
                <a:latin typeface="Tahoma" panose="020B0604030504040204" pitchFamily="34" charset="0"/>
              </a:rPr>
              <a:pPr/>
              <a:t>75</a:t>
            </a:fld>
            <a:endParaRPr lang="en-US" altLang="en-US">
              <a:latin typeface="Tahoma" panose="020B0604030504040204" pitchFamily="34" charset="0"/>
            </a:endParaRPr>
          </a:p>
        </p:txBody>
      </p:sp>
      <p:pic>
        <p:nvPicPr>
          <p:cNvPr id="89092" name="Picture 6" descr="underline_base">
            <a:extLst>
              <a:ext uri="{FF2B5EF4-FFF2-40B4-BE49-F238E27FC236}">
                <a16:creationId xmlns:a16="http://schemas.microsoft.com/office/drawing/2014/main" id="{40A9D9FB-408E-429D-B47F-A5D77997CAA0}"/>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2788" y="942975"/>
            <a:ext cx="6399212"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7045" name="Rectangle 2">
            <a:extLst>
              <a:ext uri="{FF2B5EF4-FFF2-40B4-BE49-F238E27FC236}">
                <a16:creationId xmlns:a16="http://schemas.microsoft.com/office/drawing/2014/main" id="{4F2D45D6-7E52-4B11-B868-A9959E056B36}"/>
              </a:ext>
            </a:extLst>
          </p:cNvPr>
          <p:cNvSpPr>
            <a:spLocks noGrp="1" noChangeArrowheads="1"/>
          </p:cNvSpPr>
          <p:nvPr>
            <p:ph type="title"/>
          </p:nvPr>
        </p:nvSpPr>
        <p:spPr>
          <a:xfrm>
            <a:off x="1990725" y="296864"/>
            <a:ext cx="7772400" cy="841375"/>
          </a:xfrm>
        </p:spPr>
        <p:txBody>
          <a:bodyPr>
            <a:normAutofit/>
          </a:bodyPr>
          <a:lstStyle/>
          <a:p>
            <a:pPr>
              <a:defRPr/>
            </a:pPr>
            <a:r>
              <a:rPr lang="en-US" dirty="0" err="1">
                <a:cs typeface="+mj-cs"/>
              </a:rPr>
              <a:t>Thuật</a:t>
            </a:r>
            <a:r>
              <a:rPr lang="en-US" dirty="0">
                <a:cs typeface="+mj-cs"/>
              </a:rPr>
              <a:t> </a:t>
            </a:r>
            <a:r>
              <a:rPr lang="en-US" dirty="0" err="1">
                <a:cs typeface="+mj-cs"/>
              </a:rPr>
              <a:t>toán</a:t>
            </a:r>
            <a:r>
              <a:rPr lang="en-US" dirty="0">
                <a:cs typeface="+mj-cs"/>
              </a:rPr>
              <a:t> Distance vector</a:t>
            </a:r>
          </a:p>
        </p:txBody>
      </p:sp>
      <p:sp>
        <p:nvSpPr>
          <p:cNvPr id="89094" name="Rectangle 3">
            <a:extLst>
              <a:ext uri="{FF2B5EF4-FFF2-40B4-BE49-F238E27FC236}">
                <a16:creationId xmlns:a16="http://schemas.microsoft.com/office/drawing/2014/main" id="{A49CFE25-967D-4E9B-885D-868BA51D2CDD}"/>
              </a:ext>
            </a:extLst>
          </p:cNvPr>
          <p:cNvSpPr>
            <a:spLocks noGrp="1" noChangeArrowheads="1"/>
          </p:cNvSpPr>
          <p:nvPr>
            <p:ph type="body" idx="1"/>
          </p:nvPr>
        </p:nvSpPr>
        <p:spPr>
          <a:xfrm>
            <a:off x="1778000" y="1600200"/>
            <a:ext cx="8623300" cy="4648200"/>
          </a:xfrm>
        </p:spPr>
        <p:txBody>
          <a:bodyPr/>
          <a:lstStyle/>
          <a:p>
            <a:pPr>
              <a:buFont typeface="Wingdings" panose="05000000000000000000" pitchFamily="2" charset="2"/>
              <a:buNone/>
            </a:pPr>
            <a:r>
              <a:rPr lang="en-US" altLang="en-US" i="1">
                <a:solidFill>
                  <a:srgbClr val="CC0000"/>
                </a:solidFill>
                <a:latin typeface="Comic Sans MS" panose="030F0702030302020204" pitchFamily="66" charset="0"/>
                <a:ea typeface="ＭＳ Ｐゴシック" panose="020B0600070205080204" pitchFamily="34" charset="-128"/>
              </a:rPr>
              <a:t>Công thức Bellman-Ford (dynamic programming)</a:t>
            </a:r>
          </a:p>
          <a:p>
            <a:pPr>
              <a:buFont typeface="Wingdings" panose="05000000000000000000" pitchFamily="2" charset="2"/>
              <a:buNone/>
            </a:pPr>
            <a:endParaRPr lang="en-US" altLang="en-US">
              <a:latin typeface="Comic Sans MS" panose="030F0702030302020204" pitchFamily="66" charset="0"/>
              <a:ea typeface="ＭＳ Ｐゴシック" panose="020B0600070205080204" pitchFamily="34" charset="-128"/>
            </a:endParaRPr>
          </a:p>
          <a:p>
            <a:pPr>
              <a:buFont typeface="Wingdings" panose="05000000000000000000" pitchFamily="2" charset="2"/>
              <a:buNone/>
            </a:pPr>
            <a:r>
              <a:rPr lang="en-US" altLang="en-US">
                <a:latin typeface="Comic Sans MS" panose="030F0702030302020204" pitchFamily="66" charset="0"/>
                <a:ea typeface="ＭＳ Ｐゴシック" panose="020B0600070205080204" pitchFamily="34" charset="-128"/>
              </a:rPr>
              <a:t>cho</a:t>
            </a:r>
          </a:p>
          <a:p>
            <a:pPr>
              <a:buFont typeface="Wingdings" panose="05000000000000000000" pitchFamily="2" charset="2"/>
              <a:buNone/>
            </a:pPr>
            <a:r>
              <a:rPr lang="en-US" altLang="en-US">
                <a:latin typeface="Comic Sans MS" panose="030F0702030302020204" pitchFamily="66" charset="0"/>
                <a:ea typeface="ＭＳ Ｐゴシック" panose="020B0600070205080204" pitchFamily="34" charset="-128"/>
              </a:rPr>
              <a:t>   d</a:t>
            </a:r>
            <a:r>
              <a:rPr lang="en-US" altLang="en-US" baseline="-25000">
                <a:latin typeface="Comic Sans MS" panose="030F0702030302020204" pitchFamily="66" charset="0"/>
                <a:ea typeface="ＭＳ Ｐゴシック" panose="020B0600070205080204" pitchFamily="34" charset="-128"/>
              </a:rPr>
              <a:t>x</a:t>
            </a:r>
            <a:r>
              <a:rPr lang="en-US" altLang="en-US">
                <a:latin typeface="Comic Sans MS" panose="030F0702030302020204" pitchFamily="66" charset="0"/>
                <a:ea typeface="ＭＳ Ｐゴシック" panose="020B0600070205080204" pitchFamily="34" charset="-128"/>
              </a:rPr>
              <a:t>(y) := chi phí của đường đi có chi phí ít nhất từ x tới y</a:t>
            </a:r>
          </a:p>
          <a:p>
            <a:pPr>
              <a:buFont typeface="Wingdings" panose="05000000000000000000" pitchFamily="2" charset="2"/>
              <a:buNone/>
            </a:pPr>
            <a:r>
              <a:rPr lang="en-US" altLang="en-US">
                <a:latin typeface="Comic Sans MS" panose="030F0702030302020204" pitchFamily="66" charset="0"/>
                <a:ea typeface="ＭＳ Ｐゴシック" panose="020B0600070205080204" pitchFamily="34" charset="-128"/>
              </a:rPr>
              <a:t>thì</a:t>
            </a:r>
          </a:p>
          <a:p>
            <a:pPr>
              <a:buFont typeface="Wingdings" panose="05000000000000000000" pitchFamily="2" charset="2"/>
              <a:buNone/>
            </a:pPr>
            <a:r>
              <a:rPr lang="en-US" altLang="en-US">
                <a:solidFill>
                  <a:srgbClr val="CC0000"/>
                </a:solidFill>
                <a:latin typeface="Comic Sans MS" panose="030F0702030302020204" pitchFamily="66" charset="0"/>
                <a:ea typeface="ＭＳ Ｐゴシック" panose="020B0600070205080204" pitchFamily="34" charset="-128"/>
              </a:rPr>
              <a:t>   </a:t>
            </a:r>
            <a:r>
              <a:rPr lang="en-US" altLang="en-US" sz="3200">
                <a:solidFill>
                  <a:srgbClr val="CC0000"/>
                </a:solidFill>
                <a:latin typeface="Comic Sans MS" panose="030F0702030302020204" pitchFamily="66" charset="0"/>
                <a:ea typeface="ＭＳ Ｐゴシック" panose="020B0600070205080204" pitchFamily="34" charset="-128"/>
              </a:rPr>
              <a:t>d</a:t>
            </a:r>
            <a:r>
              <a:rPr lang="en-US" altLang="en-US" sz="3200" baseline="-25000">
                <a:solidFill>
                  <a:srgbClr val="CC0000"/>
                </a:solidFill>
                <a:latin typeface="Comic Sans MS" panose="030F0702030302020204" pitchFamily="66" charset="0"/>
                <a:ea typeface="ＭＳ Ｐゴシック" panose="020B0600070205080204" pitchFamily="34" charset="-128"/>
              </a:rPr>
              <a:t>x</a:t>
            </a:r>
            <a:r>
              <a:rPr lang="en-US" altLang="en-US" sz="3200">
                <a:solidFill>
                  <a:srgbClr val="CC0000"/>
                </a:solidFill>
                <a:latin typeface="Comic Sans MS" panose="030F0702030302020204" pitchFamily="66" charset="0"/>
                <a:ea typeface="ＭＳ Ｐゴシック" panose="020B0600070205080204" pitchFamily="34" charset="-128"/>
              </a:rPr>
              <a:t>(y) = </a:t>
            </a:r>
            <a:r>
              <a:rPr lang="en-US" altLang="en-US" sz="3200" i="1">
                <a:solidFill>
                  <a:srgbClr val="CC0000"/>
                </a:solidFill>
                <a:latin typeface="Comic Sans MS" panose="030F0702030302020204" pitchFamily="66" charset="0"/>
                <a:ea typeface="ＭＳ Ｐゴシック" panose="020B0600070205080204" pitchFamily="34" charset="-128"/>
              </a:rPr>
              <a:t>min</a:t>
            </a:r>
            <a:r>
              <a:rPr lang="en-US" altLang="en-US" sz="3200">
                <a:solidFill>
                  <a:srgbClr val="CC0000"/>
                </a:solidFill>
                <a:latin typeface="Comic Sans MS" panose="030F0702030302020204" pitchFamily="66" charset="0"/>
                <a:ea typeface="ＭＳ Ｐゴシック" panose="020B0600070205080204" pitchFamily="34" charset="-128"/>
              </a:rPr>
              <a:t> {c(x,v) + d</a:t>
            </a:r>
            <a:r>
              <a:rPr lang="en-US" altLang="en-US" sz="3200" baseline="-25000">
                <a:solidFill>
                  <a:srgbClr val="CC0000"/>
                </a:solidFill>
                <a:latin typeface="Comic Sans MS" panose="030F0702030302020204" pitchFamily="66" charset="0"/>
                <a:ea typeface="ＭＳ Ｐゴシック" panose="020B0600070205080204" pitchFamily="34" charset="-128"/>
              </a:rPr>
              <a:t>v</a:t>
            </a:r>
            <a:r>
              <a:rPr lang="en-US" altLang="en-US" sz="3200">
                <a:solidFill>
                  <a:srgbClr val="CC0000"/>
                </a:solidFill>
                <a:latin typeface="Comic Sans MS" panose="030F0702030302020204" pitchFamily="66" charset="0"/>
                <a:ea typeface="ＭＳ Ｐゴシック" panose="020B0600070205080204" pitchFamily="34" charset="-128"/>
              </a:rPr>
              <a:t>(y) }</a:t>
            </a:r>
          </a:p>
          <a:p>
            <a:pPr>
              <a:buFont typeface="Wingdings" panose="05000000000000000000" pitchFamily="2" charset="2"/>
              <a:buNone/>
            </a:pPr>
            <a:r>
              <a:rPr lang="en-US" altLang="en-US" sz="3200">
                <a:latin typeface="Comic Sans MS" panose="030F0702030302020204" pitchFamily="66" charset="0"/>
                <a:ea typeface="ＭＳ Ｐゴシック" panose="020B0600070205080204" pitchFamily="34" charset="-128"/>
              </a:rPr>
              <a:t>   </a:t>
            </a:r>
          </a:p>
          <a:p>
            <a:pPr>
              <a:buFont typeface="Wingdings" panose="05000000000000000000" pitchFamily="2" charset="2"/>
              <a:buNone/>
            </a:pPr>
            <a:endParaRPr lang="en-US" altLang="en-US">
              <a:latin typeface="Comic Sans MS" panose="030F0702030302020204" pitchFamily="66" charset="0"/>
              <a:ea typeface="ＭＳ Ｐゴシック" panose="020B0600070205080204" pitchFamily="34" charset="-128"/>
            </a:endParaRPr>
          </a:p>
        </p:txBody>
      </p:sp>
      <p:sp>
        <p:nvSpPr>
          <p:cNvPr id="89095" name="Text Box 5">
            <a:extLst>
              <a:ext uri="{FF2B5EF4-FFF2-40B4-BE49-F238E27FC236}">
                <a16:creationId xmlns:a16="http://schemas.microsoft.com/office/drawing/2014/main" id="{9B2D3889-2104-4EC4-8976-F9DF6BC8FCCB}"/>
              </a:ext>
            </a:extLst>
          </p:cNvPr>
          <p:cNvSpPr txBox="1">
            <a:spLocks noChangeArrowheads="1"/>
          </p:cNvSpPr>
          <p:nvPr/>
        </p:nvSpPr>
        <p:spPr bwMode="auto">
          <a:xfrm>
            <a:off x="3744914" y="4138613"/>
            <a:ext cx="2952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solidFill>
                  <a:srgbClr val="CC0000"/>
                </a:solidFill>
                <a:latin typeface="Comic Sans MS" panose="030F0702030302020204" pitchFamily="66" charset="0"/>
              </a:rPr>
              <a:t>v</a:t>
            </a:r>
          </a:p>
        </p:txBody>
      </p:sp>
      <p:sp>
        <p:nvSpPr>
          <p:cNvPr id="89096" name="Text Box 7">
            <a:extLst>
              <a:ext uri="{FF2B5EF4-FFF2-40B4-BE49-F238E27FC236}">
                <a16:creationId xmlns:a16="http://schemas.microsoft.com/office/drawing/2014/main" id="{602B989B-4F2F-4F14-8CD0-622D0E11E892}"/>
              </a:ext>
            </a:extLst>
          </p:cNvPr>
          <p:cNvSpPr txBox="1">
            <a:spLocks noChangeArrowheads="1"/>
          </p:cNvSpPr>
          <p:nvPr/>
        </p:nvSpPr>
        <p:spPr bwMode="auto">
          <a:xfrm>
            <a:off x="4541838" y="5126038"/>
            <a:ext cx="322421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2400">
                <a:latin typeface="Comic Sans MS" panose="030F0702030302020204" pitchFamily="66" charset="0"/>
              </a:rPr>
              <a:t>Chi phí tới neighbor v</a:t>
            </a:r>
          </a:p>
        </p:txBody>
      </p:sp>
      <p:sp>
        <p:nvSpPr>
          <p:cNvPr id="89097" name="Text Box 8">
            <a:extLst>
              <a:ext uri="{FF2B5EF4-FFF2-40B4-BE49-F238E27FC236}">
                <a16:creationId xmlns:a16="http://schemas.microsoft.com/office/drawing/2014/main" id="{C7B9859F-1900-428A-9A6F-FDD21C90D973}"/>
              </a:ext>
            </a:extLst>
          </p:cNvPr>
          <p:cNvSpPr txBox="1">
            <a:spLocks noChangeArrowheads="1"/>
          </p:cNvSpPr>
          <p:nvPr/>
        </p:nvSpPr>
        <p:spPr bwMode="auto">
          <a:xfrm>
            <a:off x="2789239" y="5762626"/>
            <a:ext cx="756008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2400" i="1">
                <a:latin typeface="Comic Sans MS" panose="030F0702030302020204" pitchFamily="66" charset="0"/>
              </a:rPr>
              <a:t>min</a:t>
            </a:r>
            <a:r>
              <a:rPr lang="en-US" altLang="en-US" sz="2400">
                <a:latin typeface="Comic Sans MS" panose="030F0702030302020204" pitchFamily="66" charset="0"/>
              </a:rPr>
              <a:t> được thực hiện trên tất cả các neighbor v của x</a:t>
            </a:r>
          </a:p>
        </p:txBody>
      </p:sp>
      <p:sp>
        <p:nvSpPr>
          <p:cNvPr id="89098" name="Text Box 9">
            <a:extLst>
              <a:ext uri="{FF2B5EF4-FFF2-40B4-BE49-F238E27FC236}">
                <a16:creationId xmlns:a16="http://schemas.microsoft.com/office/drawing/2014/main" id="{C05A87AE-E057-4BFB-900C-6E8001EF228E}"/>
              </a:ext>
            </a:extLst>
          </p:cNvPr>
          <p:cNvSpPr txBox="1">
            <a:spLocks noChangeArrowheads="1"/>
          </p:cNvSpPr>
          <p:nvPr/>
        </p:nvSpPr>
        <p:spPr bwMode="auto">
          <a:xfrm>
            <a:off x="5654675" y="4730751"/>
            <a:ext cx="462498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2400">
                <a:latin typeface="Comic Sans MS" panose="030F0702030302020204" pitchFamily="66" charset="0"/>
              </a:rPr>
              <a:t>Chi phí từ neighbor v tới đích y</a:t>
            </a:r>
          </a:p>
        </p:txBody>
      </p:sp>
      <p:sp>
        <p:nvSpPr>
          <p:cNvPr id="89099" name="Line 10">
            <a:extLst>
              <a:ext uri="{FF2B5EF4-FFF2-40B4-BE49-F238E27FC236}">
                <a16:creationId xmlns:a16="http://schemas.microsoft.com/office/drawing/2014/main" id="{D2AB7FE1-9637-4EDF-A69B-3B5F21E2FB8E}"/>
              </a:ext>
            </a:extLst>
          </p:cNvPr>
          <p:cNvSpPr>
            <a:spLocks noChangeShapeType="1"/>
          </p:cNvSpPr>
          <p:nvPr/>
        </p:nvSpPr>
        <p:spPr bwMode="auto">
          <a:xfrm>
            <a:off x="3887788" y="4549775"/>
            <a:ext cx="0" cy="1282700"/>
          </a:xfrm>
          <a:prstGeom prst="line">
            <a:avLst/>
          </a:prstGeom>
          <a:noFill/>
          <a:ln w="9525">
            <a:solidFill>
              <a:srgbClr val="CC0000"/>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89100" name="Line 11">
            <a:extLst>
              <a:ext uri="{FF2B5EF4-FFF2-40B4-BE49-F238E27FC236}">
                <a16:creationId xmlns:a16="http://schemas.microsoft.com/office/drawing/2014/main" id="{BADEB4A5-6950-4FF3-9B87-2E06A71FBB59}"/>
              </a:ext>
            </a:extLst>
          </p:cNvPr>
          <p:cNvSpPr>
            <a:spLocks noChangeShapeType="1"/>
          </p:cNvSpPr>
          <p:nvPr/>
        </p:nvSpPr>
        <p:spPr bwMode="auto">
          <a:xfrm>
            <a:off x="4868863" y="4359276"/>
            <a:ext cx="0" cy="892175"/>
          </a:xfrm>
          <a:prstGeom prst="line">
            <a:avLst/>
          </a:prstGeom>
          <a:noFill/>
          <a:ln w="9525">
            <a:solidFill>
              <a:srgbClr val="CC0000"/>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89101" name="Line 13">
            <a:extLst>
              <a:ext uri="{FF2B5EF4-FFF2-40B4-BE49-F238E27FC236}">
                <a16:creationId xmlns:a16="http://schemas.microsoft.com/office/drawing/2014/main" id="{70C9134B-4FC9-43EA-91CD-C43F323CAC71}"/>
              </a:ext>
            </a:extLst>
          </p:cNvPr>
          <p:cNvSpPr>
            <a:spLocks noChangeShapeType="1"/>
          </p:cNvSpPr>
          <p:nvPr/>
        </p:nvSpPr>
        <p:spPr bwMode="auto">
          <a:xfrm>
            <a:off x="6173788" y="4427539"/>
            <a:ext cx="0" cy="434975"/>
          </a:xfrm>
          <a:prstGeom prst="line">
            <a:avLst/>
          </a:prstGeom>
          <a:noFill/>
          <a:ln w="9525">
            <a:solidFill>
              <a:srgbClr val="CC0000"/>
            </a:solidFill>
            <a:round/>
            <a:headEnd/>
            <a:tailEnd/>
          </a:ln>
          <a:extLst>
            <a:ext uri="{909E8E84-426E-40DD-AFC4-6F175D3DCCD1}">
              <a14:hiddenFill xmlns:a14="http://schemas.microsoft.com/office/drawing/2010/main">
                <a:noFill/>
              </a14:hiddenFill>
            </a:ext>
          </a:extLst>
        </p:spPr>
        <p:txBody>
          <a:bodyPr wrap="none"/>
          <a:lstStyle/>
          <a:p>
            <a:endParaRPr lang="en-US"/>
          </a:p>
        </p:txBody>
      </p:sp>
    </p:spTree>
    <p:extLst>
      <p:ext uri="{BB962C8B-B14F-4D97-AF65-F5344CB8AC3E}">
        <p14:creationId xmlns:p14="http://schemas.microsoft.com/office/powerpoint/2010/main" val="2929390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Footer Placeholder 3">
            <a:extLst>
              <a:ext uri="{FF2B5EF4-FFF2-40B4-BE49-F238E27FC236}">
                <a16:creationId xmlns:a16="http://schemas.microsoft.com/office/drawing/2014/main" id="{2449D79D-A02C-4B99-A04C-A1F2A2F5D780}"/>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Tầng Network</a:t>
            </a:r>
          </a:p>
        </p:txBody>
      </p:sp>
      <p:sp>
        <p:nvSpPr>
          <p:cNvPr id="90115" name="Slide Number Placeholder 4">
            <a:extLst>
              <a:ext uri="{FF2B5EF4-FFF2-40B4-BE49-F238E27FC236}">
                <a16:creationId xmlns:a16="http://schemas.microsoft.com/office/drawing/2014/main" id="{5A69C4F2-1D98-42A0-A60B-CF1F76BDADD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4-</a:t>
            </a:r>
            <a:fld id="{6A21F45F-0744-410F-8A92-89F2A59380F2}" type="slidenum">
              <a:rPr lang="en-US" altLang="en-US">
                <a:latin typeface="Tahoma" panose="020B0604030504040204" pitchFamily="34" charset="0"/>
              </a:rPr>
              <a:pPr/>
              <a:t>76</a:t>
            </a:fld>
            <a:endParaRPr lang="en-US" altLang="en-US">
              <a:latin typeface="Tahoma" panose="020B0604030504040204" pitchFamily="34" charset="0"/>
            </a:endParaRPr>
          </a:p>
        </p:txBody>
      </p:sp>
      <p:pic>
        <p:nvPicPr>
          <p:cNvPr id="90116" name="Picture 77" descr="underline_base">
            <a:extLst>
              <a:ext uri="{FF2B5EF4-FFF2-40B4-BE49-F238E27FC236}">
                <a16:creationId xmlns:a16="http://schemas.microsoft.com/office/drawing/2014/main" id="{5ED6459F-91A4-406E-854A-B613F2B4DFDB}"/>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54238" y="839789"/>
            <a:ext cx="5027612"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9" name="Rectangle 2">
            <a:extLst>
              <a:ext uri="{FF2B5EF4-FFF2-40B4-BE49-F238E27FC236}">
                <a16:creationId xmlns:a16="http://schemas.microsoft.com/office/drawing/2014/main" id="{17FB1D92-78F0-43ED-98B5-ECEBB8BB6F45}"/>
              </a:ext>
            </a:extLst>
          </p:cNvPr>
          <p:cNvSpPr>
            <a:spLocks noGrp="1" noChangeArrowheads="1"/>
          </p:cNvSpPr>
          <p:nvPr>
            <p:ph type="title"/>
          </p:nvPr>
        </p:nvSpPr>
        <p:spPr>
          <a:xfrm>
            <a:off x="2057400" y="174626"/>
            <a:ext cx="7772400" cy="874713"/>
          </a:xfrm>
        </p:spPr>
        <p:txBody>
          <a:bodyPr/>
          <a:lstStyle/>
          <a:p>
            <a:pPr>
              <a:defRPr/>
            </a:pPr>
            <a:r>
              <a:rPr lang="en-US" dirty="0">
                <a:cs typeface="+mj-cs"/>
              </a:rPr>
              <a:t>Bellman-Ford </a:t>
            </a:r>
            <a:r>
              <a:rPr lang="en-US" dirty="0" err="1">
                <a:cs typeface="+mj-cs"/>
              </a:rPr>
              <a:t>ví</a:t>
            </a:r>
            <a:r>
              <a:rPr lang="en-US" dirty="0">
                <a:cs typeface="+mj-cs"/>
              </a:rPr>
              <a:t> </a:t>
            </a:r>
            <a:r>
              <a:rPr lang="en-US" dirty="0" err="1">
                <a:cs typeface="+mj-cs"/>
              </a:rPr>
              <a:t>dụ</a:t>
            </a:r>
            <a:endParaRPr lang="en-US" dirty="0">
              <a:cs typeface="+mj-cs"/>
            </a:endParaRPr>
          </a:p>
        </p:txBody>
      </p:sp>
      <p:grpSp>
        <p:nvGrpSpPr>
          <p:cNvPr id="90118" name="Group 3">
            <a:extLst>
              <a:ext uri="{FF2B5EF4-FFF2-40B4-BE49-F238E27FC236}">
                <a16:creationId xmlns:a16="http://schemas.microsoft.com/office/drawing/2014/main" id="{F9D7EEE1-BBB7-4B52-AEBD-8D2D6D9E46F3}"/>
              </a:ext>
            </a:extLst>
          </p:cNvPr>
          <p:cNvGrpSpPr>
            <a:grpSpLocks/>
          </p:cNvGrpSpPr>
          <p:nvPr/>
        </p:nvGrpSpPr>
        <p:grpSpPr bwMode="auto">
          <a:xfrm>
            <a:off x="1800226" y="1470025"/>
            <a:ext cx="3571875" cy="2236788"/>
            <a:chOff x="3162" y="1071"/>
            <a:chExt cx="2250" cy="1409"/>
          </a:xfrm>
        </p:grpSpPr>
        <p:sp>
          <p:nvSpPr>
            <p:cNvPr id="90123" name="Freeform 4">
              <a:extLst>
                <a:ext uri="{FF2B5EF4-FFF2-40B4-BE49-F238E27FC236}">
                  <a16:creationId xmlns:a16="http://schemas.microsoft.com/office/drawing/2014/main" id="{FFB3E17E-0F9F-4D47-951F-5B75FFD66DF8}"/>
                </a:ext>
              </a:extLst>
            </p:cNvPr>
            <p:cNvSpPr>
              <a:spLocks/>
            </p:cNvSpPr>
            <p:nvPr/>
          </p:nvSpPr>
          <p:spPr bwMode="auto">
            <a:xfrm>
              <a:off x="3162" y="1071"/>
              <a:ext cx="2250" cy="1409"/>
            </a:xfrm>
            <a:custGeom>
              <a:avLst/>
              <a:gdLst>
                <a:gd name="T0" fmla="*/ 0 w 2250"/>
                <a:gd name="T1" fmla="*/ 624 h 1409"/>
                <a:gd name="T2" fmla="*/ 219 w 2250"/>
                <a:gd name="T3" fmla="*/ 321 h 1409"/>
                <a:gd name="T4" fmla="*/ 529 w 2250"/>
                <a:gd name="T5" fmla="*/ 35 h 1409"/>
                <a:gd name="T6" fmla="*/ 1551 w 2250"/>
                <a:gd name="T7" fmla="*/ 111 h 1409"/>
                <a:gd name="T8" fmla="*/ 1968 w 2250"/>
                <a:gd name="T9" fmla="*/ 483 h 1409"/>
                <a:gd name="T10" fmla="*/ 2199 w 2250"/>
                <a:gd name="T11" fmla="*/ 906 h 1409"/>
                <a:gd name="T12" fmla="*/ 1659 w 2250"/>
                <a:gd name="T13" fmla="*/ 1314 h 1409"/>
                <a:gd name="T14" fmla="*/ 993 w 2250"/>
                <a:gd name="T15" fmla="*/ 1386 h 1409"/>
                <a:gd name="T16" fmla="*/ 465 w 2250"/>
                <a:gd name="T17" fmla="*/ 1356 h 1409"/>
                <a:gd name="T18" fmla="*/ 102 w 2250"/>
                <a:gd name="T19" fmla="*/ 1068 h 1409"/>
                <a:gd name="T20" fmla="*/ 0 w 2250"/>
                <a:gd name="T21" fmla="*/ 624 h 140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50"/>
                <a:gd name="T34" fmla="*/ 0 h 1409"/>
                <a:gd name="T35" fmla="*/ 2250 w 2250"/>
                <a:gd name="T36" fmla="*/ 1409 h 140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50" h="1409">
                  <a:moveTo>
                    <a:pt x="0" y="624"/>
                  </a:moveTo>
                  <a:cubicBezTo>
                    <a:pt x="5" y="506"/>
                    <a:pt x="131" y="419"/>
                    <a:pt x="219" y="321"/>
                  </a:cubicBezTo>
                  <a:cubicBezTo>
                    <a:pt x="307" y="223"/>
                    <a:pt x="307" y="70"/>
                    <a:pt x="529" y="35"/>
                  </a:cubicBezTo>
                  <a:cubicBezTo>
                    <a:pt x="751" y="0"/>
                    <a:pt x="1311" y="36"/>
                    <a:pt x="1551" y="111"/>
                  </a:cubicBezTo>
                  <a:cubicBezTo>
                    <a:pt x="1791" y="186"/>
                    <a:pt x="1860" y="351"/>
                    <a:pt x="1968" y="483"/>
                  </a:cubicBezTo>
                  <a:cubicBezTo>
                    <a:pt x="2076" y="615"/>
                    <a:pt x="2250" y="767"/>
                    <a:pt x="2199" y="906"/>
                  </a:cubicBezTo>
                  <a:cubicBezTo>
                    <a:pt x="2148" y="1045"/>
                    <a:pt x="1860" y="1234"/>
                    <a:pt x="1659" y="1314"/>
                  </a:cubicBezTo>
                  <a:cubicBezTo>
                    <a:pt x="1458" y="1394"/>
                    <a:pt x="1192" y="1379"/>
                    <a:pt x="993" y="1386"/>
                  </a:cubicBezTo>
                  <a:cubicBezTo>
                    <a:pt x="794" y="1393"/>
                    <a:pt x="613" y="1409"/>
                    <a:pt x="465" y="1356"/>
                  </a:cubicBezTo>
                  <a:cubicBezTo>
                    <a:pt x="317" y="1303"/>
                    <a:pt x="180" y="1190"/>
                    <a:pt x="102" y="1068"/>
                  </a:cubicBezTo>
                  <a:cubicBezTo>
                    <a:pt x="24" y="946"/>
                    <a:pt x="21" y="716"/>
                    <a:pt x="0" y="624"/>
                  </a:cubicBezTo>
                  <a:close/>
                </a:path>
              </a:pathLst>
            </a:custGeom>
            <a:solidFill>
              <a:srgbClr val="99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90124" name="Freeform 5">
              <a:extLst>
                <a:ext uri="{FF2B5EF4-FFF2-40B4-BE49-F238E27FC236}">
                  <a16:creationId xmlns:a16="http://schemas.microsoft.com/office/drawing/2014/main" id="{9AAE9E92-66BA-4049-99E0-2F1505C69330}"/>
                </a:ext>
              </a:extLst>
            </p:cNvPr>
            <p:cNvSpPr>
              <a:spLocks/>
            </p:cNvSpPr>
            <p:nvPr/>
          </p:nvSpPr>
          <p:spPr bwMode="auto">
            <a:xfrm>
              <a:off x="3498" y="1620"/>
              <a:ext cx="342" cy="186"/>
            </a:xfrm>
            <a:custGeom>
              <a:avLst/>
              <a:gdLst>
                <a:gd name="T0" fmla="*/ 0 w 342"/>
                <a:gd name="T1" fmla="*/ 186 h 186"/>
                <a:gd name="T2" fmla="*/ 342 w 342"/>
                <a:gd name="T3" fmla="*/ 0 h 186"/>
                <a:gd name="T4" fmla="*/ 0 60000 65536"/>
                <a:gd name="T5" fmla="*/ 0 60000 65536"/>
                <a:gd name="T6" fmla="*/ 0 w 342"/>
                <a:gd name="T7" fmla="*/ 0 h 186"/>
                <a:gd name="T8" fmla="*/ 342 w 342"/>
                <a:gd name="T9" fmla="*/ 186 h 186"/>
              </a:gdLst>
              <a:ahLst/>
              <a:cxnLst>
                <a:cxn ang="T4">
                  <a:pos x="T0" y="T1"/>
                </a:cxn>
                <a:cxn ang="T5">
                  <a:pos x="T2" y="T3"/>
                </a:cxn>
              </a:cxnLst>
              <a:rect l="T6" t="T7" r="T8" b="T9"/>
              <a:pathLst>
                <a:path w="342" h="186">
                  <a:moveTo>
                    <a:pt x="0" y="186"/>
                  </a:moveTo>
                  <a:lnTo>
                    <a:pt x="342"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90125" name="Oval 6">
              <a:extLst>
                <a:ext uri="{FF2B5EF4-FFF2-40B4-BE49-F238E27FC236}">
                  <a16:creationId xmlns:a16="http://schemas.microsoft.com/office/drawing/2014/main" id="{CF5C2B19-4B64-4294-83A9-DA3731842454}"/>
                </a:ext>
              </a:extLst>
            </p:cNvPr>
            <p:cNvSpPr>
              <a:spLocks noChangeArrowheads="1"/>
            </p:cNvSpPr>
            <p:nvPr/>
          </p:nvSpPr>
          <p:spPr bwMode="auto">
            <a:xfrm>
              <a:off x="3238" y="1862"/>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90126" name="Line 7">
              <a:extLst>
                <a:ext uri="{FF2B5EF4-FFF2-40B4-BE49-F238E27FC236}">
                  <a16:creationId xmlns:a16="http://schemas.microsoft.com/office/drawing/2014/main" id="{D30CBF46-DA17-4D39-914A-DFE83B80F323}"/>
                </a:ext>
              </a:extLst>
            </p:cNvPr>
            <p:cNvSpPr>
              <a:spLocks noChangeShapeType="1"/>
            </p:cNvSpPr>
            <p:nvPr/>
          </p:nvSpPr>
          <p:spPr bwMode="auto">
            <a:xfrm>
              <a:off x="3238" y="1855"/>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0127" name="Line 8">
              <a:extLst>
                <a:ext uri="{FF2B5EF4-FFF2-40B4-BE49-F238E27FC236}">
                  <a16:creationId xmlns:a16="http://schemas.microsoft.com/office/drawing/2014/main" id="{225B9631-FD6F-4EC8-B9C7-FB47F0A47550}"/>
                </a:ext>
              </a:extLst>
            </p:cNvPr>
            <p:cNvSpPr>
              <a:spLocks noChangeShapeType="1"/>
            </p:cNvSpPr>
            <p:nvPr/>
          </p:nvSpPr>
          <p:spPr bwMode="auto">
            <a:xfrm>
              <a:off x="3551" y="1855"/>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0128" name="Rectangle 9">
              <a:extLst>
                <a:ext uri="{FF2B5EF4-FFF2-40B4-BE49-F238E27FC236}">
                  <a16:creationId xmlns:a16="http://schemas.microsoft.com/office/drawing/2014/main" id="{43B4D0C1-5C68-469D-98E6-87C2E3F0788E}"/>
                </a:ext>
              </a:extLst>
            </p:cNvPr>
            <p:cNvSpPr>
              <a:spLocks noChangeArrowheads="1"/>
            </p:cNvSpPr>
            <p:nvPr/>
          </p:nvSpPr>
          <p:spPr bwMode="auto">
            <a:xfrm>
              <a:off x="3238" y="1855"/>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90129" name="Oval 10">
              <a:extLst>
                <a:ext uri="{FF2B5EF4-FFF2-40B4-BE49-F238E27FC236}">
                  <a16:creationId xmlns:a16="http://schemas.microsoft.com/office/drawing/2014/main" id="{6FA6C83A-7043-47EA-99AC-E40A361A1085}"/>
                </a:ext>
              </a:extLst>
            </p:cNvPr>
            <p:cNvSpPr>
              <a:spLocks noChangeArrowheads="1"/>
            </p:cNvSpPr>
            <p:nvPr/>
          </p:nvSpPr>
          <p:spPr bwMode="auto">
            <a:xfrm>
              <a:off x="3235" y="1796"/>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90130" name="Oval 11">
              <a:extLst>
                <a:ext uri="{FF2B5EF4-FFF2-40B4-BE49-F238E27FC236}">
                  <a16:creationId xmlns:a16="http://schemas.microsoft.com/office/drawing/2014/main" id="{D61AF609-F575-452B-A0AC-963EA6EE7E45}"/>
                </a:ext>
              </a:extLst>
            </p:cNvPr>
            <p:cNvSpPr>
              <a:spLocks noChangeArrowheads="1"/>
            </p:cNvSpPr>
            <p:nvPr/>
          </p:nvSpPr>
          <p:spPr bwMode="auto">
            <a:xfrm>
              <a:off x="3712" y="2249"/>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90131" name="Line 12">
              <a:extLst>
                <a:ext uri="{FF2B5EF4-FFF2-40B4-BE49-F238E27FC236}">
                  <a16:creationId xmlns:a16="http://schemas.microsoft.com/office/drawing/2014/main" id="{41574B84-358F-4831-BDBF-55A50F38C98F}"/>
                </a:ext>
              </a:extLst>
            </p:cNvPr>
            <p:cNvSpPr>
              <a:spLocks noChangeShapeType="1"/>
            </p:cNvSpPr>
            <p:nvPr/>
          </p:nvSpPr>
          <p:spPr bwMode="auto">
            <a:xfrm>
              <a:off x="3712" y="2242"/>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0132" name="Line 13">
              <a:extLst>
                <a:ext uri="{FF2B5EF4-FFF2-40B4-BE49-F238E27FC236}">
                  <a16:creationId xmlns:a16="http://schemas.microsoft.com/office/drawing/2014/main" id="{BA30CCDA-AB68-4303-AEA6-CC9BFD6DB7E9}"/>
                </a:ext>
              </a:extLst>
            </p:cNvPr>
            <p:cNvSpPr>
              <a:spLocks noChangeShapeType="1"/>
            </p:cNvSpPr>
            <p:nvPr/>
          </p:nvSpPr>
          <p:spPr bwMode="auto">
            <a:xfrm>
              <a:off x="4025" y="2242"/>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0133" name="Rectangle 14">
              <a:extLst>
                <a:ext uri="{FF2B5EF4-FFF2-40B4-BE49-F238E27FC236}">
                  <a16:creationId xmlns:a16="http://schemas.microsoft.com/office/drawing/2014/main" id="{4579D843-C5B6-454E-A438-9421BC6C87BF}"/>
                </a:ext>
              </a:extLst>
            </p:cNvPr>
            <p:cNvSpPr>
              <a:spLocks noChangeArrowheads="1"/>
            </p:cNvSpPr>
            <p:nvPr/>
          </p:nvSpPr>
          <p:spPr bwMode="auto">
            <a:xfrm>
              <a:off x="3712" y="2242"/>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90134" name="Oval 15">
              <a:extLst>
                <a:ext uri="{FF2B5EF4-FFF2-40B4-BE49-F238E27FC236}">
                  <a16:creationId xmlns:a16="http://schemas.microsoft.com/office/drawing/2014/main" id="{F2C97ED6-FED4-412C-B0A0-56490A969BAC}"/>
                </a:ext>
              </a:extLst>
            </p:cNvPr>
            <p:cNvSpPr>
              <a:spLocks noChangeArrowheads="1"/>
            </p:cNvSpPr>
            <p:nvPr/>
          </p:nvSpPr>
          <p:spPr bwMode="auto">
            <a:xfrm>
              <a:off x="3709" y="2183"/>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90135" name="Oval 16">
              <a:extLst>
                <a:ext uri="{FF2B5EF4-FFF2-40B4-BE49-F238E27FC236}">
                  <a16:creationId xmlns:a16="http://schemas.microsoft.com/office/drawing/2014/main" id="{4BC99C55-778B-4503-81E2-5F0FEF201B69}"/>
                </a:ext>
              </a:extLst>
            </p:cNvPr>
            <p:cNvSpPr>
              <a:spLocks noChangeArrowheads="1"/>
            </p:cNvSpPr>
            <p:nvPr/>
          </p:nvSpPr>
          <p:spPr bwMode="auto">
            <a:xfrm>
              <a:off x="3708" y="1559"/>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90136" name="Line 17">
              <a:extLst>
                <a:ext uri="{FF2B5EF4-FFF2-40B4-BE49-F238E27FC236}">
                  <a16:creationId xmlns:a16="http://schemas.microsoft.com/office/drawing/2014/main" id="{6096305E-B699-466E-A199-65E8DC97106E}"/>
                </a:ext>
              </a:extLst>
            </p:cNvPr>
            <p:cNvSpPr>
              <a:spLocks noChangeShapeType="1"/>
            </p:cNvSpPr>
            <p:nvPr/>
          </p:nvSpPr>
          <p:spPr bwMode="auto">
            <a:xfrm>
              <a:off x="3708" y="1552"/>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0137" name="Line 18">
              <a:extLst>
                <a:ext uri="{FF2B5EF4-FFF2-40B4-BE49-F238E27FC236}">
                  <a16:creationId xmlns:a16="http://schemas.microsoft.com/office/drawing/2014/main" id="{C80AA2DC-8D45-4CFD-88DB-72AB86E28B6F}"/>
                </a:ext>
              </a:extLst>
            </p:cNvPr>
            <p:cNvSpPr>
              <a:spLocks noChangeShapeType="1"/>
            </p:cNvSpPr>
            <p:nvPr/>
          </p:nvSpPr>
          <p:spPr bwMode="auto">
            <a:xfrm>
              <a:off x="4021" y="1552"/>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0138" name="Rectangle 19">
              <a:extLst>
                <a:ext uri="{FF2B5EF4-FFF2-40B4-BE49-F238E27FC236}">
                  <a16:creationId xmlns:a16="http://schemas.microsoft.com/office/drawing/2014/main" id="{C8FC4673-AC59-4CE5-BA31-9D836FD39C10}"/>
                </a:ext>
              </a:extLst>
            </p:cNvPr>
            <p:cNvSpPr>
              <a:spLocks noChangeArrowheads="1"/>
            </p:cNvSpPr>
            <p:nvPr/>
          </p:nvSpPr>
          <p:spPr bwMode="auto">
            <a:xfrm>
              <a:off x="3708" y="1552"/>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90139" name="Oval 20">
              <a:extLst>
                <a:ext uri="{FF2B5EF4-FFF2-40B4-BE49-F238E27FC236}">
                  <a16:creationId xmlns:a16="http://schemas.microsoft.com/office/drawing/2014/main" id="{724A78DA-D757-46A2-979C-369DA2D17650}"/>
                </a:ext>
              </a:extLst>
            </p:cNvPr>
            <p:cNvSpPr>
              <a:spLocks noChangeArrowheads="1"/>
            </p:cNvSpPr>
            <p:nvPr/>
          </p:nvSpPr>
          <p:spPr bwMode="auto">
            <a:xfrm>
              <a:off x="3705" y="1493"/>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90140" name="Oval 21">
              <a:extLst>
                <a:ext uri="{FF2B5EF4-FFF2-40B4-BE49-F238E27FC236}">
                  <a16:creationId xmlns:a16="http://schemas.microsoft.com/office/drawing/2014/main" id="{E7421986-B98C-4B82-AB18-9055D10A72E2}"/>
                </a:ext>
              </a:extLst>
            </p:cNvPr>
            <p:cNvSpPr>
              <a:spLocks noChangeArrowheads="1"/>
            </p:cNvSpPr>
            <p:nvPr/>
          </p:nvSpPr>
          <p:spPr bwMode="auto">
            <a:xfrm>
              <a:off x="4391" y="1555"/>
              <a:ext cx="312"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90141" name="Line 22">
              <a:extLst>
                <a:ext uri="{FF2B5EF4-FFF2-40B4-BE49-F238E27FC236}">
                  <a16:creationId xmlns:a16="http://schemas.microsoft.com/office/drawing/2014/main" id="{1E95163E-4A0C-4C8E-9C95-D5C7F3109AE2}"/>
                </a:ext>
              </a:extLst>
            </p:cNvPr>
            <p:cNvSpPr>
              <a:spLocks noChangeShapeType="1"/>
            </p:cNvSpPr>
            <p:nvPr/>
          </p:nvSpPr>
          <p:spPr bwMode="auto">
            <a:xfrm>
              <a:off x="4391" y="1548"/>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0142" name="Line 23">
              <a:extLst>
                <a:ext uri="{FF2B5EF4-FFF2-40B4-BE49-F238E27FC236}">
                  <a16:creationId xmlns:a16="http://schemas.microsoft.com/office/drawing/2014/main" id="{1E0DDA9F-AFCA-4BFF-8244-0D7D9C468BE8}"/>
                </a:ext>
              </a:extLst>
            </p:cNvPr>
            <p:cNvSpPr>
              <a:spLocks noChangeShapeType="1"/>
            </p:cNvSpPr>
            <p:nvPr/>
          </p:nvSpPr>
          <p:spPr bwMode="auto">
            <a:xfrm>
              <a:off x="4703" y="1548"/>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0143" name="Rectangle 24">
              <a:extLst>
                <a:ext uri="{FF2B5EF4-FFF2-40B4-BE49-F238E27FC236}">
                  <a16:creationId xmlns:a16="http://schemas.microsoft.com/office/drawing/2014/main" id="{A12959C5-9482-498E-B6EB-20A18C7EFCB0}"/>
                </a:ext>
              </a:extLst>
            </p:cNvPr>
            <p:cNvSpPr>
              <a:spLocks noChangeArrowheads="1"/>
            </p:cNvSpPr>
            <p:nvPr/>
          </p:nvSpPr>
          <p:spPr bwMode="auto">
            <a:xfrm>
              <a:off x="4391" y="1548"/>
              <a:ext cx="309"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90144" name="Oval 25">
              <a:extLst>
                <a:ext uri="{FF2B5EF4-FFF2-40B4-BE49-F238E27FC236}">
                  <a16:creationId xmlns:a16="http://schemas.microsoft.com/office/drawing/2014/main" id="{0D1B1A7E-57F0-4A61-ABFE-C8AB727A91C0}"/>
                </a:ext>
              </a:extLst>
            </p:cNvPr>
            <p:cNvSpPr>
              <a:spLocks noChangeArrowheads="1"/>
            </p:cNvSpPr>
            <p:nvPr/>
          </p:nvSpPr>
          <p:spPr bwMode="auto">
            <a:xfrm>
              <a:off x="4394" y="1492"/>
              <a:ext cx="312"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90145" name="Oval 26">
              <a:extLst>
                <a:ext uri="{FF2B5EF4-FFF2-40B4-BE49-F238E27FC236}">
                  <a16:creationId xmlns:a16="http://schemas.microsoft.com/office/drawing/2014/main" id="{0DDC738F-C676-4ADB-B258-88BDF7E1CAFC}"/>
                </a:ext>
              </a:extLst>
            </p:cNvPr>
            <p:cNvSpPr>
              <a:spLocks noChangeArrowheads="1"/>
            </p:cNvSpPr>
            <p:nvPr/>
          </p:nvSpPr>
          <p:spPr bwMode="auto">
            <a:xfrm>
              <a:off x="4401" y="2246"/>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90146" name="Line 27">
              <a:extLst>
                <a:ext uri="{FF2B5EF4-FFF2-40B4-BE49-F238E27FC236}">
                  <a16:creationId xmlns:a16="http://schemas.microsoft.com/office/drawing/2014/main" id="{3151531F-6D3F-40D3-B05E-02E9D57FFA53}"/>
                </a:ext>
              </a:extLst>
            </p:cNvPr>
            <p:cNvSpPr>
              <a:spLocks noChangeShapeType="1"/>
            </p:cNvSpPr>
            <p:nvPr/>
          </p:nvSpPr>
          <p:spPr bwMode="auto">
            <a:xfrm>
              <a:off x="4401" y="2239"/>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0147" name="Line 28">
              <a:extLst>
                <a:ext uri="{FF2B5EF4-FFF2-40B4-BE49-F238E27FC236}">
                  <a16:creationId xmlns:a16="http://schemas.microsoft.com/office/drawing/2014/main" id="{D340949B-05E0-42AF-A670-00633AB8F6B4}"/>
                </a:ext>
              </a:extLst>
            </p:cNvPr>
            <p:cNvSpPr>
              <a:spLocks noChangeShapeType="1"/>
            </p:cNvSpPr>
            <p:nvPr/>
          </p:nvSpPr>
          <p:spPr bwMode="auto">
            <a:xfrm>
              <a:off x="4714" y="2239"/>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0148" name="Rectangle 29">
              <a:extLst>
                <a:ext uri="{FF2B5EF4-FFF2-40B4-BE49-F238E27FC236}">
                  <a16:creationId xmlns:a16="http://schemas.microsoft.com/office/drawing/2014/main" id="{B620B0B8-57AC-4A36-AB17-50FA969412C7}"/>
                </a:ext>
              </a:extLst>
            </p:cNvPr>
            <p:cNvSpPr>
              <a:spLocks noChangeArrowheads="1"/>
            </p:cNvSpPr>
            <p:nvPr/>
          </p:nvSpPr>
          <p:spPr bwMode="auto">
            <a:xfrm>
              <a:off x="4401" y="2239"/>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90149" name="Oval 30">
              <a:extLst>
                <a:ext uri="{FF2B5EF4-FFF2-40B4-BE49-F238E27FC236}">
                  <a16:creationId xmlns:a16="http://schemas.microsoft.com/office/drawing/2014/main" id="{4C1139CA-97B5-4155-A5C2-EED651CC86E1}"/>
                </a:ext>
              </a:extLst>
            </p:cNvPr>
            <p:cNvSpPr>
              <a:spLocks noChangeArrowheads="1"/>
            </p:cNvSpPr>
            <p:nvPr/>
          </p:nvSpPr>
          <p:spPr bwMode="auto">
            <a:xfrm>
              <a:off x="4398" y="2180"/>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90150" name="Oval 31">
              <a:extLst>
                <a:ext uri="{FF2B5EF4-FFF2-40B4-BE49-F238E27FC236}">
                  <a16:creationId xmlns:a16="http://schemas.microsoft.com/office/drawing/2014/main" id="{6F1C571E-99B6-4FE8-B51F-81A989BC799E}"/>
                </a:ext>
              </a:extLst>
            </p:cNvPr>
            <p:cNvSpPr>
              <a:spLocks noChangeArrowheads="1"/>
            </p:cNvSpPr>
            <p:nvPr/>
          </p:nvSpPr>
          <p:spPr bwMode="auto">
            <a:xfrm>
              <a:off x="4966" y="1905"/>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90151" name="Line 32">
              <a:extLst>
                <a:ext uri="{FF2B5EF4-FFF2-40B4-BE49-F238E27FC236}">
                  <a16:creationId xmlns:a16="http://schemas.microsoft.com/office/drawing/2014/main" id="{2E0A5200-C107-4879-8CD7-FFF9C94F46AA}"/>
                </a:ext>
              </a:extLst>
            </p:cNvPr>
            <p:cNvSpPr>
              <a:spLocks noChangeShapeType="1"/>
            </p:cNvSpPr>
            <p:nvPr/>
          </p:nvSpPr>
          <p:spPr bwMode="auto">
            <a:xfrm>
              <a:off x="4966" y="1898"/>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0152" name="Line 33">
              <a:extLst>
                <a:ext uri="{FF2B5EF4-FFF2-40B4-BE49-F238E27FC236}">
                  <a16:creationId xmlns:a16="http://schemas.microsoft.com/office/drawing/2014/main" id="{A6A21FA2-BC6D-4DC5-AE67-BD6A973695EF}"/>
                </a:ext>
              </a:extLst>
            </p:cNvPr>
            <p:cNvSpPr>
              <a:spLocks noChangeShapeType="1"/>
            </p:cNvSpPr>
            <p:nvPr/>
          </p:nvSpPr>
          <p:spPr bwMode="auto">
            <a:xfrm>
              <a:off x="5279" y="1898"/>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0153" name="Rectangle 34">
              <a:extLst>
                <a:ext uri="{FF2B5EF4-FFF2-40B4-BE49-F238E27FC236}">
                  <a16:creationId xmlns:a16="http://schemas.microsoft.com/office/drawing/2014/main" id="{5AC0D2B3-F84E-4CC9-A2F7-7FA75827B92A}"/>
                </a:ext>
              </a:extLst>
            </p:cNvPr>
            <p:cNvSpPr>
              <a:spLocks noChangeArrowheads="1"/>
            </p:cNvSpPr>
            <p:nvPr/>
          </p:nvSpPr>
          <p:spPr bwMode="auto">
            <a:xfrm>
              <a:off x="4966" y="1898"/>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90154" name="Oval 35">
              <a:extLst>
                <a:ext uri="{FF2B5EF4-FFF2-40B4-BE49-F238E27FC236}">
                  <a16:creationId xmlns:a16="http://schemas.microsoft.com/office/drawing/2014/main" id="{4671F732-F727-444D-8C9E-4C899BC7BA4B}"/>
                </a:ext>
              </a:extLst>
            </p:cNvPr>
            <p:cNvSpPr>
              <a:spLocks noChangeArrowheads="1"/>
            </p:cNvSpPr>
            <p:nvPr/>
          </p:nvSpPr>
          <p:spPr bwMode="auto">
            <a:xfrm>
              <a:off x="4963" y="1839"/>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90155" name="Freeform 36">
              <a:extLst>
                <a:ext uri="{FF2B5EF4-FFF2-40B4-BE49-F238E27FC236}">
                  <a16:creationId xmlns:a16="http://schemas.microsoft.com/office/drawing/2014/main" id="{1D14DF7A-7667-4C33-B0DE-1315991BB02E}"/>
                </a:ext>
              </a:extLst>
            </p:cNvPr>
            <p:cNvSpPr>
              <a:spLocks/>
            </p:cNvSpPr>
            <p:nvPr/>
          </p:nvSpPr>
          <p:spPr bwMode="auto">
            <a:xfrm>
              <a:off x="4557" y="1647"/>
              <a:ext cx="1" cy="522"/>
            </a:xfrm>
            <a:custGeom>
              <a:avLst/>
              <a:gdLst>
                <a:gd name="T0" fmla="*/ 0 w 1"/>
                <a:gd name="T1" fmla="*/ 0 h 522"/>
                <a:gd name="T2" fmla="*/ 0 w 1"/>
                <a:gd name="T3" fmla="*/ 522 h 522"/>
                <a:gd name="T4" fmla="*/ 0 60000 65536"/>
                <a:gd name="T5" fmla="*/ 0 60000 65536"/>
                <a:gd name="T6" fmla="*/ 0 w 1"/>
                <a:gd name="T7" fmla="*/ 0 h 522"/>
                <a:gd name="T8" fmla="*/ 1 w 1"/>
                <a:gd name="T9" fmla="*/ 522 h 522"/>
              </a:gdLst>
              <a:ahLst/>
              <a:cxnLst>
                <a:cxn ang="T4">
                  <a:pos x="T0" y="T1"/>
                </a:cxn>
                <a:cxn ang="T5">
                  <a:pos x="T2" y="T3"/>
                </a:cxn>
              </a:cxnLst>
              <a:rect l="T6" t="T7" r="T8" b="T9"/>
              <a:pathLst>
                <a:path w="1" h="522">
                  <a:moveTo>
                    <a:pt x="0" y="0"/>
                  </a:moveTo>
                  <a:lnTo>
                    <a:pt x="0" y="522"/>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90156" name="Freeform 37">
              <a:extLst>
                <a:ext uri="{FF2B5EF4-FFF2-40B4-BE49-F238E27FC236}">
                  <a16:creationId xmlns:a16="http://schemas.microsoft.com/office/drawing/2014/main" id="{47CC0207-A535-4916-8FFC-03A54243E423}"/>
                </a:ext>
              </a:extLst>
            </p:cNvPr>
            <p:cNvSpPr>
              <a:spLocks/>
            </p:cNvSpPr>
            <p:nvPr/>
          </p:nvSpPr>
          <p:spPr bwMode="auto">
            <a:xfrm>
              <a:off x="3864" y="1653"/>
              <a:ext cx="1" cy="537"/>
            </a:xfrm>
            <a:custGeom>
              <a:avLst/>
              <a:gdLst>
                <a:gd name="T0" fmla="*/ 0 w 1"/>
                <a:gd name="T1" fmla="*/ 0 h 537"/>
                <a:gd name="T2" fmla="*/ 0 w 1"/>
                <a:gd name="T3" fmla="*/ 537 h 537"/>
                <a:gd name="T4" fmla="*/ 0 60000 65536"/>
                <a:gd name="T5" fmla="*/ 0 60000 65536"/>
                <a:gd name="T6" fmla="*/ 0 w 1"/>
                <a:gd name="T7" fmla="*/ 0 h 537"/>
                <a:gd name="T8" fmla="*/ 1 w 1"/>
                <a:gd name="T9" fmla="*/ 537 h 537"/>
              </a:gdLst>
              <a:ahLst/>
              <a:cxnLst>
                <a:cxn ang="T4">
                  <a:pos x="T0" y="T1"/>
                </a:cxn>
                <a:cxn ang="T5">
                  <a:pos x="T2" y="T3"/>
                </a:cxn>
              </a:cxnLst>
              <a:rect l="T6" t="T7" r="T8" b="T9"/>
              <a:pathLst>
                <a:path w="1" h="537">
                  <a:moveTo>
                    <a:pt x="0" y="0"/>
                  </a:moveTo>
                  <a:lnTo>
                    <a:pt x="0" y="537"/>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90157" name="Freeform 38">
              <a:extLst>
                <a:ext uri="{FF2B5EF4-FFF2-40B4-BE49-F238E27FC236}">
                  <a16:creationId xmlns:a16="http://schemas.microsoft.com/office/drawing/2014/main" id="{89D801F2-14E2-4C86-B344-A078D79BFCAF}"/>
                </a:ext>
              </a:extLst>
            </p:cNvPr>
            <p:cNvSpPr>
              <a:spLocks/>
            </p:cNvSpPr>
            <p:nvPr/>
          </p:nvSpPr>
          <p:spPr bwMode="auto">
            <a:xfrm>
              <a:off x="4029" y="1638"/>
              <a:ext cx="504" cy="600"/>
            </a:xfrm>
            <a:custGeom>
              <a:avLst/>
              <a:gdLst>
                <a:gd name="T0" fmla="*/ 0 w 378"/>
                <a:gd name="T1" fmla="*/ 2147483647 h 174"/>
                <a:gd name="T2" fmla="*/ 211931 w 378"/>
                <a:gd name="T3" fmla="*/ 0 h 174"/>
                <a:gd name="T4" fmla="*/ 0 60000 65536"/>
                <a:gd name="T5" fmla="*/ 0 60000 65536"/>
                <a:gd name="T6" fmla="*/ 0 w 378"/>
                <a:gd name="T7" fmla="*/ 0 h 174"/>
                <a:gd name="T8" fmla="*/ 378 w 378"/>
                <a:gd name="T9" fmla="*/ 174 h 174"/>
              </a:gdLst>
              <a:ahLst/>
              <a:cxnLst>
                <a:cxn ang="T4">
                  <a:pos x="T0" y="T1"/>
                </a:cxn>
                <a:cxn ang="T5">
                  <a:pos x="T2" y="T3"/>
                </a:cxn>
              </a:cxnLst>
              <a:rect l="T6" t="T7" r="T8" b="T9"/>
              <a:pathLst>
                <a:path w="378" h="174">
                  <a:moveTo>
                    <a:pt x="0" y="174"/>
                  </a:moveTo>
                  <a:lnTo>
                    <a:pt x="378"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90158" name="Freeform 39">
              <a:extLst>
                <a:ext uri="{FF2B5EF4-FFF2-40B4-BE49-F238E27FC236}">
                  <a16:creationId xmlns:a16="http://schemas.microsoft.com/office/drawing/2014/main" id="{B2E74A2D-37E3-4C4F-839A-7232EF5454F5}"/>
                </a:ext>
              </a:extLst>
            </p:cNvPr>
            <p:cNvSpPr>
              <a:spLocks/>
            </p:cNvSpPr>
            <p:nvPr/>
          </p:nvSpPr>
          <p:spPr bwMode="auto">
            <a:xfrm>
              <a:off x="4716" y="1986"/>
              <a:ext cx="366" cy="270"/>
            </a:xfrm>
            <a:custGeom>
              <a:avLst/>
              <a:gdLst>
                <a:gd name="T0" fmla="*/ 0 w 366"/>
                <a:gd name="T1" fmla="*/ 270 h 270"/>
                <a:gd name="T2" fmla="*/ 366 w 366"/>
                <a:gd name="T3" fmla="*/ 0 h 270"/>
                <a:gd name="T4" fmla="*/ 0 60000 65536"/>
                <a:gd name="T5" fmla="*/ 0 60000 65536"/>
                <a:gd name="T6" fmla="*/ 0 w 366"/>
                <a:gd name="T7" fmla="*/ 0 h 270"/>
                <a:gd name="T8" fmla="*/ 366 w 366"/>
                <a:gd name="T9" fmla="*/ 270 h 270"/>
              </a:gdLst>
              <a:ahLst/>
              <a:cxnLst>
                <a:cxn ang="T4">
                  <a:pos x="T0" y="T1"/>
                </a:cxn>
                <a:cxn ang="T5">
                  <a:pos x="T2" y="T3"/>
                </a:cxn>
              </a:cxnLst>
              <a:rect l="T6" t="T7" r="T8" b="T9"/>
              <a:pathLst>
                <a:path w="366" h="270">
                  <a:moveTo>
                    <a:pt x="0" y="270"/>
                  </a:moveTo>
                  <a:lnTo>
                    <a:pt x="366"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90159" name="Freeform 40">
              <a:extLst>
                <a:ext uri="{FF2B5EF4-FFF2-40B4-BE49-F238E27FC236}">
                  <a16:creationId xmlns:a16="http://schemas.microsoft.com/office/drawing/2014/main" id="{556B4A2E-8B7A-491A-9F60-6E128C757900}"/>
                </a:ext>
              </a:extLst>
            </p:cNvPr>
            <p:cNvSpPr>
              <a:spLocks/>
            </p:cNvSpPr>
            <p:nvPr/>
          </p:nvSpPr>
          <p:spPr bwMode="auto">
            <a:xfrm>
              <a:off x="4035" y="2268"/>
              <a:ext cx="366" cy="1"/>
            </a:xfrm>
            <a:custGeom>
              <a:avLst/>
              <a:gdLst>
                <a:gd name="T0" fmla="*/ 366 w 366"/>
                <a:gd name="T1" fmla="*/ 0 h 1"/>
                <a:gd name="T2" fmla="*/ 0 w 366"/>
                <a:gd name="T3" fmla="*/ 0 h 1"/>
                <a:gd name="T4" fmla="*/ 0 60000 65536"/>
                <a:gd name="T5" fmla="*/ 0 60000 65536"/>
                <a:gd name="T6" fmla="*/ 0 w 366"/>
                <a:gd name="T7" fmla="*/ 0 h 1"/>
                <a:gd name="T8" fmla="*/ 366 w 366"/>
                <a:gd name="T9" fmla="*/ 1 h 1"/>
              </a:gdLst>
              <a:ahLst/>
              <a:cxnLst>
                <a:cxn ang="T4">
                  <a:pos x="T0" y="T1"/>
                </a:cxn>
                <a:cxn ang="T5">
                  <a:pos x="T2" y="T3"/>
                </a:cxn>
              </a:cxnLst>
              <a:rect l="T6" t="T7" r="T8" b="T9"/>
              <a:pathLst>
                <a:path w="366" h="1">
                  <a:moveTo>
                    <a:pt x="366" y="0"/>
                  </a:moveTo>
                  <a:lnTo>
                    <a:pt x="0"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90160" name="Freeform 41">
              <a:extLst>
                <a:ext uri="{FF2B5EF4-FFF2-40B4-BE49-F238E27FC236}">
                  <a16:creationId xmlns:a16="http://schemas.microsoft.com/office/drawing/2014/main" id="{73F04F4D-7B35-4959-8AB9-5C8401F46FD6}"/>
                </a:ext>
              </a:extLst>
            </p:cNvPr>
            <p:cNvSpPr>
              <a:spLocks/>
            </p:cNvSpPr>
            <p:nvPr/>
          </p:nvSpPr>
          <p:spPr bwMode="auto">
            <a:xfrm>
              <a:off x="3444" y="1944"/>
              <a:ext cx="276" cy="264"/>
            </a:xfrm>
            <a:custGeom>
              <a:avLst/>
              <a:gdLst>
                <a:gd name="T0" fmla="*/ 276 w 276"/>
                <a:gd name="T1" fmla="*/ 264 h 264"/>
                <a:gd name="T2" fmla="*/ 0 w 276"/>
                <a:gd name="T3" fmla="*/ 0 h 264"/>
                <a:gd name="T4" fmla="*/ 0 60000 65536"/>
                <a:gd name="T5" fmla="*/ 0 60000 65536"/>
                <a:gd name="T6" fmla="*/ 0 w 276"/>
                <a:gd name="T7" fmla="*/ 0 h 264"/>
                <a:gd name="T8" fmla="*/ 276 w 276"/>
                <a:gd name="T9" fmla="*/ 264 h 264"/>
              </a:gdLst>
              <a:ahLst/>
              <a:cxnLst>
                <a:cxn ang="T4">
                  <a:pos x="T0" y="T1"/>
                </a:cxn>
                <a:cxn ang="T5">
                  <a:pos x="T2" y="T3"/>
                </a:cxn>
              </a:cxnLst>
              <a:rect l="T6" t="T7" r="T8" b="T9"/>
              <a:pathLst>
                <a:path w="276" h="264">
                  <a:moveTo>
                    <a:pt x="276" y="264"/>
                  </a:moveTo>
                  <a:lnTo>
                    <a:pt x="0"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90161" name="Freeform 42">
              <a:extLst>
                <a:ext uri="{FF2B5EF4-FFF2-40B4-BE49-F238E27FC236}">
                  <a16:creationId xmlns:a16="http://schemas.microsoft.com/office/drawing/2014/main" id="{D8ED6336-15EB-48F8-B2CD-2AA68DFC0477}"/>
                </a:ext>
              </a:extLst>
            </p:cNvPr>
            <p:cNvSpPr>
              <a:spLocks/>
            </p:cNvSpPr>
            <p:nvPr/>
          </p:nvSpPr>
          <p:spPr bwMode="auto">
            <a:xfrm>
              <a:off x="4029" y="1578"/>
              <a:ext cx="366" cy="1"/>
            </a:xfrm>
            <a:custGeom>
              <a:avLst/>
              <a:gdLst>
                <a:gd name="T0" fmla="*/ 366 w 366"/>
                <a:gd name="T1" fmla="*/ 0 h 1"/>
                <a:gd name="T2" fmla="*/ 0 w 366"/>
                <a:gd name="T3" fmla="*/ 0 h 1"/>
                <a:gd name="T4" fmla="*/ 0 60000 65536"/>
                <a:gd name="T5" fmla="*/ 0 60000 65536"/>
                <a:gd name="T6" fmla="*/ 0 w 366"/>
                <a:gd name="T7" fmla="*/ 0 h 1"/>
                <a:gd name="T8" fmla="*/ 366 w 366"/>
                <a:gd name="T9" fmla="*/ 1 h 1"/>
              </a:gdLst>
              <a:ahLst/>
              <a:cxnLst>
                <a:cxn ang="T4">
                  <a:pos x="T0" y="T1"/>
                </a:cxn>
                <a:cxn ang="T5">
                  <a:pos x="T2" y="T3"/>
                </a:cxn>
              </a:cxnLst>
              <a:rect l="T6" t="T7" r="T8" b="T9"/>
              <a:pathLst>
                <a:path w="366" h="1">
                  <a:moveTo>
                    <a:pt x="366" y="0"/>
                  </a:moveTo>
                  <a:lnTo>
                    <a:pt x="0"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90162" name="Freeform 43">
              <a:extLst>
                <a:ext uri="{FF2B5EF4-FFF2-40B4-BE49-F238E27FC236}">
                  <a16:creationId xmlns:a16="http://schemas.microsoft.com/office/drawing/2014/main" id="{2F2FA7CB-FB37-4524-B666-7E46314C888F}"/>
                </a:ext>
              </a:extLst>
            </p:cNvPr>
            <p:cNvSpPr>
              <a:spLocks/>
            </p:cNvSpPr>
            <p:nvPr/>
          </p:nvSpPr>
          <p:spPr bwMode="auto">
            <a:xfrm>
              <a:off x="4704" y="1575"/>
              <a:ext cx="396" cy="267"/>
            </a:xfrm>
            <a:custGeom>
              <a:avLst/>
              <a:gdLst>
                <a:gd name="T0" fmla="*/ 396 w 396"/>
                <a:gd name="T1" fmla="*/ 267 h 267"/>
                <a:gd name="T2" fmla="*/ 0 w 396"/>
                <a:gd name="T3" fmla="*/ 0 h 267"/>
                <a:gd name="T4" fmla="*/ 0 60000 65536"/>
                <a:gd name="T5" fmla="*/ 0 60000 65536"/>
                <a:gd name="T6" fmla="*/ 0 w 396"/>
                <a:gd name="T7" fmla="*/ 0 h 267"/>
                <a:gd name="T8" fmla="*/ 396 w 396"/>
                <a:gd name="T9" fmla="*/ 267 h 267"/>
              </a:gdLst>
              <a:ahLst/>
              <a:cxnLst>
                <a:cxn ang="T4">
                  <a:pos x="T0" y="T1"/>
                </a:cxn>
                <a:cxn ang="T5">
                  <a:pos x="T2" y="T3"/>
                </a:cxn>
              </a:cxnLst>
              <a:rect l="T6" t="T7" r="T8" b="T9"/>
              <a:pathLst>
                <a:path w="396" h="267">
                  <a:moveTo>
                    <a:pt x="396" y="267"/>
                  </a:moveTo>
                  <a:lnTo>
                    <a:pt x="0"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90163" name="Freeform 44">
              <a:extLst>
                <a:ext uri="{FF2B5EF4-FFF2-40B4-BE49-F238E27FC236}">
                  <a16:creationId xmlns:a16="http://schemas.microsoft.com/office/drawing/2014/main" id="{F7524A6D-2631-4DB2-86E7-E55F8ACAB41C}"/>
                </a:ext>
              </a:extLst>
            </p:cNvPr>
            <p:cNvSpPr>
              <a:spLocks/>
            </p:cNvSpPr>
            <p:nvPr/>
          </p:nvSpPr>
          <p:spPr bwMode="auto">
            <a:xfrm>
              <a:off x="3387" y="1146"/>
              <a:ext cx="1110" cy="645"/>
            </a:xfrm>
            <a:custGeom>
              <a:avLst/>
              <a:gdLst>
                <a:gd name="T0" fmla="*/ 1110 w 1110"/>
                <a:gd name="T1" fmla="*/ 342 h 645"/>
                <a:gd name="T2" fmla="*/ 0 w 1110"/>
                <a:gd name="T3" fmla="*/ 645 h 645"/>
                <a:gd name="T4" fmla="*/ 0 60000 65536"/>
                <a:gd name="T5" fmla="*/ 0 60000 65536"/>
                <a:gd name="T6" fmla="*/ 0 w 1110"/>
                <a:gd name="T7" fmla="*/ 0 h 645"/>
                <a:gd name="T8" fmla="*/ 1110 w 1110"/>
                <a:gd name="T9" fmla="*/ 645 h 645"/>
              </a:gdLst>
              <a:ahLst/>
              <a:cxnLst>
                <a:cxn ang="T4">
                  <a:pos x="T0" y="T1"/>
                </a:cxn>
                <a:cxn ang="T5">
                  <a:pos x="T2" y="T3"/>
                </a:cxn>
              </a:cxnLst>
              <a:rect l="T6" t="T7" r="T8" b="T9"/>
              <a:pathLst>
                <a:path w="1110" h="645">
                  <a:moveTo>
                    <a:pt x="1110" y="342"/>
                  </a:moveTo>
                  <a:cubicBezTo>
                    <a:pt x="1104" y="0"/>
                    <a:pt x="21" y="63"/>
                    <a:pt x="0" y="645"/>
                  </a:cubicBez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nvGrpSpPr>
            <p:cNvPr id="90164" name="Group 45">
              <a:extLst>
                <a:ext uri="{FF2B5EF4-FFF2-40B4-BE49-F238E27FC236}">
                  <a16:creationId xmlns:a16="http://schemas.microsoft.com/office/drawing/2014/main" id="{D65C549D-32F0-43A4-ADA2-BA5DA7A7584F}"/>
                </a:ext>
              </a:extLst>
            </p:cNvPr>
            <p:cNvGrpSpPr>
              <a:grpSpLocks/>
            </p:cNvGrpSpPr>
            <p:nvPr/>
          </p:nvGrpSpPr>
          <p:grpSpPr bwMode="auto">
            <a:xfrm>
              <a:off x="3287" y="1744"/>
              <a:ext cx="205" cy="250"/>
              <a:chOff x="2954" y="2425"/>
              <a:chExt cx="208" cy="250"/>
            </a:xfrm>
          </p:grpSpPr>
          <p:sp>
            <p:nvSpPr>
              <p:cNvPr id="90190" name="Rectangle 46">
                <a:extLst>
                  <a:ext uri="{FF2B5EF4-FFF2-40B4-BE49-F238E27FC236}">
                    <a16:creationId xmlns:a16="http://schemas.microsoft.com/office/drawing/2014/main" id="{02C3568E-F90A-4F8F-9501-78C12A536A54}"/>
                  </a:ext>
                </a:extLst>
              </p:cNvPr>
              <p:cNvSpPr>
                <a:spLocks noChangeArrowheads="1"/>
              </p:cNvSpPr>
              <p:nvPr/>
            </p:nvSpPr>
            <p:spPr bwMode="auto">
              <a:xfrm>
                <a:off x="2982" y="2490"/>
                <a:ext cx="144"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90191" name="Text Box 47">
                <a:extLst>
                  <a:ext uri="{FF2B5EF4-FFF2-40B4-BE49-F238E27FC236}">
                    <a16:creationId xmlns:a16="http://schemas.microsoft.com/office/drawing/2014/main" id="{CD0730FB-1B81-4239-B99B-C987C0C772C9}"/>
                  </a:ext>
                </a:extLst>
              </p:cNvPr>
              <p:cNvSpPr txBox="1">
                <a:spLocks noChangeArrowheads="1"/>
              </p:cNvSpPr>
              <p:nvPr/>
            </p:nvSpPr>
            <p:spPr bwMode="auto">
              <a:xfrm>
                <a:off x="2954" y="2425"/>
                <a:ext cx="20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u</a:t>
                </a:r>
                <a:endParaRPr lang="en-US" altLang="en-US" sz="2400"/>
              </a:p>
            </p:txBody>
          </p:sp>
        </p:grpSp>
        <p:grpSp>
          <p:nvGrpSpPr>
            <p:cNvPr id="90165" name="Group 48">
              <a:extLst>
                <a:ext uri="{FF2B5EF4-FFF2-40B4-BE49-F238E27FC236}">
                  <a16:creationId xmlns:a16="http://schemas.microsoft.com/office/drawing/2014/main" id="{3FECEC26-2ECB-4550-A825-7D32E406AA30}"/>
                </a:ext>
              </a:extLst>
            </p:cNvPr>
            <p:cNvGrpSpPr>
              <a:grpSpLocks/>
            </p:cNvGrpSpPr>
            <p:nvPr/>
          </p:nvGrpSpPr>
          <p:grpSpPr bwMode="auto">
            <a:xfrm>
              <a:off x="4461" y="2128"/>
              <a:ext cx="196" cy="250"/>
              <a:chOff x="2958" y="2425"/>
              <a:chExt cx="199" cy="250"/>
            </a:xfrm>
          </p:grpSpPr>
          <p:sp>
            <p:nvSpPr>
              <p:cNvPr id="90188" name="Rectangle 49">
                <a:extLst>
                  <a:ext uri="{FF2B5EF4-FFF2-40B4-BE49-F238E27FC236}">
                    <a16:creationId xmlns:a16="http://schemas.microsoft.com/office/drawing/2014/main" id="{DD4F4C32-0608-4C52-A9FC-7B4B65F49E10}"/>
                  </a:ext>
                </a:extLst>
              </p:cNvPr>
              <p:cNvSpPr>
                <a:spLocks noChangeArrowheads="1"/>
              </p:cNvSpPr>
              <p:nvPr/>
            </p:nvSpPr>
            <p:spPr bwMode="auto">
              <a:xfrm>
                <a:off x="2982" y="2490"/>
                <a:ext cx="142"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90189" name="Text Box 50">
                <a:extLst>
                  <a:ext uri="{FF2B5EF4-FFF2-40B4-BE49-F238E27FC236}">
                    <a16:creationId xmlns:a16="http://schemas.microsoft.com/office/drawing/2014/main" id="{89117171-6F3F-438C-9ACC-607AC70C3077}"/>
                  </a:ext>
                </a:extLst>
              </p:cNvPr>
              <p:cNvSpPr txBox="1">
                <a:spLocks noChangeArrowheads="1"/>
              </p:cNvSpPr>
              <p:nvPr/>
            </p:nvSpPr>
            <p:spPr bwMode="auto">
              <a:xfrm>
                <a:off x="2958" y="2425"/>
                <a:ext cx="19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y</a:t>
                </a:r>
                <a:endParaRPr lang="en-US" altLang="en-US" sz="2400"/>
              </a:p>
            </p:txBody>
          </p:sp>
        </p:grpSp>
        <p:grpSp>
          <p:nvGrpSpPr>
            <p:cNvPr id="90166" name="Group 51">
              <a:extLst>
                <a:ext uri="{FF2B5EF4-FFF2-40B4-BE49-F238E27FC236}">
                  <a16:creationId xmlns:a16="http://schemas.microsoft.com/office/drawing/2014/main" id="{58C33BFA-E7EB-4D08-90D3-AE26CB195A97}"/>
                </a:ext>
              </a:extLst>
            </p:cNvPr>
            <p:cNvGrpSpPr>
              <a:grpSpLocks/>
            </p:cNvGrpSpPr>
            <p:nvPr/>
          </p:nvGrpSpPr>
          <p:grpSpPr bwMode="auto">
            <a:xfrm>
              <a:off x="3772" y="2095"/>
              <a:ext cx="212" cy="288"/>
              <a:chOff x="2951" y="2395"/>
              <a:chExt cx="213" cy="288"/>
            </a:xfrm>
          </p:grpSpPr>
          <p:sp>
            <p:nvSpPr>
              <p:cNvPr id="90186" name="Rectangle 52">
                <a:extLst>
                  <a:ext uri="{FF2B5EF4-FFF2-40B4-BE49-F238E27FC236}">
                    <a16:creationId xmlns:a16="http://schemas.microsoft.com/office/drawing/2014/main" id="{93B446BB-8D60-44FB-B411-14D282C5C479}"/>
                  </a:ext>
                </a:extLst>
              </p:cNvPr>
              <p:cNvSpPr>
                <a:spLocks noChangeArrowheads="1"/>
              </p:cNvSpPr>
              <p:nvPr/>
            </p:nvSpPr>
            <p:spPr bwMode="auto">
              <a:xfrm>
                <a:off x="2982" y="2490"/>
                <a:ext cx="144"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90187" name="Text Box 53">
                <a:extLst>
                  <a:ext uri="{FF2B5EF4-FFF2-40B4-BE49-F238E27FC236}">
                    <a16:creationId xmlns:a16="http://schemas.microsoft.com/office/drawing/2014/main" id="{CD5C11BB-E9C8-478D-A7EC-9B855F47396E}"/>
                  </a:ext>
                </a:extLst>
              </p:cNvPr>
              <p:cNvSpPr txBox="1">
                <a:spLocks noChangeArrowheads="1"/>
              </p:cNvSpPr>
              <p:nvPr/>
            </p:nvSpPr>
            <p:spPr bwMode="auto">
              <a:xfrm>
                <a:off x="2951" y="2395"/>
                <a:ext cx="21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400"/>
                  <a:t>x</a:t>
                </a:r>
              </a:p>
            </p:txBody>
          </p:sp>
        </p:grpSp>
        <p:grpSp>
          <p:nvGrpSpPr>
            <p:cNvPr id="90167" name="Group 54">
              <a:extLst>
                <a:ext uri="{FF2B5EF4-FFF2-40B4-BE49-F238E27FC236}">
                  <a16:creationId xmlns:a16="http://schemas.microsoft.com/office/drawing/2014/main" id="{BB4CD9CB-2595-42D8-8743-939097617618}"/>
                </a:ext>
              </a:extLst>
            </p:cNvPr>
            <p:cNvGrpSpPr>
              <a:grpSpLocks/>
            </p:cNvGrpSpPr>
            <p:nvPr/>
          </p:nvGrpSpPr>
          <p:grpSpPr bwMode="auto">
            <a:xfrm>
              <a:off x="4438" y="1438"/>
              <a:ext cx="232" cy="250"/>
              <a:chOff x="2941" y="2425"/>
              <a:chExt cx="235" cy="250"/>
            </a:xfrm>
          </p:grpSpPr>
          <p:sp>
            <p:nvSpPr>
              <p:cNvPr id="90184" name="Rectangle 55">
                <a:extLst>
                  <a:ext uri="{FF2B5EF4-FFF2-40B4-BE49-F238E27FC236}">
                    <a16:creationId xmlns:a16="http://schemas.microsoft.com/office/drawing/2014/main" id="{170F8653-C39A-4B8B-916F-4218332493AE}"/>
                  </a:ext>
                </a:extLst>
              </p:cNvPr>
              <p:cNvSpPr>
                <a:spLocks noChangeArrowheads="1"/>
              </p:cNvSpPr>
              <p:nvPr/>
            </p:nvSpPr>
            <p:spPr bwMode="auto">
              <a:xfrm>
                <a:off x="2982" y="2490"/>
                <a:ext cx="146"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90185" name="Text Box 56">
                <a:extLst>
                  <a:ext uri="{FF2B5EF4-FFF2-40B4-BE49-F238E27FC236}">
                    <a16:creationId xmlns:a16="http://schemas.microsoft.com/office/drawing/2014/main" id="{A9D0D575-8A42-467A-9071-6C1047D79B50}"/>
                  </a:ext>
                </a:extLst>
              </p:cNvPr>
              <p:cNvSpPr txBox="1">
                <a:spLocks noChangeArrowheads="1"/>
              </p:cNvSpPr>
              <p:nvPr/>
            </p:nvSpPr>
            <p:spPr bwMode="auto">
              <a:xfrm>
                <a:off x="2941" y="2425"/>
                <a:ext cx="23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w</a:t>
                </a:r>
                <a:endParaRPr lang="en-US" altLang="en-US" sz="2400"/>
              </a:p>
            </p:txBody>
          </p:sp>
        </p:grpSp>
        <p:grpSp>
          <p:nvGrpSpPr>
            <p:cNvPr id="90168" name="Group 57">
              <a:extLst>
                <a:ext uri="{FF2B5EF4-FFF2-40B4-BE49-F238E27FC236}">
                  <a16:creationId xmlns:a16="http://schemas.microsoft.com/office/drawing/2014/main" id="{0A2AC956-3C5B-4C0C-B3FB-4BC57B16208D}"/>
                </a:ext>
              </a:extLst>
            </p:cNvPr>
            <p:cNvGrpSpPr>
              <a:grpSpLocks/>
            </p:cNvGrpSpPr>
            <p:nvPr/>
          </p:nvGrpSpPr>
          <p:grpSpPr bwMode="auto">
            <a:xfrm>
              <a:off x="3771" y="1438"/>
              <a:ext cx="196" cy="250"/>
              <a:chOff x="2958" y="2425"/>
              <a:chExt cx="199" cy="250"/>
            </a:xfrm>
          </p:grpSpPr>
          <p:sp>
            <p:nvSpPr>
              <p:cNvPr id="90182" name="Rectangle 58">
                <a:extLst>
                  <a:ext uri="{FF2B5EF4-FFF2-40B4-BE49-F238E27FC236}">
                    <a16:creationId xmlns:a16="http://schemas.microsoft.com/office/drawing/2014/main" id="{BEEA877F-30F3-4BA2-A7AC-0278A7F5A7B9}"/>
                  </a:ext>
                </a:extLst>
              </p:cNvPr>
              <p:cNvSpPr>
                <a:spLocks noChangeArrowheads="1"/>
              </p:cNvSpPr>
              <p:nvPr/>
            </p:nvSpPr>
            <p:spPr bwMode="auto">
              <a:xfrm>
                <a:off x="2982" y="2490"/>
                <a:ext cx="142"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90183" name="Text Box 59">
                <a:extLst>
                  <a:ext uri="{FF2B5EF4-FFF2-40B4-BE49-F238E27FC236}">
                    <a16:creationId xmlns:a16="http://schemas.microsoft.com/office/drawing/2014/main" id="{32DE3E60-6924-483C-B0EE-C96E0E10A6C5}"/>
                  </a:ext>
                </a:extLst>
              </p:cNvPr>
              <p:cNvSpPr txBox="1">
                <a:spLocks noChangeArrowheads="1"/>
              </p:cNvSpPr>
              <p:nvPr/>
            </p:nvSpPr>
            <p:spPr bwMode="auto">
              <a:xfrm>
                <a:off x="2958" y="2425"/>
                <a:ext cx="19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v</a:t>
                </a:r>
                <a:endParaRPr lang="en-US" altLang="en-US" sz="2400"/>
              </a:p>
            </p:txBody>
          </p:sp>
        </p:grpSp>
        <p:grpSp>
          <p:nvGrpSpPr>
            <p:cNvPr id="90169" name="Group 60">
              <a:extLst>
                <a:ext uri="{FF2B5EF4-FFF2-40B4-BE49-F238E27FC236}">
                  <a16:creationId xmlns:a16="http://schemas.microsoft.com/office/drawing/2014/main" id="{6FAD3EC7-1200-431D-823A-C8F1892B0517}"/>
                </a:ext>
              </a:extLst>
            </p:cNvPr>
            <p:cNvGrpSpPr>
              <a:grpSpLocks/>
            </p:cNvGrpSpPr>
            <p:nvPr/>
          </p:nvGrpSpPr>
          <p:grpSpPr bwMode="auto">
            <a:xfrm>
              <a:off x="5025" y="1756"/>
              <a:ext cx="212" cy="288"/>
              <a:chOff x="2949" y="2395"/>
              <a:chExt cx="214" cy="288"/>
            </a:xfrm>
          </p:grpSpPr>
          <p:sp>
            <p:nvSpPr>
              <p:cNvPr id="90180" name="Rectangle 61">
                <a:extLst>
                  <a:ext uri="{FF2B5EF4-FFF2-40B4-BE49-F238E27FC236}">
                    <a16:creationId xmlns:a16="http://schemas.microsoft.com/office/drawing/2014/main" id="{F3016B1C-07FB-49ED-8D58-A9E16FA630B2}"/>
                  </a:ext>
                </a:extLst>
              </p:cNvPr>
              <p:cNvSpPr>
                <a:spLocks noChangeArrowheads="1"/>
              </p:cNvSpPr>
              <p:nvPr/>
            </p:nvSpPr>
            <p:spPr bwMode="auto">
              <a:xfrm>
                <a:off x="2982" y="2490"/>
                <a:ext cx="142"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90181" name="Text Box 62">
                <a:extLst>
                  <a:ext uri="{FF2B5EF4-FFF2-40B4-BE49-F238E27FC236}">
                    <a16:creationId xmlns:a16="http://schemas.microsoft.com/office/drawing/2014/main" id="{07ACE5F3-4171-4201-BB51-849FE0EA85CD}"/>
                  </a:ext>
                </a:extLst>
              </p:cNvPr>
              <p:cNvSpPr txBox="1">
                <a:spLocks noChangeArrowheads="1"/>
              </p:cNvSpPr>
              <p:nvPr/>
            </p:nvSpPr>
            <p:spPr bwMode="auto">
              <a:xfrm>
                <a:off x="2949" y="2395"/>
                <a:ext cx="21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400"/>
                  <a:t>z</a:t>
                </a:r>
              </a:p>
            </p:txBody>
          </p:sp>
        </p:grpSp>
        <p:sp>
          <p:nvSpPr>
            <p:cNvPr id="90170" name="Text Box 63">
              <a:extLst>
                <a:ext uri="{FF2B5EF4-FFF2-40B4-BE49-F238E27FC236}">
                  <a16:creationId xmlns:a16="http://schemas.microsoft.com/office/drawing/2014/main" id="{5CE83F35-196F-4852-BB7F-A81B0A8AF431}"/>
                </a:ext>
              </a:extLst>
            </p:cNvPr>
            <p:cNvSpPr txBox="1">
              <a:spLocks noChangeArrowheads="1"/>
            </p:cNvSpPr>
            <p:nvPr/>
          </p:nvSpPr>
          <p:spPr bwMode="auto">
            <a:xfrm>
              <a:off x="3493" y="1568"/>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a:t>2</a:t>
              </a:r>
              <a:endParaRPr lang="en-US" altLang="en-US" sz="2400"/>
            </a:p>
          </p:txBody>
        </p:sp>
        <p:sp>
          <p:nvSpPr>
            <p:cNvPr id="90171" name="Text Box 64">
              <a:extLst>
                <a:ext uri="{FF2B5EF4-FFF2-40B4-BE49-F238E27FC236}">
                  <a16:creationId xmlns:a16="http://schemas.microsoft.com/office/drawing/2014/main" id="{1C177DA7-E6CA-43C1-86B9-9BEFE059747E}"/>
                </a:ext>
              </a:extLst>
            </p:cNvPr>
            <p:cNvSpPr txBox="1">
              <a:spLocks noChangeArrowheads="1"/>
            </p:cNvSpPr>
            <p:nvPr/>
          </p:nvSpPr>
          <p:spPr bwMode="auto">
            <a:xfrm>
              <a:off x="3841" y="1787"/>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a:t>2</a:t>
              </a:r>
              <a:endParaRPr lang="en-US" altLang="en-US" sz="2400"/>
            </a:p>
          </p:txBody>
        </p:sp>
        <p:sp>
          <p:nvSpPr>
            <p:cNvPr id="90172" name="Text Box 65">
              <a:extLst>
                <a:ext uri="{FF2B5EF4-FFF2-40B4-BE49-F238E27FC236}">
                  <a16:creationId xmlns:a16="http://schemas.microsoft.com/office/drawing/2014/main" id="{6D8C693B-E75F-42D1-A70E-D14023C96120}"/>
                </a:ext>
              </a:extLst>
            </p:cNvPr>
            <p:cNvSpPr txBox="1">
              <a:spLocks noChangeArrowheads="1"/>
            </p:cNvSpPr>
            <p:nvPr/>
          </p:nvSpPr>
          <p:spPr bwMode="auto">
            <a:xfrm>
              <a:off x="3406" y="2000"/>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a:t>1</a:t>
              </a:r>
              <a:endParaRPr lang="en-US" altLang="en-US" sz="2400"/>
            </a:p>
          </p:txBody>
        </p:sp>
        <p:sp>
          <p:nvSpPr>
            <p:cNvPr id="90173" name="Text Box 66">
              <a:extLst>
                <a:ext uri="{FF2B5EF4-FFF2-40B4-BE49-F238E27FC236}">
                  <a16:creationId xmlns:a16="http://schemas.microsoft.com/office/drawing/2014/main" id="{4D38138A-8891-4290-8068-0C976671F82A}"/>
                </a:ext>
              </a:extLst>
            </p:cNvPr>
            <p:cNvSpPr txBox="1">
              <a:spLocks noChangeArrowheads="1"/>
            </p:cNvSpPr>
            <p:nvPr/>
          </p:nvSpPr>
          <p:spPr bwMode="auto">
            <a:xfrm>
              <a:off x="4225" y="1880"/>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a:t>3</a:t>
              </a:r>
              <a:endParaRPr lang="en-US" altLang="en-US" sz="2400"/>
            </a:p>
          </p:txBody>
        </p:sp>
        <p:sp>
          <p:nvSpPr>
            <p:cNvPr id="90174" name="Text Box 67">
              <a:extLst>
                <a:ext uri="{FF2B5EF4-FFF2-40B4-BE49-F238E27FC236}">
                  <a16:creationId xmlns:a16="http://schemas.microsoft.com/office/drawing/2014/main" id="{16057088-ECAD-47D7-8613-4BBB3BED5426}"/>
                </a:ext>
              </a:extLst>
            </p:cNvPr>
            <p:cNvSpPr txBox="1">
              <a:spLocks noChangeArrowheads="1"/>
            </p:cNvSpPr>
            <p:nvPr/>
          </p:nvSpPr>
          <p:spPr bwMode="auto">
            <a:xfrm>
              <a:off x="4162" y="2234"/>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a:t>1</a:t>
              </a:r>
              <a:endParaRPr lang="en-US" altLang="en-US" sz="2400"/>
            </a:p>
          </p:txBody>
        </p:sp>
        <p:sp>
          <p:nvSpPr>
            <p:cNvPr id="90175" name="Text Box 68">
              <a:extLst>
                <a:ext uri="{FF2B5EF4-FFF2-40B4-BE49-F238E27FC236}">
                  <a16:creationId xmlns:a16="http://schemas.microsoft.com/office/drawing/2014/main" id="{85763245-73EB-4116-AC90-DDDA34FCD202}"/>
                </a:ext>
              </a:extLst>
            </p:cNvPr>
            <p:cNvSpPr txBox="1">
              <a:spLocks noChangeArrowheads="1"/>
            </p:cNvSpPr>
            <p:nvPr/>
          </p:nvSpPr>
          <p:spPr bwMode="auto">
            <a:xfrm>
              <a:off x="4522" y="1805"/>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a:t>1</a:t>
              </a:r>
              <a:endParaRPr lang="en-US" altLang="en-US" sz="2400"/>
            </a:p>
          </p:txBody>
        </p:sp>
        <p:sp>
          <p:nvSpPr>
            <p:cNvPr id="90176" name="Text Box 69">
              <a:extLst>
                <a:ext uri="{FF2B5EF4-FFF2-40B4-BE49-F238E27FC236}">
                  <a16:creationId xmlns:a16="http://schemas.microsoft.com/office/drawing/2014/main" id="{20E91D90-5295-486E-9557-D2BED072CC77}"/>
                </a:ext>
              </a:extLst>
            </p:cNvPr>
            <p:cNvSpPr txBox="1">
              <a:spLocks noChangeArrowheads="1"/>
            </p:cNvSpPr>
            <p:nvPr/>
          </p:nvSpPr>
          <p:spPr bwMode="auto">
            <a:xfrm>
              <a:off x="4882" y="2069"/>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a:t>2</a:t>
              </a:r>
              <a:endParaRPr lang="en-US" altLang="en-US" sz="2400"/>
            </a:p>
          </p:txBody>
        </p:sp>
        <p:sp>
          <p:nvSpPr>
            <p:cNvPr id="90177" name="Text Box 70">
              <a:extLst>
                <a:ext uri="{FF2B5EF4-FFF2-40B4-BE49-F238E27FC236}">
                  <a16:creationId xmlns:a16="http://schemas.microsoft.com/office/drawing/2014/main" id="{CCE4F2AA-547F-4DEE-BD69-B8D211F2F177}"/>
                </a:ext>
              </a:extLst>
            </p:cNvPr>
            <p:cNvSpPr txBox="1">
              <a:spLocks noChangeArrowheads="1"/>
            </p:cNvSpPr>
            <p:nvPr/>
          </p:nvSpPr>
          <p:spPr bwMode="auto">
            <a:xfrm>
              <a:off x="4855" y="1532"/>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a:t>5</a:t>
              </a:r>
              <a:endParaRPr lang="en-US" altLang="en-US" sz="2400"/>
            </a:p>
          </p:txBody>
        </p:sp>
        <p:sp>
          <p:nvSpPr>
            <p:cNvPr id="90178" name="Text Box 71">
              <a:extLst>
                <a:ext uri="{FF2B5EF4-FFF2-40B4-BE49-F238E27FC236}">
                  <a16:creationId xmlns:a16="http://schemas.microsoft.com/office/drawing/2014/main" id="{C955BD1B-87CB-478C-8222-70640A743A28}"/>
                </a:ext>
              </a:extLst>
            </p:cNvPr>
            <p:cNvSpPr txBox="1">
              <a:spLocks noChangeArrowheads="1"/>
            </p:cNvSpPr>
            <p:nvPr/>
          </p:nvSpPr>
          <p:spPr bwMode="auto">
            <a:xfrm>
              <a:off x="4120" y="1382"/>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a:t>3</a:t>
              </a:r>
              <a:endParaRPr lang="en-US" altLang="en-US" sz="2400"/>
            </a:p>
          </p:txBody>
        </p:sp>
        <p:sp>
          <p:nvSpPr>
            <p:cNvPr id="90179" name="Text Box 72">
              <a:extLst>
                <a:ext uri="{FF2B5EF4-FFF2-40B4-BE49-F238E27FC236}">
                  <a16:creationId xmlns:a16="http://schemas.microsoft.com/office/drawing/2014/main" id="{9D3F891E-835C-4B0C-B742-FBC4EB48381B}"/>
                </a:ext>
              </a:extLst>
            </p:cNvPr>
            <p:cNvSpPr txBox="1">
              <a:spLocks noChangeArrowheads="1"/>
            </p:cNvSpPr>
            <p:nvPr/>
          </p:nvSpPr>
          <p:spPr bwMode="auto">
            <a:xfrm>
              <a:off x="3769" y="1115"/>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a:t>5</a:t>
              </a:r>
              <a:endParaRPr lang="en-US" altLang="en-US" sz="2400"/>
            </a:p>
          </p:txBody>
        </p:sp>
      </p:grpSp>
      <p:sp>
        <p:nvSpPr>
          <p:cNvPr id="90119" name="Text Box 73">
            <a:extLst>
              <a:ext uri="{FF2B5EF4-FFF2-40B4-BE49-F238E27FC236}">
                <a16:creationId xmlns:a16="http://schemas.microsoft.com/office/drawing/2014/main" id="{98D0BC8A-BA3B-4C19-AC96-79DF1BC2CE66}"/>
              </a:ext>
            </a:extLst>
          </p:cNvPr>
          <p:cNvSpPr txBox="1">
            <a:spLocks noChangeArrowheads="1"/>
          </p:cNvSpPr>
          <p:nvPr/>
        </p:nvSpPr>
        <p:spPr bwMode="auto">
          <a:xfrm>
            <a:off x="5289550" y="1770063"/>
            <a:ext cx="52974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2400"/>
              <a:t>Rõ ràng, d</a:t>
            </a:r>
            <a:r>
              <a:rPr lang="en-US" altLang="en-US" sz="2400" baseline="-25000"/>
              <a:t>v</a:t>
            </a:r>
            <a:r>
              <a:rPr lang="en-US" altLang="en-US" sz="2400"/>
              <a:t>(z) = 5, d</a:t>
            </a:r>
            <a:r>
              <a:rPr lang="en-US" altLang="en-US" sz="2400" baseline="-25000"/>
              <a:t>x</a:t>
            </a:r>
            <a:r>
              <a:rPr lang="en-US" altLang="en-US" sz="2400"/>
              <a:t>(z) = 3, d</a:t>
            </a:r>
            <a:r>
              <a:rPr lang="en-US" altLang="en-US" sz="2400" baseline="-25000"/>
              <a:t>w</a:t>
            </a:r>
            <a:r>
              <a:rPr lang="en-US" altLang="en-US" sz="2400"/>
              <a:t>(z) = 3</a:t>
            </a:r>
          </a:p>
        </p:txBody>
      </p:sp>
      <p:sp>
        <p:nvSpPr>
          <p:cNvPr id="90120" name="Text Box 74">
            <a:extLst>
              <a:ext uri="{FF2B5EF4-FFF2-40B4-BE49-F238E27FC236}">
                <a16:creationId xmlns:a16="http://schemas.microsoft.com/office/drawing/2014/main" id="{3CE5B72B-976A-4D35-B639-06E5BE3BB7DD}"/>
              </a:ext>
            </a:extLst>
          </p:cNvPr>
          <p:cNvSpPr txBox="1">
            <a:spLocks noChangeArrowheads="1"/>
          </p:cNvSpPr>
          <p:nvPr/>
        </p:nvSpPr>
        <p:spPr bwMode="auto">
          <a:xfrm>
            <a:off x="5799138" y="2928938"/>
            <a:ext cx="3937296"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2400"/>
              <a:t>d</a:t>
            </a:r>
            <a:r>
              <a:rPr lang="en-US" altLang="en-US" sz="2400" baseline="-25000"/>
              <a:t>u</a:t>
            </a:r>
            <a:r>
              <a:rPr lang="en-US" altLang="en-US" sz="2400"/>
              <a:t>(z) = min { c(u,v) + d</a:t>
            </a:r>
            <a:r>
              <a:rPr lang="en-US" altLang="en-US" sz="2400" baseline="-25000"/>
              <a:t>v</a:t>
            </a:r>
            <a:r>
              <a:rPr lang="en-US" altLang="en-US" sz="2400"/>
              <a:t>(z),</a:t>
            </a:r>
          </a:p>
          <a:p>
            <a:r>
              <a:rPr lang="en-US" altLang="en-US" sz="2400"/>
              <a:t>                    c(u,x) + d</a:t>
            </a:r>
            <a:r>
              <a:rPr lang="en-US" altLang="en-US" sz="2400" baseline="-25000"/>
              <a:t>x</a:t>
            </a:r>
            <a:r>
              <a:rPr lang="en-US" altLang="en-US" sz="2400"/>
              <a:t>(z),</a:t>
            </a:r>
          </a:p>
          <a:p>
            <a:r>
              <a:rPr lang="en-US" altLang="en-US" sz="2400"/>
              <a:t>                    c(u,w) + d</a:t>
            </a:r>
            <a:r>
              <a:rPr lang="en-US" altLang="en-US" sz="2400" baseline="-25000"/>
              <a:t>w</a:t>
            </a:r>
            <a:r>
              <a:rPr lang="en-US" altLang="en-US" sz="2400"/>
              <a:t>(z) }</a:t>
            </a:r>
          </a:p>
          <a:p>
            <a:r>
              <a:rPr lang="en-US" altLang="en-US" sz="2400"/>
              <a:t>         = min {2 + 5,</a:t>
            </a:r>
          </a:p>
          <a:p>
            <a:r>
              <a:rPr lang="en-US" altLang="en-US" sz="2400"/>
              <a:t>                    1 + 3,</a:t>
            </a:r>
          </a:p>
          <a:p>
            <a:r>
              <a:rPr lang="en-US" altLang="en-US" sz="2400"/>
              <a:t>                    5 + 3}  = 4</a:t>
            </a:r>
          </a:p>
        </p:txBody>
      </p:sp>
      <p:sp>
        <p:nvSpPr>
          <p:cNvPr id="90121" name="Text Box 75">
            <a:extLst>
              <a:ext uri="{FF2B5EF4-FFF2-40B4-BE49-F238E27FC236}">
                <a16:creationId xmlns:a16="http://schemas.microsoft.com/office/drawing/2014/main" id="{DD3C4453-C442-4BD1-B51E-0740015193F6}"/>
              </a:ext>
            </a:extLst>
          </p:cNvPr>
          <p:cNvSpPr txBox="1">
            <a:spLocks noChangeArrowheads="1"/>
          </p:cNvSpPr>
          <p:nvPr/>
        </p:nvSpPr>
        <p:spPr bwMode="auto">
          <a:xfrm>
            <a:off x="1808164" y="5330825"/>
            <a:ext cx="8974137"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nSpc>
                <a:spcPct val="85000"/>
              </a:lnSpc>
            </a:pPr>
            <a:r>
              <a:rPr lang="en-US" altLang="en-US" sz="2800">
                <a:latin typeface="Comic Sans MS" panose="030F0702030302020204" pitchFamily="66" charset="0"/>
              </a:rPr>
              <a:t>node đạt được tối thiểu là hop kế tiếp trong đường đi</a:t>
            </a:r>
          </a:p>
          <a:p>
            <a:pPr>
              <a:lnSpc>
                <a:spcPct val="85000"/>
              </a:lnSpc>
            </a:pPr>
            <a:r>
              <a:rPr lang="en-US" altLang="en-US" sz="2800">
                <a:latin typeface="Comic Sans MS" panose="030F0702030302020204" pitchFamily="66" charset="0"/>
              </a:rPr>
              <a:t>ngắn nhất, được sử dụng trong bảng forwarding</a:t>
            </a:r>
          </a:p>
        </p:txBody>
      </p:sp>
      <p:sp>
        <p:nvSpPr>
          <p:cNvPr id="90122" name="Text Box 76">
            <a:extLst>
              <a:ext uri="{FF2B5EF4-FFF2-40B4-BE49-F238E27FC236}">
                <a16:creationId xmlns:a16="http://schemas.microsoft.com/office/drawing/2014/main" id="{8646028A-A26C-43E2-B691-16D16AE0D2BE}"/>
              </a:ext>
            </a:extLst>
          </p:cNvPr>
          <p:cNvSpPr txBox="1">
            <a:spLocks noChangeArrowheads="1"/>
          </p:cNvSpPr>
          <p:nvPr/>
        </p:nvSpPr>
        <p:spPr bwMode="auto">
          <a:xfrm>
            <a:off x="5386389" y="2466976"/>
            <a:ext cx="21685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2400"/>
              <a:t>Cộng B-F cho:</a:t>
            </a:r>
          </a:p>
        </p:txBody>
      </p:sp>
    </p:spTree>
    <p:extLst>
      <p:ext uri="{BB962C8B-B14F-4D97-AF65-F5344CB8AC3E}">
        <p14:creationId xmlns:p14="http://schemas.microsoft.com/office/powerpoint/2010/main" val="1978883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Footer Placeholder 4">
            <a:extLst>
              <a:ext uri="{FF2B5EF4-FFF2-40B4-BE49-F238E27FC236}">
                <a16:creationId xmlns:a16="http://schemas.microsoft.com/office/drawing/2014/main" id="{B839BFBC-AE7B-4BF7-B152-05B539DD2DD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Tầng Network</a:t>
            </a:r>
          </a:p>
        </p:txBody>
      </p:sp>
      <p:sp>
        <p:nvSpPr>
          <p:cNvPr id="91139" name="Slide Number Placeholder 5">
            <a:extLst>
              <a:ext uri="{FF2B5EF4-FFF2-40B4-BE49-F238E27FC236}">
                <a16:creationId xmlns:a16="http://schemas.microsoft.com/office/drawing/2014/main" id="{74C59AF3-E840-4F03-8BC4-74BA21EB51A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4-</a:t>
            </a:r>
            <a:fld id="{7AB1EE1F-AA32-4E2C-926D-280B2E8FA607}" type="slidenum">
              <a:rPr lang="en-US" altLang="en-US">
                <a:latin typeface="Tahoma" panose="020B0604030504040204" pitchFamily="34" charset="0"/>
              </a:rPr>
              <a:pPr/>
              <a:t>77</a:t>
            </a:fld>
            <a:endParaRPr lang="en-US" altLang="en-US">
              <a:latin typeface="Tahoma" panose="020B0604030504040204" pitchFamily="34" charset="0"/>
            </a:endParaRPr>
          </a:p>
        </p:txBody>
      </p:sp>
      <p:pic>
        <p:nvPicPr>
          <p:cNvPr id="91140" name="Picture 5" descr="underline_base">
            <a:extLst>
              <a:ext uri="{FF2B5EF4-FFF2-40B4-BE49-F238E27FC236}">
                <a16:creationId xmlns:a16="http://schemas.microsoft.com/office/drawing/2014/main" id="{A3B47D29-BD66-4DE7-A163-84C8B3D5BB1D}"/>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9951" y="1066800"/>
            <a:ext cx="6399213"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9093" name="Rectangle 2">
            <a:extLst>
              <a:ext uri="{FF2B5EF4-FFF2-40B4-BE49-F238E27FC236}">
                <a16:creationId xmlns:a16="http://schemas.microsoft.com/office/drawing/2014/main" id="{4416396A-4011-48C1-96F6-827C2C0142D8}"/>
              </a:ext>
            </a:extLst>
          </p:cNvPr>
          <p:cNvSpPr>
            <a:spLocks noGrp="1" noChangeArrowheads="1"/>
          </p:cNvSpPr>
          <p:nvPr>
            <p:ph type="title"/>
          </p:nvPr>
        </p:nvSpPr>
        <p:spPr>
          <a:xfrm>
            <a:off x="2139951" y="8709"/>
            <a:ext cx="10131425" cy="1456267"/>
          </a:xfrm>
        </p:spPr>
        <p:txBody>
          <a:bodyPr/>
          <a:lstStyle/>
          <a:p>
            <a:pPr>
              <a:defRPr/>
            </a:pPr>
            <a:r>
              <a:rPr lang="en-US" dirty="0" err="1">
                <a:cs typeface="+mj-cs"/>
              </a:rPr>
              <a:t>Thuật</a:t>
            </a:r>
            <a:r>
              <a:rPr lang="en-US" dirty="0">
                <a:cs typeface="+mj-cs"/>
              </a:rPr>
              <a:t> </a:t>
            </a:r>
            <a:r>
              <a:rPr lang="en-US" dirty="0" err="1">
                <a:cs typeface="+mj-cs"/>
              </a:rPr>
              <a:t>toán</a:t>
            </a:r>
            <a:r>
              <a:rPr lang="en-US" dirty="0">
                <a:cs typeface="+mj-cs"/>
              </a:rPr>
              <a:t> Distance vector</a:t>
            </a:r>
          </a:p>
        </p:txBody>
      </p:sp>
      <p:sp>
        <p:nvSpPr>
          <p:cNvPr id="91142" name="Rectangle 3">
            <a:extLst>
              <a:ext uri="{FF2B5EF4-FFF2-40B4-BE49-F238E27FC236}">
                <a16:creationId xmlns:a16="http://schemas.microsoft.com/office/drawing/2014/main" id="{EA8114BA-8462-4B17-8436-E79279814323}"/>
              </a:ext>
            </a:extLst>
          </p:cNvPr>
          <p:cNvSpPr>
            <a:spLocks noGrp="1" noChangeArrowheads="1"/>
          </p:cNvSpPr>
          <p:nvPr>
            <p:ph type="body" idx="1"/>
          </p:nvPr>
        </p:nvSpPr>
        <p:spPr>
          <a:xfrm>
            <a:off x="1841500" y="1600200"/>
            <a:ext cx="7988300" cy="4648200"/>
          </a:xfrm>
        </p:spPr>
        <p:txBody>
          <a:bodyPr/>
          <a:lstStyle/>
          <a:p>
            <a:r>
              <a:rPr lang="en-US" altLang="en-US">
                <a:solidFill>
                  <a:srgbClr val="CC0000"/>
                </a:solidFill>
                <a:latin typeface="Comic Sans MS" panose="030F0702030302020204" pitchFamily="66" charset="0"/>
                <a:ea typeface="ＭＳ Ｐゴシック" panose="020B0600070205080204" pitchFamily="34" charset="-128"/>
              </a:rPr>
              <a:t>D</a:t>
            </a:r>
            <a:r>
              <a:rPr lang="en-US" altLang="en-US" baseline="-25000">
                <a:solidFill>
                  <a:srgbClr val="CC0000"/>
                </a:solidFill>
                <a:latin typeface="Comic Sans MS" panose="030F0702030302020204" pitchFamily="66" charset="0"/>
                <a:ea typeface="ＭＳ Ｐゴシック" panose="020B0600070205080204" pitchFamily="34" charset="-128"/>
              </a:rPr>
              <a:t>x</a:t>
            </a:r>
            <a:r>
              <a:rPr lang="en-US" altLang="en-US">
                <a:solidFill>
                  <a:srgbClr val="CC0000"/>
                </a:solidFill>
                <a:latin typeface="Comic Sans MS" panose="030F0702030302020204" pitchFamily="66" charset="0"/>
                <a:ea typeface="ＭＳ Ｐゴシック" panose="020B0600070205080204" pitchFamily="34" charset="-128"/>
              </a:rPr>
              <a:t>(y)</a:t>
            </a:r>
            <a:r>
              <a:rPr lang="en-US" altLang="en-US">
                <a:latin typeface="Comic Sans MS" panose="030F0702030302020204" pitchFamily="66" charset="0"/>
                <a:ea typeface="ＭＳ Ｐゴシック" panose="020B0600070205080204" pitchFamily="34" charset="-128"/>
              </a:rPr>
              <a:t> = ước lượng chi phí thấp nhất từ x đến y</a:t>
            </a:r>
          </a:p>
          <a:p>
            <a:pPr lvl="1"/>
            <a:r>
              <a:rPr lang="en-US" altLang="en-US">
                <a:latin typeface="Comic Sans MS" panose="030F0702030302020204" pitchFamily="66" charset="0"/>
                <a:ea typeface="ＭＳ Ｐゴシック" panose="020B0600070205080204" pitchFamily="34" charset="-128"/>
              </a:rPr>
              <a:t>x duy trì distance vector </a:t>
            </a:r>
            <a:r>
              <a:rPr lang="en-US" altLang="en-US" b="1">
                <a:solidFill>
                  <a:srgbClr val="CC0000"/>
                </a:solidFill>
                <a:latin typeface="Comic Sans MS" panose="030F0702030302020204" pitchFamily="66" charset="0"/>
                <a:ea typeface="ＭＳ Ｐゴシック" panose="020B0600070205080204" pitchFamily="34" charset="-128"/>
              </a:rPr>
              <a:t>D</a:t>
            </a:r>
            <a:r>
              <a:rPr lang="en-US" altLang="en-US" baseline="-25000">
                <a:solidFill>
                  <a:srgbClr val="CC0000"/>
                </a:solidFill>
                <a:latin typeface="Comic Sans MS" panose="030F0702030302020204" pitchFamily="66" charset="0"/>
                <a:ea typeface="ＭＳ Ｐゴシック" panose="020B0600070205080204" pitchFamily="34" charset="-128"/>
              </a:rPr>
              <a:t>x</a:t>
            </a:r>
            <a:r>
              <a:rPr lang="en-US" altLang="en-US">
                <a:solidFill>
                  <a:srgbClr val="CC0000"/>
                </a:solidFill>
                <a:latin typeface="Comic Sans MS" panose="030F0702030302020204" pitchFamily="66" charset="0"/>
                <a:ea typeface="ＭＳ Ｐゴシック" panose="020B0600070205080204" pitchFamily="34" charset="-128"/>
              </a:rPr>
              <a:t> = [D</a:t>
            </a:r>
            <a:r>
              <a:rPr lang="en-US" altLang="en-US" baseline="-25000">
                <a:solidFill>
                  <a:srgbClr val="CC0000"/>
                </a:solidFill>
                <a:latin typeface="Comic Sans MS" panose="030F0702030302020204" pitchFamily="66" charset="0"/>
                <a:ea typeface="ＭＳ Ｐゴシック" panose="020B0600070205080204" pitchFamily="34" charset="-128"/>
              </a:rPr>
              <a:t>x</a:t>
            </a:r>
            <a:r>
              <a:rPr lang="en-US" altLang="en-US">
                <a:solidFill>
                  <a:srgbClr val="CC0000"/>
                </a:solidFill>
                <a:latin typeface="Comic Sans MS" panose="030F0702030302020204" pitchFamily="66" charset="0"/>
                <a:ea typeface="ＭＳ Ｐゴシック" panose="020B0600070205080204" pitchFamily="34" charset="-128"/>
              </a:rPr>
              <a:t>(y): y </a:t>
            </a:r>
            <a:r>
              <a:rPr lang="ru-RU" altLang="en-US">
                <a:solidFill>
                  <a:srgbClr val="CC0000"/>
                </a:solidFill>
                <a:latin typeface="Comic Sans MS" panose="030F0702030302020204" pitchFamily="66" charset="0"/>
                <a:ea typeface="ＭＳ Ｐゴシック" panose="020B0600070205080204" pitchFamily="34" charset="-128"/>
              </a:rPr>
              <a:t>є</a:t>
            </a:r>
            <a:r>
              <a:rPr lang="en-US" altLang="en-US">
                <a:solidFill>
                  <a:srgbClr val="CC0000"/>
                </a:solidFill>
                <a:latin typeface="Comic Sans MS" panose="030F0702030302020204" pitchFamily="66" charset="0"/>
                <a:ea typeface="ＭＳ Ｐゴシック" panose="020B0600070205080204" pitchFamily="34" charset="-128"/>
              </a:rPr>
              <a:t> N ]</a:t>
            </a:r>
          </a:p>
          <a:p>
            <a:r>
              <a:rPr lang="en-US" altLang="en-US">
                <a:latin typeface="Comic Sans MS" panose="030F0702030302020204" pitchFamily="66" charset="0"/>
                <a:ea typeface="ＭＳ Ｐゴシック" panose="020B0600070205080204" pitchFamily="34" charset="-128"/>
              </a:rPr>
              <a:t>node x:</a:t>
            </a:r>
          </a:p>
          <a:p>
            <a:pPr lvl="1"/>
            <a:r>
              <a:rPr lang="en-US" altLang="en-US" sz="2800">
                <a:latin typeface="Comic Sans MS" panose="030F0702030302020204" pitchFamily="66" charset="0"/>
                <a:ea typeface="ＭＳ Ｐゴシック" panose="020B0600070205080204" pitchFamily="34" charset="-128"/>
              </a:rPr>
              <a:t>Biết chi phí đến mỗi neighbor v: </a:t>
            </a:r>
            <a:r>
              <a:rPr lang="en-US" altLang="en-US" sz="2800">
                <a:solidFill>
                  <a:srgbClr val="CC0000"/>
                </a:solidFill>
                <a:latin typeface="Comic Sans MS" panose="030F0702030302020204" pitchFamily="66" charset="0"/>
                <a:ea typeface="ＭＳ Ｐゴシック" panose="020B0600070205080204" pitchFamily="34" charset="-128"/>
              </a:rPr>
              <a:t>c(x,v)</a:t>
            </a:r>
          </a:p>
          <a:p>
            <a:pPr lvl="1"/>
            <a:r>
              <a:rPr lang="en-US" altLang="en-US" sz="2800">
                <a:latin typeface="Comic Sans MS" panose="030F0702030302020204" pitchFamily="66" charset="0"/>
                <a:ea typeface="ＭＳ Ｐゴシック" panose="020B0600070205080204" pitchFamily="34" charset="-128"/>
              </a:rPr>
              <a:t>Duy trì </a:t>
            </a:r>
            <a:r>
              <a:rPr lang="en-US" altLang="ja-JP" sz="2800">
                <a:latin typeface="Comic Sans MS" panose="030F0702030302020204" pitchFamily="66" charset="0"/>
                <a:ea typeface="ＭＳ Ｐゴシック" panose="020B0600070205080204" pitchFamily="34" charset="-128"/>
              </a:rPr>
              <a:t>distance vectors của các </a:t>
            </a:r>
            <a:r>
              <a:rPr lang="en-US" altLang="en-US" sz="2800">
                <a:latin typeface="Comic Sans MS" panose="030F0702030302020204" pitchFamily="66" charset="0"/>
                <a:ea typeface="ＭＳ Ｐゴシック" panose="020B0600070205080204" pitchFamily="34" charset="-128"/>
              </a:rPr>
              <a:t>neighbor của nó </a:t>
            </a:r>
            <a:r>
              <a:rPr lang="en-US" altLang="ja-JP" sz="2800">
                <a:latin typeface="Comic Sans MS" panose="030F0702030302020204" pitchFamily="66" charset="0"/>
                <a:ea typeface="ＭＳ Ｐゴシック" panose="020B0600070205080204" pitchFamily="34" charset="-128"/>
              </a:rPr>
              <a:t>. Cho mỗi duy trì neighbor v, x </a:t>
            </a:r>
            <a:br>
              <a:rPr lang="en-US" altLang="ja-JP" sz="2800">
                <a:latin typeface="Comic Sans MS" panose="030F0702030302020204" pitchFamily="66" charset="0"/>
                <a:ea typeface="ＭＳ Ｐゴシック" panose="020B0600070205080204" pitchFamily="34" charset="-128"/>
              </a:rPr>
            </a:br>
            <a:r>
              <a:rPr lang="en-US" altLang="ja-JP" sz="2800" b="1">
                <a:solidFill>
                  <a:srgbClr val="CC0000"/>
                </a:solidFill>
                <a:latin typeface="Comic Sans MS" panose="030F0702030302020204" pitchFamily="66" charset="0"/>
                <a:ea typeface="ＭＳ Ｐゴシック" panose="020B0600070205080204" pitchFamily="34" charset="-128"/>
              </a:rPr>
              <a:t>D</a:t>
            </a:r>
            <a:r>
              <a:rPr lang="en-US" altLang="ja-JP" sz="2800" baseline="-25000">
                <a:solidFill>
                  <a:srgbClr val="CC0000"/>
                </a:solidFill>
                <a:latin typeface="Comic Sans MS" panose="030F0702030302020204" pitchFamily="66" charset="0"/>
                <a:ea typeface="ＭＳ Ｐゴシック" panose="020B0600070205080204" pitchFamily="34" charset="-128"/>
              </a:rPr>
              <a:t>v</a:t>
            </a:r>
            <a:r>
              <a:rPr lang="en-US" altLang="ja-JP" sz="2800">
                <a:solidFill>
                  <a:srgbClr val="CC0000"/>
                </a:solidFill>
                <a:latin typeface="Comic Sans MS" panose="030F0702030302020204" pitchFamily="66" charset="0"/>
                <a:ea typeface="ＭＳ Ｐゴシック" panose="020B0600070205080204" pitchFamily="34" charset="-128"/>
              </a:rPr>
              <a:t> = [D</a:t>
            </a:r>
            <a:r>
              <a:rPr lang="en-US" altLang="ja-JP" sz="2800" baseline="-25000">
                <a:solidFill>
                  <a:srgbClr val="CC0000"/>
                </a:solidFill>
                <a:latin typeface="Comic Sans MS" panose="030F0702030302020204" pitchFamily="66" charset="0"/>
                <a:ea typeface="ＭＳ Ｐゴシック" panose="020B0600070205080204" pitchFamily="34" charset="-128"/>
              </a:rPr>
              <a:t>v</a:t>
            </a:r>
            <a:r>
              <a:rPr lang="en-US" altLang="ja-JP" sz="2800">
                <a:solidFill>
                  <a:srgbClr val="CC0000"/>
                </a:solidFill>
                <a:latin typeface="Comic Sans MS" panose="030F0702030302020204" pitchFamily="66" charset="0"/>
                <a:ea typeface="ＭＳ Ｐゴシック" panose="020B0600070205080204" pitchFamily="34" charset="-128"/>
              </a:rPr>
              <a:t>(y): y </a:t>
            </a:r>
            <a:r>
              <a:rPr lang="ru-RU" altLang="ja-JP" sz="2800">
                <a:solidFill>
                  <a:srgbClr val="CC0000"/>
                </a:solidFill>
                <a:latin typeface="Comic Sans MS" panose="030F0702030302020204" pitchFamily="66" charset="0"/>
                <a:ea typeface="ＭＳ Ｐゴシック" panose="020B0600070205080204" pitchFamily="34" charset="-128"/>
              </a:rPr>
              <a:t>є</a:t>
            </a:r>
            <a:r>
              <a:rPr lang="en-US" altLang="ja-JP" sz="2800">
                <a:solidFill>
                  <a:srgbClr val="CC0000"/>
                </a:solidFill>
                <a:latin typeface="Comic Sans MS" panose="030F0702030302020204" pitchFamily="66" charset="0"/>
                <a:ea typeface="ＭＳ Ｐゴシック" panose="020B0600070205080204" pitchFamily="34" charset="-128"/>
              </a:rPr>
              <a:t> N ]</a:t>
            </a:r>
          </a:p>
          <a:p>
            <a:pPr>
              <a:buFont typeface="Wingdings" panose="05000000000000000000" pitchFamily="2" charset="2"/>
              <a:buNone/>
            </a:pPr>
            <a:endParaRPr lang="en-US" altLang="en-US">
              <a:solidFill>
                <a:srgbClr val="CC0000"/>
              </a:solidFill>
              <a:latin typeface="Comic Sans MS" panose="030F0702030302020204" pitchFamily="66" charset="0"/>
              <a:ea typeface="ＭＳ Ｐゴシック" panose="020B0600070205080204" pitchFamily="34" charset="-128"/>
            </a:endParaRPr>
          </a:p>
          <a:p>
            <a:endParaRPr lang="en-US" altLang="en-US">
              <a:latin typeface="Comic Sans MS" panose="030F0702030302020204" pitchFamily="66" charset="0"/>
              <a:ea typeface="ＭＳ Ｐゴシック" panose="020B0600070205080204" pitchFamily="34" charset="-128"/>
            </a:endParaRPr>
          </a:p>
        </p:txBody>
      </p:sp>
    </p:spTree>
    <p:extLst>
      <p:ext uri="{BB962C8B-B14F-4D97-AF65-F5344CB8AC3E}">
        <p14:creationId xmlns:p14="http://schemas.microsoft.com/office/powerpoint/2010/main" val="14706226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Footer Placeholder 4">
            <a:extLst>
              <a:ext uri="{FF2B5EF4-FFF2-40B4-BE49-F238E27FC236}">
                <a16:creationId xmlns:a16="http://schemas.microsoft.com/office/drawing/2014/main" id="{63EBF0A8-0E1B-4A0E-8806-FFE3EBDC8F16}"/>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Tầng Network</a:t>
            </a:r>
          </a:p>
        </p:txBody>
      </p:sp>
      <p:sp>
        <p:nvSpPr>
          <p:cNvPr id="92163" name="Slide Number Placeholder 5">
            <a:extLst>
              <a:ext uri="{FF2B5EF4-FFF2-40B4-BE49-F238E27FC236}">
                <a16:creationId xmlns:a16="http://schemas.microsoft.com/office/drawing/2014/main" id="{09AE4429-D3C5-43C5-94A1-65BCA61276B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4-</a:t>
            </a:r>
            <a:fld id="{5EAACD21-CEED-4C6E-8090-3C2E5E5028C1}" type="slidenum">
              <a:rPr lang="en-US" altLang="en-US">
                <a:latin typeface="Tahoma" panose="020B0604030504040204" pitchFamily="34" charset="0"/>
              </a:rPr>
              <a:pPr/>
              <a:t>78</a:t>
            </a:fld>
            <a:endParaRPr lang="en-US" altLang="en-US">
              <a:latin typeface="Tahoma" panose="020B0604030504040204" pitchFamily="34" charset="0"/>
            </a:endParaRPr>
          </a:p>
        </p:txBody>
      </p:sp>
      <p:sp>
        <p:nvSpPr>
          <p:cNvPr id="90116" name="Rectangle 3">
            <a:extLst>
              <a:ext uri="{FF2B5EF4-FFF2-40B4-BE49-F238E27FC236}">
                <a16:creationId xmlns:a16="http://schemas.microsoft.com/office/drawing/2014/main" id="{F9BF14CD-0D23-41C5-B02B-C3E76CC62A11}"/>
              </a:ext>
            </a:extLst>
          </p:cNvPr>
          <p:cNvSpPr>
            <a:spLocks noGrp="1" noChangeArrowheads="1"/>
          </p:cNvSpPr>
          <p:nvPr>
            <p:ph type="body" idx="1"/>
          </p:nvPr>
        </p:nvSpPr>
        <p:spPr>
          <a:xfrm>
            <a:off x="2057400" y="1600200"/>
            <a:ext cx="7772400" cy="2414588"/>
          </a:xfrm>
        </p:spPr>
        <p:txBody>
          <a:bodyPr/>
          <a:lstStyle/>
          <a:p>
            <a:pPr>
              <a:buFont typeface="Wingdings" charset="0"/>
              <a:buNone/>
              <a:defRPr/>
            </a:pPr>
            <a:r>
              <a:rPr lang="en-US" sz="3200" i="1" dirty="0">
                <a:solidFill>
                  <a:srgbClr val="CC0000"/>
                </a:solidFill>
                <a:latin typeface="Comic Sans MS" pitchFamily="66" charset="0"/>
              </a:rPr>
              <a:t>Ý </a:t>
            </a:r>
            <a:r>
              <a:rPr lang="en-US" sz="3200" i="1" dirty="0" err="1">
                <a:solidFill>
                  <a:srgbClr val="CC0000"/>
                </a:solidFill>
                <a:latin typeface="Comic Sans MS" pitchFamily="66" charset="0"/>
              </a:rPr>
              <a:t>tưởng</a:t>
            </a:r>
            <a:r>
              <a:rPr lang="en-US" sz="3200" i="1" dirty="0">
                <a:solidFill>
                  <a:srgbClr val="CC0000"/>
                </a:solidFill>
                <a:latin typeface="Comic Sans MS" pitchFamily="66" charset="0"/>
              </a:rPr>
              <a:t> </a:t>
            </a:r>
            <a:r>
              <a:rPr lang="en-US" sz="3200" i="1" dirty="0" err="1">
                <a:solidFill>
                  <a:srgbClr val="CC0000"/>
                </a:solidFill>
                <a:latin typeface="Comic Sans MS" pitchFamily="66" charset="0"/>
              </a:rPr>
              <a:t>chính</a:t>
            </a:r>
            <a:r>
              <a:rPr lang="en-US" sz="3200" i="1" dirty="0">
                <a:solidFill>
                  <a:srgbClr val="CC0000"/>
                </a:solidFill>
                <a:latin typeface="Comic Sans MS" pitchFamily="66" charset="0"/>
              </a:rPr>
              <a:t>:</a:t>
            </a:r>
            <a:endParaRPr lang="en-US" sz="3200" dirty="0">
              <a:solidFill>
                <a:srgbClr val="CC0000"/>
              </a:solidFill>
              <a:latin typeface="Comic Sans MS" pitchFamily="66" charset="0"/>
            </a:endParaRPr>
          </a:p>
          <a:p>
            <a:pPr>
              <a:buFont typeface="Wingdings" charset="0"/>
              <a:buChar char="v"/>
              <a:defRPr/>
            </a:pPr>
            <a:r>
              <a:rPr lang="en-US" dirty="0" err="1">
                <a:latin typeface="Comic Sans MS" pitchFamily="66" charset="0"/>
                <a:cs typeface="+mn-cs"/>
              </a:rPr>
              <a:t>Mỗi</a:t>
            </a:r>
            <a:r>
              <a:rPr lang="en-US" dirty="0">
                <a:latin typeface="Comic Sans MS" pitchFamily="66" charset="0"/>
                <a:cs typeface="+mn-cs"/>
              </a:rPr>
              <a:t> node </a:t>
            </a:r>
            <a:r>
              <a:rPr lang="en-US" dirty="0" err="1">
                <a:latin typeface="Comic Sans MS" pitchFamily="66" charset="0"/>
                <a:cs typeface="+mn-cs"/>
              </a:rPr>
              <a:t>định</a:t>
            </a:r>
            <a:r>
              <a:rPr lang="en-US" dirty="0">
                <a:latin typeface="Comic Sans MS" pitchFamily="66" charset="0"/>
                <a:cs typeface="+mn-cs"/>
              </a:rPr>
              <a:t> </a:t>
            </a:r>
            <a:r>
              <a:rPr lang="en-US" dirty="0" err="1">
                <a:latin typeface="Comic Sans MS" pitchFamily="66" charset="0"/>
                <a:cs typeface="+mn-cs"/>
              </a:rPr>
              <a:t>kỳ</a:t>
            </a:r>
            <a:r>
              <a:rPr lang="en-US" dirty="0">
                <a:latin typeface="Comic Sans MS" pitchFamily="66" charset="0"/>
                <a:cs typeface="+mn-cs"/>
              </a:rPr>
              <a:t> </a:t>
            </a:r>
            <a:r>
              <a:rPr lang="en-US" dirty="0" err="1">
                <a:latin typeface="Comic Sans MS" pitchFamily="66" charset="0"/>
                <a:cs typeface="+mn-cs"/>
              </a:rPr>
              <a:t>gởi</a:t>
            </a:r>
            <a:r>
              <a:rPr lang="en-US" dirty="0">
                <a:latin typeface="Comic Sans MS" pitchFamily="66" charset="0"/>
                <a:cs typeface="+mn-cs"/>
              </a:rPr>
              <a:t> </a:t>
            </a:r>
            <a:r>
              <a:rPr lang="en-US" dirty="0" err="1">
                <a:latin typeface="Comic Sans MS" pitchFamily="66" charset="0"/>
                <a:cs typeface="+mn-cs"/>
              </a:rPr>
              <a:t>ước</a:t>
            </a:r>
            <a:r>
              <a:rPr lang="en-US" dirty="0">
                <a:latin typeface="Comic Sans MS" pitchFamily="66" charset="0"/>
                <a:cs typeface="+mn-cs"/>
              </a:rPr>
              <a:t> </a:t>
            </a:r>
            <a:r>
              <a:rPr lang="en-US" dirty="0" err="1">
                <a:latin typeface="Comic Sans MS" pitchFamily="66" charset="0"/>
                <a:cs typeface="+mn-cs"/>
              </a:rPr>
              <a:t>lượng</a:t>
            </a:r>
            <a:r>
              <a:rPr lang="en-US" dirty="0">
                <a:latin typeface="Comic Sans MS" pitchFamily="66" charset="0"/>
                <a:cs typeface="+mn-cs"/>
              </a:rPr>
              <a:t> distance vector </a:t>
            </a:r>
            <a:r>
              <a:rPr lang="en-US" dirty="0" err="1">
                <a:latin typeface="Comic Sans MS" pitchFamily="66" charset="0"/>
                <a:cs typeface="+mn-cs"/>
              </a:rPr>
              <a:t>của</a:t>
            </a:r>
            <a:r>
              <a:rPr lang="en-US" dirty="0">
                <a:latin typeface="Comic Sans MS" pitchFamily="66" charset="0"/>
                <a:cs typeface="+mn-cs"/>
              </a:rPr>
              <a:t> </a:t>
            </a:r>
            <a:r>
              <a:rPr lang="en-US" dirty="0" err="1">
                <a:latin typeface="Comic Sans MS" pitchFamily="66" charset="0"/>
                <a:cs typeface="+mn-cs"/>
              </a:rPr>
              <a:t>nó</a:t>
            </a:r>
            <a:r>
              <a:rPr lang="en-US" dirty="0">
                <a:latin typeface="Comic Sans MS" pitchFamily="66" charset="0"/>
                <a:cs typeface="+mn-cs"/>
              </a:rPr>
              <a:t> </a:t>
            </a:r>
            <a:r>
              <a:rPr lang="en-US" dirty="0" err="1">
                <a:latin typeface="Comic Sans MS" pitchFamily="66" charset="0"/>
                <a:cs typeface="+mn-cs"/>
              </a:rPr>
              <a:t>cho</a:t>
            </a:r>
            <a:r>
              <a:rPr lang="en-US" dirty="0">
                <a:latin typeface="Comic Sans MS" pitchFamily="66" charset="0"/>
                <a:cs typeface="+mn-cs"/>
              </a:rPr>
              <a:t> </a:t>
            </a:r>
            <a:r>
              <a:rPr lang="en-US" dirty="0" err="1">
                <a:latin typeface="Comic Sans MS" pitchFamily="66" charset="0"/>
                <a:cs typeface="+mn-cs"/>
              </a:rPr>
              <a:t>các</a:t>
            </a:r>
            <a:r>
              <a:rPr lang="en-US" dirty="0">
                <a:latin typeface="Comic Sans MS" pitchFamily="66" charset="0"/>
                <a:cs typeface="+mn-cs"/>
              </a:rPr>
              <a:t> neighbor</a:t>
            </a:r>
          </a:p>
          <a:p>
            <a:pPr>
              <a:buFont typeface="Wingdings" charset="0"/>
              <a:buChar char="v"/>
              <a:defRPr/>
            </a:pPr>
            <a:r>
              <a:rPr lang="en-US" dirty="0" err="1">
                <a:latin typeface="Comic Sans MS" pitchFamily="66" charset="0"/>
                <a:cs typeface="+mn-cs"/>
              </a:rPr>
              <a:t>Khi</a:t>
            </a:r>
            <a:r>
              <a:rPr lang="en-US" dirty="0">
                <a:latin typeface="Comic Sans MS" pitchFamily="66" charset="0"/>
                <a:cs typeface="+mn-cs"/>
              </a:rPr>
              <a:t> x </a:t>
            </a:r>
            <a:r>
              <a:rPr lang="en-US" dirty="0" err="1">
                <a:latin typeface="Comic Sans MS" pitchFamily="66" charset="0"/>
                <a:cs typeface="+mn-cs"/>
              </a:rPr>
              <a:t>nhận</a:t>
            </a:r>
            <a:r>
              <a:rPr lang="en-US" dirty="0">
                <a:latin typeface="Comic Sans MS" pitchFamily="66" charset="0"/>
                <a:cs typeface="+mn-cs"/>
              </a:rPr>
              <a:t> </a:t>
            </a:r>
            <a:r>
              <a:rPr lang="en-US" dirty="0" err="1">
                <a:latin typeface="Comic Sans MS" pitchFamily="66" charset="0"/>
                <a:cs typeface="+mn-cs"/>
              </a:rPr>
              <a:t>ước</a:t>
            </a:r>
            <a:r>
              <a:rPr lang="en-US" dirty="0">
                <a:latin typeface="Comic Sans MS" pitchFamily="66" charset="0"/>
                <a:cs typeface="+mn-cs"/>
              </a:rPr>
              <a:t> </a:t>
            </a:r>
            <a:r>
              <a:rPr lang="en-US" dirty="0" err="1">
                <a:latin typeface="Comic Sans MS" pitchFamily="66" charset="0"/>
                <a:cs typeface="+mn-cs"/>
              </a:rPr>
              <a:t>lượng</a:t>
            </a:r>
            <a:r>
              <a:rPr lang="en-US" dirty="0">
                <a:latin typeface="Comic Sans MS" pitchFamily="66" charset="0"/>
                <a:cs typeface="+mn-cs"/>
              </a:rPr>
              <a:t> DV </a:t>
            </a:r>
            <a:r>
              <a:rPr lang="en-US" dirty="0" err="1">
                <a:latin typeface="Comic Sans MS" pitchFamily="66" charset="0"/>
                <a:cs typeface="+mn-cs"/>
              </a:rPr>
              <a:t>mới</a:t>
            </a:r>
            <a:r>
              <a:rPr lang="en-US" dirty="0">
                <a:latin typeface="Comic Sans MS" pitchFamily="66" charset="0"/>
                <a:cs typeface="+mn-cs"/>
              </a:rPr>
              <a:t> </a:t>
            </a:r>
            <a:r>
              <a:rPr lang="en-US" dirty="0" err="1">
                <a:latin typeface="Comic Sans MS" pitchFamily="66" charset="0"/>
                <a:cs typeface="+mn-cs"/>
              </a:rPr>
              <a:t>từ</a:t>
            </a:r>
            <a:r>
              <a:rPr lang="en-US" dirty="0">
                <a:latin typeface="Comic Sans MS" pitchFamily="66" charset="0"/>
                <a:cs typeface="+mn-cs"/>
              </a:rPr>
              <a:t> neighbor, </a:t>
            </a:r>
            <a:r>
              <a:rPr lang="en-US" dirty="0" err="1">
                <a:latin typeface="Comic Sans MS" pitchFamily="66" charset="0"/>
                <a:cs typeface="+mn-cs"/>
              </a:rPr>
              <a:t>nó</a:t>
            </a:r>
            <a:r>
              <a:rPr lang="en-US" dirty="0">
                <a:latin typeface="Comic Sans MS" pitchFamily="66" charset="0"/>
                <a:cs typeface="+mn-cs"/>
              </a:rPr>
              <a:t> </a:t>
            </a:r>
            <a:r>
              <a:rPr lang="en-US" dirty="0" err="1">
                <a:latin typeface="Comic Sans MS" pitchFamily="66" charset="0"/>
                <a:cs typeface="+mn-cs"/>
              </a:rPr>
              <a:t>cập</a:t>
            </a:r>
            <a:r>
              <a:rPr lang="en-US" dirty="0">
                <a:latin typeface="Comic Sans MS" pitchFamily="66" charset="0"/>
                <a:cs typeface="+mn-cs"/>
              </a:rPr>
              <a:t> </a:t>
            </a:r>
            <a:r>
              <a:rPr lang="en-US" dirty="0" err="1">
                <a:latin typeface="Comic Sans MS" pitchFamily="66" charset="0"/>
                <a:cs typeface="+mn-cs"/>
              </a:rPr>
              <a:t>nhật</a:t>
            </a:r>
            <a:r>
              <a:rPr lang="en-US" dirty="0">
                <a:latin typeface="Comic Sans MS" pitchFamily="66" charset="0"/>
                <a:cs typeface="+mn-cs"/>
              </a:rPr>
              <a:t> DV </a:t>
            </a:r>
            <a:r>
              <a:rPr lang="en-US" dirty="0" err="1">
                <a:latin typeface="Comic Sans MS" pitchFamily="66" charset="0"/>
                <a:cs typeface="+mn-cs"/>
              </a:rPr>
              <a:t>cũ</a:t>
            </a:r>
            <a:r>
              <a:rPr lang="en-US" dirty="0">
                <a:latin typeface="Comic Sans MS" pitchFamily="66" charset="0"/>
                <a:cs typeface="+mn-cs"/>
              </a:rPr>
              <a:t> </a:t>
            </a:r>
            <a:r>
              <a:rPr lang="en-US" dirty="0" err="1">
                <a:latin typeface="Comic Sans MS" pitchFamily="66" charset="0"/>
                <a:cs typeface="+mn-cs"/>
              </a:rPr>
              <a:t>của</a:t>
            </a:r>
            <a:r>
              <a:rPr lang="en-US" dirty="0">
                <a:latin typeface="Comic Sans MS" pitchFamily="66" charset="0"/>
                <a:cs typeface="+mn-cs"/>
              </a:rPr>
              <a:t> </a:t>
            </a:r>
            <a:r>
              <a:rPr lang="en-US" dirty="0" err="1">
                <a:latin typeface="Comic Sans MS" pitchFamily="66" charset="0"/>
                <a:cs typeface="+mn-cs"/>
              </a:rPr>
              <a:t>nó</a:t>
            </a:r>
            <a:r>
              <a:rPr lang="en-US" dirty="0">
                <a:latin typeface="Comic Sans MS" pitchFamily="66" charset="0"/>
                <a:cs typeface="+mn-cs"/>
              </a:rPr>
              <a:t> </a:t>
            </a:r>
            <a:r>
              <a:rPr lang="en-US" dirty="0" err="1">
                <a:latin typeface="Comic Sans MS" pitchFamily="66" charset="0"/>
                <a:cs typeface="+mn-cs"/>
              </a:rPr>
              <a:t>dùng</a:t>
            </a:r>
            <a:r>
              <a:rPr lang="en-US" dirty="0">
                <a:latin typeface="Comic Sans MS" pitchFamily="66" charset="0"/>
                <a:cs typeface="+mn-cs"/>
              </a:rPr>
              <a:t> </a:t>
            </a:r>
            <a:r>
              <a:rPr lang="en-US" dirty="0" err="1">
                <a:latin typeface="Comic Sans MS" pitchFamily="66" charset="0"/>
                <a:cs typeface="+mn-cs"/>
              </a:rPr>
              <a:t>công</a:t>
            </a:r>
            <a:r>
              <a:rPr lang="en-US" dirty="0">
                <a:latin typeface="Comic Sans MS" pitchFamily="66" charset="0"/>
                <a:cs typeface="+mn-cs"/>
              </a:rPr>
              <a:t> </a:t>
            </a:r>
            <a:r>
              <a:rPr lang="en-US" dirty="0" err="1">
                <a:latin typeface="Comic Sans MS" pitchFamily="66" charset="0"/>
                <a:cs typeface="+mn-cs"/>
              </a:rPr>
              <a:t>thức</a:t>
            </a:r>
            <a:r>
              <a:rPr lang="en-US" dirty="0">
                <a:latin typeface="Comic Sans MS" pitchFamily="66" charset="0"/>
                <a:cs typeface="+mn-cs"/>
              </a:rPr>
              <a:t> B-F:</a:t>
            </a:r>
          </a:p>
        </p:txBody>
      </p:sp>
      <p:sp>
        <p:nvSpPr>
          <p:cNvPr id="92165" name="Rectangle 4">
            <a:extLst>
              <a:ext uri="{FF2B5EF4-FFF2-40B4-BE49-F238E27FC236}">
                <a16:creationId xmlns:a16="http://schemas.microsoft.com/office/drawing/2014/main" id="{19F5C723-F974-4713-8F02-D942F6A9470A}"/>
              </a:ext>
            </a:extLst>
          </p:cNvPr>
          <p:cNvSpPr>
            <a:spLocks noChangeArrowheads="1"/>
          </p:cNvSpPr>
          <p:nvPr/>
        </p:nvSpPr>
        <p:spPr bwMode="auto">
          <a:xfrm>
            <a:off x="2527300" y="3821114"/>
            <a:ext cx="77612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2800" i="1">
                <a:solidFill>
                  <a:srgbClr val="CC0000"/>
                </a:solidFill>
                <a:cs typeface="Times New Roman" panose="02020603050405020304" pitchFamily="18" charset="0"/>
              </a:rPr>
              <a:t>D</a:t>
            </a:r>
            <a:r>
              <a:rPr lang="en-US" altLang="en-US" sz="2800" i="1" baseline="-30000">
                <a:solidFill>
                  <a:srgbClr val="CC0000"/>
                </a:solidFill>
                <a:cs typeface="Times New Roman" panose="02020603050405020304" pitchFamily="18" charset="0"/>
              </a:rPr>
              <a:t>x</a:t>
            </a:r>
            <a:r>
              <a:rPr lang="en-US" altLang="en-US" sz="2800" i="1">
                <a:solidFill>
                  <a:srgbClr val="CC0000"/>
                </a:solidFill>
                <a:cs typeface="Times New Roman" panose="02020603050405020304" pitchFamily="18" charset="0"/>
              </a:rPr>
              <a:t>(y) ← min</a:t>
            </a:r>
            <a:r>
              <a:rPr lang="en-US" altLang="en-US" sz="2800" i="1" baseline="-30000">
                <a:solidFill>
                  <a:srgbClr val="CC0000"/>
                </a:solidFill>
                <a:cs typeface="Times New Roman" panose="02020603050405020304" pitchFamily="18" charset="0"/>
              </a:rPr>
              <a:t>v</a:t>
            </a:r>
            <a:r>
              <a:rPr lang="en-US" altLang="en-US" sz="2800" i="1">
                <a:solidFill>
                  <a:srgbClr val="CC0000"/>
                </a:solidFill>
                <a:cs typeface="Times New Roman" panose="02020603050405020304" pitchFamily="18" charset="0"/>
              </a:rPr>
              <a:t>{c(x,v) + D</a:t>
            </a:r>
            <a:r>
              <a:rPr lang="en-US" altLang="en-US" sz="2800" i="1" baseline="-30000">
                <a:solidFill>
                  <a:srgbClr val="CC0000"/>
                </a:solidFill>
                <a:cs typeface="Times New Roman" panose="02020603050405020304" pitchFamily="18" charset="0"/>
              </a:rPr>
              <a:t>v</a:t>
            </a:r>
            <a:r>
              <a:rPr lang="en-US" altLang="en-US" sz="2800" i="1">
                <a:solidFill>
                  <a:srgbClr val="CC0000"/>
                </a:solidFill>
                <a:cs typeface="Times New Roman" panose="02020603050405020304" pitchFamily="18" charset="0"/>
              </a:rPr>
              <a:t>(y)}  với mỗi node y </a:t>
            </a:r>
            <a:r>
              <a:rPr lang="en-US" altLang="en-US" sz="2800" i="1">
                <a:solidFill>
                  <a:srgbClr val="CC0000"/>
                </a:solidFill>
                <a:ea typeface="MS Mincho" panose="02020609040205080304" pitchFamily="49" charset="-128"/>
              </a:rPr>
              <a:t>∊</a:t>
            </a:r>
            <a:r>
              <a:rPr lang="en-US" altLang="en-US" sz="2800" i="1">
                <a:solidFill>
                  <a:srgbClr val="CC0000"/>
                </a:solidFill>
                <a:cs typeface="Times New Roman" panose="02020603050405020304" pitchFamily="18" charset="0"/>
              </a:rPr>
              <a:t> N</a:t>
            </a:r>
          </a:p>
        </p:txBody>
      </p:sp>
      <p:sp>
        <p:nvSpPr>
          <p:cNvPr id="92166" name="Rectangle 5">
            <a:extLst>
              <a:ext uri="{FF2B5EF4-FFF2-40B4-BE49-F238E27FC236}">
                <a16:creationId xmlns:a16="http://schemas.microsoft.com/office/drawing/2014/main" id="{114EC915-F3BE-4A5A-AB5D-5379323BD277}"/>
              </a:ext>
            </a:extLst>
          </p:cNvPr>
          <p:cNvSpPr>
            <a:spLocks noChangeArrowheads="1"/>
          </p:cNvSpPr>
          <p:nvPr/>
        </p:nvSpPr>
        <p:spPr bwMode="auto">
          <a:xfrm>
            <a:off x="1909763" y="4640264"/>
            <a:ext cx="7772400" cy="1500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nSpc>
                <a:spcPct val="90000"/>
              </a:lnSpc>
              <a:spcBef>
                <a:spcPct val="20000"/>
              </a:spcBef>
              <a:buClr>
                <a:srgbClr val="000099"/>
              </a:buClr>
              <a:buSzPct val="65000"/>
              <a:buFont typeface="Wingdings" panose="05000000000000000000" pitchFamily="2" charset="2"/>
              <a:buChar char="v"/>
            </a:pPr>
            <a:r>
              <a:rPr lang="en-US" altLang="en-US" sz="2800">
                <a:latin typeface="Comic Sans MS" panose="030F0702030302020204" pitchFamily="66" charset="0"/>
              </a:rPr>
              <a:t>Dưới những điều khiện tự nhiên, ước lượng </a:t>
            </a:r>
            <a:r>
              <a:rPr lang="en-US" altLang="en-US" sz="2800" i="1">
                <a:latin typeface="Comic Sans MS" panose="030F0702030302020204" pitchFamily="66" charset="0"/>
                <a:cs typeface="Times New Roman" panose="02020603050405020304" pitchFamily="18" charset="0"/>
              </a:rPr>
              <a:t>D</a:t>
            </a:r>
            <a:r>
              <a:rPr lang="en-US" altLang="en-US" sz="2800" i="1" baseline="-30000">
                <a:latin typeface="Comic Sans MS" panose="030F0702030302020204" pitchFamily="66" charset="0"/>
                <a:cs typeface="Times New Roman" panose="02020603050405020304" pitchFamily="18" charset="0"/>
              </a:rPr>
              <a:t>x</a:t>
            </a:r>
            <a:r>
              <a:rPr lang="en-US" altLang="en-US" sz="2800" i="1">
                <a:latin typeface="Comic Sans MS" panose="030F0702030302020204" pitchFamily="66" charset="0"/>
                <a:cs typeface="Times New Roman" panose="02020603050405020304" pitchFamily="18" charset="0"/>
              </a:rPr>
              <a:t>(y) hội tụ tới chi phí dx thực sự nhỏ nhất </a:t>
            </a:r>
            <a:r>
              <a:rPr lang="en-US" altLang="en-US" sz="2800">
                <a:latin typeface="Comic Sans MS" panose="030F0702030302020204" pitchFamily="66" charset="0"/>
              </a:rPr>
              <a:t>d</a:t>
            </a:r>
            <a:r>
              <a:rPr lang="en-US" altLang="en-US" sz="2800" baseline="-25000">
                <a:latin typeface="Comic Sans MS" panose="030F0702030302020204" pitchFamily="66" charset="0"/>
              </a:rPr>
              <a:t>x</a:t>
            </a:r>
            <a:r>
              <a:rPr lang="en-US" altLang="en-US" sz="2800">
                <a:latin typeface="Comic Sans MS" panose="030F0702030302020204" pitchFamily="66" charset="0"/>
              </a:rPr>
              <a:t>(y)</a:t>
            </a:r>
            <a:r>
              <a:rPr lang="en-US" altLang="en-US" sz="2400">
                <a:latin typeface="Comic Sans MS" panose="030F0702030302020204" pitchFamily="66" charset="0"/>
              </a:rPr>
              <a:t> </a:t>
            </a:r>
          </a:p>
        </p:txBody>
      </p:sp>
      <p:pic>
        <p:nvPicPr>
          <p:cNvPr id="92167" name="Picture 7" descr="underline_base">
            <a:extLst>
              <a:ext uri="{FF2B5EF4-FFF2-40B4-BE49-F238E27FC236}">
                <a16:creationId xmlns:a16="http://schemas.microsoft.com/office/drawing/2014/main" id="{5E468315-F4DF-47C4-AE04-C27D5ED6402A}"/>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9951" y="1066800"/>
            <a:ext cx="6399213"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0120" name="Rectangle 8">
            <a:extLst>
              <a:ext uri="{FF2B5EF4-FFF2-40B4-BE49-F238E27FC236}">
                <a16:creationId xmlns:a16="http://schemas.microsoft.com/office/drawing/2014/main" id="{27324ABF-5624-4843-8EE5-FD34B6A67B9B}"/>
              </a:ext>
            </a:extLst>
          </p:cNvPr>
          <p:cNvSpPr>
            <a:spLocks noGrp="1" noChangeArrowheads="1"/>
          </p:cNvSpPr>
          <p:nvPr>
            <p:ph type="title"/>
          </p:nvPr>
        </p:nvSpPr>
        <p:spPr>
          <a:xfrm>
            <a:off x="2060575" y="59430"/>
            <a:ext cx="10131425" cy="1456267"/>
          </a:xfrm>
        </p:spPr>
        <p:txBody>
          <a:bodyPr/>
          <a:lstStyle/>
          <a:p>
            <a:pPr>
              <a:defRPr/>
            </a:pPr>
            <a:r>
              <a:rPr lang="en-US" dirty="0" err="1">
                <a:cs typeface="+mj-cs"/>
              </a:rPr>
              <a:t>Thuật</a:t>
            </a:r>
            <a:r>
              <a:rPr lang="en-US" dirty="0">
                <a:cs typeface="+mj-cs"/>
              </a:rPr>
              <a:t> </a:t>
            </a:r>
            <a:r>
              <a:rPr lang="en-US" dirty="0" err="1">
                <a:cs typeface="+mj-cs"/>
              </a:rPr>
              <a:t>toán</a:t>
            </a:r>
            <a:r>
              <a:rPr lang="en-US" dirty="0">
                <a:cs typeface="+mj-cs"/>
              </a:rPr>
              <a:t> Distance vector</a:t>
            </a:r>
          </a:p>
        </p:txBody>
      </p:sp>
    </p:spTree>
    <p:extLst>
      <p:ext uri="{BB962C8B-B14F-4D97-AF65-F5344CB8AC3E}">
        <p14:creationId xmlns:p14="http://schemas.microsoft.com/office/powerpoint/2010/main" val="11137132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Footer Placeholder 5">
            <a:extLst>
              <a:ext uri="{FF2B5EF4-FFF2-40B4-BE49-F238E27FC236}">
                <a16:creationId xmlns:a16="http://schemas.microsoft.com/office/drawing/2014/main" id="{993EA58F-9A9D-4783-B90D-816C4B981F9E}"/>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Tầng Network</a:t>
            </a:r>
          </a:p>
        </p:txBody>
      </p:sp>
      <p:sp>
        <p:nvSpPr>
          <p:cNvPr id="93187" name="Slide Number Placeholder 6">
            <a:extLst>
              <a:ext uri="{FF2B5EF4-FFF2-40B4-BE49-F238E27FC236}">
                <a16:creationId xmlns:a16="http://schemas.microsoft.com/office/drawing/2014/main" id="{135A6794-8B33-47E3-9EC4-71990BA5E2D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4-</a:t>
            </a:r>
            <a:fld id="{E2D8B3F7-C3E5-415D-A7D1-C686D70B788D}" type="slidenum">
              <a:rPr lang="en-US" altLang="en-US">
                <a:latin typeface="Tahoma" panose="020B0604030504040204" pitchFamily="34" charset="0"/>
              </a:rPr>
              <a:pPr/>
              <a:t>79</a:t>
            </a:fld>
            <a:endParaRPr lang="en-US" altLang="en-US">
              <a:latin typeface="Tahoma" panose="020B0604030504040204" pitchFamily="34" charset="0"/>
            </a:endParaRPr>
          </a:p>
        </p:txBody>
      </p:sp>
      <p:sp>
        <p:nvSpPr>
          <p:cNvPr id="93188" name="Rectangle 3">
            <a:extLst>
              <a:ext uri="{FF2B5EF4-FFF2-40B4-BE49-F238E27FC236}">
                <a16:creationId xmlns:a16="http://schemas.microsoft.com/office/drawing/2014/main" id="{7BFAF4C9-01F7-45D2-9F2B-99C231048B9E}"/>
              </a:ext>
            </a:extLst>
          </p:cNvPr>
          <p:cNvSpPr>
            <a:spLocks noGrp="1" noChangeArrowheads="1"/>
          </p:cNvSpPr>
          <p:nvPr>
            <p:ph type="body" sz="half" idx="1"/>
          </p:nvPr>
        </p:nvSpPr>
        <p:spPr>
          <a:xfrm>
            <a:off x="2085976" y="1417638"/>
            <a:ext cx="3781425" cy="4648200"/>
          </a:xfrm>
        </p:spPr>
        <p:txBody>
          <a:bodyPr>
            <a:normAutofit fontScale="92500" lnSpcReduction="20000"/>
          </a:bodyPr>
          <a:lstStyle/>
          <a:p>
            <a:pPr>
              <a:buFont typeface="Wingdings" panose="05000000000000000000" pitchFamily="2" charset="2"/>
              <a:buNone/>
            </a:pPr>
            <a:r>
              <a:rPr lang="en-US" altLang="en-US" i="1">
                <a:solidFill>
                  <a:srgbClr val="CC0000"/>
                </a:solidFill>
                <a:latin typeface="Comic Sans MS" panose="030F0702030302020204" pitchFamily="66" charset="0"/>
                <a:ea typeface="ＭＳ Ｐゴシック" panose="020B0600070205080204" pitchFamily="34" charset="-128"/>
              </a:rPr>
              <a:t>Lặp, không đồng bộ:</a:t>
            </a:r>
            <a:r>
              <a:rPr lang="en-US" altLang="en-US">
                <a:solidFill>
                  <a:srgbClr val="FF0000"/>
                </a:solidFill>
                <a:latin typeface="Comic Sans MS" panose="030F0702030302020204" pitchFamily="66" charset="0"/>
                <a:ea typeface="ＭＳ Ｐゴシック" panose="020B0600070205080204" pitchFamily="34" charset="-128"/>
              </a:rPr>
              <a:t> </a:t>
            </a:r>
            <a:r>
              <a:rPr lang="en-US" altLang="en-US" sz="2400">
                <a:latin typeface="Comic Sans MS" panose="030F0702030302020204" pitchFamily="66" charset="0"/>
                <a:ea typeface="ＭＳ Ｐゴシック" panose="020B0600070205080204" pitchFamily="34" charset="-128"/>
              </a:rPr>
              <a:t>mỗi lặp cục bộ được gây ra bởi: </a:t>
            </a:r>
          </a:p>
          <a:p>
            <a:r>
              <a:rPr lang="en-US" altLang="en-US" sz="2400">
                <a:latin typeface="Comic Sans MS" panose="030F0702030302020204" pitchFamily="66" charset="0"/>
                <a:ea typeface="ＭＳ Ｐゴシック" panose="020B0600070205080204" pitchFamily="34" charset="-128"/>
              </a:rPr>
              <a:t>Chi phí kết nối cục bộ thay đổi</a:t>
            </a:r>
          </a:p>
          <a:p>
            <a:r>
              <a:rPr lang="en-US" altLang="en-US" sz="2400">
                <a:latin typeface="Comic Sans MS" panose="030F0702030302020204" pitchFamily="66" charset="0"/>
                <a:ea typeface="ＭＳ Ｐゴシック" panose="020B0600070205080204" pitchFamily="34" charset="-128"/>
              </a:rPr>
              <a:t>Thông điệp cập nhật DV từ neighbor</a:t>
            </a:r>
          </a:p>
          <a:p>
            <a:pPr>
              <a:buFont typeface="Wingdings" panose="05000000000000000000" pitchFamily="2" charset="2"/>
              <a:buNone/>
            </a:pPr>
            <a:r>
              <a:rPr lang="en-US" altLang="en-US" i="1">
                <a:solidFill>
                  <a:srgbClr val="CC0000"/>
                </a:solidFill>
                <a:latin typeface="Comic Sans MS" panose="030F0702030302020204" pitchFamily="66" charset="0"/>
                <a:ea typeface="ＭＳ Ｐゴシック" panose="020B0600070205080204" pitchFamily="34" charset="-128"/>
              </a:rPr>
              <a:t>Phân bố:</a:t>
            </a:r>
          </a:p>
          <a:p>
            <a:r>
              <a:rPr lang="en-US" altLang="en-US" sz="2400">
                <a:latin typeface="Comic Sans MS" panose="030F0702030302020204" pitchFamily="66" charset="0"/>
                <a:ea typeface="ＭＳ Ｐゴシック" panose="020B0600070205080204" pitchFamily="34" charset="-128"/>
              </a:rPr>
              <a:t>Mỗi node thông báo đến các neighbor </a:t>
            </a:r>
            <a:r>
              <a:rPr lang="en-US" altLang="en-US" sz="2400" i="1">
                <a:latin typeface="Comic Sans MS" panose="030F0702030302020204" pitchFamily="66" charset="0"/>
                <a:ea typeface="ＭＳ Ｐゴシック" panose="020B0600070205080204" pitchFamily="34" charset="-128"/>
              </a:rPr>
              <a:t>chỉ khi</a:t>
            </a:r>
            <a:r>
              <a:rPr lang="en-US" altLang="en-US" sz="2400">
                <a:latin typeface="Comic Sans MS" panose="030F0702030302020204" pitchFamily="66" charset="0"/>
                <a:ea typeface="ＭＳ Ｐゴシック" panose="020B0600070205080204" pitchFamily="34" charset="-128"/>
              </a:rPr>
              <a:t> DV của nó thay đổi</a:t>
            </a:r>
          </a:p>
          <a:p>
            <a:pPr lvl="1"/>
            <a:r>
              <a:rPr lang="en-US" altLang="en-US" sz="2000">
                <a:latin typeface="Comic Sans MS" panose="030F0702030302020204" pitchFamily="66" charset="0"/>
                <a:ea typeface="ＭＳ Ｐゴシック" panose="020B0600070205080204" pitchFamily="34" charset="-128"/>
              </a:rPr>
              <a:t>Các neighbor sau đó thông báo đến các neighbor của nó nếu cần thiết</a:t>
            </a:r>
            <a:endParaRPr lang="en-US" altLang="en-US">
              <a:latin typeface="Comic Sans MS" panose="030F0702030302020204" pitchFamily="66" charset="0"/>
              <a:ea typeface="ＭＳ Ｐゴシック" panose="020B0600070205080204" pitchFamily="34" charset="-128"/>
            </a:endParaRPr>
          </a:p>
        </p:txBody>
      </p:sp>
      <p:sp>
        <p:nvSpPr>
          <p:cNvPr id="93189" name="Text Box 4">
            <a:extLst>
              <a:ext uri="{FF2B5EF4-FFF2-40B4-BE49-F238E27FC236}">
                <a16:creationId xmlns:a16="http://schemas.microsoft.com/office/drawing/2014/main" id="{6487FA8C-DBB2-4998-AF9D-EE551DFCFE58}"/>
              </a:ext>
            </a:extLst>
          </p:cNvPr>
          <p:cNvSpPr txBox="1">
            <a:spLocks noChangeArrowheads="1"/>
          </p:cNvSpPr>
          <p:nvPr/>
        </p:nvSpPr>
        <p:spPr bwMode="auto">
          <a:xfrm>
            <a:off x="6781800" y="1751013"/>
            <a:ext cx="3886200" cy="443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endParaRPr lang="en-US" altLang="en-US" sz="2400">
              <a:latin typeface="Times New Roman" panose="02020603050405020304" pitchFamily="18" charset="0"/>
            </a:endParaRPr>
          </a:p>
          <a:p>
            <a:pPr>
              <a:spcBef>
                <a:spcPct val="50000"/>
              </a:spcBef>
            </a:pPr>
            <a:r>
              <a:rPr lang="en-US" altLang="en-US" sz="2400" i="1">
                <a:solidFill>
                  <a:srgbClr val="000099"/>
                </a:solidFill>
              </a:rPr>
              <a:t>Chờ cho </a:t>
            </a:r>
            <a:r>
              <a:rPr lang="en-US" altLang="en-US" sz="2000"/>
              <a:t>(thay đổi trong chi phí link cục bộ hoặc thông điệp từ neighbor)</a:t>
            </a:r>
          </a:p>
          <a:p>
            <a:pPr>
              <a:spcBef>
                <a:spcPct val="50000"/>
              </a:spcBef>
            </a:pPr>
            <a:endParaRPr lang="en-US" altLang="en-US" sz="2000"/>
          </a:p>
          <a:p>
            <a:pPr>
              <a:spcBef>
                <a:spcPct val="50000"/>
              </a:spcBef>
            </a:pPr>
            <a:r>
              <a:rPr lang="en-US" altLang="en-US" sz="2400" i="1">
                <a:solidFill>
                  <a:srgbClr val="000099"/>
                </a:solidFill>
              </a:rPr>
              <a:t>Tính toán lại </a:t>
            </a:r>
            <a:r>
              <a:rPr lang="en-US" altLang="en-US" sz="2000"/>
              <a:t>các ước lượng</a:t>
            </a:r>
          </a:p>
          <a:p>
            <a:pPr>
              <a:spcBef>
                <a:spcPct val="50000"/>
              </a:spcBef>
            </a:pPr>
            <a:endParaRPr lang="en-US" altLang="en-US" sz="2000"/>
          </a:p>
          <a:p>
            <a:pPr>
              <a:spcBef>
                <a:spcPct val="50000"/>
              </a:spcBef>
            </a:pPr>
            <a:r>
              <a:rPr lang="en-US" altLang="en-US" sz="2000"/>
              <a:t>Nếu DV đến đích bất kỳ vừa thay đổi, thì thông báo neighbors </a:t>
            </a:r>
            <a:endParaRPr lang="en-US" altLang="en-US" sz="2400"/>
          </a:p>
          <a:p>
            <a:pPr algn="ctr">
              <a:spcBef>
                <a:spcPct val="50000"/>
              </a:spcBef>
            </a:pPr>
            <a:endParaRPr lang="en-US" altLang="en-US" sz="2400">
              <a:latin typeface="Times New Roman" panose="02020603050405020304" pitchFamily="18" charset="0"/>
            </a:endParaRPr>
          </a:p>
        </p:txBody>
      </p:sp>
      <p:sp>
        <p:nvSpPr>
          <p:cNvPr id="93190" name="Line 5">
            <a:extLst>
              <a:ext uri="{FF2B5EF4-FFF2-40B4-BE49-F238E27FC236}">
                <a16:creationId xmlns:a16="http://schemas.microsoft.com/office/drawing/2014/main" id="{26716466-0B21-458E-9623-3FB94D14155E}"/>
              </a:ext>
            </a:extLst>
          </p:cNvPr>
          <p:cNvSpPr>
            <a:spLocks noChangeShapeType="1"/>
          </p:cNvSpPr>
          <p:nvPr/>
        </p:nvSpPr>
        <p:spPr bwMode="auto">
          <a:xfrm>
            <a:off x="8335963" y="3055938"/>
            <a:ext cx="0" cy="590550"/>
          </a:xfrm>
          <a:prstGeom prst="line">
            <a:avLst/>
          </a:prstGeom>
          <a:noFill/>
          <a:ln w="19050">
            <a:solidFill>
              <a:srgbClr val="000099"/>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93191" name="Line 6">
            <a:extLst>
              <a:ext uri="{FF2B5EF4-FFF2-40B4-BE49-F238E27FC236}">
                <a16:creationId xmlns:a16="http://schemas.microsoft.com/office/drawing/2014/main" id="{473C5716-2FC9-487D-8EFA-6738E342822F}"/>
              </a:ext>
            </a:extLst>
          </p:cNvPr>
          <p:cNvSpPr>
            <a:spLocks noChangeShapeType="1"/>
          </p:cNvSpPr>
          <p:nvPr/>
        </p:nvSpPr>
        <p:spPr bwMode="auto">
          <a:xfrm>
            <a:off x="8315325" y="4075113"/>
            <a:ext cx="0" cy="590550"/>
          </a:xfrm>
          <a:prstGeom prst="line">
            <a:avLst/>
          </a:prstGeom>
          <a:noFill/>
          <a:ln w="19050">
            <a:solidFill>
              <a:srgbClr val="000099"/>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93192" name="Freeform 7">
            <a:extLst>
              <a:ext uri="{FF2B5EF4-FFF2-40B4-BE49-F238E27FC236}">
                <a16:creationId xmlns:a16="http://schemas.microsoft.com/office/drawing/2014/main" id="{BF55AF49-EAA9-4ABC-9E57-4AD058E8B8C7}"/>
              </a:ext>
            </a:extLst>
          </p:cNvPr>
          <p:cNvSpPr>
            <a:spLocks/>
          </p:cNvSpPr>
          <p:nvPr/>
        </p:nvSpPr>
        <p:spPr bwMode="auto">
          <a:xfrm>
            <a:off x="6753226" y="2160588"/>
            <a:ext cx="1552575" cy="3581400"/>
          </a:xfrm>
          <a:custGeom>
            <a:avLst/>
            <a:gdLst>
              <a:gd name="T0" fmla="*/ 2147483647 w 978"/>
              <a:gd name="T1" fmla="*/ 2147483647 h 2256"/>
              <a:gd name="T2" fmla="*/ 2147483647 w 978"/>
              <a:gd name="T3" fmla="*/ 2147483647 h 2256"/>
              <a:gd name="T4" fmla="*/ 0 w 978"/>
              <a:gd name="T5" fmla="*/ 2147483647 h 2256"/>
              <a:gd name="T6" fmla="*/ 0 w 978"/>
              <a:gd name="T7" fmla="*/ 0 h 2256"/>
              <a:gd name="T8" fmla="*/ 2147483647 w 978"/>
              <a:gd name="T9" fmla="*/ 0 h 2256"/>
              <a:gd name="T10" fmla="*/ 2147483647 w 978"/>
              <a:gd name="T11" fmla="*/ 2147483647 h 2256"/>
              <a:gd name="T12" fmla="*/ 0 60000 65536"/>
              <a:gd name="T13" fmla="*/ 0 60000 65536"/>
              <a:gd name="T14" fmla="*/ 0 60000 65536"/>
              <a:gd name="T15" fmla="*/ 0 60000 65536"/>
              <a:gd name="T16" fmla="*/ 0 60000 65536"/>
              <a:gd name="T17" fmla="*/ 0 60000 65536"/>
              <a:gd name="T18" fmla="*/ 0 w 978"/>
              <a:gd name="T19" fmla="*/ 0 h 2256"/>
              <a:gd name="T20" fmla="*/ 978 w 978"/>
              <a:gd name="T21" fmla="*/ 2256 h 2256"/>
            </a:gdLst>
            <a:ahLst/>
            <a:cxnLst>
              <a:cxn ang="T12">
                <a:pos x="T0" y="T1"/>
              </a:cxn>
              <a:cxn ang="T13">
                <a:pos x="T2" y="T3"/>
              </a:cxn>
              <a:cxn ang="T14">
                <a:pos x="T4" y="T5"/>
              </a:cxn>
              <a:cxn ang="T15">
                <a:pos x="T6" y="T7"/>
              </a:cxn>
              <a:cxn ang="T16">
                <a:pos x="T8" y="T9"/>
              </a:cxn>
              <a:cxn ang="T17">
                <a:pos x="T10" y="T11"/>
              </a:cxn>
            </a:cxnLst>
            <a:rect l="T18" t="T19" r="T20" b="T21"/>
            <a:pathLst>
              <a:path w="978" h="2256">
                <a:moveTo>
                  <a:pt x="960" y="2010"/>
                </a:moveTo>
                <a:lnTo>
                  <a:pt x="961" y="2256"/>
                </a:lnTo>
                <a:lnTo>
                  <a:pt x="0" y="2256"/>
                </a:lnTo>
                <a:lnTo>
                  <a:pt x="0" y="0"/>
                </a:lnTo>
                <a:lnTo>
                  <a:pt x="978" y="0"/>
                </a:lnTo>
                <a:lnTo>
                  <a:pt x="978" y="155"/>
                </a:lnTo>
              </a:path>
            </a:pathLst>
          </a:custGeom>
          <a:noFill/>
          <a:ln w="19050">
            <a:solidFill>
              <a:srgbClr val="000099"/>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93193" name="Text Box 8">
            <a:extLst>
              <a:ext uri="{FF2B5EF4-FFF2-40B4-BE49-F238E27FC236}">
                <a16:creationId xmlns:a16="http://schemas.microsoft.com/office/drawing/2014/main" id="{42160C43-408F-4BC3-A1BC-4A1F245EC6A6}"/>
              </a:ext>
            </a:extLst>
          </p:cNvPr>
          <p:cNvSpPr txBox="1">
            <a:spLocks noChangeArrowheads="1"/>
          </p:cNvSpPr>
          <p:nvPr/>
        </p:nvSpPr>
        <p:spPr bwMode="auto">
          <a:xfrm>
            <a:off x="6440488" y="1327151"/>
            <a:ext cx="17827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800" i="1">
                <a:solidFill>
                  <a:srgbClr val="CC0000"/>
                </a:solidFill>
                <a:latin typeface="Comic Sans MS" panose="030F0702030302020204" pitchFamily="66" charset="0"/>
              </a:rPr>
              <a:t>Mỗi node:</a:t>
            </a:r>
          </a:p>
        </p:txBody>
      </p:sp>
      <p:pic>
        <p:nvPicPr>
          <p:cNvPr id="93194" name="Picture 10" descr="underline_base">
            <a:extLst>
              <a:ext uri="{FF2B5EF4-FFF2-40B4-BE49-F238E27FC236}">
                <a16:creationId xmlns:a16="http://schemas.microsoft.com/office/drawing/2014/main" id="{73091E8F-6BDE-45D1-AF35-1273BB8FCC4D}"/>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9951" y="1066800"/>
            <a:ext cx="6399213"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1147" name="Rectangle 11">
            <a:extLst>
              <a:ext uri="{FF2B5EF4-FFF2-40B4-BE49-F238E27FC236}">
                <a16:creationId xmlns:a16="http://schemas.microsoft.com/office/drawing/2014/main" id="{DE9BA53D-4ADF-486E-B9AF-3E10CC583C41}"/>
              </a:ext>
            </a:extLst>
          </p:cNvPr>
          <p:cNvSpPr>
            <a:spLocks noGrp="1" noChangeArrowheads="1"/>
          </p:cNvSpPr>
          <p:nvPr>
            <p:ph type="title"/>
          </p:nvPr>
        </p:nvSpPr>
        <p:spPr>
          <a:xfrm>
            <a:off x="2057400" y="239713"/>
            <a:ext cx="7772400" cy="1143000"/>
          </a:xfrm>
        </p:spPr>
        <p:txBody>
          <a:bodyPr>
            <a:normAutofit/>
          </a:bodyPr>
          <a:lstStyle/>
          <a:p>
            <a:pPr>
              <a:defRPr/>
            </a:pPr>
            <a:r>
              <a:rPr lang="en-US" dirty="0" err="1"/>
              <a:t>Thuật</a:t>
            </a:r>
            <a:r>
              <a:rPr lang="en-US" dirty="0"/>
              <a:t> </a:t>
            </a:r>
            <a:r>
              <a:rPr lang="en-US" dirty="0" err="1"/>
              <a:t>toán</a:t>
            </a:r>
            <a:r>
              <a:rPr lang="en-US" dirty="0"/>
              <a:t> Distance vector</a:t>
            </a:r>
          </a:p>
        </p:txBody>
      </p:sp>
    </p:spTree>
    <p:extLst>
      <p:ext uri="{BB962C8B-B14F-4D97-AF65-F5344CB8AC3E}">
        <p14:creationId xmlns:p14="http://schemas.microsoft.com/office/powerpoint/2010/main" val="4263033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Footer Placeholder 2">
            <a:extLst>
              <a:ext uri="{FF2B5EF4-FFF2-40B4-BE49-F238E27FC236}">
                <a16:creationId xmlns:a16="http://schemas.microsoft.com/office/drawing/2014/main" id="{D5471036-D94E-4E80-8FB4-5E97367FB23D}"/>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Tầng Network</a:t>
            </a:r>
          </a:p>
        </p:txBody>
      </p:sp>
      <p:sp>
        <p:nvSpPr>
          <p:cNvPr id="94211" name="Slide Number Placeholder 3">
            <a:extLst>
              <a:ext uri="{FF2B5EF4-FFF2-40B4-BE49-F238E27FC236}">
                <a16:creationId xmlns:a16="http://schemas.microsoft.com/office/drawing/2014/main" id="{DBCD4399-728C-412D-809D-D95B6095706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4-</a:t>
            </a:r>
            <a:fld id="{C2E1AD96-09D1-482F-A526-97857E10BAED}" type="slidenum">
              <a:rPr lang="en-US" altLang="en-US">
                <a:latin typeface="Tahoma" panose="020B0604030504040204" pitchFamily="34" charset="0"/>
              </a:rPr>
              <a:pPr/>
              <a:t>80</a:t>
            </a:fld>
            <a:endParaRPr lang="en-US" altLang="en-US">
              <a:latin typeface="Tahoma" panose="020B0604030504040204" pitchFamily="34" charset="0"/>
            </a:endParaRPr>
          </a:p>
        </p:txBody>
      </p:sp>
      <p:sp>
        <p:nvSpPr>
          <p:cNvPr id="94212" name="Line 3">
            <a:extLst>
              <a:ext uri="{FF2B5EF4-FFF2-40B4-BE49-F238E27FC236}">
                <a16:creationId xmlns:a16="http://schemas.microsoft.com/office/drawing/2014/main" id="{23CF933E-4DDA-4E2A-97B7-D66732C3571C}"/>
              </a:ext>
            </a:extLst>
          </p:cNvPr>
          <p:cNvSpPr>
            <a:spLocks noChangeShapeType="1"/>
          </p:cNvSpPr>
          <p:nvPr/>
        </p:nvSpPr>
        <p:spPr bwMode="auto">
          <a:xfrm>
            <a:off x="2743200" y="1447800"/>
            <a:ext cx="0" cy="1219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94213" name="Line 4">
            <a:extLst>
              <a:ext uri="{FF2B5EF4-FFF2-40B4-BE49-F238E27FC236}">
                <a16:creationId xmlns:a16="http://schemas.microsoft.com/office/drawing/2014/main" id="{DFF8FB70-ADDD-4BE8-A959-25CA85DC3518}"/>
              </a:ext>
            </a:extLst>
          </p:cNvPr>
          <p:cNvSpPr>
            <a:spLocks noChangeShapeType="1"/>
          </p:cNvSpPr>
          <p:nvPr/>
        </p:nvSpPr>
        <p:spPr bwMode="auto">
          <a:xfrm>
            <a:off x="2438400" y="1676400"/>
            <a:ext cx="1371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94214" name="Text Box 5">
            <a:extLst>
              <a:ext uri="{FF2B5EF4-FFF2-40B4-BE49-F238E27FC236}">
                <a16:creationId xmlns:a16="http://schemas.microsoft.com/office/drawing/2014/main" id="{A10583AC-EE34-4756-AF7A-CC9FF8B3DDA2}"/>
              </a:ext>
            </a:extLst>
          </p:cNvPr>
          <p:cNvSpPr txBox="1">
            <a:spLocks noChangeArrowheads="1"/>
          </p:cNvSpPr>
          <p:nvPr/>
        </p:nvSpPr>
        <p:spPr bwMode="auto">
          <a:xfrm>
            <a:off x="2743200" y="1290638"/>
            <a:ext cx="9080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x   y   z</a:t>
            </a:r>
          </a:p>
        </p:txBody>
      </p:sp>
      <p:sp>
        <p:nvSpPr>
          <p:cNvPr id="94215" name="Text Box 6">
            <a:extLst>
              <a:ext uri="{FF2B5EF4-FFF2-40B4-BE49-F238E27FC236}">
                <a16:creationId xmlns:a16="http://schemas.microsoft.com/office/drawing/2014/main" id="{41312C21-1A0E-4984-A7A6-AF3504ED1BE1}"/>
              </a:ext>
            </a:extLst>
          </p:cNvPr>
          <p:cNvSpPr txBox="1">
            <a:spLocks noChangeArrowheads="1"/>
          </p:cNvSpPr>
          <p:nvPr/>
        </p:nvSpPr>
        <p:spPr bwMode="auto">
          <a:xfrm>
            <a:off x="2438400" y="1671638"/>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x</a:t>
            </a:r>
          </a:p>
        </p:txBody>
      </p:sp>
      <p:sp>
        <p:nvSpPr>
          <p:cNvPr id="94216" name="Text Box 7">
            <a:extLst>
              <a:ext uri="{FF2B5EF4-FFF2-40B4-BE49-F238E27FC236}">
                <a16:creationId xmlns:a16="http://schemas.microsoft.com/office/drawing/2014/main" id="{0A0B0D8D-F6B0-4112-A32C-2C3DA4E700C0}"/>
              </a:ext>
            </a:extLst>
          </p:cNvPr>
          <p:cNvSpPr txBox="1">
            <a:spLocks noChangeArrowheads="1"/>
          </p:cNvSpPr>
          <p:nvPr/>
        </p:nvSpPr>
        <p:spPr bwMode="auto">
          <a:xfrm>
            <a:off x="2438400" y="1976438"/>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y</a:t>
            </a:r>
          </a:p>
        </p:txBody>
      </p:sp>
      <p:sp>
        <p:nvSpPr>
          <p:cNvPr id="94217" name="Text Box 8">
            <a:extLst>
              <a:ext uri="{FF2B5EF4-FFF2-40B4-BE49-F238E27FC236}">
                <a16:creationId xmlns:a16="http://schemas.microsoft.com/office/drawing/2014/main" id="{A37EDADD-B19B-4089-8E0E-AFA163DAED86}"/>
              </a:ext>
            </a:extLst>
          </p:cNvPr>
          <p:cNvSpPr txBox="1">
            <a:spLocks noChangeArrowheads="1"/>
          </p:cNvSpPr>
          <p:nvPr/>
        </p:nvSpPr>
        <p:spPr bwMode="auto">
          <a:xfrm>
            <a:off x="2438400" y="2281238"/>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z</a:t>
            </a:r>
          </a:p>
        </p:txBody>
      </p:sp>
      <p:sp>
        <p:nvSpPr>
          <p:cNvPr id="94218" name="Text Box 9">
            <a:extLst>
              <a:ext uri="{FF2B5EF4-FFF2-40B4-BE49-F238E27FC236}">
                <a16:creationId xmlns:a16="http://schemas.microsoft.com/office/drawing/2014/main" id="{894AB06E-3486-4986-A180-47F0A418BA52}"/>
              </a:ext>
            </a:extLst>
          </p:cNvPr>
          <p:cNvSpPr txBox="1">
            <a:spLocks noChangeArrowheads="1"/>
          </p:cNvSpPr>
          <p:nvPr/>
        </p:nvSpPr>
        <p:spPr bwMode="auto">
          <a:xfrm>
            <a:off x="2743200" y="1671638"/>
            <a:ext cx="8826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0  2   7</a:t>
            </a:r>
          </a:p>
        </p:txBody>
      </p:sp>
      <p:sp>
        <p:nvSpPr>
          <p:cNvPr id="94219" name="Text Box 10">
            <a:extLst>
              <a:ext uri="{FF2B5EF4-FFF2-40B4-BE49-F238E27FC236}">
                <a16:creationId xmlns:a16="http://schemas.microsoft.com/office/drawing/2014/main" id="{457C497C-577D-4F92-8D15-608FDF3E354D}"/>
              </a:ext>
            </a:extLst>
          </p:cNvPr>
          <p:cNvSpPr txBox="1">
            <a:spLocks noChangeArrowheads="1"/>
          </p:cNvSpPr>
          <p:nvPr/>
        </p:nvSpPr>
        <p:spPr bwMode="auto">
          <a:xfrm>
            <a:off x="2743201" y="2052638"/>
            <a:ext cx="34766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a:t>
            </a:r>
          </a:p>
        </p:txBody>
      </p:sp>
      <p:sp>
        <p:nvSpPr>
          <p:cNvPr id="94220" name="Text Box 11">
            <a:extLst>
              <a:ext uri="{FF2B5EF4-FFF2-40B4-BE49-F238E27FC236}">
                <a16:creationId xmlns:a16="http://schemas.microsoft.com/office/drawing/2014/main" id="{423F3CAE-69DE-4611-B8AE-5DF3442397F1}"/>
              </a:ext>
            </a:extLst>
          </p:cNvPr>
          <p:cNvSpPr txBox="1">
            <a:spLocks noChangeArrowheads="1"/>
          </p:cNvSpPr>
          <p:nvPr/>
        </p:nvSpPr>
        <p:spPr bwMode="auto">
          <a:xfrm>
            <a:off x="2971801" y="2052638"/>
            <a:ext cx="34766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a:t>
            </a:r>
          </a:p>
        </p:txBody>
      </p:sp>
      <p:sp>
        <p:nvSpPr>
          <p:cNvPr id="94221" name="Text Box 12">
            <a:extLst>
              <a:ext uri="{FF2B5EF4-FFF2-40B4-BE49-F238E27FC236}">
                <a16:creationId xmlns:a16="http://schemas.microsoft.com/office/drawing/2014/main" id="{826C65F5-11A5-4CEF-9356-866E78F36864}"/>
              </a:ext>
            </a:extLst>
          </p:cNvPr>
          <p:cNvSpPr txBox="1">
            <a:spLocks noChangeArrowheads="1"/>
          </p:cNvSpPr>
          <p:nvPr/>
        </p:nvSpPr>
        <p:spPr bwMode="auto">
          <a:xfrm>
            <a:off x="3352801" y="2052638"/>
            <a:ext cx="34766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a:t>
            </a:r>
          </a:p>
        </p:txBody>
      </p:sp>
      <p:sp>
        <p:nvSpPr>
          <p:cNvPr id="94222" name="Text Box 13">
            <a:extLst>
              <a:ext uri="{FF2B5EF4-FFF2-40B4-BE49-F238E27FC236}">
                <a16:creationId xmlns:a16="http://schemas.microsoft.com/office/drawing/2014/main" id="{CCCB3400-BFAE-49F2-A357-4565193BE8C6}"/>
              </a:ext>
            </a:extLst>
          </p:cNvPr>
          <p:cNvSpPr txBox="1">
            <a:spLocks noChangeArrowheads="1"/>
          </p:cNvSpPr>
          <p:nvPr/>
        </p:nvSpPr>
        <p:spPr bwMode="auto">
          <a:xfrm>
            <a:off x="2743201" y="2357438"/>
            <a:ext cx="34766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a:t>
            </a:r>
          </a:p>
        </p:txBody>
      </p:sp>
      <p:sp>
        <p:nvSpPr>
          <p:cNvPr id="94223" name="Text Box 14">
            <a:extLst>
              <a:ext uri="{FF2B5EF4-FFF2-40B4-BE49-F238E27FC236}">
                <a16:creationId xmlns:a16="http://schemas.microsoft.com/office/drawing/2014/main" id="{D0C2F509-FF21-4C07-8451-4DE7AEC84C37}"/>
              </a:ext>
            </a:extLst>
          </p:cNvPr>
          <p:cNvSpPr txBox="1">
            <a:spLocks noChangeArrowheads="1"/>
          </p:cNvSpPr>
          <p:nvPr/>
        </p:nvSpPr>
        <p:spPr bwMode="auto">
          <a:xfrm>
            <a:off x="2971801" y="2357438"/>
            <a:ext cx="34766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a:t>
            </a:r>
          </a:p>
        </p:txBody>
      </p:sp>
      <p:sp>
        <p:nvSpPr>
          <p:cNvPr id="94224" name="Text Box 15">
            <a:extLst>
              <a:ext uri="{FF2B5EF4-FFF2-40B4-BE49-F238E27FC236}">
                <a16:creationId xmlns:a16="http://schemas.microsoft.com/office/drawing/2014/main" id="{6BA136C9-4922-40CB-9502-F9CA38EDC9C0}"/>
              </a:ext>
            </a:extLst>
          </p:cNvPr>
          <p:cNvSpPr txBox="1">
            <a:spLocks noChangeArrowheads="1"/>
          </p:cNvSpPr>
          <p:nvPr/>
        </p:nvSpPr>
        <p:spPr bwMode="auto">
          <a:xfrm>
            <a:off x="3352801" y="2357438"/>
            <a:ext cx="34766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a:t>
            </a:r>
          </a:p>
        </p:txBody>
      </p:sp>
      <p:sp>
        <p:nvSpPr>
          <p:cNvPr id="94225" name="Text Box 16">
            <a:extLst>
              <a:ext uri="{FF2B5EF4-FFF2-40B4-BE49-F238E27FC236}">
                <a16:creationId xmlns:a16="http://schemas.microsoft.com/office/drawing/2014/main" id="{728982C6-BBED-426A-ABA4-EDF5CC2DFE26}"/>
              </a:ext>
            </a:extLst>
          </p:cNvPr>
          <p:cNvSpPr txBox="1">
            <a:spLocks noChangeArrowheads="1"/>
          </p:cNvSpPr>
          <p:nvPr/>
        </p:nvSpPr>
        <p:spPr bwMode="auto">
          <a:xfrm rot="16200000">
            <a:off x="4239419" y="2024857"/>
            <a:ext cx="40798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400" i="1"/>
              <a:t>Từ</a:t>
            </a:r>
          </a:p>
        </p:txBody>
      </p:sp>
      <p:sp>
        <p:nvSpPr>
          <p:cNvPr id="94226" name="Text Box 17">
            <a:extLst>
              <a:ext uri="{FF2B5EF4-FFF2-40B4-BE49-F238E27FC236}">
                <a16:creationId xmlns:a16="http://schemas.microsoft.com/office/drawing/2014/main" id="{1235F6C3-ED3E-42D1-83EC-269544CFE5D0}"/>
              </a:ext>
            </a:extLst>
          </p:cNvPr>
          <p:cNvSpPr txBox="1">
            <a:spLocks noChangeArrowheads="1"/>
          </p:cNvSpPr>
          <p:nvPr/>
        </p:nvSpPr>
        <p:spPr bwMode="auto">
          <a:xfrm>
            <a:off x="2876550" y="1158876"/>
            <a:ext cx="110013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400" i="1"/>
              <a:t>Chi phí đến</a:t>
            </a:r>
          </a:p>
        </p:txBody>
      </p:sp>
      <p:sp>
        <p:nvSpPr>
          <p:cNvPr id="94227" name="Text Box 18">
            <a:extLst>
              <a:ext uri="{FF2B5EF4-FFF2-40B4-BE49-F238E27FC236}">
                <a16:creationId xmlns:a16="http://schemas.microsoft.com/office/drawing/2014/main" id="{A61FF300-9B5B-411F-9701-FFAE4B8A74B4}"/>
              </a:ext>
            </a:extLst>
          </p:cNvPr>
          <p:cNvSpPr txBox="1">
            <a:spLocks noChangeArrowheads="1"/>
          </p:cNvSpPr>
          <p:nvPr/>
        </p:nvSpPr>
        <p:spPr bwMode="auto">
          <a:xfrm rot="16200000">
            <a:off x="2104232" y="3809207"/>
            <a:ext cx="41433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400"/>
              <a:t>Từ</a:t>
            </a:r>
          </a:p>
        </p:txBody>
      </p:sp>
      <p:sp>
        <p:nvSpPr>
          <p:cNvPr id="94228" name="Text Box 19">
            <a:extLst>
              <a:ext uri="{FF2B5EF4-FFF2-40B4-BE49-F238E27FC236}">
                <a16:creationId xmlns:a16="http://schemas.microsoft.com/office/drawing/2014/main" id="{AAABFFBC-96EF-4EC6-93F9-7022A56526CD}"/>
              </a:ext>
            </a:extLst>
          </p:cNvPr>
          <p:cNvSpPr txBox="1">
            <a:spLocks noChangeArrowheads="1"/>
          </p:cNvSpPr>
          <p:nvPr/>
        </p:nvSpPr>
        <p:spPr bwMode="auto">
          <a:xfrm rot="16200000">
            <a:off x="2107408" y="5617370"/>
            <a:ext cx="40798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400" i="1"/>
              <a:t>Từ</a:t>
            </a:r>
          </a:p>
        </p:txBody>
      </p:sp>
      <p:sp>
        <p:nvSpPr>
          <p:cNvPr id="94229" name="Line 20">
            <a:extLst>
              <a:ext uri="{FF2B5EF4-FFF2-40B4-BE49-F238E27FC236}">
                <a16:creationId xmlns:a16="http://schemas.microsoft.com/office/drawing/2014/main" id="{2098C484-9A06-4E19-9C44-8EC6164ECCFE}"/>
              </a:ext>
            </a:extLst>
          </p:cNvPr>
          <p:cNvSpPr>
            <a:spLocks noChangeShapeType="1"/>
          </p:cNvSpPr>
          <p:nvPr/>
        </p:nvSpPr>
        <p:spPr bwMode="auto">
          <a:xfrm>
            <a:off x="4800600" y="1447800"/>
            <a:ext cx="0" cy="1219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94230" name="Line 21">
            <a:extLst>
              <a:ext uri="{FF2B5EF4-FFF2-40B4-BE49-F238E27FC236}">
                <a16:creationId xmlns:a16="http://schemas.microsoft.com/office/drawing/2014/main" id="{4547869B-9696-480B-B715-D1D3AFB10107}"/>
              </a:ext>
            </a:extLst>
          </p:cNvPr>
          <p:cNvSpPr>
            <a:spLocks noChangeShapeType="1"/>
          </p:cNvSpPr>
          <p:nvPr/>
        </p:nvSpPr>
        <p:spPr bwMode="auto">
          <a:xfrm>
            <a:off x="4495800" y="1676400"/>
            <a:ext cx="1371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94231" name="Text Box 22">
            <a:extLst>
              <a:ext uri="{FF2B5EF4-FFF2-40B4-BE49-F238E27FC236}">
                <a16:creationId xmlns:a16="http://schemas.microsoft.com/office/drawing/2014/main" id="{5A6EA409-3BCF-4D96-81D7-9A967743F19C}"/>
              </a:ext>
            </a:extLst>
          </p:cNvPr>
          <p:cNvSpPr txBox="1">
            <a:spLocks noChangeArrowheads="1"/>
          </p:cNvSpPr>
          <p:nvPr/>
        </p:nvSpPr>
        <p:spPr bwMode="auto">
          <a:xfrm>
            <a:off x="4800600" y="1290638"/>
            <a:ext cx="9080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x   y   z</a:t>
            </a:r>
          </a:p>
        </p:txBody>
      </p:sp>
      <p:sp>
        <p:nvSpPr>
          <p:cNvPr id="94232" name="Text Box 23">
            <a:extLst>
              <a:ext uri="{FF2B5EF4-FFF2-40B4-BE49-F238E27FC236}">
                <a16:creationId xmlns:a16="http://schemas.microsoft.com/office/drawing/2014/main" id="{C65A0D0A-4AA2-4ECF-A11B-5EA56CB62C37}"/>
              </a:ext>
            </a:extLst>
          </p:cNvPr>
          <p:cNvSpPr txBox="1">
            <a:spLocks noChangeArrowheads="1"/>
          </p:cNvSpPr>
          <p:nvPr/>
        </p:nvSpPr>
        <p:spPr bwMode="auto">
          <a:xfrm>
            <a:off x="4495800" y="1671638"/>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x</a:t>
            </a:r>
          </a:p>
        </p:txBody>
      </p:sp>
      <p:sp>
        <p:nvSpPr>
          <p:cNvPr id="94233" name="Text Box 24">
            <a:extLst>
              <a:ext uri="{FF2B5EF4-FFF2-40B4-BE49-F238E27FC236}">
                <a16:creationId xmlns:a16="http://schemas.microsoft.com/office/drawing/2014/main" id="{47B8D900-C951-4354-AFED-7C8C42134BAC}"/>
              </a:ext>
            </a:extLst>
          </p:cNvPr>
          <p:cNvSpPr txBox="1">
            <a:spLocks noChangeArrowheads="1"/>
          </p:cNvSpPr>
          <p:nvPr/>
        </p:nvSpPr>
        <p:spPr bwMode="auto">
          <a:xfrm>
            <a:off x="4495800" y="1976438"/>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y</a:t>
            </a:r>
          </a:p>
        </p:txBody>
      </p:sp>
      <p:sp>
        <p:nvSpPr>
          <p:cNvPr id="94234" name="Text Box 25">
            <a:extLst>
              <a:ext uri="{FF2B5EF4-FFF2-40B4-BE49-F238E27FC236}">
                <a16:creationId xmlns:a16="http://schemas.microsoft.com/office/drawing/2014/main" id="{00E1C8D3-673D-4F79-BF92-09F23B5043E2}"/>
              </a:ext>
            </a:extLst>
          </p:cNvPr>
          <p:cNvSpPr txBox="1">
            <a:spLocks noChangeArrowheads="1"/>
          </p:cNvSpPr>
          <p:nvPr/>
        </p:nvSpPr>
        <p:spPr bwMode="auto">
          <a:xfrm>
            <a:off x="4495800" y="2281238"/>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z</a:t>
            </a:r>
          </a:p>
        </p:txBody>
      </p:sp>
      <p:sp>
        <p:nvSpPr>
          <p:cNvPr id="94235" name="Text Box 26">
            <a:extLst>
              <a:ext uri="{FF2B5EF4-FFF2-40B4-BE49-F238E27FC236}">
                <a16:creationId xmlns:a16="http://schemas.microsoft.com/office/drawing/2014/main" id="{7F8117E1-11D7-498F-8E0A-FC30C8076ACD}"/>
              </a:ext>
            </a:extLst>
          </p:cNvPr>
          <p:cNvSpPr txBox="1">
            <a:spLocks noChangeArrowheads="1"/>
          </p:cNvSpPr>
          <p:nvPr/>
        </p:nvSpPr>
        <p:spPr bwMode="auto">
          <a:xfrm>
            <a:off x="4821238" y="1671638"/>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0</a:t>
            </a:r>
          </a:p>
        </p:txBody>
      </p:sp>
      <p:sp>
        <p:nvSpPr>
          <p:cNvPr id="94236" name="Line 29">
            <a:extLst>
              <a:ext uri="{FF2B5EF4-FFF2-40B4-BE49-F238E27FC236}">
                <a16:creationId xmlns:a16="http://schemas.microsoft.com/office/drawing/2014/main" id="{23BFDE10-1BC2-4575-AD0A-7FCFD378A97B}"/>
              </a:ext>
            </a:extLst>
          </p:cNvPr>
          <p:cNvSpPr>
            <a:spLocks noChangeShapeType="1"/>
          </p:cNvSpPr>
          <p:nvPr/>
        </p:nvSpPr>
        <p:spPr bwMode="auto">
          <a:xfrm>
            <a:off x="2743200" y="3200400"/>
            <a:ext cx="0" cy="1219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94237" name="Line 30">
            <a:extLst>
              <a:ext uri="{FF2B5EF4-FFF2-40B4-BE49-F238E27FC236}">
                <a16:creationId xmlns:a16="http://schemas.microsoft.com/office/drawing/2014/main" id="{8ED4B181-6284-4E70-8054-F78B6B3A9376}"/>
              </a:ext>
            </a:extLst>
          </p:cNvPr>
          <p:cNvSpPr>
            <a:spLocks noChangeShapeType="1"/>
          </p:cNvSpPr>
          <p:nvPr/>
        </p:nvSpPr>
        <p:spPr bwMode="auto">
          <a:xfrm>
            <a:off x="2438400" y="3429000"/>
            <a:ext cx="1371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94238" name="Text Box 31">
            <a:extLst>
              <a:ext uri="{FF2B5EF4-FFF2-40B4-BE49-F238E27FC236}">
                <a16:creationId xmlns:a16="http://schemas.microsoft.com/office/drawing/2014/main" id="{44BA6BD7-0421-4B03-B89E-CFE18AF3873A}"/>
              </a:ext>
            </a:extLst>
          </p:cNvPr>
          <p:cNvSpPr txBox="1">
            <a:spLocks noChangeArrowheads="1"/>
          </p:cNvSpPr>
          <p:nvPr/>
        </p:nvSpPr>
        <p:spPr bwMode="auto">
          <a:xfrm>
            <a:off x="2743200" y="3043238"/>
            <a:ext cx="9080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x   y   z</a:t>
            </a:r>
          </a:p>
        </p:txBody>
      </p:sp>
      <p:sp>
        <p:nvSpPr>
          <p:cNvPr id="94239" name="Text Box 32">
            <a:extLst>
              <a:ext uri="{FF2B5EF4-FFF2-40B4-BE49-F238E27FC236}">
                <a16:creationId xmlns:a16="http://schemas.microsoft.com/office/drawing/2014/main" id="{E8E7C322-4DC2-44F2-A475-D3AE0C66A782}"/>
              </a:ext>
            </a:extLst>
          </p:cNvPr>
          <p:cNvSpPr txBox="1">
            <a:spLocks noChangeArrowheads="1"/>
          </p:cNvSpPr>
          <p:nvPr/>
        </p:nvSpPr>
        <p:spPr bwMode="auto">
          <a:xfrm>
            <a:off x="2438400" y="3424238"/>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x</a:t>
            </a:r>
          </a:p>
        </p:txBody>
      </p:sp>
      <p:sp>
        <p:nvSpPr>
          <p:cNvPr id="94240" name="Text Box 33">
            <a:extLst>
              <a:ext uri="{FF2B5EF4-FFF2-40B4-BE49-F238E27FC236}">
                <a16:creationId xmlns:a16="http://schemas.microsoft.com/office/drawing/2014/main" id="{ECE60DA5-CCDC-4CD0-885F-BE174716FD67}"/>
              </a:ext>
            </a:extLst>
          </p:cNvPr>
          <p:cNvSpPr txBox="1">
            <a:spLocks noChangeArrowheads="1"/>
          </p:cNvSpPr>
          <p:nvPr/>
        </p:nvSpPr>
        <p:spPr bwMode="auto">
          <a:xfrm>
            <a:off x="2438400" y="3729038"/>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y</a:t>
            </a:r>
          </a:p>
        </p:txBody>
      </p:sp>
      <p:sp>
        <p:nvSpPr>
          <p:cNvPr id="94241" name="Text Box 34">
            <a:extLst>
              <a:ext uri="{FF2B5EF4-FFF2-40B4-BE49-F238E27FC236}">
                <a16:creationId xmlns:a16="http://schemas.microsoft.com/office/drawing/2014/main" id="{90E4D96F-BCBB-4B57-9EF4-0726647064D5}"/>
              </a:ext>
            </a:extLst>
          </p:cNvPr>
          <p:cNvSpPr txBox="1">
            <a:spLocks noChangeArrowheads="1"/>
          </p:cNvSpPr>
          <p:nvPr/>
        </p:nvSpPr>
        <p:spPr bwMode="auto">
          <a:xfrm>
            <a:off x="2438400" y="4033838"/>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z</a:t>
            </a:r>
          </a:p>
        </p:txBody>
      </p:sp>
      <p:sp>
        <p:nvSpPr>
          <p:cNvPr id="94242" name="Text Box 35">
            <a:extLst>
              <a:ext uri="{FF2B5EF4-FFF2-40B4-BE49-F238E27FC236}">
                <a16:creationId xmlns:a16="http://schemas.microsoft.com/office/drawing/2014/main" id="{55FE322B-F5F9-4F87-83DC-7FA938B091DF}"/>
              </a:ext>
            </a:extLst>
          </p:cNvPr>
          <p:cNvSpPr txBox="1">
            <a:spLocks noChangeArrowheads="1"/>
          </p:cNvSpPr>
          <p:nvPr/>
        </p:nvSpPr>
        <p:spPr bwMode="auto">
          <a:xfrm>
            <a:off x="3048001" y="3424238"/>
            <a:ext cx="34766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a:t>
            </a:r>
          </a:p>
        </p:txBody>
      </p:sp>
      <p:sp>
        <p:nvSpPr>
          <p:cNvPr id="94243" name="Text Box 36">
            <a:extLst>
              <a:ext uri="{FF2B5EF4-FFF2-40B4-BE49-F238E27FC236}">
                <a16:creationId xmlns:a16="http://schemas.microsoft.com/office/drawing/2014/main" id="{5369860D-4FFE-459B-B362-73CE39D7F8EC}"/>
              </a:ext>
            </a:extLst>
          </p:cNvPr>
          <p:cNvSpPr txBox="1">
            <a:spLocks noChangeArrowheads="1"/>
          </p:cNvSpPr>
          <p:nvPr/>
        </p:nvSpPr>
        <p:spPr bwMode="auto">
          <a:xfrm>
            <a:off x="3352801" y="3424238"/>
            <a:ext cx="34766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a:t>
            </a:r>
          </a:p>
        </p:txBody>
      </p:sp>
      <p:sp>
        <p:nvSpPr>
          <p:cNvPr id="94244" name="Text Box 37">
            <a:extLst>
              <a:ext uri="{FF2B5EF4-FFF2-40B4-BE49-F238E27FC236}">
                <a16:creationId xmlns:a16="http://schemas.microsoft.com/office/drawing/2014/main" id="{E9C01D94-DFF5-4F3D-A0F5-9EC029E5AE54}"/>
              </a:ext>
            </a:extLst>
          </p:cNvPr>
          <p:cNvSpPr txBox="1">
            <a:spLocks noChangeArrowheads="1"/>
          </p:cNvSpPr>
          <p:nvPr/>
        </p:nvSpPr>
        <p:spPr bwMode="auto">
          <a:xfrm>
            <a:off x="2743201" y="4110038"/>
            <a:ext cx="34766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a:t>
            </a:r>
          </a:p>
        </p:txBody>
      </p:sp>
      <p:sp>
        <p:nvSpPr>
          <p:cNvPr id="94245" name="Text Box 38">
            <a:extLst>
              <a:ext uri="{FF2B5EF4-FFF2-40B4-BE49-F238E27FC236}">
                <a16:creationId xmlns:a16="http://schemas.microsoft.com/office/drawing/2014/main" id="{CB6F2A7F-E4D4-4836-8D1E-2E8B18A219D3}"/>
              </a:ext>
            </a:extLst>
          </p:cNvPr>
          <p:cNvSpPr txBox="1">
            <a:spLocks noChangeArrowheads="1"/>
          </p:cNvSpPr>
          <p:nvPr/>
        </p:nvSpPr>
        <p:spPr bwMode="auto">
          <a:xfrm>
            <a:off x="2971801" y="4110038"/>
            <a:ext cx="34766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a:t>
            </a:r>
          </a:p>
        </p:txBody>
      </p:sp>
      <p:sp>
        <p:nvSpPr>
          <p:cNvPr id="94246" name="Text Box 39">
            <a:extLst>
              <a:ext uri="{FF2B5EF4-FFF2-40B4-BE49-F238E27FC236}">
                <a16:creationId xmlns:a16="http://schemas.microsoft.com/office/drawing/2014/main" id="{E43EE550-68AC-40CC-81C5-2B3D6BB5C0A5}"/>
              </a:ext>
            </a:extLst>
          </p:cNvPr>
          <p:cNvSpPr txBox="1">
            <a:spLocks noChangeArrowheads="1"/>
          </p:cNvSpPr>
          <p:nvPr/>
        </p:nvSpPr>
        <p:spPr bwMode="auto">
          <a:xfrm>
            <a:off x="3352801" y="4110038"/>
            <a:ext cx="34766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a:t>
            </a:r>
          </a:p>
        </p:txBody>
      </p:sp>
      <p:sp>
        <p:nvSpPr>
          <p:cNvPr id="94247" name="Text Box 40">
            <a:extLst>
              <a:ext uri="{FF2B5EF4-FFF2-40B4-BE49-F238E27FC236}">
                <a16:creationId xmlns:a16="http://schemas.microsoft.com/office/drawing/2014/main" id="{8356F2B6-8A82-4CD9-B131-2D7FA5FF0E94}"/>
              </a:ext>
            </a:extLst>
          </p:cNvPr>
          <p:cNvSpPr txBox="1">
            <a:spLocks noChangeArrowheads="1"/>
          </p:cNvSpPr>
          <p:nvPr/>
        </p:nvSpPr>
        <p:spPr bwMode="auto">
          <a:xfrm>
            <a:off x="2865439" y="2933701"/>
            <a:ext cx="110013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400" i="1"/>
              <a:t>Chi phí đến</a:t>
            </a:r>
          </a:p>
        </p:txBody>
      </p:sp>
      <p:sp>
        <p:nvSpPr>
          <p:cNvPr id="94248" name="Line 41">
            <a:extLst>
              <a:ext uri="{FF2B5EF4-FFF2-40B4-BE49-F238E27FC236}">
                <a16:creationId xmlns:a16="http://schemas.microsoft.com/office/drawing/2014/main" id="{C35E7B9D-4C00-4519-A508-15BEED03B5B9}"/>
              </a:ext>
            </a:extLst>
          </p:cNvPr>
          <p:cNvSpPr>
            <a:spLocks noChangeShapeType="1"/>
          </p:cNvSpPr>
          <p:nvPr/>
        </p:nvSpPr>
        <p:spPr bwMode="auto">
          <a:xfrm>
            <a:off x="2743200" y="5029200"/>
            <a:ext cx="0" cy="1219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94249" name="Line 42">
            <a:extLst>
              <a:ext uri="{FF2B5EF4-FFF2-40B4-BE49-F238E27FC236}">
                <a16:creationId xmlns:a16="http://schemas.microsoft.com/office/drawing/2014/main" id="{A6898D48-0F7A-4A21-A007-62573BAC1C69}"/>
              </a:ext>
            </a:extLst>
          </p:cNvPr>
          <p:cNvSpPr>
            <a:spLocks noChangeShapeType="1"/>
          </p:cNvSpPr>
          <p:nvPr/>
        </p:nvSpPr>
        <p:spPr bwMode="auto">
          <a:xfrm>
            <a:off x="2438400" y="5257800"/>
            <a:ext cx="1371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94250" name="Text Box 43">
            <a:extLst>
              <a:ext uri="{FF2B5EF4-FFF2-40B4-BE49-F238E27FC236}">
                <a16:creationId xmlns:a16="http://schemas.microsoft.com/office/drawing/2014/main" id="{E967F49B-841C-4F2A-A4E6-AF3123F0D228}"/>
              </a:ext>
            </a:extLst>
          </p:cNvPr>
          <p:cNvSpPr txBox="1">
            <a:spLocks noChangeArrowheads="1"/>
          </p:cNvSpPr>
          <p:nvPr/>
        </p:nvSpPr>
        <p:spPr bwMode="auto">
          <a:xfrm>
            <a:off x="2743200" y="4872038"/>
            <a:ext cx="9080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x   y   z</a:t>
            </a:r>
          </a:p>
        </p:txBody>
      </p:sp>
      <p:sp>
        <p:nvSpPr>
          <p:cNvPr id="94251" name="Text Box 44">
            <a:extLst>
              <a:ext uri="{FF2B5EF4-FFF2-40B4-BE49-F238E27FC236}">
                <a16:creationId xmlns:a16="http://schemas.microsoft.com/office/drawing/2014/main" id="{6C6C410B-8AF7-4046-9CE2-83C0F7E92C2C}"/>
              </a:ext>
            </a:extLst>
          </p:cNvPr>
          <p:cNvSpPr txBox="1">
            <a:spLocks noChangeArrowheads="1"/>
          </p:cNvSpPr>
          <p:nvPr/>
        </p:nvSpPr>
        <p:spPr bwMode="auto">
          <a:xfrm>
            <a:off x="2438400" y="5253038"/>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x</a:t>
            </a:r>
          </a:p>
        </p:txBody>
      </p:sp>
      <p:sp>
        <p:nvSpPr>
          <p:cNvPr id="94252" name="Text Box 45">
            <a:extLst>
              <a:ext uri="{FF2B5EF4-FFF2-40B4-BE49-F238E27FC236}">
                <a16:creationId xmlns:a16="http://schemas.microsoft.com/office/drawing/2014/main" id="{31392505-0D53-4632-8BAE-05676AD20B04}"/>
              </a:ext>
            </a:extLst>
          </p:cNvPr>
          <p:cNvSpPr txBox="1">
            <a:spLocks noChangeArrowheads="1"/>
          </p:cNvSpPr>
          <p:nvPr/>
        </p:nvSpPr>
        <p:spPr bwMode="auto">
          <a:xfrm>
            <a:off x="2438400" y="5557838"/>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y</a:t>
            </a:r>
          </a:p>
        </p:txBody>
      </p:sp>
      <p:sp>
        <p:nvSpPr>
          <p:cNvPr id="94253" name="Text Box 46">
            <a:extLst>
              <a:ext uri="{FF2B5EF4-FFF2-40B4-BE49-F238E27FC236}">
                <a16:creationId xmlns:a16="http://schemas.microsoft.com/office/drawing/2014/main" id="{760EF646-C68E-48A3-A3FE-511F143BFDD1}"/>
              </a:ext>
            </a:extLst>
          </p:cNvPr>
          <p:cNvSpPr txBox="1">
            <a:spLocks noChangeArrowheads="1"/>
          </p:cNvSpPr>
          <p:nvPr/>
        </p:nvSpPr>
        <p:spPr bwMode="auto">
          <a:xfrm>
            <a:off x="2438400" y="5862638"/>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z</a:t>
            </a:r>
          </a:p>
        </p:txBody>
      </p:sp>
      <p:sp>
        <p:nvSpPr>
          <p:cNvPr id="94254" name="Text Box 47">
            <a:extLst>
              <a:ext uri="{FF2B5EF4-FFF2-40B4-BE49-F238E27FC236}">
                <a16:creationId xmlns:a16="http://schemas.microsoft.com/office/drawing/2014/main" id="{21B5DD73-6E25-45A6-8361-55706441B035}"/>
              </a:ext>
            </a:extLst>
          </p:cNvPr>
          <p:cNvSpPr txBox="1">
            <a:spLocks noChangeArrowheads="1"/>
          </p:cNvSpPr>
          <p:nvPr/>
        </p:nvSpPr>
        <p:spPr bwMode="auto">
          <a:xfrm>
            <a:off x="2743200" y="5638801"/>
            <a:ext cx="990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a:t>
            </a:r>
          </a:p>
        </p:txBody>
      </p:sp>
      <p:sp>
        <p:nvSpPr>
          <p:cNvPr id="94255" name="Text Box 48">
            <a:extLst>
              <a:ext uri="{FF2B5EF4-FFF2-40B4-BE49-F238E27FC236}">
                <a16:creationId xmlns:a16="http://schemas.microsoft.com/office/drawing/2014/main" id="{9AC779EF-A282-487E-927E-614956F74ECC}"/>
              </a:ext>
            </a:extLst>
          </p:cNvPr>
          <p:cNvSpPr txBox="1">
            <a:spLocks noChangeArrowheads="1"/>
          </p:cNvSpPr>
          <p:nvPr/>
        </p:nvSpPr>
        <p:spPr bwMode="auto">
          <a:xfrm>
            <a:off x="2971801" y="5634038"/>
            <a:ext cx="34766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a:t>
            </a:r>
          </a:p>
        </p:txBody>
      </p:sp>
      <p:sp>
        <p:nvSpPr>
          <p:cNvPr id="94256" name="Text Box 49">
            <a:extLst>
              <a:ext uri="{FF2B5EF4-FFF2-40B4-BE49-F238E27FC236}">
                <a16:creationId xmlns:a16="http://schemas.microsoft.com/office/drawing/2014/main" id="{DC4E6473-3766-4039-957F-4222DA2AF818}"/>
              </a:ext>
            </a:extLst>
          </p:cNvPr>
          <p:cNvSpPr txBox="1">
            <a:spLocks noChangeArrowheads="1"/>
          </p:cNvSpPr>
          <p:nvPr/>
        </p:nvSpPr>
        <p:spPr bwMode="auto">
          <a:xfrm>
            <a:off x="3352801" y="5634038"/>
            <a:ext cx="34766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a:t>
            </a:r>
          </a:p>
        </p:txBody>
      </p:sp>
      <p:sp>
        <p:nvSpPr>
          <p:cNvPr id="94257" name="Text Box 50">
            <a:extLst>
              <a:ext uri="{FF2B5EF4-FFF2-40B4-BE49-F238E27FC236}">
                <a16:creationId xmlns:a16="http://schemas.microsoft.com/office/drawing/2014/main" id="{45F7B162-3182-4C3C-AEB7-FCA94DADA732}"/>
              </a:ext>
            </a:extLst>
          </p:cNvPr>
          <p:cNvSpPr txBox="1">
            <a:spLocks noChangeArrowheads="1"/>
          </p:cNvSpPr>
          <p:nvPr/>
        </p:nvSpPr>
        <p:spPr bwMode="auto">
          <a:xfrm>
            <a:off x="2743200" y="5938838"/>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7</a:t>
            </a:r>
          </a:p>
        </p:txBody>
      </p:sp>
      <p:sp>
        <p:nvSpPr>
          <p:cNvPr id="94258" name="Text Box 51">
            <a:extLst>
              <a:ext uri="{FF2B5EF4-FFF2-40B4-BE49-F238E27FC236}">
                <a16:creationId xmlns:a16="http://schemas.microsoft.com/office/drawing/2014/main" id="{2F36B4F9-DB90-403E-8736-CE1E9597F1C2}"/>
              </a:ext>
            </a:extLst>
          </p:cNvPr>
          <p:cNvSpPr txBox="1">
            <a:spLocks noChangeArrowheads="1"/>
          </p:cNvSpPr>
          <p:nvPr/>
        </p:nvSpPr>
        <p:spPr bwMode="auto">
          <a:xfrm>
            <a:off x="2971800" y="5938838"/>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1</a:t>
            </a:r>
          </a:p>
        </p:txBody>
      </p:sp>
      <p:sp>
        <p:nvSpPr>
          <p:cNvPr id="94259" name="Text Box 52">
            <a:extLst>
              <a:ext uri="{FF2B5EF4-FFF2-40B4-BE49-F238E27FC236}">
                <a16:creationId xmlns:a16="http://schemas.microsoft.com/office/drawing/2014/main" id="{7150A4CB-0BAF-4DD6-A57A-545B235ABB30}"/>
              </a:ext>
            </a:extLst>
          </p:cNvPr>
          <p:cNvSpPr txBox="1">
            <a:spLocks noChangeArrowheads="1"/>
          </p:cNvSpPr>
          <p:nvPr/>
        </p:nvSpPr>
        <p:spPr bwMode="auto">
          <a:xfrm>
            <a:off x="3352800" y="5938838"/>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0</a:t>
            </a:r>
          </a:p>
        </p:txBody>
      </p:sp>
      <p:sp>
        <p:nvSpPr>
          <p:cNvPr id="94260" name="Text Box 53">
            <a:extLst>
              <a:ext uri="{FF2B5EF4-FFF2-40B4-BE49-F238E27FC236}">
                <a16:creationId xmlns:a16="http://schemas.microsoft.com/office/drawing/2014/main" id="{4345EEA3-AD13-477E-8C9A-14C85710E7CC}"/>
              </a:ext>
            </a:extLst>
          </p:cNvPr>
          <p:cNvSpPr txBox="1">
            <a:spLocks noChangeArrowheads="1"/>
          </p:cNvSpPr>
          <p:nvPr/>
        </p:nvSpPr>
        <p:spPr bwMode="auto">
          <a:xfrm>
            <a:off x="2887664" y="4740276"/>
            <a:ext cx="110013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400" i="1"/>
              <a:t>Chi phí đến</a:t>
            </a:r>
          </a:p>
        </p:txBody>
      </p:sp>
      <p:sp>
        <p:nvSpPr>
          <p:cNvPr id="94261" name="Text Box 54">
            <a:extLst>
              <a:ext uri="{FF2B5EF4-FFF2-40B4-BE49-F238E27FC236}">
                <a16:creationId xmlns:a16="http://schemas.microsoft.com/office/drawing/2014/main" id="{C43E3099-2E43-4F8F-8C89-14C7F64AD5EA}"/>
              </a:ext>
            </a:extLst>
          </p:cNvPr>
          <p:cNvSpPr txBox="1">
            <a:spLocks noChangeArrowheads="1"/>
          </p:cNvSpPr>
          <p:nvPr/>
        </p:nvSpPr>
        <p:spPr bwMode="auto">
          <a:xfrm>
            <a:off x="2743200" y="3500438"/>
            <a:ext cx="9461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a:t>
            </a:r>
          </a:p>
          <a:p>
            <a:r>
              <a:rPr lang="en-US" altLang="en-US"/>
              <a:t>2   0   1</a:t>
            </a:r>
          </a:p>
        </p:txBody>
      </p:sp>
      <p:sp>
        <p:nvSpPr>
          <p:cNvPr id="94262" name="Text Box 55">
            <a:extLst>
              <a:ext uri="{FF2B5EF4-FFF2-40B4-BE49-F238E27FC236}">
                <a16:creationId xmlns:a16="http://schemas.microsoft.com/office/drawing/2014/main" id="{23E7C46E-D0FB-4F2B-8592-26D8C890CD57}"/>
              </a:ext>
            </a:extLst>
          </p:cNvPr>
          <p:cNvSpPr txBox="1">
            <a:spLocks noChangeArrowheads="1"/>
          </p:cNvSpPr>
          <p:nvPr/>
        </p:nvSpPr>
        <p:spPr bwMode="auto">
          <a:xfrm>
            <a:off x="2743200" y="5257801"/>
            <a:ext cx="990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 ∞  ∞</a:t>
            </a:r>
          </a:p>
        </p:txBody>
      </p:sp>
      <p:sp>
        <p:nvSpPr>
          <p:cNvPr id="94263" name="Text Box 56">
            <a:extLst>
              <a:ext uri="{FF2B5EF4-FFF2-40B4-BE49-F238E27FC236}">
                <a16:creationId xmlns:a16="http://schemas.microsoft.com/office/drawing/2014/main" id="{FD2BDB5C-8D13-4DDD-B091-C6331DAAE332}"/>
              </a:ext>
            </a:extLst>
          </p:cNvPr>
          <p:cNvSpPr txBox="1">
            <a:spLocks noChangeArrowheads="1"/>
          </p:cNvSpPr>
          <p:nvPr/>
        </p:nvSpPr>
        <p:spPr bwMode="auto">
          <a:xfrm>
            <a:off x="4784725" y="2006601"/>
            <a:ext cx="946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2   0   1</a:t>
            </a:r>
          </a:p>
        </p:txBody>
      </p:sp>
      <p:sp>
        <p:nvSpPr>
          <p:cNvPr id="94264" name="Text Box 57">
            <a:extLst>
              <a:ext uri="{FF2B5EF4-FFF2-40B4-BE49-F238E27FC236}">
                <a16:creationId xmlns:a16="http://schemas.microsoft.com/office/drawing/2014/main" id="{24B68A1B-A3C5-479C-B9D4-B63B7634DDCB}"/>
              </a:ext>
            </a:extLst>
          </p:cNvPr>
          <p:cNvSpPr txBox="1">
            <a:spLocks noChangeArrowheads="1"/>
          </p:cNvSpPr>
          <p:nvPr/>
        </p:nvSpPr>
        <p:spPr bwMode="auto">
          <a:xfrm>
            <a:off x="4784725" y="2322513"/>
            <a:ext cx="946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7   1   0</a:t>
            </a:r>
          </a:p>
        </p:txBody>
      </p:sp>
      <p:sp>
        <p:nvSpPr>
          <p:cNvPr id="94265" name="Line 58">
            <a:extLst>
              <a:ext uri="{FF2B5EF4-FFF2-40B4-BE49-F238E27FC236}">
                <a16:creationId xmlns:a16="http://schemas.microsoft.com/office/drawing/2014/main" id="{2E0190E5-A2C9-4D11-9452-B1BF3242ACFF}"/>
              </a:ext>
            </a:extLst>
          </p:cNvPr>
          <p:cNvSpPr>
            <a:spLocks noChangeShapeType="1"/>
          </p:cNvSpPr>
          <p:nvPr/>
        </p:nvSpPr>
        <p:spPr bwMode="auto">
          <a:xfrm>
            <a:off x="3733800" y="1981200"/>
            <a:ext cx="685800" cy="1524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94266" name="Line 59">
            <a:extLst>
              <a:ext uri="{FF2B5EF4-FFF2-40B4-BE49-F238E27FC236}">
                <a16:creationId xmlns:a16="http://schemas.microsoft.com/office/drawing/2014/main" id="{AE55849D-85BC-4253-A958-E4E19716DB06}"/>
              </a:ext>
            </a:extLst>
          </p:cNvPr>
          <p:cNvSpPr>
            <a:spLocks noChangeShapeType="1"/>
          </p:cNvSpPr>
          <p:nvPr/>
        </p:nvSpPr>
        <p:spPr bwMode="auto">
          <a:xfrm>
            <a:off x="3657600" y="2057400"/>
            <a:ext cx="685800" cy="3124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94267" name="Line 60">
            <a:extLst>
              <a:ext uri="{FF2B5EF4-FFF2-40B4-BE49-F238E27FC236}">
                <a16:creationId xmlns:a16="http://schemas.microsoft.com/office/drawing/2014/main" id="{EAB8ED10-C468-42CA-BBCD-B44CC3411787}"/>
              </a:ext>
            </a:extLst>
          </p:cNvPr>
          <p:cNvSpPr>
            <a:spLocks noChangeShapeType="1"/>
          </p:cNvSpPr>
          <p:nvPr/>
        </p:nvSpPr>
        <p:spPr bwMode="auto">
          <a:xfrm flipV="1">
            <a:off x="3657600" y="2514600"/>
            <a:ext cx="762000" cy="1295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94268" name="Line 61">
            <a:extLst>
              <a:ext uri="{FF2B5EF4-FFF2-40B4-BE49-F238E27FC236}">
                <a16:creationId xmlns:a16="http://schemas.microsoft.com/office/drawing/2014/main" id="{AC8C6979-11AE-45DC-8E66-7C3C3D947D1B}"/>
              </a:ext>
            </a:extLst>
          </p:cNvPr>
          <p:cNvSpPr>
            <a:spLocks noChangeShapeType="1"/>
          </p:cNvSpPr>
          <p:nvPr/>
        </p:nvSpPr>
        <p:spPr bwMode="auto">
          <a:xfrm>
            <a:off x="3657600" y="4114800"/>
            <a:ext cx="609600" cy="1143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94269" name="Line 62">
            <a:extLst>
              <a:ext uri="{FF2B5EF4-FFF2-40B4-BE49-F238E27FC236}">
                <a16:creationId xmlns:a16="http://schemas.microsoft.com/office/drawing/2014/main" id="{8AFD9D0B-1DD0-412C-88FB-B36EAC7D2B99}"/>
              </a:ext>
            </a:extLst>
          </p:cNvPr>
          <p:cNvSpPr>
            <a:spLocks noChangeShapeType="1"/>
          </p:cNvSpPr>
          <p:nvPr/>
        </p:nvSpPr>
        <p:spPr bwMode="auto">
          <a:xfrm flipV="1">
            <a:off x="3657600" y="2590800"/>
            <a:ext cx="838200" cy="3429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94270" name="Line 63">
            <a:extLst>
              <a:ext uri="{FF2B5EF4-FFF2-40B4-BE49-F238E27FC236}">
                <a16:creationId xmlns:a16="http://schemas.microsoft.com/office/drawing/2014/main" id="{5A8BD625-0B93-4A27-B202-06FF645876D5}"/>
              </a:ext>
            </a:extLst>
          </p:cNvPr>
          <p:cNvSpPr>
            <a:spLocks noChangeShapeType="1"/>
          </p:cNvSpPr>
          <p:nvPr/>
        </p:nvSpPr>
        <p:spPr bwMode="auto">
          <a:xfrm flipV="1">
            <a:off x="3733800" y="4343400"/>
            <a:ext cx="762000" cy="1752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94271" name="Line 64">
            <a:extLst>
              <a:ext uri="{FF2B5EF4-FFF2-40B4-BE49-F238E27FC236}">
                <a16:creationId xmlns:a16="http://schemas.microsoft.com/office/drawing/2014/main" id="{1AFC5473-284B-4A61-B1F3-05F375288008}"/>
              </a:ext>
            </a:extLst>
          </p:cNvPr>
          <p:cNvSpPr>
            <a:spLocks noChangeShapeType="1"/>
          </p:cNvSpPr>
          <p:nvPr/>
        </p:nvSpPr>
        <p:spPr bwMode="auto">
          <a:xfrm>
            <a:off x="2133600" y="6345238"/>
            <a:ext cx="5410200" cy="0"/>
          </a:xfrm>
          <a:prstGeom prst="line">
            <a:avLst/>
          </a:prstGeom>
          <a:noFill/>
          <a:ln w="9525">
            <a:solidFill>
              <a:schemeClr val="tx1"/>
            </a:solidFill>
            <a:prstDash val="sysDot"/>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94272" name="Text Box 65">
            <a:extLst>
              <a:ext uri="{FF2B5EF4-FFF2-40B4-BE49-F238E27FC236}">
                <a16:creationId xmlns:a16="http://schemas.microsoft.com/office/drawing/2014/main" id="{FD607842-48CA-4B5B-8AA4-57F3C4C6E829}"/>
              </a:ext>
            </a:extLst>
          </p:cNvPr>
          <p:cNvSpPr txBox="1">
            <a:spLocks noChangeArrowheads="1"/>
          </p:cNvSpPr>
          <p:nvPr/>
        </p:nvSpPr>
        <p:spPr bwMode="auto">
          <a:xfrm>
            <a:off x="7593013" y="6137275"/>
            <a:ext cx="11557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Thời gian</a:t>
            </a:r>
          </a:p>
        </p:txBody>
      </p:sp>
      <p:grpSp>
        <p:nvGrpSpPr>
          <p:cNvPr id="94273" name="Group 66">
            <a:extLst>
              <a:ext uri="{FF2B5EF4-FFF2-40B4-BE49-F238E27FC236}">
                <a16:creationId xmlns:a16="http://schemas.microsoft.com/office/drawing/2014/main" id="{35272D67-C1C0-4BD8-9394-F109597A704C}"/>
              </a:ext>
            </a:extLst>
          </p:cNvPr>
          <p:cNvGrpSpPr>
            <a:grpSpLocks/>
          </p:cNvGrpSpPr>
          <p:nvPr/>
        </p:nvGrpSpPr>
        <p:grpSpPr bwMode="auto">
          <a:xfrm>
            <a:off x="8156575" y="2911475"/>
            <a:ext cx="2184400" cy="1212850"/>
            <a:chOff x="2352" y="0"/>
            <a:chExt cx="1376" cy="764"/>
          </a:xfrm>
        </p:grpSpPr>
        <p:sp>
          <p:nvSpPr>
            <p:cNvPr id="94289" name="Freeform 67">
              <a:extLst>
                <a:ext uri="{FF2B5EF4-FFF2-40B4-BE49-F238E27FC236}">
                  <a16:creationId xmlns:a16="http://schemas.microsoft.com/office/drawing/2014/main" id="{D371726B-E9CF-4078-97C3-7C8C60A8464B}"/>
                </a:ext>
              </a:extLst>
            </p:cNvPr>
            <p:cNvSpPr>
              <a:spLocks/>
            </p:cNvSpPr>
            <p:nvPr/>
          </p:nvSpPr>
          <p:spPr bwMode="auto">
            <a:xfrm>
              <a:off x="2352" y="0"/>
              <a:ext cx="1376" cy="764"/>
            </a:xfrm>
            <a:custGeom>
              <a:avLst/>
              <a:gdLst>
                <a:gd name="T0" fmla="*/ 113 w 1376"/>
                <a:gd name="T1" fmla="*/ 348 h 764"/>
                <a:gd name="T2" fmla="*/ 395 w 1376"/>
                <a:gd name="T3" fmla="*/ 162 h 764"/>
                <a:gd name="T4" fmla="*/ 710 w 1376"/>
                <a:gd name="T5" fmla="*/ 9 h 764"/>
                <a:gd name="T6" fmla="*/ 1160 w 1376"/>
                <a:gd name="T7" fmla="*/ 219 h 764"/>
                <a:gd name="T8" fmla="*/ 1367 w 1376"/>
                <a:gd name="T9" fmla="*/ 510 h 764"/>
                <a:gd name="T10" fmla="*/ 1103 w 1376"/>
                <a:gd name="T11" fmla="*/ 726 h 764"/>
                <a:gd name="T12" fmla="*/ 578 w 1376"/>
                <a:gd name="T13" fmla="*/ 738 h 764"/>
                <a:gd name="T14" fmla="*/ 77 w 1376"/>
                <a:gd name="T15" fmla="*/ 630 h 764"/>
                <a:gd name="T16" fmla="*/ 113 w 1376"/>
                <a:gd name="T17" fmla="*/ 348 h 76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376"/>
                <a:gd name="T28" fmla="*/ 0 h 764"/>
                <a:gd name="T29" fmla="*/ 1376 w 1376"/>
                <a:gd name="T30" fmla="*/ 764 h 76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376" h="764">
                  <a:moveTo>
                    <a:pt x="113" y="348"/>
                  </a:moveTo>
                  <a:cubicBezTo>
                    <a:pt x="166" y="270"/>
                    <a:pt x="296" y="218"/>
                    <a:pt x="395" y="162"/>
                  </a:cubicBezTo>
                  <a:cubicBezTo>
                    <a:pt x="494" y="106"/>
                    <a:pt x="583" y="0"/>
                    <a:pt x="710" y="9"/>
                  </a:cubicBezTo>
                  <a:cubicBezTo>
                    <a:pt x="837" y="18"/>
                    <a:pt x="1051" y="136"/>
                    <a:pt x="1160" y="219"/>
                  </a:cubicBezTo>
                  <a:cubicBezTo>
                    <a:pt x="1269" y="302"/>
                    <a:pt x="1376" y="426"/>
                    <a:pt x="1367" y="510"/>
                  </a:cubicBezTo>
                  <a:cubicBezTo>
                    <a:pt x="1358" y="594"/>
                    <a:pt x="1234" y="688"/>
                    <a:pt x="1103" y="726"/>
                  </a:cubicBezTo>
                  <a:cubicBezTo>
                    <a:pt x="972" y="764"/>
                    <a:pt x="749" y="754"/>
                    <a:pt x="578" y="738"/>
                  </a:cubicBezTo>
                  <a:cubicBezTo>
                    <a:pt x="407" y="722"/>
                    <a:pt x="154" y="695"/>
                    <a:pt x="77" y="630"/>
                  </a:cubicBezTo>
                  <a:cubicBezTo>
                    <a:pt x="0" y="565"/>
                    <a:pt x="60" y="426"/>
                    <a:pt x="113" y="348"/>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nvGrpSpPr>
            <p:cNvPr id="94290" name="Group 68">
              <a:extLst>
                <a:ext uri="{FF2B5EF4-FFF2-40B4-BE49-F238E27FC236}">
                  <a16:creationId xmlns:a16="http://schemas.microsoft.com/office/drawing/2014/main" id="{5B9E9552-3128-487C-8A24-78B477022DA1}"/>
                </a:ext>
              </a:extLst>
            </p:cNvPr>
            <p:cNvGrpSpPr>
              <a:grpSpLocks/>
            </p:cNvGrpSpPr>
            <p:nvPr/>
          </p:nvGrpSpPr>
          <p:grpSpPr bwMode="auto">
            <a:xfrm>
              <a:off x="2448" y="70"/>
              <a:ext cx="1161" cy="676"/>
              <a:chOff x="-17" y="1282"/>
              <a:chExt cx="1161" cy="676"/>
            </a:xfrm>
          </p:grpSpPr>
          <p:sp>
            <p:nvSpPr>
              <p:cNvPr id="94291" name="Freeform 69">
                <a:extLst>
                  <a:ext uri="{FF2B5EF4-FFF2-40B4-BE49-F238E27FC236}">
                    <a16:creationId xmlns:a16="http://schemas.microsoft.com/office/drawing/2014/main" id="{E3A92DB8-E624-4809-8628-4F8F9995F5D9}"/>
                  </a:ext>
                </a:extLst>
              </p:cNvPr>
              <p:cNvSpPr>
                <a:spLocks/>
              </p:cNvSpPr>
              <p:nvPr/>
            </p:nvSpPr>
            <p:spPr bwMode="auto">
              <a:xfrm>
                <a:off x="246" y="1476"/>
                <a:ext cx="222" cy="180"/>
              </a:xfrm>
              <a:custGeom>
                <a:avLst/>
                <a:gdLst>
                  <a:gd name="T0" fmla="*/ 0 w 222"/>
                  <a:gd name="T1" fmla="*/ 180 h 180"/>
                  <a:gd name="T2" fmla="*/ 222 w 222"/>
                  <a:gd name="T3" fmla="*/ 0 h 180"/>
                  <a:gd name="T4" fmla="*/ 0 60000 65536"/>
                  <a:gd name="T5" fmla="*/ 0 60000 65536"/>
                  <a:gd name="T6" fmla="*/ 0 w 222"/>
                  <a:gd name="T7" fmla="*/ 0 h 180"/>
                  <a:gd name="T8" fmla="*/ 222 w 222"/>
                  <a:gd name="T9" fmla="*/ 180 h 180"/>
                </a:gdLst>
                <a:ahLst/>
                <a:cxnLst>
                  <a:cxn ang="T4">
                    <a:pos x="T0" y="T1"/>
                  </a:cxn>
                  <a:cxn ang="T5">
                    <a:pos x="T2" y="T3"/>
                  </a:cxn>
                </a:cxnLst>
                <a:rect l="T6" t="T7" r="T8" b="T9"/>
                <a:pathLst>
                  <a:path w="222" h="180">
                    <a:moveTo>
                      <a:pt x="0" y="180"/>
                    </a:moveTo>
                    <a:lnTo>
                      <a:pt x="222"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94292" name="Oval 70">
                <a:extLst>
                  <a:ext uri="{FF2B5EF4-FFF2-40B4-BE49-F238E27FC236}">
                    <a16:creationId xmlns:a16="http://schemas.microsoft.com/office/drawing/2014/main" id="{F98E52DA-96F6-4389-A8E3-87F175ABBB50}"/>
                  </a:ext>
                </a:extLst>
              </p:cNvPr>
              <p:cNvSpPr>
                <a:spLocks noChangeArrowheads="1"/>
              </p:cNvSpPr>
              <p:nvPr/>
            </p:nvSpPr>
            <p:spPr bwMode="auto">
              <a:xfrm>
                <a:off x="-14" y="1712"/>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94293" name="Line 71">
                <a:extLst>
                  <a:ext uri="{FF2B5EF4-FFF2-40B4-BE49-F238E27FC236}">
                    <a16:creationId xmlns:a16="http://schemas.microsoft.com/office/drawing/2014/main" id="{8AC95247-1B02-4F4D-BA26-16217B3259C4}"/>
                  </a:ext>
                </a:extLst>
              </p:cNvPr>
              <p:cNvSpPr>
                <a:spLocks noChangeShapeType="1"/>
              </p:cNvSpPr>
              <p:nvPr/>
            </p:nvSpPr>
            <p:spPr bwMode="auto">
              <a:xfrm>
                <a:off x="-14" y="1705"/>
                <a:ext cx="1"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4294" name="Line 72">
                <a:extLst>
                  <a:ext uri="{FF2B5EF4-FFF2-40B4-BE49-F238E27FC236}">
                    <a16:creationId xmlns:a16="http://schemas.microsoft.com/office/drawing/2014/main" id="{A9E72543-0907-4F2F-A332-1A1BF7CF72C6}"/>
                  </a:ext>
                </a:extLst>
              </p:cNvPr>
              <p:cNvSpPr>
                <a:spLocks noChangeShapeType="1"/>
              </p:cNvSpPr>
              <p:nvPr/>
            </p:nvSpPr>
            <p:spPr bwMode="auto">
              <a:xfrm>
                <a:off x="299" y="1705"/>
                <a:ext cx="1"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4295" name="Rectangle 73">
                <a:extLst>
                  <a:ext uri="{FF2B5EF4-FFF2-40B4-BE49-F238E27FC236}">
                    <a16:creationId xmlns:a16="http://schemas.microsoft.com/office/drawing/2014/main" id="{5FD2416F-5DA9-48AE-9D30-BBDD2FF48C74}"/>
                  </a:ext>
                </a:extLst>
              </p:cNvPr>
              <p:cNvSpPr>
                <a:spLocks noChangeArrowheads="1"/>
              </p:cNvSpPr>
              <p:nvPr/>
            </p:nvSpPr>
            <p:spPr bwMode="auto">
              <a:xfrm>
                <a:off x="-14" y="1705"/>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94296" name="Oval 74">
                <a:extLst>
                  <a:ext uri="{FF2B5EF4-FFF2-40B4-BE49-F238E27FC236}">
                    <a16:creationId xmlns:a16="http://schemas.microsoft.com/office/drawing/2014/main" id="{EEA87993-6019-4C0F-9AF5-52EA352B1FCB}"/>
                  </a:ext>
                </a:extLst>
              </p:cNvPr>
              <p:cNvSpPr>
                <a:spLocks noChangeArrowheads="1"/>
              </p:cNvSpPr>
              <p:nvPr/>
            </p:nvSpPr>
            <p:spPr bwMode="auto">
              <a:xfrm>
                <a:off x="-17" y="1646"/>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94297" name="Freeform 75">
                <a:extLst>
                  <a:ext uri="{FF2B5EF4-FFF2-40B4-BE49-F238E27FC236}">
                    <a16:creationId xmlns:a16="http://schemas.microsoft.com/office/drawing/2014/main" id="{36A2176A-DC90-40DA-A2F5-135839345CA4}"/>
                  </a:ext>
                </a:extLst>
              </p:cNvPr>
              <p:cNvSpPr>
                <a:spLocks/>
              </p:cNvSpPr>
              <p:nvPr/>
            </p:nvSpPr>
            <p:spPr bwMode="auto">
              <a:xfrm>
                <a:off x="651" y="1476"/>
                <a:ext cx="216" cy="189"/>
              </a:xfrm>
              <a:custGeom>
                <a:avLst/>
                <a:gdLst>
                  <a:gd name="T0" fmla="*/ 0 w 216"/>
                  <a:gd name="T1" fmla="*/ 0 h 189"/>
                  <a:gd name="T2" fmla="*/ 216 w 216"/>
                  <a:gd name="T3" fmla="*/ 189 h 189"/>
                  <a:gd name="T4" fmla="*/ 0 60000 65536"/>
                  <a:gd name="T5" fmla="*/ 0 60000 65536"/>
                  <a:gd name="T6" fmla="*/ 0 w 216"/>
                  <a:gd name="T7" fmla="*/ 0 h 189"/>
                  <a:gd name="T8" fmla="*/ 216 w 216"/>
                  <a:gd name="T9" fmla="*/ 189 h 189"/>
                </a:gdLst>
                <a:ahLst/>
                <a:cxnLst>
                  <a:cxn ang="T4">
                    <a:pos x="T0" y="T1"/>
                  </a:cxn>
                  <a:cxn ang="T5">
                    <a:pos x="T2" y="T3"/>
                  </a:cxn>
                </a:cxnLst>
                <a:rect l="T6" t="T7" r="T8" b="T9"/>
                <a:pathLst>
                  <a:path w="216" h="189">
                    <a:moveTo>
                      <a:pt x="0" y="0"/>
                    </a:moveTo>
                    <a:lnTo>
                      <a:pt x="216" y="189"/>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94298" name="Freeform 76">
                <a:extLst>
                  <a:ext uri="{FF2B5EF4-FFF2-40B4-BE49-F238E27FC236}">
                    <a16:creationId xmlns:a16="http://schemas.microsoft.com/office/drawing/2014/main" id="{5BC0848A-8305-4383-99C5-67755DF60A1F}"/>
                  </a:ext>
                </a:extLst>
              </p:cNvPr>
              <p:cNvSpPr>
                <a:spLocks/>
              </p:cNvSpPr>
              <p:nvPr/>
            </p:nvSpPr>
            <p:spPr bwMode="auto">
              <a:xfrm>
                <a:off x="303" y="1740"/>
                <a:ext cx="540" cy="3"/>
              </a:xfrm>
              <a:custGeom>
                <a:avLst/>
                <a:gdLst>
                  <a:gd name="T0" fmla="*/ 540 w 540"/>
                  <a:gd name="T1" fmla="*/ 3 h 3"/>
                  <a:gd name="T2" fmla="*/ 0 w 540"/>
                  <a:gd name="T3" fmla="*/ 0 h 3"/>
                  <a:gd name="T4" fmla="*/ 0 60000 65536"/>
                  <a:gd name="T5" fmla="*/ 0 60000 65536"/>
                  <a:gd name="T6" fmla="*/ 0 w 540"/>
                  <a:gd name="T7" fmla="*/ 0 h 3"/>
                  <a:gd name="T8" fmla="*/ 540 w 540"/>
                  <a:gd name="T9" fmla="*/ 3 h 3"/>
                </a:gdLst>
                <a:ahLst/>
                <a:cxnLst>
                  <a:cxn ang="T4">
                    <a:pos x="T0" y="T1"/>
                  </a:cxn>
                  <a:cxn ang="T5">
                    <a:pos x="T2" y="T3"/>
                  </a:cxn>
                </a:cxnLst>
                <a:rect l="T6" t="T7" r="T8" b="T9"/>
                <a:pathLst>
                  <a:path w="540" h="3">
                    <a:moveTo>
                      <a:pt x="540" y="3"/>
                    </a:moveTo>
                    <a:lnTo>
                      <a:pt x="0"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nvGrpSpPr>
              <p:cNvPr id="94299" name="Group 77">
                <a:extLst>
                  <a:ext uri="{FF2B5EF4-FFF2-40B4-BE49-F238E27FC236}">
                    <a16:creationId xmlns:a16="http://schemas.microsoft.com/office/drawing/2014/main" id="{B036C151-1421-4221-A359-AEBFCE3FC305}"/>
                  </a:ext>
                </a:extLst>
              </p:cNvPr>
              <p:cNvGrpSpPr>
                <a:grpSpLocks/>
              </p:cNvGrpSpPr>
              <p:nvPr/>
            </p:nvGrpSpPr>
            <p:grpSpPr bwMode="auto">
              <a:xfrm>
                <a:off x="39" y="1594"/>
                <a:ext cx="196" cy="250"/>
                <a:chOff x="2959" y="2425"/>
                <a:chExt cx="197" cy="250"/>
              </a:xfrm>
            </p:grpSpPr>
            <p:sp>
              <p:nvSpPr>
                <p:cNvPr id="94321" name="Rectangle 78">
                  <a:extLst>
                    <a:ext uri="{FF2B5EF4-FFF2-40B4-BE49-F238E27FC236}">
                      <a16:creationId xmlns:a16="http://schemas.microsoft.com/office/drawing/2014/main" id="{8CF0E07A-761D-41A6-93A3-438C081A21C8}"/>
                    </a:ext>
                  </a:extLst>
                </p:cNvPr>
                <p:cNvSpPr>
                  <a:spLocks noChangeArrowheads="1"/>
                </p:cNvSpPr>
                <p:nvPr/>
              </p:nvSpPr>
              <p:spPr bwMode="auto">
                <a:xfrm>
                  <a:off x="2982" y="2490"/>
                  <a:ext cx="144"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94322" name="Text Box 79">
                  <a:extLst>
                    <a:ext uri="{FF2B5EF4-FFF2-40B4-BE49-F238E27FC236}">
                      <a16:creationId xmlns:a16="http://schemas.microsoft.com/office/drawing/2014/main" id="{DF3B1D08-C298-4580-9E73-DED8AC931F91}"/>
                    </a:ext>
                  </a:extLst>
                </p:cNvPr>
                <p:cNvSpPr txBox="1">
                  <a:spLocks noChangeArrowheads="1"/>
                </p:cNvSpPr>
                <p:nvPr/>
              </p:nvSpPr>
              <p:spPr bwMode="auto">
                <a:xfrm>
                  <a:off x="2959" y="2425"/>
                  <a:ext cx="19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x</a:t>
                  </a:r>
                  <a:endParaRPr lang="en-US" altLang="en-US" sz="2400"/>
                </a:p>
              </p:txBody>
            </p:sp>
          </p:grpSp>
          <p:grpSp>
            <p:nvGrpSpPr>
              <p:cNvPr id="94300" name="Group 80">
                <a:extLst>
                  <a:ext uri="{FF2B5EF4-FFF2-40B4-BE49-F238E27FC236}">
                    <a16:creationId xmlns:a16="http://schemas.microsoft.com/office/drawing/2014/main" id="{E44E8E59-5038-4614-B48B-C00405F122AF}"/>
                  </a:ext>
                </a:extLst>
              </p:cNvPr>
              <p:cNvGrpSpPr>
                <a:grpSpLocks/>
              </p:cNvGrpSpPr>
              <p:nvPr/>
            </p:nvGrpSpPr>
            <p:grpSpPr bwMode="auto">
              <a:xfrm>
                <a:off x="828" y="1576"/>
                <a:ext cx="316" cy="288"/>
                <a:chOff x="1740" y="2272"/>
                <a:chExt cx="316" cy="288"/>
              </a:xfrm>
            </p:grpSpPr>
            <p:sp>
              <p:nvSpPr>
                <p:cNvPr id="94313" name="Oval 81">
                  <a:extLst>
                    <a:ext uri="{FF2B5EF4-FFF2-40B4-BE49-F238E27FC236}">
                      <a16:creationId xmlns:a16="http://schemas.microsoft.com/office/drawing/2014/main" id="{6E06D7ED-6630-47A2-A678-1719382A0C98}"/>
                    </a:ext>
                  </a:extLst>
                </p:cNvPr>
                <p:cNvSpPr>
                  <a:spLocks noChangeArrowheads="1"/>
                </p:cNvSpPr>
                <p:nvPr/>
              </p:nvSpPr>
              <p:spPr bwMode="auto">
                <a:xfrm>
                  <a:off x="1743" y="2420"/>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94314" name="Line 82">
                  <a:extLst>
                    <a:ext uri="{FF2B5EF4-FFF2-40B4-BE49-F238E27FC236}">
                      <a16:creationId xmlns:a16="http://schemas.microsoft.com/office/drawing/2014/main" id="{2BA648B3-1EAF-4D8B-BCCA-91C843C3E403}"/>
                    </a:ext>
                  </a:extLst>
                </p:cNvPr>
                <p:cNvSpPr>
                  <a:spLocks noChangeShapeType="1"/>
                </p:cNvSpPr>
                <p:nvPr/>
              </p:nvSpPr>
              <p:spPr bwMode="auto">
                <a:xfrm>
                  <a:off x="1743" y="2413"/>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4315" name="Line 83">
                  <a:extLst>
                    <a:ext uri="{FF2B5EF4-FFF2-40B4-BE49-F238E27FC236}">
                      <a16:creationId xmlns:a16="http://schemas.microsoft.com/office/drawing/2014/main" id="{DE5BA319-93EB-4B0F-9613-5C778CFD55EA}"/>
                    </a:ext>
                  </a:extLst>
                </p:cNvPr>
                <p:cNvSpPr>
                  <a:spLocks noChangeShapeType="1"/>
                </p:cNvSpPr>
                <p:nvPr/>
              </p:nvSpPr>
              <p:spPr bwMode="auto">
                <a:xfrm>
                  <a:off x="2056" y="2413"/>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4316" name="Rectangle 84">
                  <a:extLst>
                    <a:ext uri="{FF2B5EF4-FFF2-40B4-BE49-F238E27FC236}">
                      <a16:creationId xmlns:a16="http://schemas.microsoft.com/office/drawing/2014/main" id="{63FC996D-223E-46A7-BAA1-2B92AFFD28A6}"/>
                    </a:ext>
                  </a:extLst>
                </p:cNvPr>
                <p:cNvSpPr>
                  <a:spLocks noChangeArrowheads="1"/>
                </p:cNvSpPr>
                <p:nvPr/>
              </p:nvSpPr>
              <p:spPr bwMode="auto">
                <a:xfrm>
                  <a:off x="1743" y="2413"/>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94317" name="Oval 85">
                  <a:extLst>
                    <a:ext uri="{FF2B5EF4-FFF2-40B4-BE49-F238E27FC236}">
                      <a16:creationId xmlns:a16="http://schemas.microsoft.com/office/drawing/2014/main" id="{41685053-21B5-4D1D-B09C-F737878CC593}"/>
                    </a:ext>
                  </a:extLst>
                </p:cNvPr>
                <p:cNvSpPr>
                  <a:spLocks noChangeArrowheads="1"/>
                </p:cNvSpPr>
                <p:nvPr/>
              </p:nvSpPr>
              <p:spPr bwMode="auto">
                <a:xfrm>
                  <a:off x="1740" y="2354"/>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nvGrpSpPr>
                <p:cNvPr id="94318" name="Group 86">
                  <a:extLst>
                    <a:ext uri="{FF2B5EF4-FFF2-40B4-BE49-F238E27FC236}">
                      <a16:creationId xmlns:a16="http://schemas.microsoft.com/office/drawing/2014/main" id="{C5AF9E5A-3653-42BA-B59B-63C0F6E1EBA1}"/>
                    </a:ext>
                  </a:extLst>
                </p:cNvPr>
                <p:cNvGrpSpPr>
                  <a:grpSpLocks/>
                </p:cNvGrpSpPr>
                <p:nvPr/>
              </p:nvGrpSpPr>
              <p:grpSpPr bwMode="auto">
                <a:xfrm>
                  <a:off x="1795" y="2272"/>
                  <a:ext cx="212" cy="288"/>
                  <a:chOff x="2951" y="2395"/>
                  <a:chExt cx="213" cy="288"/>
                </a:xfrm>
              </p:grpSpPr>
              <p:sp>
                <p:nvSpPr>
                  <p:cNvPr id="94319" name="Rectangle 87">
                    <a:extLst>
                      <a:ext uri="{FF2B5EF4-FFF2-40B4-BE49-F238E27FC236}">
                        <a16:creationId xmlns:a16="http://schemas.microsoft.com/office/drawing/2014/main" id="{B1431152-B43F-4855-82C9-1F4FFB2DE79C}"/>
                      </a:ext>
                    </a:extLst>
                  </p:cNvPr>
                  <p:cNvSpPr>
                    <a:spLocks noChangeArrowheads="1"/>
                  </p:cNvSpPr>
                  <p:nvPr/>
                </p:nvSpPr>
                <p:spPr bwMode="auto">
                  <a:xfrm>
                    <a:off x="2982" y="2490"/>
                    <a:ext cx="144"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94320" name="Text Box 88">
                    <a:extLst>
                      <a:ext uri="{FF2B5EF4-FFF2-40B4-BE49-F238E27FC236}">
                        <a16:creationId xmlns:a16="http://schemas.microsoft.com/office/drawing/2014/main" id="{7EEE80D0-F624-40A3-94F8-C8418B90B528}"/>
                      </a:ext>
                    </a:extLst>
                  </p:cNvPr>
                  <p:cNvSpPr txBox="1">
                    <a:spLocks noChangeArrowheads="1"/>
                  </p:cNvSpPr>
                  <p:nvPr/>
                </p:nvSpPr>
                <p:spPr bwMode="auto">
                  <a:xfrm>
                    <a:off x="2951" y="2395"/>
                    <a:ext cx="21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400"/>
                      <a:t>z</a:t>
                    </a:r>
                  </a:p>
                </p:txBody>
              </p:sp>
            </p:grpSp>
          </p:grpSp>
          <p:sp>
            <p:nvSpPr>
              <p:cNvPr id="94301" name="Text Box 89">
                <a:extLst>
                  <a:ext uri="{FF2B5EF4-FFF2-40B4-BE49-F238E27FC236}">
                    <a16:creationId xmlns:a16="http://schemas.microsoft.com/office/drawing/2014/main" id="{CDFE66BD-2A91-4621-9A3F-B23506880BFB}"/>
                  </a:ext>
                </a:extLst>
              </p:cNvPr>
              <p:cNvSpPr txBox="1">
                <a:spLocks noChangeArrowheads="1"/>
              </p:cNvSpPr>
              <p:nvPr/>
            </p:nvSpPr>
            <p:spPr bwMode="auto">
              <a:xfrm>
                <a:off x="724" y="1397"/>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a:t>1</a:t>
                </a:r>
                <a:endParaRPr lang="en-US" altLang="en-US" sz="2400"/>
              </a:p>
            </p:txBody>
          </p:sp>
          <p:sp>
            <p:nvSpPr>
              <p:cNvPr id="94302" name="Text Box 90">
                <a:extLst>
                  <a:ext uri="{FF2B5EF4-FFF2-40B4-BE49-F238E27FC236}">
                    <a16:creationId xmlns:a16="http://schemas.microsoft.com/office/drawing/2014/main" id="{673C8DC8-D7D4-4111-B945-B2DDE041B59D}"/>
                  </a:ext>
                </a:extLst>
              </p:cNvPr>
              <p:cNvSpPr txBox="1">
                <a:spLocks noChangeArrowheads="1"/>
              </p:cNvSpPr>
              <p:nvPr/>
            </p:nvSpPr>
            <p:spPr bwMode="auto">
              <a:xfrm>
                <a:off x="196" y="1394"/>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a:t>2</a:t>
                </a:r>
                <a:endParaRPr lang="en-US" altLang="en-US" sz="2400"/>
              </a:p>
            </p:txBody>
          </p:sp>
          <p:sp>
            <p:nvSpPr>
              <p:cNvPr id="94303" name="Text Box 91">
                <a:extLst>
                  <a:ext uri="{FF2B5EF4-FFF2-40B4-BE49-F238E27FC236}">
                    <a16:creationId xmlns:a16="http://schemas.microsoft.com/office/drawing/2014/main" id="{D79BC365-43A6-49D5-B97F-E73447CFAFE2}"/>
                  </a:ext>
                </a:extLst>
              </p:cNvPr>
              <p:cNvSpPr txBox="1">
                <a:spLocks noChangeArrowheads="1"/>
              </p:cNvSpPr>
              <p:nvPr/>
            </p:nvSpPr>
            <p:spPr bwMode="auto">
              <a:xfrm>
                <a:off x="481" y="1727"/>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a:t>7</a:t>
                </a:r>
                <a:endParaRPr lang="en-US" altLang="en-US" sz="2400"/>
              </a:p>
            </p:txBody>
          </p:sp>
          <p:grpSp>
            <p:nvGrpSpPr>
              <p:cNvPr id="94304" name="Group 92">
                <a:extLst>
                  <a:ext uri="{FF2B5EF4-FFF2-40B4-BE49-F238E27FC236}">
                    <a16:creationId xmlns:a16="http://schemas.microsoft.com/office/drawing/2014/main" id="{2DA53236-CC57-4358-99BF-4C689AC38558}"/>
                  </a:ext>
                </a:extLst>
              </p:cNvPr>
              <p:cNvGrpSpPr>
                <a:grpSpLocks/>
              </p:cNvGrpSpPr>
              <p:nvPr/>
            </p:nvGrpSpPr>
            <p:grpSpPr bwMode="auto">
              <a:xfrm>
                <a:off x="408" y="1282"/>
                <a:ext cx="316" cy="250"/>
                <a:chOff x="1740" y="2302"/>
                <a:chExt cx="316" cy="250"/>
              </a:xfrm>
            </p:grpSpPr>
            <p:sp>
              <p:nvSpPr>
                <p:cNvPr id="94305" name="Oval 93">
                  <a:extLst>
                    <a:ext uri="{FF2B5EF4-FFF2-40B4-BE49-F238E27FC236}">
                      <a16:creationId xmlns:a16="http://schemas.microsoft.com/office/drawing/2014/main" id="{DAC7CB02-222D-45EA-AE35-FE1AB6E88464}"/>
                    </a:ext>
                  </a:extLst>
                </p:cNvPr>
                <p:cNvSpPr>
                  <a:spLocks noChangeArrowheads="1"/>
                </p:cNvSpPr>
                <p:nvPr/>
              </p:nvSpPr>
              <p:spPr bwMode="auto">
                <a:xfrm>
                  <a:off x="1743" y="2420"/>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94306" name="Line 94">
                  <a:extLst>
                    <a:ext uri="{FF2B5EF4-FFF2-40B4-BE49-F238E27FC236}">
                      <a16:creationId xmlns:a16="http://schemas.microsoft.com/office/drawing/2014/main" id="{87AE0CF4-677C-4740-B23E-53547459C628}"/>
                    </a:ext>
                  </a:extLst>
                </p:cNvPr>
                <p:cNvSpPr>
                  <a:spLocks noChangeShapeType="1"/>
                </p:cNvSpPr>
                <p:nvPr/>
              </p:nvSpPr>
              <p:spPr bwMode="auto">
                <a:xfrm>
                  <a:off x="1743" y="2413"/>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4307" name="Line 95">
                  <a:extLst>
                    <a:ext uri="{FF2B5EF4-FFF2-40B4-BE49-F238E27FC236}">
                      <a16:creationId xmlns:a16="http://schemas.microsoft.com/office/drawing/2014/main" id="{8B79F1E2-C559-4B73-9360-9BDCAACD45F8}"/>
                    </a:ext>
                  </a:extLst>
                </p:cNvPr>
                <p:cNvSpPr>
                  <a:spLocks noChangeShapeType="1"/>
                </p:cNvSpPr>
                <p:nvPr/>
              </p:nvSpPr>
              <p:spPr bwMode="auto">
                <a:xfrm>
                  <a:off x="2056" y="2413"/>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4308" name="Rectangle 96">
                  <a:extLst>
                    <a:ext uri="{FF2B5EF4-FFF2-40B4-BE49-F238E27FC236}">
                      <a16:creationId xmlns:a16="http://schemas.microsoft.com/office/drawing/2014/main" id="{465ECA8F-FF5E-46A2-A15C-D0FAA4468016}"/>
                    </a:ext>
                  </a:extLst>
                </p:cNvPr>
                <p:cNvSpPr>
                  <a:spLocks noChangeArrowheads="1"/>
                </p:cNvSpPr>
                <p:nvPr/>
              </p:nvSpPr>
              <p:spPr bwMode="auto">
                <a:xfrm>
                  <a:off x="1743" y="2413"/>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94309" name="Oval 97">
                  <a:extLst>
                    <a:ext uri="{FF2B5EF4-FFF2-40B4-BE49-F238E27FC236}">
                      <a16:creationId xmlns:a16="http://schemas.microsoft.com/office/drawing/2014/main" id="{F5A9891F-CD60-4EC2-9236-FA42B5A1B4AF}"/>
                    </a:ext>
                  </a:extLst>
                </p:cNvPr>
                <p:cNvSpPr>
                  <a:spLocks noChangeArrowheads="1"/>
                </p:cNvSpPr>
                <p:nvPr/>
              </p:nvSpPr>
              <p:spPr bwMode="auto">
                <a:xfrm>
                  <a:off x="1740" y="2354"/>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nvGrpSpPr>
                <p:cNvPr id="94310" name="Group 98">
                  <a:extLst>
                    <a:ext uri="{FF2B5EF4-FFF2-40B4-BE49-F238E27FC236}">
                      <a16:creationId xmlns:a16="http://schemas.microsoft.com/office/drawing/2014/main" id="{F15CF79C-E304-4DEB-85ED-B0DCD816BD48}"/>
                    </a:ext>
                  </a:extLst>
                </p:cNvPr>
                <p:cNvGrpSpPr>
                  <a:grpSpLocks/>
                </p:cNvGrpSpPr>
                <p:nvPr/>
              </p:nvGrpSpPr>
              <p:grpSpPr bwMode="auto">
                <a:xfrm>
                  <a:off x="1803" y="2302"/>
                  <a:ext cx="196" cy="250"/>
                  <a:chOff x="2958" y="2425"/>
                  <a:chExt cx="198" cy="250"/>
                </a:xfrm>
              </p:grpSpPr>
              <p:sp>
                <p:nvSpPr>
                  <p:cNvPr id="94311" name="Rectangle 99">
                    <a:extLst>
                      <a:ext uri="{FF2B5EF4-FFF2-40B4-BE49-F238E27FC236}">
                        <a16:creationId xmlns:a16="http://schemas.microsoft.com/office/drawing/2014/main" id="{2085BDD4-02C0-420D-822C-C0AC61ADED94}"/>
                      </a:ext>
                    </a:extLst>
                  </p:cNvPr>
                  <p:cNvSpPr>
                    <a:spLocks noChangeArrowheads="1"/>
                  </p:cNvSpPr>
                  <p:nvPr/>
                </p:nvSpPr>
                <p:spPr bwMode="auto">
                  <a:xfrm>
                    <a:off x="2982" y="2490"/>
                    <a:ext cx="142"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94312" name="Text Box 100">
                    <a:extLst>
                      <a:ext uri="{FF2B5EF4-FFF2-40B4-BE49-F238E27FC236}">
                        <a16:creationId xmlns:a16="http://schemas.microsoft.com/office/drawing/2014/main" id="{70E11213-05F2-4DAD-A48E-751014992096}"/>
                      </a:ext>
                    </a:extLst>
                  </p:cNvPr>
                  <p:cNvSpPr txBox="1">
                    <a:spLocks noChangeArrowheads="1"/>
                  </p:cNvSpPr>
                  <p:nvPr/>
                </p:nvSpPr>
                <p:spPr bwMode="auto">
                  <a:xfrm>
                    <a:off x="2958" y="2425"/>
                    <a:ext cx="19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y</a:t>
                    </a:r>
                    <a:endParaRPr lang="en-US" altLang="en-US" sz="2400"/>
                  </a:p>
                </p:txBody>
              </p:sp>
            </p:grpSp>
          </p:grpSp>
        </p:grpSp>
      </p:grpSp>
      <p:sp>
        <p:nvSpPr>
          <p:cNvPr id="94274" name="Text Box 101">
            <a:extLst>
              <a:ext uri="{FF2B5EF4-FFF2-40B4-BE49-F238E27FC236}">
                <a16:creationId xmlns:a16="http://schemas.microsoft.com/office/drawing/2014/main" id="{0508A78A-9AFB-4C66-90D1-214554D2855E}"/>
              </a:ext>
            </a:extLst>
          </p:cNvPr>
          <p:cNvSpPr txBox="1">
            <a:spLocks noChangeArrowheads="1"/>
          </p:cNvSpPr>
          <p:nvPr/>
        </p:nvSpPr>
        <p:spPr bwMode="auto">
          <a:xfrm>
            <a:off x="1779589" y="1104901"/>
            <a:ext cx="928687" cy="798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eaLnBrk="1" hangingPunct="1">
              <a:lnSpc>
                <a:spcPct val="85000"/>
              </a:lnSpc>
            </a:pPr>
            <a:r>
              <a:rPr lang="en-US" altLang="en-US" b="1">
                <a:solidFill>
                  <a:srgbClr val="CC0000"/>
                </a:solidFill>
              </a:rPr>
              <a:t>Bảng</a:t>
            </a:r>
          </a:p>
          <a:p>
            <a:pPr algn="r" eaLnBrk="1" hangingPunct="1">
              <a:lnSpc>
                <a:spcPct val="85000"/>
              </a:lnSpc>
            </a:pPr>
            <a:r>
              <a:rPr lang="en-US" altLang="en-US" b="1">
                <a:solidFill>
                  <a:srgbClr val="CC0000"/>
                </a:solidFill>
              </a:rPr>
              <a:t>node x</a:t>
            </a:r>
          </a:p>
          <a:p>
            <a:pPr algn="r" eaLnBrk="1" hangingPunct="1">
              <a:lnSpc>
                <a:spcPct val="85000"/>
              </a:lnSpc>
            </a:pPr>
            <a:endParaRPr lang="en-US" altLang="en-US" b="1">
              <a:solidFill>
                <a:srgbClr val="CC0000"/>
              </a:solidFill>
            </a:endParaRPr>
          </a:p>
        </p:txBody>
      </p:sp>
      <p:sp>
        <p:nvSpPr>
          <p:cNvPr id="94275" name="Oval 104">
            <a:extLst>
              <a:ext uri="{FF2B5EF4-FFF2-40B4-BE49-F238E27FC236}">
                <a16:creationId xmlns:a16="http://schemas.microsoft.com/office/drawing/2014/main" id="{6CF5B1F2-A92A-4387-8BA9-54BB76483EF7}"/>
              </a:ext>
            </a:extLst>
          </p:cNvPr>
          <p:cNvSpPr>
            <a:spLocks noChangeArrowheads="1"/>
          </p:cNvSpPr>
          <p:nvPr/>
        </p:nvSpPr>
        <p:spPr bwMode="auto">
          <a:xfrm>
            <a:off x="2743200" y="1676400"/>
            <a:ext cx="1066800" cy="381000"/>
          </a:xfrm>
          <a:prstGeom prst="ellipse">
            <a:avLst/>
          </a:pr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94276" name="Oval 105">
            <a:extLst>
              <a:ext uri="{FF2B5EF4-FFF2-40B4-BE49-F238E27FC236}">
                <a16:creationId xmlns:a16="http://schemas.microsoft.com/office/drawing/2014/main" id="{BC1FC6D3-45E4-4B3F-9943-B459BBBB9445}"/>
              </a:ext>
            </a:extLst>
          </p:cNvPr>
          <p:cNvSpPr>
            <a:spLocks noChangeArrowheads="1"/>
          </p:cNvSpPr>
          <p:nvPr/>
        </p:nvSpPr>
        <p:spPr bwMode="auto">
          <a:xfrm>
            <a:off x="2743200" y="3733800"/>
            <a:ext cx="1066800" cy="381000"/>
          </a:xfrm>
          <a:prstGeom prst="ellipse">
            <a:avLst/>
          </a:pr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94277" name="Oval 106">
            <a:extLst>
              <a:ext uri="{FF2B5EF4-FFF2-40B4-BE49-F238E27FC236}">
                <a16:creationId xmlns:a16="http://schemas.microsoft.com/office/drawing/2014/main" id="{C17613A2-2D37-427C-8F26-02AEFE6B3499}"/>
              </a:ext>
            </a:extLst>
          </p:cNvPr>
          <p:cNvSpPr>
            <a:spLocks noChangeArrowheads="1"/>
          </p:cNvSpPr>
          <p:nvPr/>
        </p:nvSpPr>
        <p:spPr bwMode="auto">
          <a:xfrm>
            <a:off x="2743200" y="5943600"/>
            <a:ext cx="1066800" cy="381000"/>
          </a:xfrm>
          <a:prstGeom prst="ellipse">
            <a:avLst/>
          </a:pr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94278" name="Oval 107">
            <a:extLst>
              <a:ext uri="{FF2B5EF4-FFF2-40B4-BE49-F238E27FC236}">
                <a16:creationId xmlns:a16="http://schemas.microsoft.com/office/drawing/2014/main" id="{371955EC-E807-4CA2-B153-5FD43F1E34AA}"/>
              </a:ext>
            </a:extLst>
          </p:cNvPr>
          <p:cNvSpPr>
            <a:spLocks noChangeArrowheads="1"/>
          </p:cNvSpPr>
          <p:nvPr/>
        </p:nvSpPr>
        <p:spPr bwMode="auto">
          <a:xfrm>
            <a:off x="4821238" y="1676400"/>
            <a:ext cx="1066800" cy="381000"/>
          </a:xfrm>
          <a:prstGeom prst="ellipse">
            <a:avLst/>
          </a:pr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728172" name="Rectangle 108">
            <a:extLst>
              <a:ext uri="{FF2B5EF4-FFF2-40B4-BE49-F238E27FC236}">
                <a16:creationId xmlns:a16="http://schemas.microsoft.com/office/drawing/2014/main" id="{BAE97FBA-522F-4191-AE78-543775940BD4}"/>
              </a:ext>
            </a:extLst>
          </p:cNvPr>
          <p:cNvSpPr>
            <a:spLocks noChangeArrowheads="1"/>
          </p:cNvSpPr>
          <p:nvPr/>
        </p:nvSpPr>
        <p:spPr bwMode="auto">
          <a:xfrm>
            <a:off x="3114675" y="187325"/>
            <a:ext cx="43180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just"/>
            <a:r>
              <a:rPr lang="fr-FR" altLang="en-US">
                <a:solidFill>
                  <a:srgbClr val="000000"/>
                </a:solidFill>
                <a:cs typeface="Times New Roman" panose="02020603050405020304" pitchFamily="18" charset="0"/>
              </a:rPr>
              <a:t>D</a:t>
            </a:r>
            <a:r>
              <a:rPr lang="fr-FR" altLang="en-US" baseline="-25000">
                <a:solidFill>
                  <a:srgbClr val="000000"/>
                </a:solidFill>
                <a:cs typeface="Times New Roman" panose="02020603050405020304" pitchFamily="18" charset="0"/>
              </a:rPr>
              <a:t>x</a:t>
            </a:r>
            <a:r>
              <a:rPr lang="fr-FR" altLang="en-US">
                <a:solidFill>
                  <a:srgbClr val="000000"/>
                </a:solidFill>
                <a:cs typeface="Times New Roman" panose="02020603050405020304" pitchFamily="18" charset="0"/>
              </a:rPr>
              <a:t>(y) = min{c(x,y) + D</a:t>
            </a:r>
            <a:r>
              <a:rPr lang="fr-FR" altLang="en-US" baseline="-25000">
                <a:solidFill>
                  <a:srgbClr val="000000"/>
                </a:solidFill>
                <a:cs typeface="Times New Roman" panose="02020603050405020304" pitchFamily="18" charset="0"/>
              </a:rPr>
              <a:t>y</a:t>
            </a:r>
            <a:r>
              <a:rPr lang="fr-FR" altLang="en-US">
                <a:solidFill>
                  <a:srgbClr val="000000"/>
                </a:solidFill>
                <a:cs typeface="Times New Roman" panose="02020603050405020304" pitchFamily="18" charset="0"/>
              </a:rPr>
              <a:t>(y), c(x,z) + D</a:t>
            </a:r>
            <a:r>
              <a:rPr lang="fr-FR" altLang="en-US" baseline="-25000">
                <a:solidFill>
                  <a:srgbClr val="000000"/>
                </a:solidFill>
                <a:cs typeface="Times New Roman" panose="02020603050405020304" pitchFamily="18" charset="0"/>
              </a:rPr>
              <a:t>z</a:t>
            </a:r>
            <a:r>
              <a:rPr lang="fr-FR" altLang="en-US">
                <a:solidFill>
                  <a:srgbClr val="000000"/>
                </a:solidFill>
                <a:cs typeface="Times New Roman" panose="02020603050405020304" pitchFamily="18" charset="0"/>
              </a:rPr>
              <a:t>(y)} </a:t>
            </a:r>
            <a:br>
              <a:rPr lang="fr-FR" altLang="en-US">
                <a:solidFill>
                  <a:srgbClr val="000000"/>
                </a:solidFill>
                <a:cs typeface="Times New Roman" panose="02020603050405020304" pitchFamily="18" charset="0"/>
              </a:rPr>
            </a:br>
            <a:r>
              <a:rPr lang="fr-FR" altLang="en-US">
                <a:solidFill>
                  <a:srgbClr val="000000"/>
                </a:solidFill>
                <a:cs typeface="Times New Roman" panose="02020603050405020304" pitchFamily="18" charset="0"/>
              </a:rPr>
              <a:t>             = min{2+0 , 7+1} = 2</a:t>
            </a:r>
          </a:p>
        </p:txBody>
      </p:sp>
      <p:sp>
        <p:nvSpPr>
          <p:cNvPr id="728173" name="Line 109">
            <a:extLst>
              <a:ext uri="{FF2B5EF4-FFF2-40B4-BE49-F238E27FC236}">
                <a16:creationId xmlns:a16="http://schemas.microsoft.com/office/drawing/2014/main" id="{A24306F6-2B29-4867-9255-D60591127704}"/>
              </a:ext>
            </a:extLst>
          </p:cNvPr>
          <p:cNvSpPr>
            <a:spLocks noChangeShapeType="1"/>
          </p:cNvSpPr>
          <p:nvPr/>
        </p:nvSpPr>
        <p:spPr bwMode="auto">
          <a:xfrm flipH="1">
            <a:off x="5284789" y="809625"/>
            <a:ext cx="809625" cy="966788"/>
          </a:xfrm>
          <a:prstGeom prst="line">
            <a:avLst/>
          </a:prstGeom>
          <a:noFill/>
          <a:ln w="12700">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728174" name="Rectangle 110">
            <a:extLst>
              <a:ext uri="{FF2B5EF4-FFF2-40B4-BE49-F238E27FC236}">
                <a16:creationId xmlns:a16="http://schemas.microsoft.com/office/drawing/2014/main" id="{C056DA72-A4FD-49F8-96EF-755453FC6C45}"/>
              </a:ext>
            </a:extLst>
          </p:cNvPr>
          <p:cNvSpPr>
            <a:spLocks noChangeArrowheads="1"/>
          </p:cNvSpPr>
          <p:nvPr/>
        </p:nvSpPr>
        <p:spPr bwMode="auto">
          <a:xfrm>
            <a:off x="7908925" y="28576"/>
            <a:ext cx="2667000" cy="1082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just">
              <a:lnSpc>
                <a:spcPct val="120000"/>
              </a:lnSpc>
            </a:pPr>
            <a:r>
              <a:rPr lang="fr-FR" altLang="en-US" i="1"/>
              <a:t>D</a:t>
            </a:r>
            <a:r>
              <a:rPr lang="fr-FR" altLang="en-US" i="1" baseline="-25000"/>
              <a:t>x</a:t>
            </a:r>
            <a:r>
              <a:rPr lang="fr-FR" altLang="en-US" i="1"/>
              <a:t>(z) = </a:t>
            </a:r>
            <a:r>
              <a:rPr lang="fr-FR" altLang="en-US"/>
              <a:t>min{</a:t>
            </a:r>
            <a:r>
              <a:rPr lang="fr-FR" altLang="en-US" i="1"/>
              <a:t>c(x,y) + </a:t>
            </a:r>
            <a:br>
              <a:rPr lang="fr-FR" altLang="en-US" i="1"/>
            </a:br>
            <a:r>
              <a:rPr lang="fr-FR" altLang="en-US" i="1"/>
              <a:t>      D</a:t>
            </a:r>
            <a:r>
              <a:rPr lang="fr-FR" altLang="en-US" i="1" baseline="-25000"/>
              <a:t>y</a:t>
            </a:r>
            <a:r>
              <a:rPr lang="fr-FR" altLang="en-US" i="1"/>
              <a:t>(z), c(x,z) + D</a:t>
            </a:r>
            <a:r>
              <a:rPr lang="fr-FR" altLang="en-US" i="1" baseline="-25000"/>
              <a:t>z</a:t>
            </a:r>
            <a:r>
              <a:rPr lang="fr-FR" altLang="en-US" i="1"/>
              <a:t>(z)</a:t>
            </a:r>
            <a:r>
              <a:rPr lang="fr-FR" altLang="en-US"/>
              <a:t>} </a:t>
            </a:r>
          </a:p>
          <a:p>
            <a:pPr algn="just">
              <a:lnSpc>
                <a:spcPct val="120000"/>
              </a:lnSpc>
            </a:pPr>
            <a:r>
              <a:rPr lang="fr-FR" altLang="en-US"/>
              <a:t>= min{2+1 , 7+0} = 3</a:t>
            </a:r>
          </a:p>
        </p:txBody>
      </p:sp>
      <p:sp>
        <p:nvSpPr>
          <p:cNvPr id="728175" name="Line 111">
            <a:extLst>
              <a:ext uri="{FF2B5EF4-FFF2-40B4-BE49-F238E27FC236}">
                <a16:creationId xmlns:a16="http://schemas.microsoft.com/office/drawing/2014/main" id="{4C5462F6-5FB6-4C14-B191-2D668B461912}"/>
              </a:ext>
            </a:extLst>
          </p:cNvPr>
          <p:cNvSpPr>
            <a:spLocks noChangeShapeType="1"/>
          </p:cNvSpPr>
          <p:nvPr/>
        </p:nvSpPr>
        <p:spPr bwMode="auto">
          <a:xfrm flipH="1">
            <a:off x="5703889" y="482600"/>
            <a:ext cx="2586037" cy="1333500"/>
          </a:xfrm>
          <a:prstGeom prst="line">
            <a:avLst/>
          </a:prstGeom>
          <a:noFill/>
          <a:ln w="952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728176" name="Text Box 112">
            <a:extLst>
              <a:ext uri="{FF2B5EF4-FFF2-40B4-BE49-F238E27FC236}">
                <a16:creationId xmlns:a16="http://schemas.microsoft.com/office/drawing/2014/main" id="{148613E9-6AA8-4C21-AB5F-FEC78B6E86F5}"/>
              </a:ext>
            </a:extLst>
          </p:cNvPr>
          <p:cNvSpPr txBox="1">
            <a:spLocks noChangeArrowheads="1"/>
          </p:cNvSpPr>
          <p:nvPr/>
        </p:nvSpPr>
        <p:spPr bwMode="auto">
          <a:xfrm>
            <a:off x="5446713" y="167481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3</a:t>
            </a:r>
          </a:p>
        </p:txBody>
      </p:sp>
      <p:sp>
        <p:nvSpPr>
          <p:cNvPr id="728177" name="Text Box 113">
            <a:extLst>
              <a:ext uri="{FF2B5EF4-FFF2-40B4-BE49-F238E27FC236}">
                <a16:creationId xmlns:a16="http://schemas.microsoft.com/office/drawing/2014/main" id="{B3F9E863-9CB4-42CF-A158-1CC4F597B22F}"/>
              </a:ext>
            </a:extLst>
          </p:cNvPr>
          <p:cNvSpPr txBox="1">
            <a:spLocks noChangeArrowheads="1"/>
          </p:cNvSpPr>
          <p:nvPr/>
        </p:nvSpPr>
        <p:spPr bwMode="auto">
          <a:xfrm>
            <a:off x="5103813" y="1679576"/>
            <a:ext cx="3429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2 </a:t>
            </a:r>
          </a:p>
        </p:txBody>
      </p:sp>
      <p:sp>
        <p:nvSpPr>
          <p:cNvPr id="94285" name="Text Box 114">
            <a:extLst>
              <a:ext uri="{FF2B5EF4-FFF2-40B4-BE49-F238E27FC236}">
                <a16:creationId xmlns:a16="http://schemas.microsoft.com/office/drawing/2014/main" id="{B63A7569-BCCC-406D-AC70-C17A4971E61B}"/>
              </a:ext>
            </a:extLst>
          </p:cNvPr>
          <p:cNvSpPr txBox="1">
            <a:spLocks noChangeArrowheads="1"/>
          </p:cNvSpPr>
          <p:nvPr/>
        </p:nvSpPr>
        <p:spPr bwMode="auto">
          <a:xfrm>
            <a:off x="1808164" y="2851151"/>
            <a:ext cx="928687"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eaLnBrk="1" hangingPunct="1">
              <a:lnSpc>
                <a:spcPct val="85000"/>
              </a:lnSpc>
            </a:pPr>
            <a:r>
              <a:rPr lang="en-US" altLang="en-US" b="1">
                <a:solidFill>
                  <a:srgbClr val="CC0000"/>
                </a:solidFill>
              </a:rPr>
              <a:t>Bảng</a:t>
            </a:r>
          </a:p>
          <a:p>
            <a:pPr algn="r" eaLnBrk="1" hangingPunct="1">
              <a:lnSpc>
                <a:spcPct val="85000"/>
              </a:lnSpc>
            </a:pPr>
            <a:r>
              <a:rPr lang="en-US" altLang="en-US" b="1">
                <a:solidFill>
                  <a:srgbClr val="CC0000"/>
                </a:solidFill>
              </a:rPr>
              <a:t>node y</a:t>
            </a:r>
          </a:p>
        </p:txBody>
      </p:sp>
      <p:sp>
        <p:nvSpPr>
          <p:cNvPr id="94286" name="Text Box 115">
            <a:extLst>
              <a:ext uri="{FF2B5EF4-FFF2-40B4-BE49-F238E27FC236}">
                <a16:creationId xmlns:a16="http://schemas.microsoft.com/office/drawing/2014/main" id="{8DAB4C12-691C-452C-B69B-AB5E09A4C5DB}"/>
              </a:ext>
            </a:extLst>
          </p:cNvPr>
          <p:cNvSpPr txBox="1">
            <a:spLocks noChangeArrowheads="1"/>
          </p:cNvSpPr>
          <p:nvPr/>
        </p:nvSpPr>
        <p:spPr bwMode="auto">
          <a:xfrm>
            <a:off x="1827214" y="4699001"/>
            <a:ext cx="915987"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eaLnBrk="1" hangingPunct="1">
              <a:lnSpc>
                <a:spcPct val="85000"/>
              </a:lnSpc>
            </a:pPr>
            <a:r>
              <a:rPr lang="en-US" altLang="en-US" b="1">
                <a:solidFill>
                  <a:srgbClr val="CC0000"/>
                </a:solidFill>
              </a:rPr>
              <a:t>Bảng</a:t>
            </a:r>
          </a:p>
          <a:p>
            <a:pPr algn="r" eaLnBrk="1" hangingPunct="1">
              <a:lnSpc>
                <a:spcPct val="85000"/>
              </a:lnSpc>
            </a:pPr>
            <a:r>
              <a:rPr lang="en-US" altLang="en-US" b="1">
                <a:solidFill>
                  <a:srgbClr val="CC0000"/>
                </a:solidFill>
              </a:rPr>
              <a:t>node z</a:t>
            </a:r>
          </a:p>
        </p:txBody>
      </p:sp>
      <p:sp>
        <p:nvSpPr>
          <p:cNvPr id="94287" name="Text Box 117">
            <a:extLst>
              <a:ext uri="{FF2B5EF4-FFF2-40B4-BE49-F238E27FC236}">
                <a16:creationId xmlns:a16="http://schemas.microsoft.com/office/drawing/2014/main" id="{5A7E0F69-0393-4E22-9E0E-DC829D247416}"/>
              </a:ext>
            </a:extLst>
          </p:cNvPr>
          <p:cNvSpPr txBox="1">
            <a:spLocks noChangeArrowheads="1"/>
          </p:cNvSpPr>
          <p:nvPr/>
        </p:nvSpPr>
        <p:spPr bwMode="auto">
          <a:xfrm>
            <a:off x="4937125" y="1143001"/>
            <a:ext cx="110013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400" i="1"/>
              <a:t>Chi phí đến</a:t>
            </a:r>
          </a:p>
        </p:txBody>
      </p:sp>
      <p:sp>
        <p:nvSpPr>
          <p:cNvPr id="94288" name="Text Box 118">
            <a:extLst>
              <a:ext uri="{FF2B5EF4-FFF2-40B4-BE49-F238E27FC236}">
                <a16:creationId xmlns:a16="http://schemas.microsoft.com/office/drawing/2014/main" id="{F783F52B-E45E-4D26-A7C5-006848F76C62}"/>
              </a:ext>
            </a:extLst>
          </p:cNvPr>
          <p:cNvSpPr txBox="1">
            <a:spLocks noChangeArrowheads="1"/>
          </p:cNvSpPr>
          <p:nvPr/>
        </p:nvSpPr>
        <p:spPr bwMode="auto">
          <a:xfrm rot="16200000">
            <a:off x="2150269" y="2066132"/>
            <a:ext cx="40798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400" i="1"/>
              <a:t>Từ</a:t>
            </a:r>
          </a:p>
        </p:txBody>
      </p:sp>
    </p:spTree>
    <p:extLst>
      <p:ext uri="{BB962C8B-B14F-4D97-AF65-F5344CB8AC3E}">
        <p14:creationId xmlns:p14="http://schemas.microsoft.com/office/powerpoint/2010/main" val="3577333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2817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28173"/>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28177"/>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2817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28175"/>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281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8172" grpId="0"/>
      <p:bldP spid="728174" grpId="0"/>
      <p:bldP spid="728176" grpId="0"/>
      <p:bldP spid="728177"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Footer Placeholder 2">
            <a:extLst>
              <a:ext uri="{FF2B5EF4-FFF2-40B4-BE49-F238E27FC236}">
                <a16:creationId xmlns:a16="http://schemas.microsoft.com/office/drawing/2014/main" id="{FE6AB44E-EC86-48C6-A360-4CBD75ACDE66}"/>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Tầng Network</a:t>
            </a:r>
          </a:p>
        </p:txBody>
      </p:sp>
      <p:sp>
        <p:nvSpPr>
          <p:cNvPr id="95235" name="Slide Number Placeholder 3">
            <a:extLst>
              <a:ext uri="{FF2B5EF4-FFF2-40B4-BE49-F238E27FC236}">
                <a16:creationId xmlns:a16="http://schemas.microsoft.com/office/drawing/2014/main" id="{15176740-BA20-4216-AFE4-D46785B1562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4-</a:t>
            </a:r>
            <a:fld id="{A0D973B4-84BF-4910-BD4A-0844997004A7}" type="slidenum">
              <a:rPr lang="en-US" altLang="en-US">
                <a:latin typeface="Tahoma" panose="020B0604030504040204" pitchFamily="34" charset="0"/>
              </a:rPr>
              <a:pPr/>
              <a:t>81</a:t>
            </a:fld>
            <a:endParaRPr lang="en-US" altLang="en-US">
              <a:latin typeface="Tahoma" panose="020B0604030504040204" pitchFamily="34" charset="0"/>
            </a:endParaRPr>
          </a:p>
        </p:txBody>
      </p:sp>
      <p:sp>
        <p:nvSpPr>
          <p:cNvPr id="95236" name="Line 20">
            <a:extLst>
              <a:ext uri="{FF2B5EF4-FFF2-40B4-BE49-F238E27FC236}">
                <a16:creationId xmlns:a16="http://schemas.microsoft.com/office/drawing/2014/main" id="{38717A04-DF77-475F-A7C1-74E67722FEBB}"/>
              </a:ext>
            </a:extLst>
          </p:cNvPr>
          <p:cNvSpPr>
            <a:spLocks noChangeShapeType="1"/>
          </p:cNvSpPr>
          <p:nvPr/>
        </p:nvSpPr>
        <p:spPr bwMode="auto">
          <a:xfrm>
            <a:off x="7010400" y="1524000"/>
            <a:ext cx="0" cy="1219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95237" name="Line 21">
            <a:extLst>
              <a:ext uri="{FF2B5EF4-FFF2-40B4-BE49-F238E27FC236}">
                <a16:creationId xmlns:a16="http://schemas.microsoft.com/office/drawing/2014/main" id="{9C919D87-030E-47C6-A6CB-7130078B2B84}"/>
              </a:ext>
            </a:extLst>
          </p:cNvPr>
          <p:cNvSpPr>
            <a:spLocks noChangeShapeType="1"/>
          </p:cNvSpPr>
          <p:nvPr/>
        </p:nvSpPr>
        <p:spPr bwMode="auto">
          <a:xfrm>
            <a:off x="6705600" y="1752600"/>
            <a:ext cx="1371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95238" name="Text Box 22">
            <a:extLst>
              <a:ext uri="{FF2B5EF4-FFF2-40B4-BE49-F238E27FC236}">
                <a16:creationId xmlns:a16="http://schemas.microsoft.com/office/drawing/2014/main" id="{06B0CCAE-79DA-4CF9-A999-9B7FA5CD6ECF}"/>
              </a:ext>
            </a:extLst>
          </p:cNvPr>
          <p:cNvSpPr txBox="1">
            <a:spLocks noChangeArrowheads="1"/>
          </p:cNvSpPr>
          <p:nvPr/>
        </p:nvSpPr>
        <p:spPr bwMode="auto">
          <a:xfrm>
            <a:off x="7010400" y="1366838"/>
            <a:ext cx="9080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x   y   z</a:t>
            </a:r>
          </a:p>
        </p:txBody>
      </p:sp>
      <p:sp>
        <p:nvSpPr>
          <p:cNvPr id="95239" name="Text Box 23">
            <a:extLst>
              <a:ext uri="{FF2B5EF4-FFF2-40B4-BE49-F238E27FC236}">
                <a16:creationId xmlns:a16="http://schemas.microsoft.com/office/drawing/2014/main" id="{168C29B5-332B-4267-A272-8581CF55F337}"/>
              </a:ext>
            </a:extLst>
          </p:cNvPr>
          <p:cNvSpPr txBox="1">
            <a:spLocks noChangeArrowheads="1"/>
          </p:cNvSpPr>
          <p:nvPr/>
        </p:nvSpPr>
        <p:spPr bwMode="auto">
          <a:xfrm>
            <a:off x="6705600" y="1747838"/>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x</a:t>
            </a:r>
          </a:p>
        </p:txBody>
      </p:sp>
      <p:sp>
        <p:nvSpPr>
          <p:cNvPr id="95240" name="Text Box 24">
            <a:extLst>
              <a:ext uri="{FF2B5EF4-FFF2-40B4-BE49-F238E27FC236}">
                <a16:creationId xmlns:a16="http://schemas.microsoft.com/office/drawing/2014/main" id="{D5E1D05E-D45A-4216-A09B-FF0E9E9ACCB7}"/>
              </a:ext>
            </a:extLst>
          </p:cNvPr>
          <p:cNvSpPr txBox="1">
            <a:spLocks noChangeArrowheads="1"/>
          </p:cNvSpPr>
          <p:nvPr/>
        </p:nvSpPr>
        <p:spPr bwMode="auto">
          <a:xfrm>
            <a:off x="6705600" y="2052638"/>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y</a:t>
            </a:r>
          </a:p>
        </p:txBody>
      </p:sp>
      <p:sp>
        <p:nvSpPr>
          <p:cNvPr id="95241" name="Text Box 25">
            <a:extLst>
              <a:ext uri="{FF2B5EF4-FFF2-40B4-BE49-F238E27FC236}">
                <a16:creationId xmlns:a16="http://schemas.microsoft.com/office/drawing/2014/main" id="{4E828B0D-C7B2-479D-B355-29333FA0B5A3}"/>
              </a:ext>
            </a:extLst>
          </p:cNvPr>
          <p:cNvSpPr txBox="1">
            <a:spLocks noChangeArrowheads="1"/>
          </p:cNvSpPr>
          <p:nvPr/>
        </p:nvSpPr>
        <p:spPr bwMode="auto">
          <a:xfrm>
            <a:off x="6705600" y="2357438"/>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z</a:t>
            </a:r>
          </a:p>
        </p:txBody>
      </p:sp>
      <p:sp>
        <p:nvSpPr>
          <p:cNvPr id="95242" name="Text Box 26">
            <a:extLst>
              <a:ext uri="{FF2B5EF4-FFF2-40B4-BE49-F238E27FC236}">
                <a16:creationId xmlns:a16="http://schemas.microsoft.com/office/drawing/2014/main" id="{564D69A5-1E6C-4494-B288-24C98D671840}"/>
              </a:ext>
            </a:extLst>
          </p:cNvPr>
          <p:cNvSpPr txBox="1">
            <a:spLocks noChangeArrowheads="1"/>
          </p:cNvSpPr>
          <p:nvPr/>
        </p:nvSpPr>
        <p:spPr bwMode="auto">
          <a:xfrm>
            <a:off x="7010400" y="1747838"/>
            <a:ext cx="8826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0  2   3</a:t>
            </a:r>
          </a:p>
        </p:txBody>
      </p:sp>
      <p:sp>
        <p:nvSpPr>
          <p:cNvPr id="95243" name="Text Box 27">
            <a:extLst>
              <a:ext uri="{FF2B5EF4-FFF2-40B4-BE49-F238E27FC236}">
                <a16:creationId xmlns:a16="http://schemas.microsoft.com/office/drawing/2014/main" id="{3EADD166-121D-43D6-87A1-D55AFA424153}"/>
              </a:ext>
            </a:extLst>
          </p:cNvPr>
          <p:cNvSpPr txBox="1">
            <a:spLocks noChangeArrowheads="1"/>
          </p:cNvSpPr>
          <p:nvPr/>
        </p:nvSpPr>
        <p:spPr bwMode="auto">
          <a:xfrm rot="16200000">
            <a:off x="6436520" y="2166145"/>
            <a:ext cx="35401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400"/>
              <a:t>từ</a:t>
            </a:r>
          </a:p>
        </p:txBody>
      </p:sp>
      <p:sp>
        <p:nvSpPr>
          <p:cNvPr id="95244" name="Text Box 28">
            <a:extLst>
              <a:ext uri="{FF2B5EF4-FFF2-40B4-BE49-F238E27FC236}">
                <a16:creationId xmlns:a16="http://schemas.microsoft.com/office/drawing/2014/main" id="{4A513C67-9FFD-422D-B131-379D328E6921}"/>
              </a:ext>
            </a:extLst>
          </p:cNvPr>
          <p:cNvSpPr txBox="1">
            <a:spLocks noChangeArrowheads="1"/>
          </p:cNvSpPr>
          <p:nvPr/>
        </p:nvSpPr>
        <p:spPr bwMode="auto">
          <a:xfrm>
            <a:off x="7132638" y="1223964"/>
            <a:ext cx="10604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400"/>
              <a:t>chi phí đến</a:t>
            </a:r>
          </a:p>
        </p:txBody>
      </p:sp>
      <p:sp>
        <p:nvSpPr>
          <p:cNvPr id="95245" name="Line 50">
            <a:extLst>
              <a:ext uri="{FF2B5EF4-FFF2-40B4-BE49-F238E27FC236}">
                <a16:creationId xmlns:a16="http://schemas.microsoft.com/office/drawing/2014/main" id="{CDCCE197-EEAB-4865-AD28-46E8ABD8A557}"/>
              </a:ext>
            </a:extLst>
          </p:cNvPr>
          <p:cNvSpPr>
            <a:spLocks noChangeShapeType="1"/>
          </p:cNvSpPr>
          <p:nvPr/>
        </p:nvSpPr>
        <p:spPr bwMode="auto">
          <a:xfrm>
            <a:off x="4800600" y="3200400"/>
            <a:ext cx="0" cy="1219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95246" name="Line 51">
            <a:extLst>
              <a:ext uri="{FF2B5EF4-FFF2-40B4-BE49-F238E27FC236}">
                <a16:creationId xmlns:a16="http://schemas.microsoft.com/office/drawing/2014/main" id="{8821BD00-6BB4-4836-9888-19097EF13BD7}"/>
              </a:ext>
            </a:extLst>
          </p:cNvPr>
          <p:cNvSpPr>
            <a:spLocks noChangeShapeType="1"/>
          </p:cNvSpPr>
          <p:nvPr/>
        </p:nvSpPr>
        <p:spPr bwMode="auto">
          <a:xfrm>
            <a:off x="4495800" y="3429000"/>
            <a:ext cx="1371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95247" name="Text Box 52">
            <a:extLst>
              <a:ext uri="{FF2B5EF4-FFF2-40B4-BE49-F238E27FC236}">
                <a16:creationId xmlns:a16="http://schemas.microsoft.com/office/drawing/2014/main" id="{E3B296B1-7E0C-41AC-93D1-885A0B47CD6B}"/>
              </a:ext>
            </a:extLst>
          </p:cNvPr>
          <p:cNvSpPr txBox="1">
            <a:spLocks noChangeArrowheads="1"/>
          </p:cNvSpPr>
          <p:nvPr/>
        </p:nvSpPr>
        <p:spPr bwMode="auto">
          <a:xfrm>
            <a:off x="4800600" y="3043238"/>
            <a:ext cx="9080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x   y   z</a:t>
            </a:r>
          </a:p>
        </p:txBody>
      </p:sp>
      <p:sp>
        <p:nvSpPr>
          <p:cNvPr id="95248" name="Text Box 53">
            <a:extLst>
              <a:ext uri="{FF2B5EF4-FFF2-40B4-BE49-F238E27FC236}">
                <a16:creationId xmlns:a16="http://schemas.microsoft.com/office/drawing/2014/main" id="{FA5C2E04-DA58-4AF6-9B49-4849A49F1F26}"/>
              </a:ext>
            </a:extLst>
          </p:cNvPr>
          <p:cNvSpPr txBox="1">
            <a:spLocks noChangeArrowheads="1"/>
          </p:cNvSpPr>
          <p:nvPr/>
        </p:nvSpPr>
        <p:spPr bwMode="auto">
          <a:xfrm>
            <a:off x="4495800" y="3424238"/>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x</a:t>
            </a:r>
          </a:p>
        </p:txBody>
      </p:sp>
      <p:sp>
        <p:nvSpPr>
          <p:cNvPr id="95249" name="Text Box 54">
            <a:extLst>
              <a:ext uri="{FF2B5EF4-FFF2-40B4-BE49-F238E27FC236}">
                <a16:creationId xmlns:a16="http://schemas.microsoft.com/office/drawing/2014/main" id="{3B9CF2F5-1E2F-4289-9658-7898DC67D5DD}"/>
              </a:ext>
            </a:extLst>
          </p:cNvPr>
          <p:cNvSpPr txBox="1">
            <a:spLocks noChangeArrowheads="1"/>
          </p:cNvSpPr>
          <p:nvPr/>
        </p:nvSpPr>
        <p:spPr bwMode="auto">
          <a:xfrm>
            <a:off x="4495800" y="3729038"/>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y</a:t>
            </a:r>
          </a:p>
        </p:txBody>
      </p:sp>
      <p:sp>
        <p:nvSpPr>
          <p:cNvPr id="95250" name="Text Box 55">
            <a:extLst>
              <a:ext uri="{FF2B5EF4-FFF2-40B4-BE49-F238E27FC236}">
                <a16:creationId xmlns:a16="http://schemas.microsoft.com/office/drawing/2014/main" id="{91AA904A-DC5D-4B58-A472-9E8709572340}"/>
              </a:ext>
            </a:extLst>
          </p:cNvPr>
          <p:cNvSpPr txBox="1">
            <a:spLocks noChangeArrowheads="1"/>
          </p:cNvSpPr>
          <p:nvPr/>
        </p:nvSpPr>
        <p:spPr bwMode="auto">
          <a:xfrm>
            <a:off x="4495800" y="4033838"/>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z</a:t>
            </a:r>
          </a:p>
        </p:txBody>
      </p:sp>
      <p:sp>
        <p:nvSpPr>
          <p:cNvPr id="95251" name="Text Box 56">
            <a:extLst>
              <a:ext uri="{FF2B5EF4-FFF2-40B4-BE49-F238E27FC236}">
                <a16:creationId xmlns:a16="http://schemas.microsoft.com/office/drawing/2014/main" id="{C7B83910-1C0A-47EE-A78F-E527C0BD4DC9}"/>
              </a:ext>
            </a:extLst>
          </p:cNvPr>
          <p:cNvSpPr txBox="1">
            <a:spLocks noChangeArrowheads="1"/>
          </p:cNvSpPr>
          <p:nvPr/>
        </p:nvSpPr>
        <p:spPr bwMode="auto">
          <a:xfrm>
            <a:off x="4800600" y="3424238"/>
            <a:ext cx="8826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0  2   7</a:t>
            </a:r>
          </a:p>
        </p:txBody>
      </p:sp>
      <p:sp>
        <p:nvSpPr>
          <p:cNvPr id="95252" name="Text Box 57">
            <a:extLst>
              <a:ext uri="{FF2B5EF4-FFF2-40B4-BE49-F238E27FC236}">
                <a16:creationId xmlns:a16="http://schemas.microsoft.com/office/drawing/2014/main" id="{62BC9B3E-18BB-44C9-9E36-1167F6BCA610}"/>
              </a:ext>
            </a:extLst>
          </p:cNvPr>
          <p:cNvSpPr txBox="1">
            <a:spLocks noChangeArrowheads="1"/>
          </p:cNvSpPr>
          <p:nvPr/>
        </p:nvSpPr>
        <p:spPr bwMode="auto">
          <a:xfrm rot="16200000">
            <a:off x="4260057" y="3820320"/>
            <a:ext cx="35401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400"/>
              <a:t>từ</a:t>
            </a:r>
          </a:p>
        </p:txBody>
      </p:sp>
      <p:sp>
        <p:nvSpPr>
          <p:cNvPr id="95253" name="Text Box 58">
            <a:extLst>
              <a:ext uri="{FF2B5EF4-FFF2-40B4-BE49-F238E27FC236}">
                <a16:creationId xmlns:a16="http://schemas.microsoft.com/office/drawing/2014/main" id="{AF8905B2-5A81-461C-9031-DB74B105976F}"/>
              </a:ext>
            </a:extLst>
          </p:cNvPr>
          <p:cNvSpPr txBox="1">
            <a:spLocks noChangeArrowheads="1"/>
          </p:cNvSpPr>
          <p:nvPr/>
        </p:nvSpPr>
        <p:spPr bwMode="auto">
          <a:xfrm>
            <a:off x="4945063" y="2900364"/>
            <a:ext cx="10604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400"/>
              <a:t>chi phí đến</a:t>
            </a:r>
          </a:p>
        </p:txBody>
      </p:sp>
      <p:sp>
        <p:nvSpPr>
          <p:cNvPr id="95254" name="Line 59">
            <a:extLst>
              <a:ext uri="{FF2B5EF4-FFF2-40B4-BE49-F238E27FC236}">
                <a16:creationId xmlns:a16="http://schemas.microsoft.com/office/drawing/2014/main" id="{16FE8446-3E92-4F45-BFED-FB825BD036CE}"/>
              </a:ext>
            </a:extLst>
          </p:cNvPr>
          <p:cNvSpPr>
            <a:spLocks noChangeShapeType="1"/>
          </p:cNvSpPr>
          <p:nvPr/>
        </p:nvSpPr>
        <p:spPr bwMode="auto">
          <a:xfrm>
            <a:off x="7010400" y="3276600"/>
            <a:ext cx="0" cy="1219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95255" name="Line 60">
            <a:extLst>
              <a:ext uri="{FF2B5EF4-FFF2-40B4-BE49-F238E27FC236}">
                <a16:creationId xmlns:a16="http://schemas.microsoft.com/office/drawing/2014/main" id="{3218D9D0-B4F1-4707-B3B4-67E45C8CFAC0}"/>
              </a:ext>
            </a:extLst>
          </p:cNvPr>
          <p:cNvSpPr>
            <a:spLocks noChangeShapeType="1"/>
          </p:cNvSpPr>
          <p:nvPr/>
        </p:nvSpPr>
        <p:spPr bwMode="auto">
          <a:xfrm>
            <a:off x="6705600" y="3505200"/>
            <a:ext cx="1371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95256" name="Text Box 61">
            <a:extLst>
              <a:ext uri="{FF2B5EF4-FFF2-40B4-BE49-F238E27FC236}">
                <a16:creationId xmlns:a16="http://schemas.microsoft.com/office/drawing/2014/main" id="{1A9783F8-957B-44D3-BCAE-F235F238C195}"/>
              </a:ext>
            </a:extLst>
          </p:cNvPr>
          <p:cNvSpPr txBox="1">
            <a:spLocks noChangeArrowheads="1"/>
          </p:cNvSpPr>
          <p:nvPr/>
        </p:nvSpPr>
        <p:spPr bwMode="auto">
          <a:xfrm>
            <a:off x="7010400" y="3119438"/>
            <a:ext cx="9080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x   y   z</a:t>
            </a:r>
          </a:p>
        </p:txBody>
      </p:sp>
      <p:sp>
        <p:nvSpPr>
          <p:cNvPr id="95257" name="Text Box 62">
            <a:extLst>
              <a:ext uri="{FF2B5EF4-FFF2-40B4-BE49-F238E27FC236}">
                <a16:creationId xmlns:a16="http://schemas.microsoft.com/office/drawing/2014/main" id="{9FF7C916-AA4D-4A1E-B04E-BF3D75DADA8B}"/>
              </a:ext>
            </a:extLst>
          </p:cNvPr>
          <p:cNvSpPr txBox="1">
            <a:spLocks noChangeArrowheads="1"/>
          </p:cNvSpPr>
          <p:nvPr/>
        </p:nvSpPr>
        <p:spPr bwMode="auto">
          <a:xfrm>
            <a:off x="6705600" y="3500438"/>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x</a:t>
            </a:r>
          </a:p>
        </p:txBody>
      </p:sp>
      <p:sp>
        <p:nvSpPr>
          <p:cNvPr id="95258" name="Text Box 63">
            <a:extLst>
              <a:ext uri="{FF2B5EF4-FFF2-40B4-BE49-F238E27FC236}">
                <a16:creationId xmlns:a16="http://schemas.microsoft.com/office/drawing/2014/main" id="{21C249E2-5BAC-4450-80AB-6E8A0E2FAA1B}"/>
              </a:ext>
            </a:extLst>
          </p:cNvPr>
          <p:cNvSpPr txBox="1">
            <a:spLocks noChangeArrowheads="1"/>
          </p:cNvSpPr>
          <p:nvPr/>
        </p:nvSpPr>
        <p:spPr bwMode="auto">
          <a:xfrm>
            <a:off x="6705600" y="3805238"/>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y</a:t>
            </a:r>
          </a:p>
        </p:txBody>
      </p:sp>
      <p:sp>
        <p:nvSpPr>
          <p:cNvPr id="95259" name="Text Box 64">
            <a:extLst>
              <a:ext uri="{FF2B5EF4-FFF2-40B4-BE49-F238E27FC236}">
                <a16:creationId xmlns:a16="http://schemas.microsoft.com/office/drawing/2014/main" id="{B04F0E95-E88C-4853-83EF-61BE73FA179A}"/>
              </a:ext>
            </a:extLst>
          </p:cNvPr>
          <p:cNvSpPr txBox="1">
            <a:spLocks noChangeArrowheads="1"/>
          </p:cNvSpPr>
          <p:nvPr/>
        </p:nvSpPr>
        <p:spPr bwMode="auto">
          <a:xfrm>
            <a:off x="6705600" y="4110038"/>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z</a:t>
            </a:r>
          </a:p>
        </p:txBody>
      </p:sp>
      <p:sp>
        <p:nvSpPr>
          <p:cNvPr id="95260" name="Text Box 65">
            <a:extLst>
              <a:ext uri="{FF2B5EF4-FFF2-40B4-BE49-F238E27FC236}">
                <a16:creationId xmlns:a16="http://schemas.microsoft.com/office/drawing/2014/main" id="{2920F815-8FA0-4737-82EA-5660C2036466}"/>
              </a:ext>
            </a:extLst>
          </p:cNvPr>
          <p:cNvSpPr txBox="1">
            <a:spLocks noChangeArrowheads="1"/>
          </p:cNvSpPr>
          <p:nvPr/>
        </p:nvSpPr>
        <p:spPr bwMode="auto">
          <a:xfrm>
            <a:off x="7010400" y="3500438"/>
            <a:ext cx="8826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0  2   3</a:t>
            </a:r>
          </a:p>
        </p:txBody>
      </p:sp>
      <p:sp>
        <p:nvSpPr>
          <p:cNvPr id="95261" name="Text Box 66">
            <a:extLst>
              <a:ext uri="{FF2B5EF4-FFF2-40B4-BE49-F238E27FC236}">
                <a16:creationId xmlns:a16="http://schemas.microsoft.com/office/drawing/2014/main" id="{D2BCEFB7-2AFD-40C8-9237-6D9F68DE229C}"/>
              </a:ext>
            </a:extLst>
          </p:cNvPr>
          <p:cNvSpPr txBox="1">
            <a:spLocks noChangeArrowheads="1"/>
          </p:cNvSpPr>
          <p:nvPr/>
        </p:nvSpPr>
        <p:spPr bwMode="auto">
          <a:xfrm rot="16200000">
            <a:off x="6436520" y="3896520"/>
            <a:ext cx="35401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400"/>
              <a:t>từ</a:t>
            </a:r>
          </a:p>
        </p:txBody>
      </p:sp>
      <p:sp>
        <p:nvSpPr>
          <p:cNvPr id="95262" name="Text Box 67">
            <a:extLst>
              <a:ext uri="{FF2B5EF4-FFF2-40B4-BE49-F238E27FC236}">
                <a16:creationId xmlns:a16="http://schemas.microsoft.com/office/drawing/2014/main" id="{DCA210AF-0B62-4F88-B965-D00C7CCDCD41}"/>
              </a:ext>
            </a:extLst>
          </p:cNvPr>
          <p:cNvSpPr txBox="1">
            <a:spLocks noChangeArrowheads="1"/>
          </p:cNvSpPr>
          <p:nvPr/>
        </p:nvSpPr>
        <p:spPr bwMode="auto">
          <a:xfrm>
            <a:off x="7121525" y="2965451"/>
            <a:ext cx="10604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400"/>
              <a:t>chi phí đến</a:t>
            </a:r>
          </a:p>
        </p:txBody>
      </p:sp>
      <p:sp>
        <p:nvSpPr>
          <p:cNvPr id="95263" name="Line 68">
            <a:extLst>
              <a:ext uri="{FF2B5EF4-FFF2-40B4-BE49-F238E27FC236}">
                <a16:creationId xmlns:a16="http://schemas.microsoft.com/office/drawing/2014/main" id="{0D68FE5F-506D-4095-85B0-1E613E781338}"/>
              </a:ext>
            </a:extLst>
          </p:cNvPr>
          <p:cNvSpPr>
            <a:spLocks noChangeShapeType="1"/>
          </p:cNvSpPr>
          <p:nvPr/>
        </p:nvSpPr>
        <p:spPr bwMode="auto">
          <a:xfrm>
            <a:off x="6934200" y="4953000"/>
            <a:ext cx="0" cy="1219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95264" name="Line 69">
            <a:extLst>
              <a:ext uri="{FF2B5EF4-FFF2-40B4-BE49-F238E27FC236}">
                <a16:creationId xmlns:a16="http://schemas.microsoft.com/office/drawing/2014/main" id="{4F2977A6-53F1-4A78-88E5-D0CB208856F6}"/>
              </a:ext>
            </a:extLst>
          </p:cNvPr>
          <p:cNvSpPr>
            <a:spLocks noChangeShapeType="1"/>
          </p:cNvSpPr>
          <p:nvPr/>
        </p:nvSpPr>
        <p:spPr bwMode="auto">
          <a:xfrm>
            <a:off x="6629400" y="5181600"/>
            <a:ext cx="1371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95265" name="Text Box 70">
            <a:extLst>
              <a:ext uri="{FF2B5EF4-FFF2-40B4-BE49-F238E27FC236}">
                <a16:creationId xmlns:a16="http://schemas.microsoft.com/office/drawing/2014/main" id="{563AA9DF-9408-4AC4-A4EC-02E79CA0B795}"/>
              </a:ext>
            </a:extLst>
          </p:cNvPr>
          <p:cNvSpPr txBox="1">
            <a:spLocks noChangeArrowheads="1"/>
          </p:cNvSpPr>
          <p:nvPr/>
        </p:nvSpPr>
        <p:spPr bwMode="auto">
          <a:xfrm>
            <a:off x="6934200" y="4795838"/>
            <a:ext cx="9080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x   y   z</a:t>
            </a:r>
          </a:p>
        </p:txBody>
      </p:sp>
      <p:sp>
        <p:nvSpPr>
          <p:cNvPr id="95266" name="Text Box 71">
            <a:extLst>
              <a:ext uri="{FF2B5EF4-FFF2-40B4-BE49-F238E27FC236}">
                <a16:creationId xmlns:a16="http://schemas.microsoft.com/office/drawing/2014/main" id="{6C7FCC76-F7CE-447F-B1D0-0225E81EFCE8}"/>
              </a:ext>
            </a:extLst>
          </p:cNvPr>
          <p:cNvSpPr txBox="1">
            <a:spLocks noChangeArrowheads="1"/>
          </p:cNvSpPr>
          <p:nvPr/>
        </p:nvSpPr>
        <p:spPr bwMode="auto">
          <a:xfrm>
            <a:off x="6629400" y="5176838"/>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x</a:t>
            </a:r>
          </a:p>
        </p:txBody>
      </p:sp>
      <p:sp>
        <p:nvSpPr>
          <p:cNvPr id="95267" name="Text Box 72">
            <a:extLst>
              <a:ext uri="{FF2B5EF4-FFF2-40B4-BE49-F238E27FC236}">
                <a16:creationId xmlns:a16="http://schemas.microsoft.com/office/drawing/2014/main" id="{65F01F67-1B45-4B2E-854F-86409DC5417D}"/>
              </a:ext>
            </a:extLst>
          </p:cNvPr>
          <p:cNvSpPr txBox="1">
            <a:spLocks noChangeArrowheads="1"/>
          </p:cNvSpPr>
          <p:nvPr/>
        </p:nvSpPr>
        <p:spPr bwMode="auto">
          <a:xfrm>
            <a:off x="6629400" y="5481638"/>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y</a:t>
            </a:r>
          </a:p>
        </p:txBody>
      </p:sp>
      <p:sp>
        <p:nvSpPr>
          <p:cNvPr id="95268" name="Text Box 73">
            <a:extLst>
              <a:ext uri="{FF2B5EF4-FFF2-40B4-BE49-F238E27FC236}">
                <a16:creationId xmlns:a16="http://schemas.microsoft.com/office/drawing/2014/main" id="{19352056-6AA5-41C0-883D-378D1F37207B}"/>
              </a:ext>
            </a:extLst>
          </p:cNvPr>
          <p:cNvSpPr txBox="1">
            <a:spLocks noChangeArrowheads="1"/>
          </p:cNvSpPr>
          <p:nvPr/>
        </p:nvSpPr>
        <p:spPr bwMode="auto">
          <a:xfrm>
            <a:off x="6629400" y="5786438"/>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z</a:t>
            </a:r>
          </a:p>
        </p:txBody>
      </p:sp>
      <p:sp>
        <p:nvSpPr>
          <p:cNvPr id="95269" name="Text Box 74">
            <a:extLst>
              <a:ext uri="{FF2B5EF4-FFF2-40B4-BE49-F238E27FC236}">
                <a16:creationId xmlns:a16="http://schemas.microsoft.com/office/drawing/2014/main" id="{BBAF38C4-8C39-4CA4-8AFD-0AE656552548}"/>
              </a:ext>
            </a:extLst>
          </p:cNvPr>
          <p:cNvSpPr txBox="1">
            <a:spLocks noChangeArrowheads="1"/>
          </p:cNvSpPr>
          <p:nvPr/>
        </p:nvSpPr>
        <p:spPr bwMode="auto">
          <a:xfrm>
            <a:off x="6934200" y="5176838"/>
            <a:ext cx="8826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0  2   3</a:t>
            </a:r>
          </a:p>
        </p:txBody>
      </p:sp>
      <p:sp>
        <p:nvSpPr>
          <p:cNvPr id="95270" name="Text Box 75">
            <a:extLst>
              <a:ext uri="{FF2B5EF4-FFF2-40B4-BE49-F238E27FC236}">
                <a16:creationId xmlns:a16="http://schemas.microsoft.com/office/drawing/2014/main" id="{2BD36326-E8B5-4A9F-BAE7-43D7314117B5}"/>
              </a:ext>
            </a:extLst>
          </p:cNvPr>
          <p:cNvSpPr txBox="1">
            <a:spLocks noChangeArrowheads="1"/>
          </p:cNvSpPr>
          <p:nvPr/>
        </p:nvSpPr>
        <p:spPr bwMode="auto">
          <a:xfrm rot="16200000">
            <a:off x="6371432" y="5561807"/>
            <a:ext cx="35401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400"/>
              <a:t>từ</a:t>
            </a:r>
          </a:p>
        </p:txBody>
      </p:sp>
      <p:sp>
        <p:nvSpPr>
          <p:cNvPr id="95271" name="Text Box 76">
            <a:extLst>
              <a:ext uri="{FF2B5EF4-FFF2-40B4-BE49-F238E27FC236}">
                <a16:creationId xmlns:a16="http://schemas.microsoft.com/office/drawing/2014/main" id="{C552CE24-6FB6-4253-9DEF-6700CC84A769}"/>
              </a:ext>
            </a:extLst>
          </p:cNvPr>
          <p:cNvSpPr txBox="1">
            <a:spLocks noChangeArrowheads="1"/>
          </p:cNvSpPr>
          <p:nvPr/>
        </p:nvSpPr>
        <p:spPr bwMode="auto">
          <a:xfrm>
            <a:off x="7045325" y="4664076"/>
            <a:ext cx="10604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400"/>
              <a:t>chi phí đến</a:t>
            </a:r>
          </a:p>
        </p:txBody>
      </p:sp>
      <p:sp>
        <p:nvSpPr>
          <p:cNvPr id="95272" name="Line 77">
            <a:extLst>
              <a:ext uri="{FF2B5EF4-FFF2-40B4-BE49-F238E27FC236}">
                <a16:creationId xmlns:a16="http://schemas.microsoft.com/office/drawing/2014/main" id="{F7EE6BE3-4DC1-4B61-A9AA-3C2A881372D0}"/>
              </a:ext>
            </a:extLst>
          </p:cNvPr>
          <p:cNvSpPr>
            <a:spLocks noChangeShapeType="1"/>
          </p:cNvSpPr>
          <p:nvPr/>
        </p:nvSpPr>
        <p:spPr bwMode="auto">
          <a:xfrm>
            <a:off x="4800600" y="4953000"/>
            <a:ext cx="0" cy="1219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95273" name="Line 78">
            <a:extLst>
              <a:ext uri="{FF2B5EF4-FFF2-40B4-BE49-F238E27FC236}">
                <a16:creationId xmlns:a16="http://schemas.microsoft.com/office/drawing/2014/main" id="{D1E6B7FE-0236-496E-9437-9422DFA86587}"/>
              </a:ext>
            </a:extLst>
          </p:cNvPr>
          <p:cNvSpPr>
            <a:spLocks noChangeShapeType="1"/>
          </p:cNvSpPr>
          <p:nvPr/>
        </p:nvSpPr>
        <p:spPr bwMode="auto">
          <a:xfrm>
            <a:off x="4495800" y="5181600"/>
            <a:ext cx="1371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95274" name="Text Box 79">
            <a:extLst>
              <a:ext uri="{FF2B5EF4-FFF2-40B4-BE49-F238E27FC236}">
                <a16:creationId xmlns:a16="http://schemas.microsoft.com/office/drawing/2014/main" id="{F957A1FB-1DC7-453E-BE71-0FAA2030646D}"/>
              </a:ext>
            </a:extLst>
          </p:cNvPr>
          <p:cNvSpPr txBox="1">
            <a:spLocks noChangeArrowheads="1"/>
          </p:cNvSpPr>
          <p:nvPr/>
        </p:nvSpPr>
        <p:spPr bwMode="auto">
          <a:xfrm>
            <a:off x="4800600" y="4795838"/>
            <a:ext cx="9080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x   y   z</a:t>
            </a:r>
          </a:p>
        </p:txBody>
      </p:sp>
      <p:sp>
        <p:nvSpPr>
          <p:cNvPr id="95275" name="Text Box 80">
            <a:extLst>
              <a:ext uri="{FF2B5EF4-FFF2-40B4-BE49-F238E27FC236}">
                <a16:creationId xmlns:a16="http://schemas.microsoft.com/office/drawing/2014/main" id="{943FB77B-11F5-464D-B5CC-E8FE86076F0F}"/>
              </a:ext>
            </a:extLst>
          </p:cNvPr>
          <p:cNvSpPr txBox="1">
            <a:spLocks noChangeArrowheads="1"/>
          </p:cNvSpPr>
          <p:nvPr/>
        </p:nvSpPr>
        <p:spPr bwMode="auto">
          <a:xfrm>
            <a:off x="4495800" y="5176838"/>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x</a:t>
            </a:r>
          </a:p>
        </p:txBody>
      </p:sp>
      <p:sp>
        <p:nvSpPr>
          <p:cNvPr id="95276" name="Text Box 81">
            <a:extLst>
              <a:ext uri="{FF2B5EF4-FFF2-40B4-BE49-F238E27FC236}">
                <a16:creationId xmlns:a16="http://schemas.microsoft.com/office/drawing/2014/main" id="{209CF849-695C-4DF8-B398-6EF32B8BFCF2}"/>
              </a:ext>
            </a:extLst>
          </p:cNvPr>
          <p:cNvSpPr txBox="1">
            <a:spLocks noChangeArrowheads="1"/>
          </p:cNvSpPr>
          <p:nvPr/>
        </p:nvSpPr>
        <p:spPr bwMode="auto">
          <a:xfrm>
            <a:off x="4495800" y="5481638"/>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y</a:t>
            </a:r>
          </a:p>
        </p:txBody>
      </p:sp>
      <p:sp>
        <p:nvSpPr>
          <p:cNvPr id="95277" name="Text Box 82">
            <a:extLst>
              <a:ext uri="{FF2B5EF4-FFF2-40B4-BE49-F238E27FC236}">
                <a16:creationId xmlns:a16="http://schemas.microsoft.com/office/drawing/2014/main" id="{46729B59-79BE-4C07-AF9F-BBC70E1E3570}"/>
              </a:ext>
            </a:extLst>
          </p:cNvPr>
          <p:cNvSpPr txBox="1">
            <a:spLocks noChangeArrowheads="1"/>
          </p:cNvSpPr>
          <p:nvPr/>
        </p:nvSpPr>
        <p:spPr bwMode="auto">
          <a:xfrm>
            <a:off x="4495800" y="5786438"/>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z</a:t>
            </a:r>
          </a:p>
        </p:txBody>
      </p:sp>
      <p:sp>
        <p:nvSpPr>
          <p:cNvPr id="95278" name="Text Box 83">
            <a:extLst>
              <a:ext uri="{FF2B5EF4-FFF2-40B4-BE49-F238E27FC236}">
                <a16:creationId xmlns:a16="http://schemas.microsoft.com/office/drawing/2014/main" id="{CF1A71D5-687E-4B75-BF06-8CA2E64074AA}"/>
              </a:ext>
            </a:extLst>
          </p:cNvPr>
          <p:cNvSpPr txBox="1">
            <a:spLocks noChangeArrowheads="1"/>
          </p:cNvSpPr>
          <p:nvPr/>
        </p:nvSpPr>
        <p:spPr bwMode="auto">
          <a:xfrm>
            <a:off x="4800600" y="5176838"/>
            <a:ext cx="8826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0  2   7</a:t>
            </a:r>
          </a:p>
        </p:txBody>
      </p:sp>
      <p:sp>
        <p:nvSpPr>
          <p:cNvPr id="95279" name="Text Box 84">
            <a:extLst>
              <a:ext uri="{FF2B5EF4-FFF2-40B4-BE49-F238E27FC236}">
                <a16:creationId xmlns:a16="http://schemas.microsoft.com/office/drawing/2014/main" id="{15B03614-8829-46E5-9956-6E612DB549FA}"/>
              </a:ext>
            </a:extLst>
          </p:cNvPr>
          <p:cNvSpPr txBox="1">
            <a:spLocks noChangeArrowheads="1"/>
          </p:cNvSpPr>
          <p:nvPr/>
        </p:nvSpPr>
        <p:spPr bwMode="auto">
          <a:xfrm rot="16200000">
            <a:off x="4260057" y="5530057"/>
            <a:ext cx="35401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400"/>
              <a:t>từ</a:t>
            </a:r>
          </a:p>
        </p:txBody>
      </p:sp>
      <p:sp>
        <p:nvSpPr>
          <p:cNvPr id="95280" name="Text Box 85">
            <a:extLst>
              <a:ext uri="{FF2B5EF4-FFF2-40B4-BE49-F238E27FC236}">
                <a16:creationId xmlns:a16="http://schemas.microsoft.com/office/drawing/2014/main" id="{7E17DF7A-B373-49A1-BD15-9E1412E1E4CF}"/>
              </a:ext>
            </a:extLst>
          </p:cNvPr>
          <p:cNvSpPr txBox="1">
            <a:spLocks noChangeArrowheads="1"/>
          </p:cNvSpPr>
          <p:nvPr/>
        </p:nvSpPr>
        <p:spPr bwMode="auto">
          <a:xfrm>
            <a:off x="4933950" y="4664076"/>
            <a:ext cx="10604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400"/>
              <a:t>chi phí đến</a:t>
            </a:r>
          </a:p>
        </p:txBody>
      </p:sp>
      <p:sp>
        <p:nvSpPr>
          <p:cNvPr id="95281" name="Text Box 103">
            <a:extLst>
              <a:ext uri="{FF2B5EF4-FFF2-40B4-BE49-F238E27FC236}">
                <a16:creationId xmlns:a16="http://schemas.microsoft.com/office/drawing/2014/main" id="{6E0B586F-1EA0-4D7D-868F-CF4A90A78FF6}"/>
              </a:ext>
            </a:extLst>
          </p:cNvPr>
          <p:cNvSpPr txBox="1">
            <a:spLocks noChangeArrowheads="1"/>
          </p:cNvSpPr>
          <p:nvPr/>
        </p:nvSpPr>
        <p:spPr bwMode="auto">
          <a:xfrm>
            <a:off x="4800600" y="3771901"/>
            <a:ext cx="8826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2  0   1</a:t>
            </a:r>
          </a:p>
        </p:txBody>
      </p:sp>
      <p:sp>
        <p:nvSpPr>
          <p:cNvPr id="95282" name="Text Box 104">
            <a:extLst>
              <a:ext uri="{FF2B5EF4-FFF2-40B4-BE49-F238E27FC236}">
                <a16:creationId xmlns:a16="http://schemas.microsoft.com/office/drawing/2014/main" id="{2B7C72A9-CEA9-4089-8220-B74CBF926F0F}"/>
              </a:ext>
            </a:extLst>
          </p:cNvPr>
          <p:cNvSpPr txBox="1">
            <a:spLocks noChangeArrowheads="1"/>
          </p:cNvSpPr>
          <p:nvPr/>
        </p:nvSpPr>
        <p:spPr bwMode="auto">
          <a:xfrm>
            <a:off x="4800600" y="4110038"/>
            <a:ext cx="946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7   1   0</a:t>
            </a:r>
          </a:p>
        </p:txBody>
      </p:sp>
      <p:sp>
        <p:nvSpPr>
          <p:cNvPr id="95283" name="Text Box 105">
            <a:extLst>
              <a:ext uri="{FF2B5EF4-FFF2-40B4-BE49-F238E27FC236}">
                <a16:creationId xmlns:a16="http://schemas.microsoft.com/office/drawing/2014/main" id="{5920FFC1-3F29-4CE9-A9E4-EA8C4B3B7DC5}"/>
              </a:ext>
            </a:extLst>
          </p:cNvPr>
          <p:cNvSpPr txBox="1">
            <a:spLocks noChangeArrowheads="1"/>
          </p:cNvSpPr>
          <p:nvPr/>
        </p:nvSpPr>
        <p:spPr bwMode="auto">
          <a:xfrm>
            <a:off x="4800600" y="5557838"/>
            <a:ext cx="8826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2  0   1</a:t>
            </a:r>
          </a:p>
        </p:txBody>
      </p:sp>
      <p:sp>
        <p:nvSpPr>
          <p:cNvPr id="95284" name="Text Box 106">
            <a:extLst>
              <a:ext uri="{FF2B5EF4-FFF2-40B4-BE49-F238E27FC236}">
                <a16:creationId xmlns:a16="http://schemas.microsoft.com/office/drawing/2014/main" id="{69C285E4-1662-478D-83C8-2D6388C37F46}"/>
              </a:ext>
            </a:extLst>
          </p:cNvPr>
          <p:cNvSpPr txBox="1">
            <a:spLocks noChangeArrowheads="1"/>
          </p:cNvSpPr>
          <p:nvPr/>
        </p:nvSpPr>
        <p:spPr bwMode="auto">
          <a:xfrm>
            <a:off x="4800600" y="5862638"/>
            <a:ext cx="8826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3  1   0</a:t>
            </a:r>
          </a:p>
        </p:txBody>
      </p:sp>
      <p:sp>
        <p:nvSpPr>
          <p:cNvPr id="95285" name="Text Box 107">
            <a:extLst>
              <a:ext uri="{FF2B5EF4-FFF2-40B4-BE49-F238E27FC236}">
                <a16:creationId xmlns:a16="http://schemas.microsoft.com/office/drawing/2014/main" id="{A751903A-1276-4A85-87C7-5909BBB40816}"/>
              </a:ext>
            </a:extLst>
          </p:cNvPr>
          <p:cNvSpPr txBox="1">
            <a:spLocks noChangeArrowheads="1"/>
          </p:cNvSpPr>
          <p:nvPr/>
        </p:nvSpPr>
        <p:spPr bwMode="auto">
          <a:xfrm>
            <a:off x="7010400" y="2095501"/>
            <a:ext cx="946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2   0   1</a:t>
            </a:r>
          </a:p>
        </p:txBody>
      </p:sp>
      <p:sp>
        <p:nvSpPr>
          <p:cNvPr id="95286" name="Text Box 108">
            <a:extLst>
              <a:ext uri="{FF2B5EF4-FFF2-40B4-BE49-F238E27FC236}">
                <a16:creationId xmlns:a16="http://schemas.microsoft.com/office/drawing/2014/main" id="{CE23BDEA-CB98-4DCF-AD75-64049A49D8F1}"/>
              </a:ext>
            </a:extLst>
          </p:cNvPr>
          <p:cNvSpPr txBox="1">
            <a:spLocks noChangeArrowheads="1"/>
          </p:cNvSpPr>
          <p:nvPr/>
        </p:nvSpPr>
        <p:spPr bwMode="auto">
          <a:xfrm>
            <a:off x="7010400" y="2433638"/>
            <a:ext cx="8826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3  1   0</a:t>
            </a:r>
          </a:p>
        </p:txBody>
      </p:sp>
      <p:sp>
        <p:nvSpPr>
          <p:cNvPr id="95287" name="Text Box 109">
            <a:extLst>
              <a:ext uri="{FF2B5EF4-FFF2-40B4-BE49-F238E27FC236}">
                <a16:creationId xmlns:a16="http://schemas.microsoft.com/office/drawing/2014/main" id="{03BB52E9-3FC3-454E-B396-FCBF0352CB04}"/>
              </a:ext>
            </a:extLst>
          </p:cNvPr>
          <p:cNvSpPr txBox="1">
            <a:spLocks noChangeArrowheads="1"/>
          </p:cNvSpPr>
          <p:nvPr/>
        </p:nvSpPr>
        <p:spPr bwMode="auto">
          <a:xfrm>
            <a:off x="7010400" y="3825876"/>
            <a:ext cx="8826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2  0   1</a:t>
            </a:r>
          </a:p>
        </p:txBody>
      </p:sp>
      <p:sp>
        <p:nvSpPr>
          <p:cNvPr id="95288" name="Text Box 110">
            <a:extLst>
              <a:ext uri="{FF2B5EF4-FFF2-40B4-BE49-F238E27FC236}">
                <a16:creationId xmlns:a16="http://schemas.microsoft.com/office/drawing/2014/main" id="{589EA7A4-289D-41D7-9D48-C6AD02FA7DA5}"/>
              </a:ext>
            </a:extLst>
          </p:cNvPr>
          <p:cNvSpPr txBox="1">
            <a:spLocks noChangeArrowheads="1"/>
          </p:cNvSpPr>
          <p:nvPr/>
        </p:nvSpPr>
        <p:spPr bwMode="auto">
          <a:xfrm>
            <a:off x="6934200" y="5862638"/>
            <a:ext cx="8826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3  1   0</a:t>
            </a:r>
          </a:p>
        </p:txBody>
      </p:sp>
      <p:sp>
        <p:nvSpPr>
          <p:cNvPr id="95289" name="Text Box 111">
            <a:extLst>
              <a:ext uri="{FF2B5EF4-FFF2-40B4-BE49-F238E27FC236}">
                <a16:creationId xmlns:a16="http://schemas.microsoft.com/office/drawing/2014/main" id="{64F6A73E-88D3-4C8B-823E-F6A537895205}"/>
              </a:ext>
            </a:extLst>
          </p:cNvPr>
          <p:cNvSpPr txBox="1">
            <a:spLocks noChangeArrowheads="1"/>
          </p:cNvSpPr>
          <p:nvPr/>
        </p:nvSpPr>
        <p:spPr bwMode="auto">
          <a:xfrm>
            <a:off x="6934200" y="5481638"/>
            <a:ext cx="8826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2  0   1</a:t>
            </a:r>
          </a:p>
        </p:txBody>
      </p:sp>
      <p:sp>
        <p:nvSpPr>
          <p:cNvPr id="95290" name="Text Box 112">
            <a:extLst>
              <a:ext uri="{FF2B5EF4-FFF2-40B4-BE49-F238E27FC236}">
                <a16:creationId xmlns:a16="http://schemas.microsoft.com/office/drawing/2014/main" id="{199756E4-D5EA-41EA-8775-46B8CC5FD7BD}"/>
              </a:ext>
            </a:extLst>
          </p:cNvPr>
          <p:cNvSpPr txBox="1">
            <a:spLocks noChangeArrowheads="1"/>
          </p:cNvSpPr>
          <p:nvPr/>
        </p:nvSpPr>
        <p:spPr bwMode="auto">
          <a:xfrm>
            <a:off x="7010400" y="4110038"/>
            <a:ext cx="8826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3  1   0</a:t>
            </a:r>
          </a:p>
        </p:txBody>
      </p:sp>
      <p:sp>
        <p:nvSpPr>
          <p:cNvPr id="95291" name="Line 113">
            <a:extLst>
              <a:ext uri="{FF2B5EF4-FFF2-40B4-BE49-F238E27FC236}">
                <a16:creationId xmlns:a16="http://schemas.microsoft.com/office/drawing/2014/main" id="{9D47E600-DF5C-44B3-9CCD-8048AB9C2872}"/>
              </a:ext>
            </a:extLst>
          </p:cNvPr>
          <p:cNvSpPr>
            <a:spLocks noChangeShapeType="1"/>
          </p:cNvSpPr>
          <p:nvPr/>
        </p:nvSpPr>
        <p:spPr bwMode="auto">
          <a:xfrm>
            <a:off x="3733800" y="1981200"/>
            <a:ext cx="685800" cy="1524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95292" name="Line 114">
            <a:extLst>
              <a:ext uri="{FF2B5EF4-FFF2-40B4-BE49-F238E27FC236}">
                <a16:creationId xmlns:a16="http://schemas.microsoft.com/office/drawing/2014/main" id="{374F2430-8ABA-4628-8919-80F79FFDDA7C}"/>
              </a:ext>
            </a:extLst>
          </p:cNvPr>
          <p:cNvSpPr>
            <a:spLocks noChangeShapeType="1"/>
          </p:cNvSpPr>
          <p:nvPr/>
        </p:nvSpPr>
        <p:spPr bwMode="auto">
          <a:xfrm>
            <a:off x="3657600" y="2057400"/>
            <a:ext cx="685800" cy="3124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95293" name="Line 116">
            <a:extLst>
              <a:ext uri="{FF2B5EF4-FFF2-40B4-BE49-F238E27FC236}">
                <a16:creationId xmlns:a16="http://schemas.microsoft.com/office/drawing/2014/main" id="{EC2FB568-2233-4D98-8C45-51A4DFF992D8}"/>
              </a:ext>
            </a:extLst>
          </p:cNvPr>
          <p:cNvSpPr>
            <a:spLocks noChangeShapeType="1"/>
          </p:cNvSpPr>
          <p:nvPr/>
        </p:nvSpPr>
        <p:spPr bwMode="auto">
          <a:xfrm>
            <a:off x="3657600" y="4114800"/>
            <a:ext cx="609600" cy="1143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95294" name="Line 118">
            <a:extLst>
              <a:ext uri="{FF2B5EF4-FFF2-40B4-BE49-F238E27FC236}">
                <a16:creationId xmlns:a16="http://schemas.microsoft.com/office/drawing/2014/main" id="{A3E7341C-63D7-466E-9401-1178480D5E2B}"/>
              </a:ext>
            </a:extLst>
          </p:cNvPr>
          <p:cNvSpPr>
            <a:spLocks noChangeShapeType="1"/>
          </p:cNvSpPr>
          <p:nvPr/>
        </p:nvSpPr>
        <p:spPr bwMode="auto">
          <a:xfrm flipV="1">
            <a:off x="3733800" y="4343400"/>
            <a:ext cx="762000" cy="1752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95295" name="Line 119">
            <a:extLst>
              <a:ext uri="{FF2B5EF4-FFF2-40B4-BE49-F238E27FC236}">
                <a16:creationId xmlns:a16="http://schemas.microsoft.com/office/drawing/2014/main" id="{459DFBEC-D1F1-425F-A7C8-08F6752CC6F5}"/>
              </a:ext>
            </a:extLst>
          </p:cNvPr>
          <p:cNvSpPr>
            <a:spLocks noChangeShapeType="1"/>
          </p:cNvSpPr>
          <p:nvPr/>
        </p:nvSpPr>
        <p:spPr bwMode="auto">
          <a:xfrm>
            <a:off x="5791200" y="1981200"/>
            <a:ext cx="762000" cy="1600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95296" name="Line 120">
            <a:extLst>
              <a:ext uri="{FF2B5EF4-FFF2-40B4-BE49-F238E27FC236}">
                <a16:creationId xmlns:a16="http://schemas.microsoft.com/office/drawing/2014/main" id="{2F10DBA4-340A-46D3-A5F6-93B55F49DC07}"/>
              </a:ext>
            </a:extLst>
          </p:cNvPr>
          <p:cNvSpPr>
            <a:spLocks noChangeShapeType="1"/>
          </p:cNvSpPr>
          <p:nvPr/>
        </p:nvSpPr>
        <p:spPr bwMode="auto">
          <a:xfrm>
            <a:off x="5715000" y="2057400"/>
            <a:ext cx="838200" cy="2971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95297" name="Line 121">
            <a:extLst>
              <a:ext uri="{FF2B5EF4-FFF2-40B4-BE49-F238E27FC236}">
                <a16:creationId xmlns:a16="http://schemas.microsoft.com/office/drawing/2014/main" id="{0DC0644F-8CAD-40D3-9430-495377617234}"/>
              </a:ext>
            </a:extLst>
          </p:cNvPr>
          <p:cNvSpPr>
            <a:spLocks noChangeShapeType="1"/>
          </p:cNvSpPr>
          <p:nvPr/>
        </p:nvSpPr>
        <p:spPr bwMode="auto">
          <a:xfrm flipV="1">
            <a:off x="5638800" y="2743200"/>
            <a:ext cx="1143000" cy="3200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95298" name="Line 122">
            <a:extLst>
              <a:ext uri="{FF2B5EF4-FFF2-40B4-BE49-F238E27FC236}">
                <a16:creationId xmlns:a16="http://schemas.microsoft.com/office/drawing/2014/main" id="{9D15C6CF-9E05-40E9-967A-E24D41106BCC}"/>
              </a:ext>
            </a:extLst>
          </p:cNvPr>
          <p:cNvSpPr>
            <a:spLocks noChangeShapeType="1"/>
          </p:cNvSpPr>
          <p:nvPr/>
        </p:nvSpPr>
        <p:spPr bwMode="auto">
          <a:xfrm flipV="1">
            <a:off x="5638800" y="4419600"/>
            <a:ext cx="1066800" cy="1676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95299" name="Line 123">
            <a:extLst>
              <a:ext uri="{FF2B5EF4-FFF2-40B4-BE49-F238E27FC236}">
                <a16:creationId xmlns:a16="http://schemas.microsoft.com/office/drawing/2014/main" id="{DCCFC0CE-B09E-461A-A975-BF97D489E5B0}"/>
              </a:ext>
            </a:extLst>
          </p:cNvPr>
          <p:cNvSpPr>
            <a:spLocks noChangeShapeType="1"/>
          </p:cNvSpPr>
          <p:nvPr/>
        </p:nvSpPr>
        <p:spPr bwMode="auto">
          <a:xfrm>
            <a:off x="2133600" y="6345238"/>
            <a:ext cx="5410200" cy="0"/>
          </a:xfrm>
          <a:prstGeom prst="line">
            <a:avLst/>
          </a:prstGeom>
          <a:noFill/>
          <a:ln w="9525">
            <a:solidFill>
              <a:schemeClr val="tx1"/>
            </a:solidFill>
            <a:prstDash val="sysDot"/>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95300" name="Text Box 124">
            <a:extLst>
              <a:ext uri="{FF2B5EF4-FFF2-40B4-BE49-F238E27FC236}">
                <a16:creationId xmlns:a16="http://schemas.microsoft.com/office/drawing/2014/main" id="{331C8806-5ED6-41C0-9B25-964A95AB3735}"/>
              </a:ext>
            </a:extLst>
          </p:cNvPr>
          <p:cNvSpPr txBox="1">
            <a:spLocks noChangeArrowheads="1"/>
          </p:cNvSpPr>
          <p:nvPr/>
        </p:nvSpPr>
        <p:spPr bwMode="auto">
          <a:xfrm>
            <a:off x="7593013" y="6137275"/>
            <a:ext cx="11557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Thời gian</a:t>
            </a:r>
          </a:p>
        </p:txBody>
      </p:sp>
      <p:sp>
        <p:nvSpPr>
          <p:cNvPr id="95301" name="Oval 167">
            <a:extLst>
              <a:ext uri="{FF2B5EF4-FFF2-40B4-BE49-F238E27FC236}">
                <a16:creationId xmlns:a16="http://schemas.microsoft.com/office/drawing/2014/main" id="{FAB4DCE4-BB1F-499A-9E15-A044B4082095}"/>
              </a:ext>
            </a:extLst>
          </p:cNvPr>
          <p:cNvSpPr>
            <a:spLocks noChangeArrowheads="1"/>
          </p:cNvSpPr>
          <p:nvPr/>
        </p:nvSpPr>
        <p:spPr bwMode="auto">
          <a:xfrm>
            <a:off x="4724400" y="5867400"/>
            <a:ext cx="1066800" cy="381000"/>
          </a:xfrm>
          <a:prstGeom prst="ellipse">
            <a:avLst/>
          </a:pr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95302" name="Line 174">
            <a:extLst>
              <a:ext uri="{FF2B5EF4-FFF2-40B4-BE49-F238E27FC236}">
                <a16:creationId xmlns:a16="http://schemas.microsoft.com/office/drawing/2014/main" id="{12C26985-22F1-4862-BF38-5722A314E4F0}"/>
              </a:ext>
            </a:extLst>
          </p:cNvPr>
          <p:cNvSpPr>
            <a:spLocks noChangeShapeType="1"/>
          </p:cNvSpPr>
          <p:nvPr/>
        </p:nvSpPr>
        <p:spPr bwMode="auto">
          <a:xfrm>
            <a:off x="2743200" y="1447800"/>
            <a:ext cx="0" cy="1219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95303" name="Line 175">
            <a:extLst>
              <a:ext uri="{FF2B5EF4-FFF2-40B4-BE49-F238E27FC236}">
                <a16:creationId xmlns:a16="http://schemas.microsoft.com/office/drawing/2014/main" id="{329A1AC1-E8D7-4139-9C96-ACFEEBF25958}"/>
              </a:ext>
            </a:extLst>
          </p:cNvPr>
          <p:cNvSpPr>
            <a:spLocks noChangeShapeType="1"/>
          </p:cNvSpPr>
          <p:nvPr/>
        </p:nvSpPr>
        <p:spPr bwMode="auto">
          <a:xfrm>
            <a:off x="2438400" y="1676400"/>
            <a:ext cx="1371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95304" name="Text Box 176">
            <a:extLst>
              <a:ext uri="{FF2B5EF4-FFF2-40B4-BE49-F238E27FC236}">
                <a16:creationId xmlns:a16="http://schemas.microsoft.com/office/drawing/2014/main" id="{65552573-36D1-4B0A-A34B-5E6B058148DF}"/>
              </a:ext>
            </a:extLst>
          </p:cNvPr>
          <p:cNvSpPr txBox="1">
            <a:spLocks noChangeArrowheads="1"/>
          </p:cNvSpPr>
          <p:nvPr/>
        </p:nvSpPr>
        <p:spPr bwMode="auto">
          <a:xfrm>
            <a:off x="2743200" y="1290638"/>
            <a:ext cx="9080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x   y   z</a:t>
            </a:r>
          </a:p>
        </p:txBody>
      </p:sp>
      <p:sp>
        <p:nvSpPr>
          <p:cNvPr id="95305" name="Text Box 177">
            <a:extLst>
              <a:ext uri="{FF2B5EF4-FFF2-40B4-BE49-F238E27FC236}">
                <a16:creationId xmlns:a16="http://schemas.microsoft.com/office/drawing/2014/main" id="{69D6214D-CBAC-4576-A559-C61CA984B7DA}"/>
              </a:ext>
            </a:extLst>
          </p:cNvPr>
          <p:cNvSpPr txBox="1">
            <a:spLocks noChangeArrowheads="1"/>
          </p:cNvSpPr>
          <p:nvPr/>
        </p:nvSpPr>
        <p:spPr bwMode="auto">
          <a:xfrm>
            <a:off x="2438400" y="1671638"/>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x</a:t>
            </a:r>
          </a:p>
        </p:txBody>
      </p:sp>
      <p:sp>
        <p:nvSpPr>
          <p:cNvPr id="95306" name="Text Box 178">
            <a:extLst>
              <a:ext uri="{FF2B5EF4-FFF2-40B4-BE49-F238E27FC236}">
                <a16:creationId xmlns:a16="http://schemas.microsoft.com/office/drawing/2014/main" id="{55270E1E-150E-46B1-9489-B92CA4D9D93D}"/>
              </a:ext>
            </a:extLst>
          </p:cNvPr>
          <p:cNvSpPr txBox="1">
            <a:spLocks noChangeArrowheads="1"/>
          </p:cNvSpPr>
          <p:nvPr/>
        </p:nvSpPr>
        <p:spPr bwMode="auto">
          <a:xfrm>
            <a:off x="2438400" y="1976438"/>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y</a:t>
            </a:r>
          </a:p>
        </p:txBody>
      </p:sp>
      <p:sp>
        <p:nvSpPr>
          <p:cNvPr id="95307" name="Text Box 179">
            <a:extLst>
              <a:ext uri="{FF2B5EF4-FFF2-40B4-BE49-F238E27FC236}">
                <a16:creationId xmlns:a16="http://schemas.microsoft.com/office/drawing/2014/main" id="{4455000F-1B91-4695-8878-823C90BC7123}"/>
              </a:ext>
            </a:extLst>
          </p:cNvPr>
          <p:cNvSpPr txBox="1">
            <a:spLocks noChangeArrowheads="1"/>
          </p:cNvSpPr>
          <p:nvPr/>
        </p:nvSpPr>
        <p:spPr bwMode="auto">
          <a:xfrm>
            <a:off x="2438400" y="2281238"/>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z</a:t>
            </a:r>
          </a:p>
        </p:txBody>
      </p:sp>
      <p:sp>
        <p:nvSpPr>
          <p:cNvPr id="95308" name="Text Box 180">
            <a:extLst>
              <a:ext uri="{FF2B5EF4-FFF2-40B4-BE49-F238E27FC236}">
                <a16:creationId xmlns:a16="http://schemas.microsoft.com/office/drawing/2014/main" id="{EB323683-AC02-4F4E-A6A6-2E30679B1303}"/>
              </a:ext>
            </a:extLst>
          </p:cNvPr>
          <p:cNvSpPr txBox="1">
            <a:spLocks noChangeArrowheads="1"/>
          </p:cNvSpPr>
          <p:nvPr/>
        </p:nvSpPr>
        <p:spPr bwMode="auto">
          <a:xfrm>
            <a:off x="2743200" y="1671638"/>
            <a:ext cx="8826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0  2   7</a:t>
            </a:r>
          </a:p>
        </p:txBody>
      </p:sp>
      <p:sp>
        <p:nvSpPr>
          <p:cNvPr id="95309" name="Text Box 181">
            <a:extLst>
              <a:ext uri="{FF2B5EF4-FFF2-40B4-BE49-F238E27FC236}">
                <a16:creationId xmlns:a16="http://schemas.microsoft.com/office/drawing/2014/main" id="{FCB0299E-9EF1-480B-8E8D-629EA83FD83B}"/>
              </a:ext>
            </a:extLst>
          </p:cNvPr>
          <p:cNvSpPr txBox="1">
            <a:spLocks noChangeArrowheads="1"/>
          </p:cNvSpPr>
          <p:nvPr/>
        </p:nvSpPr>
        <p:spPr bwMode="auto">
          <a:xfrm>
            <a:off x="2743201" y="2052638"/>
            <a:ext cx="34766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a:t>
            </a:r>
          </a:p>
        </p:txBody>
      </p:sp>
      <p:sp>
        <p:nvSpPr>
          <p:cNvPr id="95310" name="Text Box 182">
            <a:extLst>
              <a:ext uri="{FF2B5EF4-FFF2-40B4-BE49-F238E27FC236}">
                <a16:creationId xmlns:a16="http://schemas.microsoft.com/office/drawing/2014/main" id="{90DEC4D9-142F-44BC-AA59-DDE4860604A8}"/>
              </a:ext>
            </a:extLst>
          </p:cNvPr>
          <p:cNvSpPr txBox="1">
            <a:spLocks noChangeArrowheads="1"/>
          </p:cNvSpPr>
          <p:nvPr/>
        </p:nvSpPr>
        <p:spPr bwMode="auto">
          <a:xfrm>
            <a:off x="2971801" y="2052638"/>
            <a:ext cx="34766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a:t>
            </a:r>
          </a:p>
        </p:txBody>
      </p:sp>
      <p:sp>
        <p:nvSpPr>
          <p:cNvPr id="95311" name="Text Box 183">
            <a:extLst>
              <a:ext uri="{FF2B5EF4-FFF2-40B4-BE49-F238E27FC236}">
                <a16:creationId xmlns:a16="http://schemas.microsoft.com/office/drawing/2014/main" id="{138A3575-1234-438F-942F-2035E494A30F}"/>
              </a:ext>
            </a:extLst>
          </p:cNvPr>
          <p:cNvSpPr txBox="1">
            <a:spLocks noChangeArrowheads="1"/>
          </p:cNvSpPr>
          <p:nvPr/>
        </p:nvSpPr>
        <p:spPr bwMode="auto">
          <a:xfrm>
            <a:off x="3352801" y="2052638"/>
            <a:ext cx="34766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a:t>
            </a:r>
          </a:p>
        </p:txBody>
      </p:sp>
      <p:sp>
        <p:nvSpPr>
          <p:cNvPr id="95312" name="Text Box 184">
            <a:extLst>
              <a:ext uri="{FF2B5EF4-FFF2-40B4-BE49-F238E27FC236}">
                <a16:creationId xmlns:a16="http://schemas.microsoft.com/office/drawing/2014/main" id="{DF495BF6-3486-42AA-BEF2-DB402C1450A0}"/>
              </a:ext>
            </a:extLst>
          </p:cNvPr>
          <p:cNvSpPr txBox="1">
            <a:spLocks noChangeArrowheads="1"/>
          </p:cNvSpPr>
          <p:nvPr/>
        </p:nvSpPr>
        <p:spPr bwMode="auto">
          <a:xfrm>
            <a:off x="2743201" y="2357438"/>
            <a:ext cx="34766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a:t>
            </a:r>
          </a:p>
        </p:txBody>
      </p:sp>
      <p:sp>
        <p:nvSpPr>
          <p:cNvPr id="95313" name="Text Box 185">
            <a:extLst>
              <a:ext uri="{FF2B5EF4-FFF2-40B4-BE49-F238E27FC236}">
                <a16:creationId xmlns:a16="http://schemas.microsoft.com/office/drawing/2014/main" id="{214C5AE9-1E49-4409-BA73-4F186626140E}"/>
              </a:ext>
            </a:extLst>
          </p:cNvPr>
          <p:cNvSpPr txBox="1">
            <a:spLocks noChangeArrowheads="1"/>
          </p:cNvSpPr>
          <p:nvPr/>
        </p:nvSpPr>
        <p:spPr bwMode="auto">
          <a:xfrm>
            <a:off x="2971801" y="2357438"/>
            <a:ext cx="34766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a:t>
            </a:r>
          </a:p>
        </p:txBody>
      </p:sp>
      <p:sp>
        <p:nvSpPr>
          <p:cNvPr id="95314" name="Text Box 186">
            <a:extLst>
              <a:ext uri="{FF2B5EF4-FFF2-40B4-BE49-F238E27FC236}">
                <a16:creationId xmlns:a16="http://schemas.microsoft.com/office/drawing/2014/main" id="{354C0F36-0DBB-43B9-8121-D465FCEB627F}"/>
              </a:ext>
            </a:extLst>
          </p:cNvPr>
          <p:cNvSpPr txBox="1">
            <a:spLocks noChangeArrowheads="1"/>
          </p:cNvSpPr>
          <p:nvPr/>
        </p:nvSpPr>
        <p:spPr bwMode="auto">
          <a:xfrm>
            <a:off x="3352801" y="2357438"/>
            <a:ext cx="34766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a:t>
            </a:r>
          </a:p>
        </p:txBody>
      </p:sp>
      <p:sp>
        <p:nvSpPr>
          <p:cNvPr id="95315" name="Text Box 187">
            <a:extLst>
              <a:ext uri="{FF2B5EF4-FFF2-40B4-BE49-F238E27FC236}">
                <a16:creationId xmlns:a16="http://schemas.microsoft.com/office/drawing/2014/main" id="{97DA1053-DAAD-4F9D-B38A-88AC25EB2DBD}"/>
              </a:ext>
            </a:extLst>
          </p:cNvPr>
          <p:cNvSpPr txBox="1">
            <a:spLocks noChangeArrowheads="1"/>
          </p:cNvSpPr>
          <p:nvPr/>
        </p:nvSpPr>
        <p:spPr bwMode="auto">
          <a:xfrm rot="16200000">
            <a:off x="4266407" y="2024857"/>
            <a:ext cx="35401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400"/>
              <a:t>từ</a:t>
            </a:r>
          </a:p>
        </p:txBody>
      </p:sp>
      <p:sp>
        <p:nvSpPr>
          <p:cNvPr id="95316" name="Text Box 188">
            <a:extLst>
              <a:ext uri="{FF2B5EF4-FFF2-40B4-BE49-F238E27FC236}">
                <a16:creationId xmlns:a16="http://schemas.microsoft.com/office/drawing/2014/main" id="{570E0386-EF40-4388-A681-9DA7D844A7A7}"/>
              </a:ext>
            </a:extLst>
          </p:cNvPr>
          <p:cNvSpPr txBox="1">
            <a:spLocks noChangeArrowheads="1"/>
          </p:cNvSpPr>
          <p:nvPr/>
        </p:nvSpPr>
        <p:spPr bwMode="auto">
          <a:xfrm>
            <a:off x="2876550" y="1158876"/>
            <a:ext cx="10604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400"/>
              <a:t>chi phí đến</a:t>
            </a:r>
          </a:p>
        </p:txBody>
      </p:sp>
      <p:sp>
        <p:nvSpPr>
          <p:cNvPr id="95317" name="Text Box 189">
            <a:extLst>
              <a:ext uri="{FF2B5EF4-FFF2-40B4-BE49-F238E27FC236}">
                <a16:creationId xmlns:a16="http://schemas.microsoft.com/office/drawing/2014/main" id="{0D55713E-AED0-481D-AA21-11B75BF18A13}"/>
              </a:ext>
            </a:extLst>
          </p:cNvPr>
          <p:cNvSpPr txBox="1">
            <a:spLocks noChangeArrowheads="1"/>
          </p:cNvSpPr>
          <p:nvPr/>
        </p:nvSpPr>
        <p:spPr bwMode="auto">
          <a:xfrm rot="16200000">
            <a:off x="2134395" y="3809207"/>
            <a:ext cx="35401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400"/>
              <a:t>từ</a:t>
            </a:r>
          </a:p>
        </p:txBody>
      </p:sp>
      <p:sp>
        <p:nvSpPr>
          <p:cNvPr id="95318" name="Text Box 190">
            <a:extLst>
              <a:ext uri="{FF2B5EF4-FFF2-40B4-BE49-F238E27FC236}">
                <a16:creationId xmlns:a16="http://schemas.microsoft.com/office/drawing/2014/main" id="{077E5864-8C72-47F7-94EF-2F680E9F892D}"/>
              </a:ext>
            </a:extLst>
          </p:cNvPr>
          <p:cNvSpPr txBox="1">
            <a:spLocks noChangeArrowheads="1"/>
          </p:cNvSpPr>
          <p:nvPr/>
        </p:nvSpPr>
        <p:spPr bwMode="auto">
          <a:xfrm rot="16200000">
            <a:off x="2134395" y="5617370"/>
            <a:ext cx="35401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400"/>
              <a:t>từ</a:t>
            </a:r>
          </a:p>
        </p:txBody>
      </p:sp>
      <p:sp>
        <p:nvSpPr>
          <p:cNvPr id="95319" name="Line 191">
            <a:extLst>
              <a:ext uri="{FF2B5EF4-FFF2-40B4-BE49-F238E27FC236}">
                <a16:creationId xmlns:a16="http://schemas.microsoft.com/office/drawing/2014/main" id="{70D643CB-D440-4045-A646-9FA20DB164DF}"/>
              </a:ext>
            </a:extLst>
          </p:cNvPr>
          <p:cNvSpPr>
            <a:spLocks noChangeShapeType="1"/>
          </p:cNvSpPr>
          <p:nvPr/>
        </p:nvSpPr>
        <p:spPr bwMode="auto">
          <a:xfrm>
            <a:off x="4800600" y="1447800"/>
            <a:ext cx="0" cy="1219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95320" name="Line 192">
            <a:extLst>
              <a:ext uri="{FF2B5EF4-FFF2-40B4-BE49-F238E27FC236}">
                <a16:creationId xmlns:a16="http://schemas.microsoft.com/office/drawing/2014/main" id="{433046E5-FDB0-4A65-A151-1ADE372E3952}"/>
              </a:ext>
            </a:extLst>
          </p:cNvPr>
          <p:cNvSpPr>
            <a:spLocks noChangeShapeType="1"/>
          </p:cNvSpPr>
          <p:nvPr/>
        </p:nvSpPr>
        <p:spPr bwMode="auto">
          <a:xfrm>
            <a:off x="4495800" y="1676400"/>
            <a:ext cx="1371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95321" name="Text Box 193">
            <a:extLst>
              <a:ext uri="{FF2B5EF4-FFF2-40B4-BE49-F238E27FC236}">
                <a16:creationId xmlns:a16="http://schemas.microsoft.com/office/drawing/2014/main" id="{3517F5E3-FABA-40ED-BCEB-20B4ABDC24D2}"/>
              </a:ext>
            </a:extLst>
          </p:cNvPr>
          <p:cNvSpPr txBox="1">
            <a:spLocks noChangeArrowheads="1"/>
          </p:cNvSpPr>
          <p:nvPr/>
        </p:nvSpPr>
        <p:spPr bwMode="auto">
          <a:xfrm>
            <a:off x="4800600" y="1290638"/>
            <a:ext cx="9080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x   y   z</a:t>
            </a:r>
          </a:p>
        </p:txBody>
      </p:sp>
      <p:sp>
        <p:nvSpPr>
          <p:cNvPr id="95322" name="Text Box 194">
            <a:extLst>
              <a:ext uri="{FF2B5EF4-FFF2-40B4-BE49-F238E27FC236}">
                <a16:creationId xmlns:a16="http://schemas.microsoft.com/office/drawing/2014/main" id="{5303DDE1-E49F-4909-B2C7-F0D764F61A30}"/>
              </a:ext>
            </a:extLst>
          </p:cNvPr>
          <p:cNvSpPr txBox="1">
            <a:spLocks noChangeArrowheads="1"/>
          </p:cNvSpPr>
          <p:nvPr/>
        </p:nvSpPr>
        <p:spPr bwMode="auto">
          <a:xfrm>
            <a:off x="4495800" y="1671638"/>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x</a:t>
            </a:r>
          </a:p>
        </p:txBody>
      </p:sp>
      <p:sp>
        <p:nvSpPr>
          <p:cNvPr id="95323" name="Text Box 195">
            <a:extLst>
              <a:ext uri="{FF2B5EF4-FFF2-40B4-BE49-F238E27FC236}">
                <a16:creationId xmlns:a16="http://schemas.microsoft.com/office/drawing/2014/main" id="{D3AED065-A0C7-47B4-BAD1-32330BD9E41F}"/>
              </a:ext>
            </a:extLst>
          </p:cNvPr>
          <p:cNvSpPr txBox="1">
            <a:spLocks noChangeArrowheads="1"/>
          </p:cNvSpPr>
          <p:nvPr/>
        </p:nvSpPr>
        <p:spPr bwMode="auto">
          <a:xfrm>
            <a:off x="4495800" y="1976438"/>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y</a:t>
            </a:r>
          </a:p>
        </p:txBody>
      </p:sp>
      <p:sp>
        <p:nvSpPr>
          <p:cNvPr id="95324" name="Text Box 196">
            <a:extLst>
              <a:ext uri="{FF2B5EF4-FFF2-40B4-BE49-F238E27FC236}">
                <a16:creationId xmlns:a16="http://schemas.microsoft.com/office/drawing/2014/main" id="{110ED551-F5CB-4C63-883F-E931A20B4B4D}"/>
              </a:ext>
            </a:extLst>
          </p:cNvPr>
          <p:cNvSpPr txBox="1">
            <a:spLocks noChangeArrowheads="1"/>
          </p:cNvSpPr>
          <p:nvPr/>
        </p:nvSpPr>
        <p:spPr bwMode="auto">
          <a:xfrm>
            <a:off x="4495800" y="2281238"/>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z</a:t>
            </a:r>
          </a:p>
        </p:txBody>
      </p:sp>
      <p:sp>
        <p:nvSpPr>
          <p:cNvPr id="95325" name="Text Box 197">
            <a:extLst>
              <a:ext uri="{FF2B5EF4-FFF2-40B4-BE49-F238E27FC236}">
                <a16:creationId xmlns:a16="http://schemas.microsoft.com/office/drawing/2014/main" id="{C6AB732F-8DB4-4701-89F8-6072C35A7554}"/>
              </a:ext>
            </a:extLst>
          </p:cNvPr>
          <p:cNvSpPr txBox="1">
            <a:spLocks noChangeArrowheads="1"/>
          </p:cNvSpPr>
          <p:nvPr/>
        </p:nvSpPr>
        <p:spPr bwMode="auto">
          <a:xfrm>
            <a:off x="4821238" y="1671638"/>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0</a:t>
            </a:r>
          </a:p>
        </p:txBody>
      </p:sp>
      <p:sp>
        <p:nvSpPr>
          <p:cNvPr id="95326" name="Line 198">
            <a:extLst>
              <a:ext uri="{FF2B5EF4-FFF2-40B4-BE49-F238E27FC236}">
                <a16:creationId xmlns:a16="http://schemas.microsoft.com/office/drawing/2014/main" id="{CC92F9C5-53D9-487D-A533-5C78D6ACECAC}"/>
              </a:ext>
            </a:extLst>
          </p:cNvPr>
          <p:cNvSpPr>
            <a:spLocks noChangeShapeType="1"/>
          </p:cNvSpPr>
          <p:nvPr/>
        </p:nvSpPr>
        <p:spPr bwMode="auto">
          <a:xfrm>
            <a:off x="2743200" y="3200400"/>
            <a:ext cx="0" cy="1219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95327" name="Line 199">
            <a:extLst>
              <a:ext uri="{FF2B5EF4-FFF2-40B4-BE49-F238E27FC236}">
                <a16:creationId xmlns:a16="http://schemas.microsoft.com/office/drawing/2014/main" id="{D688362F-DC98-4CAB-A4EE-B84055D05148}"/>
              </a:ext>
            </a:extLst>
          </p:cNvPr>
          <p:cNvSpPr>
            <a:spLocks noChangeShapeType="1"/>
          </p:cNvSpPr>
          <p:nvPr/>
        </p:nvSpPr>
        <p:spPr bwMode="auto">
          <a:xfrm>
            <a:off x="2438400" y="3429000"/>
            <a:ext cx="1371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95328" name="Text Box 200">
            <a:extLst>
              <a:ext uri="{FF2B5EF4-FFF2-40B4-BE49-F238E27FC236}">
                <a16:creationId xmlns:a16="http://schemas.microsoft.com/office/drawing/2014/main" id="{BD5CF9DB-A0FB-4244-A00C-63929463DBD4}"/>
              </a:ext>
            </a:extLst>
          </p:cNvPr>
          <p:cNvSpPr txBox="1">
            <a:spLocks noChangeArrowheads="1"/>
          </p:cNvSpPr>
          <p:nvPr/>
        </p:nvSpPr>
        <p:spPr bwMode="auto">
          <a:xfrm>
            <a:off x="2743200" y="3043238"/>
            <a:ext cx="9080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x   y   z</a:t>
            </a:r>
          </a:p>
        </p:txBody>
      </p:sp>
      <p:sp>
        <p:nvSpPr>
          <p:cNvPr id="95329" name="Text Box 201">
            <a:extLst>
              <a:ext uri="{FF2B5EF4-FFF2-40B4-BE49-F238E27FC236}">
                <a16:creationId xmlns:a16="http://schemas.microsoft.com/office/drawing/2014/main" id="{87947FE8-CEBC-43E1-87C3-00608D6F71B2}"/>
              </a:ext>
            </a:extLst>
          </p:cNvPr>
          <p:cNvSpPr txBox="1">
            <a:spLocks noChangeArrowheads="1"/>
          </p:cNvSpPr>
          <p:nvPr/>
        </p:nvSpPr>
        <p:spPr bwMode="auto">
          <a:xfrm>
            <a:off x="2438400" y="3424238"/>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x</a:t>
            </a:r>
          </a:p>
        </p:txBody>
      </p:sp>
      <p:sp>
        <p:nvSpPr>
          <p:cNvPr id="95330" name="Text Box 202">
            <a:extLst>
              <a:ext uri="{FF2B5EF4-FFF2-40B4-BE49-F238E27FC236}">
                <a16:creationId xmlns:a16="http://schemas.microsoft.com/office/drawing/2014/main" id="{706D9800-1FC3-4276-AAAE-7E8E43EC271F}"/>
              </a:ext>
            </a:extLst>
          </p:cNvPr>
          <p:cNvSpPr txBox="1">
            <a:spLocks noChangeArrowheads="1"/>
          </p:cNvSpPr>
          <p:nvPr/>
        </p:nvSpPr>
        <p:spPr bwMode="auto">
          <a:xfrm>
            <a:off x="2438400" y="3729038"/>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y</a:t>
            </a:r>
          </a:p>
        </p:txBody>
      </p:sp>
      <p:sp>
        <p:nvSpPr>
          <p:cNvPr id="95331" name="Text Box 203">
            <a:extLst>
              <a:ext uri="{FF2B5EF4-FFF2-40B4-BE49-F238E27FC236}">
                <a16:creationId xmlns:a16="http://schemas.microsoft.com/office/drawing/2014/main" id="{D35DB80B-F77D-41C6-AAFC-E7B632A0C457}"/>
              </a:ext>
            </a:extLst>
          </p:cNvPr>
          <p:cNvSpPr txBox="1">
            <a:spLocks noChangeArrowheads="1"/>
          </p:cNvSpPr>
          <p:nvPr/>
        </p:nvSpPr>
        <p:spPr bwMode="auto">
          <a:xfrm>
            <a:off x="2438400" y="4033838"/>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z</a:t>
            </a:r>
          </a:p>
        </p:txBody>
      </p:sp>
      <p:sp>
        <p:nvSpPr>
          <p:cNvPr id="95332" name="Text Box 204">
            <a:extLst>
              <a:ext uri="{FF2B5EF4-FFF2-40B4-BE49-F238E27FC236}">
                <a16:creationId xmlns:a16="http://schemas.microsoft.com/office/drawing/2014/main" id="{63C79755-47DD-4BE3-96CB-D398778F1603}"/>
              </a:ext>
            </a:extLst>
          </p:cNvPr>
          <p:cNvSpPr txBox="1">
            <a:spLocks noChangeArrowheads="1"/>
          </p:cNvSpPr>
          <p:nvPr/>
        </p:nvSpPr>
        <p:spPr bwMode="auto">
          <a:xfrm>
            <a:off x="3048001" y="3424238"/>
            <a:ext cx="34766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a:t>
            </a:r>
          </a:p>
        </p:txBody>
      </p:sp>
      <p:sp>
        <p:nvSpPr>
          <p:cNvPr id="95333" name="Text Box 205">
            <a:extLst>
              <a:ext uri="{FF2B5EF4-FFF2-40B4-BE49-F238E27FC236}">
                <a16:creationId xmlns:a16="http://schemas.microsoft.com/office/drawing/2014/main" id="{7F2477A2-CC67-4230-8910-50C657C27F1F}"/>
              </a:ext>
            </a:extLst>
          </p:cNvPr>
          <p:cNvSpPr txBox="1">
            <a:spLocks noChangeArrowheads="1"/>
          </p:cNvSpPr>
          <p:nvPr/>
        </p:nvSpPr>
        <p:spPr bwMode="auto">
          <a:xfrm>
            <a:off x="3352801" y="3424238"/>
            <a:ext cx="34766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a:t>
            </a:r>
          </a:p>
        </p:txBody>
      </p:sp>
      <p:sp>
        <p:nvSpPr>
          <p:cNvPr id="95334" name="Text Box 206">
            <a:extLst>
              <a:ext uri="{FF2B5EF4-FFF2-40B4-BE49-F238E27FC236}">
                <a16:creationId xmlns:a16="http://schemas.microsoft.com/office/drawing/2014/main" id="{7E1977FF-E319-4017-9252-DC375CCD4AE0}"/>
              </a:ext>
            </a:extLst>
          </p:cNvPr>
          <p:cNvSpPr txBox="1">
            <a:spLocks noChangeArrowheads="1"/>
          </p:cNvSpPr>
          <p:nvPr/>
        </p:nvSpPr>
        <p:spPr bwMode="auto">
          <a:xfrm>
            <a:off x="2743201" y="4110038"/>
            <a:ext cx="34766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a:t>
            </a:r>
          </a:p>
        </p:txBody>
      </p:sp>
      <p:sp>
        <p:nvSpPr>
          <p:cNvPr id="95335" name="Text Box 207">
            <a:extLst>
              <a:ext uri="{FF2B5EF4-FFF2-40B4-BE49-F238E27FC236}">
                <a16:creationId xmlns:a16="http://schemas.microsoft.com/office/drawing/2014/main" id="{EED1494A-82DE-4DFB-892A-EEF401FA158C}"/>
              </a:ext>
            </a:extLst>
          </p:cNvPr>
          <p:cNvSpPr txBox="1">
            <a:spLocks noChangeArrowheads="1"/>
          </p:cNvSpPr>
          <p:nvPr/>
        </p:nvSpPr>
        <p:spPr bwMode="auto">
          <a:xfrm>
            <a:off x="2971801" y="4110038"/>
            <a:ext cx="34766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a:t>
            </a:r>
          </a:p>
        </p:txBody>
      </p:sp>
      <p:sp>
        <p:nvSpPr>
          <p:cNvPr id="95336" name="Text Box 208">
            <a:extLst>
              <a:ext uri="{FF2B5EF4-FFF2-40B4-BE49-F238E27FC236}">
                <a16:creationId xmlns:a16="http://schemas.microsoft.com/office/drawing/2014/main" id="{644A59CA-4FDB-4480-B311-C267B67D9C49}"/>
              </a:ext>
            </a:extLst>
          </p:cNvPr>
          <p:cNvSpPr txBox="1">
            <a:spLocks noChangeArrowheads="1"/>
          </p:cNvSpPr>
          <p:nvPr/>
        </p:nvSpPr>
        <p:spPr bwMode="auto">
          <a:xfrm>
            <a:off x="3352801" y="4110038"/>
            <a:ext cx="34766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a:t>
            </a:r>
          </a:p>
        </p:txBody>
      </p:sp>
      <p:sp>
        <p:nvSpPr>
          <p:cNvPr id="95337" name="Text Box 209">
            <a:extLst>
              <a:ext uri="{FF2B5EF4-FFF2-40B4-BE49-F238E27FC236}">
                <a16:creationId xmlns:a16="http://schemas.microsoft.com/office/drawing/2014/main" id="{53D84344-BA29-4BE8-9D82-8D4C5028583C}"/>
              </a:ext>
            </a:extLst>
          </p:cNvPr>
          <p:cNvSpPr txBox="1">
            <a:spLocks noChangeArrowheads="1"/>
          </p:cNvSpPr>
          <p:nvPr/>
        </p:nvSpPr>
        <p:spPr bwMode="auto">
          <a:xfrm>
            <a:off x="2865438" y="2933701"/>
            <a:ext cx="10604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400"/>
              <a:t>chi phí đến</a:t>
            </a:r>
          </a:p>
        </p:txBody>
      </p:sp>
      <p:sp>
        <p:nvSpPr>
          <p:cNvPr id="95338" name="Line 210">
            <a:extLst>
              <a:ext uri="{FF2B5EF4-FFF2-40B4-BE49-F238E27FC236}">
                <a16:creationId xmlns:a16="http://schemas.microsoft.com/office/drawing/2014/main" id="{69628E0F-2EAB-4B73-A5B8-13F8AA771E44}"/>
              </a:ext>
            </a:extLst>
          </p:cNvPr>
          <p:cNvSpPr>
            <a:spLocks noChangeShapeType="1"/>
          </p:cNvSpPr>
          <p:nvPr/>
        </p:nvSpPr>
        <p:spPr bwMode="auto">
          <a:xfrm>
            <a:off x="2743200" y="5029200"/>
            <a:ext cx="0" cy="1219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95339" name="Line 211">
            <a:extLst>
              <a:ext uri="{FF2B5EF4-FFF2-40B4-BE49-F238E27FC236}">
                <a16:creationId xmlns:a16="http://schemas.microsoft.com/office/drawing/2014/main" id="{8B031D4C-8D52-4E0D-B0EB-363DC51BC53F}"/>
              </a:ext>
            </a:extLst>
          </p:cNvPr>
          <p:cNvSpPr>
            <a:spLocks noChangeShapeType="1"/>
          </p:cNvSpPr>
          <p:nvPr/>
        </p:nvSpPr>
        <p:spPr bwMode="auto">
          <a:xfrm>
            <a:off x="2438400" y="5257800"/>
            <a:ext cx="1371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95340" name="Text Box 212">
            <a:extLst>
              <a:ext uri="{FF2B5EF4-FFF2-40B4-BE49-F238E27FC236}">
                <a16:creationId xmlns:a16="http://schemas.microsoft.com/office/drawing/2014/main" id="{BCB8D8A6-6F50-48F5-8317-6928CD56F22B}"/>
              </a:ext>
            </a:extLst>
          </p:cNvPr>
          <p:cNvSpPr txBox="1">
            <a:spLocks noChangeArrowheads="1"/>
          </p:cNvSpPr>
          <p:nvPr/>
        </p:nvSpPr>
        <p:spPr bwMode="auto">
          <a:xfrm>
            <a:off x="2743200" y="4872038"/>
            <a:ext cx="9080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x   y   z</a:t>
            </a:r>
          </a:p>
        </p:txBody>
      </p:sp>
      <p:sp>
        <p:nvSpPr>
          <p:cNvPr id="95341" name="Text Box 213">
            <a:extLst>
              <a:ext uri="{FF2B5EF4-FFF2-40B4-BE49-F238E27FC236}">
                <a16:creationId xmlns:a16="http://schemas.microsoft.com/office/drawing/2014/main" id="{DBFA21F5-2294-4362-B2EA-09F4A8DC7A78}"/>
              </a:ext>
            </a:extLst>
          </p:cNvPr>
          <p:cNvSpPr txBox="1">
            <a:spLocks noChangeArrowheads="1"/>
          </p:cNvSpPr>
          <p:nvPr/>
        </p:nvSpPr>
        <p:spPr bwMode="auto">
          <a:xfrm>
            <a:off x="2438400" y="5253038"/>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x</a:t>
            </a:r>
          </a:p>
        </p:txBody>
      </p:sp>
      <p:sp>
        <p:nvSpPr>
          <p:cNvPr id="95342" name="Text Box 214">
            <a:extLst>
              <a:ext uri="{FF2B5EF4-FFF2-40B4-BE49-F238E27FC236}">
                <a16:creationId xmlns:a16="http://schemas.microsoft.com/office/drawing/2014/main" id="{DD12F404-9DC0-48F2-9058-11F3BE192810}"/>
              </a:ext>
            </a:extLst>
          </p:cNvPr>
          <p:cNvSpPr txBox="1">
            <a:spLocks noChangeArrowheads="1"/>
          </p:cNvSpPr>
          <p:nvPr/>
        </p:nvSpPr>
        <p:spPr bwMode="auto">
          <a:xfrm>
            <a:off x="2438400" y="5557838"/>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y</a:t>
            </a:r>
          </a:p>
        </p:txBody>
      </p:sp>
      <p:sp>
        <p:nvSpPr>
          <p:cNvPr id="95343" name="Text Box 215">
            <a:extLst>
              <a:ext uri="{FF2B5EF4-FFF2-40B4-BE49-F238E27FC236}">
                <a16:creationId xmlns:a16="http://schemas.microsoft.com/office/drawing/2014/main" id="{C0F1CFF2-3E74-48A7-B43B-4FE49FD54217}"/>
              </a:ext>
            </a:extLst>
          </p:cNvPr>
          <p:cNvSpPr txBox="1">
            <a:spLocks noChangeArrowheads="1"/>
          </p:cNvSpPr>
          <p:nvPr/>
        </p:nvSpPr>
        <p:spPr bwMode="auto">
          <a:xfrm>
            <a:off x="2438400" y="5862638"/>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z</a:t>
            </a:r>
          </a:p>
        </p:txBody>
      </p:sp>
      <p:sp>
        <p:nvSpPr>
          <p:cNvPr id="95344" name="Text Box 216">
            <a:extLst>
              <a:ext uri="{FF2B5EF4-FFF2-40B4-BE49-F238E27FC236}">
                <a16:creationId xmlns:a16="http://schemas.microsoft.com/office/drawing/2014/main" id="{70F937A6-A79A-4A67-AE16-7DD2115526A2}"/>
              </a:ext>
            </a:extLst>
          </p:cNvPr>
          <p:cNvSpPr txBox="1">
            <a:spLocks noChangeArrowheads="1"/>
          </p:cNvSpPr>
          <p:nvPr/>
        </p:nvSpPr>
        <p:spPr bwMode="auto">
          <a:xfrm>
            <a:off x="2743200" y="5638801"/>
            <a:ext cx="990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a:t>
            </a:r>
          </a:p>
        </p:txBody>
      </p:sp>
      <p:sp>
        <p:nvSpPr>
          <p:cNvPr id="95345" name="Text Box 217">
            <a:extLst>
              <a:ext uri="{FF2B5EF4-FFF2-40B4-BE49-F238E27FC236}">
                <a16:creationId xmlns:a16="http://schemas.microsoft.com/office/drawing/2014/main" id="{44BF5B2B-CE67-4151-B4D9-1FC820013534}"/>
              </a:ext>
            </a:extLst>
          </p:cNvPr>
          <p:cNvSpPr txBox="1">
            <a:spLocks noChangeArrowheads="1"/>
          </p:cNvSpPr>
          <p:nvPr/>
        </p:nvSpPr>
        <p:spPr bwMode="auto">
          <a:xfrm>
            <a:off x="2971801" y="5634038"/>
            <a:ext cx="34766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a:t>
            </a:r>
          </a:p>
        </p:txBody>
      </p:sp>
      <p:sp>
        <p:nvSpPr>
          <p:cNvPr id="95346" name="Text Box 218">
            <a:extLst>
              <a:ext uri="{FF2B5EF4-FFF2-40B4-BE49-F238E27FC236}">
                <a16:creationId xmlns:a16="http://schemas.microsoft.com/office/drawing/2014/main" id="{AB2CC718-9F5C-46CD-9C6B-E540347854F9}"/>
              </a:ext>
            </a:extLst>
          </p:cNvPr>
          <p:cNvSpPr txBox="1">
            <a:spLocks noChangeArrowheads="1"/>
          </p:cNvSpPr>
          <p:nvPr/>
        </p:nvSpPr>
        <p:spPr bwMode="auto">
          <a:xfrm>
            <a:off x="3352801" y="5634038"/>
            <a:ext cx="34766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a:t>
            </a:r>
          </a:p>
        </p:txBody>
      </p:sp>
      <p:sp>
        <p:nvSpPr>
          <p:cNvPr id="95347" name="Text Box 219">
            <a:extLst>
              <a:ext uri="{FF2B5EF4-FFF2-40B4-BE49-F238E27FC236}">
                <a16:creationId xmlns:a16="http://schemas.microsoft.com/office/drawing/2014/main" id="{0645171A-64CA-4CB5-AA4C-E127F056B11E}"/>
              </a:ext>
            </a:extLst>
          </p:cNvPr>
          <p:cNvSpPr txBox="1">
            <a:spLocks noChangeArrowheads="1"/>
          </p:cNvSpPr>
          <p:nvPr/>
        </p:nvSpPr>
        <p:spPr bwMode="auto">
          <a:xfrm>
            <a:off x="2743200" y="5938838"/>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7</a:t>
            </a:r>
          </a:p>
        </p:txBody>
      </p:sp>
      <p:sp>
        <p:nvSpPr>
          <p:cNvPr id="95348" name="Text Box 220">
            <a:extLst>
              <a:ext uri="{FF2B5EF4-FFF2-40B4-BE49-F238E27FC236}">
                <a16:creationId xmlns:a16="http://schemas.microsoft.com/office/drawing/2014/main" id="{F24A17AD-86CE-4809-820C-2968DFE7A3BE}"/>
              </a:ext>
            </a:extLst>
          </p:cNvPr>
          <p:cNvSpPr txBox="1">
            <a:spLocks noChangeArrowheads="1"/>
          </p:cNvSpPr>
          <p:nvPr/>
        </p:nvSpPr>
        <p:spPr bwMode="auto">
          <a:xfrm>
            <a:off x="2971800" y="5938838"/>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1</a:t>
            </a:r>
          </a:p>
        </p:txBody>
      </p:sp>
      <p:sp>
        <p:nvSpPr>
          <p:cNvPr id="95349" name="Text Box 221">
            <a:extLst>
              <a:ext uri="{FF2B5EF4-FFF2-40B4-BE49-F238E27FC236}">
                <a16:creationId xmlns:a16="http://schemas.microsoft.com/office/drawing/2014/main" id="{5D08445B-0E6D-49EB-9622-90C374F8B31D}"/>
              </a:ext>
            </a:extLst>
          </p:cNvPr>
          <p:cNvSpPr txBox="1">
            <a:spLocks noChangeArrowheads="1"/>
          </p:cNvSpPr>
          <p:nvPr/>
        </p:nvSpPr>
        <p:spPr bwMode="auto">
          <a:xfrm>
            <a:off x="3352800" y="5938838"/>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0</a:t>
            </a:r>
          </a:p>
        </p:txBody>
      </p:sp>
      <p:sp>
        <p:nvSpPr>
          <p:cNvPr id="95350" name="Text Box 222">
            <a:extLst>
              <a:ext uri="{FF2B5EF4-FFF2-40B4-BE49-F238E27FC236}">
                <a16:creationId xmlns:a16="http://schemas.microsoft.com/office/drawing/2014/main" id="{44842CF6-06AB-43BD-ACFE-3B049E2D3AA6}"/>
              </a:ext>
            </a:extLst>
          </p:cNvPr>
          <p:cNvSpPr txBox="1">
            <a:spLocks noChangeArrowheads="1"/>
          </p:cNvSpPr>
          <p:nvPr/>
        </p:nvSpPr>
        <p:spPr bwMode="auto">
          <a:xfrm>
            <a:off x="2887663" y="4740276"/>
            <a:ext cx="10604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400"/>
              <a:t>chi phí đến</a:t>
            </a:r>
          </a:p>
        </p:txBody>
      </p:sp>
      <p:sp>
        <p:nvSpPr>
          <p:cNvPr id="95351" name="Text Box 223">
            <a:extLst>
              <a:ext uri="{FF2B5EF4-FFF2-40B4-BE49-F238E27FC236}">
                <a16:creationId xmlns:a16="http://schemas.microsoft.com/office/drawing/2014/main" id="{270D5E63-34A1-4A98-8157-BD71A4977997}"/>
              </a:ext>
            </a:extLst>
          </p:cNvPr>
          <p:cNvSpPr txBox="1">
            <a:spLocks noChangeArrowheads="1"/>
          </p:cNvSpPr>
          <p:nvPr/>
        </p:nvSpPr>
        <p:spPr bwMode="auto">
          <a:xfrm>
            <a:off x="2743200" y="3467100"/>
            <a:ext cx="9461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a:t>
            </a:r>
          </a:p>
          <a:p>
            <a:r>
              <a:rPr lang="en-US" altLang="en-US"/>
              <a:t>2   0   1</a:t>
            </a:r>
          </a:p>
        </p:txBody>
      </p:sp>
      <p:sp>
        <p:nvSpPr>
          <p:cNvPr id="95352" name="Text Box 224">
            <a:extLst>
              <a:ext uri="{FF2B5EF4-FFF2-40B4-BE49-F238E27FC236}">
                <a16:creationId xmlns:a16="http://schemas.microsoft.com/office/drawing/2014/main" id="{7A170B63-DA10-47E8-80D5-8498DCFDCAEC}"/>
              </a:ext>
            </a:extLst>
          </p:cNvPr>
          <p:cNvSpPr txBox="1">
            <a:spLocks noChangeArrowheads="1"/>
          </p:cNvSpPr>
          <p:nvPr/>
        </p:nvSpPr>
        <p:spPr bwMode="auto">
          <a:xfrm>
            <a:off x="2743200" y="5257801"/>
            <a:ext cx="990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 ∞  ∞</a:t>
            </a:r>
          </a:p>
        </p:txBody>
      </p:sp>
      <p:sp>
        <p:nvSpPr>
          <p:cNvPr id="95353" name="Text Box 225">
            <a:extLst>
              <a:ext uri="{FF2B5EF4-FFF2-40B4-BE49-F238E27FC236}">
                <a16:creationId xmlns:a16="http://schemas.microsoft.com/office/drawing/2014/main" id="{7D5E8F87-2047-412C-895F-3871CAA954DE}"/>
              </a:ext>
            </a:extLst>
          </p:cNvPr>
          <p:cNvSpPr txBox="1">
            <a:spLocks noChangeArrowheads="1"/>
          </p:cNvSpPr>
          <p:nvPr/>
        </p:nvSpPr>
        <p:spPr bwMode="auto">
          <a:xfrm>
            <a:off x="4784725" y="2006601"/>
            <a:ext cx="946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2   0   1</a:t>
            </a:r>
          </a:p>
        </p:txBody>
      </p:sp>
      <p:sp>
        <p:nvSpPr>
          <p:cNvPr id="95354" name="Text Box 226">
            <a:extLst>
              <a:ext uri="{FF2B5EF4-FFF2-40B4-BE49-F238E27FC236}">
                <a16:creationId xmlns:a16="http://schemas.microsoft.com/office/drawing/2014/main" id="{2F9B94EE-E66A-45F5-A9AD-5EE196D82788}"/>
              </a:ext>
            </a:extLst>
          </p:cNvPr>
          <p:cNvSpPr txBox="1">
            <a:spLocks noChangeArrowheads="1"/>
          </p:cNvSpPr>
          <p:nvPr/>
        </p:nvSpPr>
        <p:spPr bwMode="auto">
          <a:xfrm>
            <a:off x="4784725" y="2322513"/>
            <a:ext cx="946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7   1   0</a:t>
            </a:r>
          </a:p>
        </p:txBody>
      </p:sp>
      <p:sp>
        <p:nvSpPr>
          <p:cNvPr id="95355" name="Line 227">
            <a:extLst>
              <a:ext uri="{FF2B5EF4-FFF2-40B4-BE49-F238E27FC236}">
                <a16:creationId xmlns:a16="http://schemas.microsoft.com/office/drawing/2014/main" id="{352F56FF-FAD1-4011-908F-61033E488709}"/>
              </a:ext>
            </a:extLst>
          </p:cNvPr>
          <p:cNvSpPr>
            <a:spLocks noChangeShapeType="1"/>
          </p:cNvSpPr>
          <p:nvPr/>
        </p:nvSpPr>
        <p:spPr bwMode="auto">
          <a:xfrm>
            <a:off x="3733800" y="1981200"/>
            <a:ext cx="685800" cy="1524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95356" name="Line 228">
            <a:extLst>
              <a:ext uri="{FF2B5EF4-FFF2-40B4-BE49-F238E27FC236}">
                <a16:creationId xmlns:a16="http://schemas.microsoft.com/office/drawing/2014/main" id="{7AE68500-3334-43B2-B55F-BB08F1E79CC4}"/>
              </a:ext>
            </a:extLst>
          </p:cNvPr>
          <p:cNvSpPr>
            <a:spLocks noChangeShapeType="1"/>
          </p:cNvSpPr>
          <p:nvPr/>
        </p:nvSpPr>
        <p:spPr bwMode="auto">
          <a:xfrm>
            <a:off x="3657600" y="2057400"/>
            <a:ext cx="685800" cy="3124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95357" name="Line 229">
            <a:extLst>
              <a:ext uri="{FF2B5EF4-FFF2-40B4-BE49-F238E27FC236}">
                <a16:creationId xmlns:a16="http://schemas.microsoft.com/office/drawing/2014/main" id="{4306CE17-5EBC-4D33-AF70-2046BAA92409}"/>
              </a:ext>
            </a:extLst>
          </p:cNvPr>
          <p:cNvSpPr>
            <a:spLocks noChangeShapeType="1"/>
          </p:cNvSpPr>
          <p:nvPr/>
        </p:nvSpPr>
        <p:spPr bwMode="auto">
          <a:xfrm flipV="1">
            <a:off x="3657600" y="2514600"/>
            <a:ext cx="762000" cy="1295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95358" name="Line 230">
            <a:extLst>
              <a:ext uri="{FF2B5EF4-FFF2-40B4-BE49-F238E27FC236}">
                <a16:creationId xmlns:a16="http://schemas.microsoft.com/office/drawing/2014/main" id="{6193E0DE-1D7E-4B7A-9FA9-790E29FC7784}"/>
              </a:ext>
            </a:extLst>
          </p:cNvPr>
          <p:cNvSpPr>
            <a:spLocks noChangeShapeType="1"/>
          </p:cNvSpPr>
          <p:nvPr/>
        </p:nvSpPr>
        <p:spPr bwMode="auto">
          <a:xfrm>
            <a:off x="3657600" y="4114800"/>
            <a:ext cx="609600" cy="1143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95359" name="Line 231">
            <a:extLst>
              <a:ext uri="{FF2B5EF4-FFF2-40B4-BE49-F238E27FC236}">
                <a16:creationId xmlns:a16="http://schemas.microsoft.com/office/drawing/2014/main" id="{CD2A0BCB-BCC0-413C-B2FB-1F069DA0ABB1}"/>
              </a:ext>
            </a:extLst>
          </p:cNvPr>
          <p:cNvSpPr>
            <a:spLocks noChangeShapeType="1"/>
          </p:cNvSpPr>
          <p:nvPr/>
        </p:nvSpPr>
        <p:spPr bwMode="auto">
          <a:xfrm flipV="1">
            <a:off x="3657600" y="2590800"/>
            <a:ext cx="838200" cy="3429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95360" name="Line 232">
            <a:extLst>
              <a:ext uri="{FF2B5EF4-FFF2-40B4-BE49-F238E27FC236}">
                <a16:creationId xmlns:a16="http://schemas.microsoft.com/office/drawing/2014/main" id="{40EE5EAC-3C53-4C92-80BC-F464DFCDF356}"/>
              </a:ext>
            </a:extLst>
          </p:cNvPr>
          <p:cNvSpPr>
            <a:spLocks noChangeShapeType="1"/>
          </p:cNvSpPr>
          <p:nvPr/>
        </p:nvSpPr>
        <p:spPr bwMode="auto">
          <a:xfrm flipV="1">
            <a:off x="3733800" y="4343400"/>
            <a:ext cx="762000" cy="1752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95361" name="Line 233">
            <a:extLst>
              <a:ext uri="{FF2B5EF4-FFF2-40B4-BE49-F238E27FC236}">
                <a16:creationId xmlns:a16="http://schemas.microsoft.com/office/drawing/2014/main" id="{2D04A880-27AD-4B44-9692-342E3C6020A4}"/>
              </a:ext>
            </a:extLst>
          </p:cNvPr>
          <p:cNvSpPr>
            <a:spLocks noChangeShapeType="1"/>
          </p:cNvSpPr>
          <p:nvPr/>
        </p:nvSpPr>
        <p:spPr bwMode="auto">
          <a:xfrm>
            <a:off x="2133600" y="6345238"/>
            <a:ext cx="5410200" cy="0"/>
          </a:xfrm>
          <a:prstGeom prst="line">
            <a:avLst/>
          </a:prstGeom>
          <a:noFill/>
          <a:ln w="9525">
            <a:solidFill>
              <a:schemeClr val="tx1"/>
            </a:solidFill>
            <a:prstDash val="sysDot"/>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nvGrpSpPr>
          <p:cNvPr id="95362" name="Group 235">
            <a:extLst>
              <a:ext uri="{FF2B5EF4-FFF2-40B4-BE49-F238E27FC236}">
                <a16:creationId xmlns:a16="http://schemas.microsoft.com/office/drawing/2014/main" id="{A084AB96-31FC-4E62-A1F6-5036FE2F62AF}"/>
              </a:ext>
            </a:extLst>
          </p:cNvPr>
          <p:cNvGrpSpPr>
            <a:grpSpLocks/>
          </p:cNvGrpSpPr>
          <p:nvPr/>
        </p:nvGrpSpPr>
        <p:grpSpPr bwMode="auto">
          <a:xfrm>
            <a:off x="8156575" y="2911475"/>
            <a:ext cx="2184400" cy="1212850"/>
            <a:chOff x="2352" y="0"/>
            <a:chExt cx="1376" cy="764"/>
          </a:xfrm>
        </p:grpSpPr>
        <p:sp>
          <p:nvSpPr>
            <p:cNvPr id="95378" name="Freeform 236">
              <a:extLst>
                <a:ext uri="{FF2B5EF4-FFF2-40B4-BE49-F238E27FC236}">
                  <a16:creationId xmlns:a16="http://schemas.microsoft.com/office/drawing/2014/main" id="{ABAEC6C9-813F-4E74-909E-87C9E4EEC08C}"/>
                </a:ext>
              </a:extLst>
            </p:cNvPr>
            <p:cNvSpPr>
              <a:spLocks/>
            </p:cNvSpPr>
            <p:nvPr/>
          </p:nvSpPr>
          <p:spPr bwMode="auto">
            <a:xfrm>
              <a:off x="2352" y="0"/>
              <a:ext cx="1376" cy="764"/>
            </a:xfrm>
            <a:custGeom>
              <a:avLst/>
              <a:gdLst>
                <a:gd name="T0" fmla="*/ 113 w 1376"/>
                <a:gd name="T1" fmla="*/ 348 h 764"/>
                <a:gd name="T2" fmla="*/ 395 w 1376"/>
                <a:gd name="T3" fmla="*/ 162 h 764"/>
                <a:gd name="T4" fmla="*/ 710 w 1376"/>
                <a:gd name="T5" fmla="*/ 9 h 764"/>
                <a:gd name="T6" fmla="*/ 1160 w 1376"/>
                <a:gd name="T7" fmla="*/ 219 h 764"/>
                <a:gd name="T8" fmla="*/ 1367 w 1376"/>
                <a:gd name="T9" fmla="*/ 510 h 764"/>
                <a:gd name="T10" fmla="*/ 1103 w 1376"/>
                <a:gd name="T11" fmla="*/ 726 h 764"/>
                <a:gd name="T12" fmla="*/ 578 w 1376"/>
                <a:gd name="T13" fmla="*/ 738 h 764"/>
                <a:gd name="T14" fmla="*/ 77 w 1376"/>
                <a:gd name="T15" fmla="*/ 630 h 764"/>
                <a:gd name="T16" fmla="*/ 113 w 1376"/>
                <a:gd name="T17" fmla="*/ 348 h 76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376"/>
                <a:gd name="T28" fmla="*/ 0 h 764"/>
                <a:gd name="T29" fmla="*/ 1376 w 1376"/>
                <a:gd name="T30" fmla="*/ 764 h 76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376" h="764">
                  <a:moveTo>
                    <a:pt x="113" y="348"/>
                  </a:moveTo>
                  <a:cubicBezTo>
                    <a:pt x="166" y="270"/>
                    <a:pt x="296" y="218"/>
                    <a:pt x="395" y="162"/>
                  </a:cubicBezTo>
                  <a:cubicBezTo>
                    <a:pt x="494" y="106"/>
                    <a:pt x="583" y="0"/>
                    <a:pt x="710" y="9"/>
                  </a:cubicBezTo>
                  <a:cubicBezTo>
                    <a:pt x="837" y="18"/>
                    <a:pt x="1051" y="136"/>
                    <a:pt x="1160" y="219"/>
                  </a:cubicBezTo>
                  <a:cubicBezTo>
                    <a:pt x="1269" y="302"/>
                    <a:pt x="1376" y="426"/>
                    <a:pt x="1367" y="510"/>
                  </a:cubicBezTo>
                  <a:cubicBezTo>
                    <a:pt x="1358" y="594"/>
                    <a:pt x="1234" y="688"/>
                    <a:pt x="1103" y="726"/>
                  </a:cubicBezTo>
                  <a:cubicBezTo>
                    <a:pt x="972" y="764"/>
                    <a:pt x="749" y="754"/>
                    <a:pt x="578" y="738"/>
                  </a:cubicBezTo>
                  <a:cubicBezTo>
                    <a:pt x="407" y="722"/>
                    <a:pt x="154" y="695"/>
                    <a:pt x="77" y="630"/>
                  </a:cubicBezTo>
                  <a:cubicBezTo>
                    <a:pt x="0" y="565"/>
                    <a:pt x="60" y="426"/>
                    <a:pt x="113" y="348"/>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nvGrpSpPr>
            <p:cNvPr id="95379" name="Group 237">
              <a:extLst>
                <a:ext uri="{FF2B5EF4-FFF2-40B4-BE49-F238E27FC236}">
                  <a16:creationId xmlns:a16="http://schemas.microsoft.com/office/drawing/2014/main" id="{55B9F24C-13DD-4E08-914D-2E22A8F9129E}"/>
                </a:ext>
              </a:extLst>
            </p:cNvPr>
            <p:cNvGrpSpPr>
              <a:grpSpLocks/>
            </p:cNvGrpSpPr>
            <p:nvPr/>
          </p:nvGrpSpPr>
          <p:grpSpPr bwMode="auto">
            <a:xfrm>
              <a:off x="2448" y="70"/>
              <a:ext cx="1161" cy="676"/>
              <a:chOff x="-17" y="1282"/>
              <a:chExt cx="1161" cy="676"/>
            </a:xfrm>
          </p:grpSpPr>
          <p:sp>
            <p:nvSpPr>
              <p:cNvPr id="95380" name="Freeform 238">
                <a:extLst>
                  <a:ext uri="{FF2B5EF4-FFF2-40B4-BE49-F238E27FC236}">
                    <a16:creationId xmlns:a16="http://schemas.microsoft.com/office/drawing/2014/main" id="{CA317233-C5EA-4AE4-8FE4-5082D8428602}"/>
                  </a:ext>
                </a:extLst>
              </p:cNvPr>
              <p:cNvSpPr>
                <a:spLocks/>
              </p:cNvSpPr>
              <p:nvPr/>
            </p:nvSpPr>
            <p:spPr bwMode="auto">
              <a:xfrm>
                <a:off x="246" y="1476"/>
                <a:ext cx="222" cy="180"/>
              </a:xfrm>
              <a:custGeom>
                <a:avLst/>
                <a:gdLst>
                  <a:gd name="T0" fmla="*/ 0 w 222"/>
                  <a:gd name="T1" fmla="*/ 180 h 180"/>
                  <a:gd name="T2" fmla="*/ 222 w 222"/>
                  <a:gd name="T3" fmla="*/ 0 h 180"/>
                  <a:gd name="T4" fmla="*/ 0 60000 65536"/>
                  <a:gd name="T5" fmla="*/ 0 60000 65536"/>
                  <a:gd name="T6" fmla="*/ 0 w 222"/>
                  <a:gd name="T7" fmla="*/ 0 h 180"/>
                  <a:gd name="T8" fmla="*/ 222 w 222"/>
                  <a:gd name="T9" fmla="*/ 180 h 180"/>
                </a:gdLst>
                <a:ahLst/>
                <a:cxnLst>
                  <a:cxn ang="T4">
                    <a:pos x="T0" y="T1"/>
                  </a:cxn>
                  <a:cxn ang="T5">
                    <a:pos x="T2" y="T3"/>
                  </a:cxn>
                </a:cxnLst>
                <a:rect l="T6" t="T7" r="T8" b="T9"/>
                <a:pathLst>
                  <a:path w="222" h="180">
                    <a:moveTo>
                      <a:pt x="0" y="180"/>
                    </a:moveTo>
                    <a:lnTo>
                      <a:pt x="222"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95381" name="Oval 239">
                <a:extLst>
                  <a:ext uri="{FF2B5EF4-FFF2-40B4-BE49-F238E27FC236}">
                    <a16:creationId xmlns:a16="http://schemas.microsoft.com/office/drawing/2014/main" id="{CA859499-91CE-42BB-A076-8961FFA9CA24}"/>
                  </a:ext>
                </a:extLst>
              </p:cNvPr>
              <p:cNvSpPr>
                <a:spLocks noChangeArrowheads="1"/>
              </p:cNvSpPr>
              <p:nvPr/>
            </p:nvSpPr>
            <p:spPr bwMode="auto">
              <a:xfrm>
                <a:off x="-14" y="1712"/>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95382" name="Line 240">
                <a:extLst>
                  <a:ext uri="{FF2B5EF4-FFF2-40B4-BE49-F238E27FC236}">
                    <a16:creationId xmlns:a16="http://schemas.microsoft.com/office/drawing/2014/main" id="{E737DAB8-5EC7-431B-BBE4-FDC193B6CCE5}"/>
                  </a:ext>
                </a:extLst>
              </p:cNvPr>
              <p:cNvSpPr>
                <a:spLocks noChangeShapeType="1"/>
              </p:cNvSpPr>
              <p:nvPr/>
            </p:nvSpPr>
            <p:spPr bwMode="auto">
              <a:xfrm>
                <a:off x="-14" y="1705"/>
                <a:ext cx="1"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5383" name="Line 241">
                <a:extLst>
                  <a:ext uri="{FF2B5EF4-FFF2-40B4-BE49-F238E27FC236}">
                    <a16:creationId xmlns:a16="http://schemas.microsoft.com/office/drawing/2014/main" id="{9D959EBF-8681-49DD-B0FC-B0E637EDF748}"/>
                  </a:ext>
                </a:extLst>
              </p:cNvPr>
              <p:cNvSpPr>
                <a:spLocks noChangeShapeType="1"/>
              </p:cNvSpPr>
              <p:nvPr/>
            </p:nvSpPr>
            <p:spPr bwMode="auto">
              <a:xfrm>
                <a:off x="299" y="1705"/>
                <a:ext cx="1"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5384" name="Rectangle 242">
                <a:extLst>
                  <a:ext uri="{FF2B5EF4-FFF2-40B4-BE49-F238E27FC236}">
                    <a16:creationId xmlns:a16="http://schemas.microsoft.com/office/drawing/2014/main" id="{2B6F0D5A-9240-42CD-809C-7511B1E75439}"/>
                  </a:ext>
                </a:extLst>
              </p:cNvPr>
              <p:cNvSpPr>
                <a:spLocks noChangeArrowheads="1"/>
              </p:cNvSpPr>
              <p:nvPr/>
            </p:nvSpPr>
            <p:spPr bwMode="auto">
              <a:xfrm>
                <a:off x="-14" y="1705"/>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95385" name="Oval 243">
                <a:extLst>
                  <a:ext uri="{FF2B5EF4-FFF2-40B4-BE49-F238E27FC236}">
                    <a16:creationId xmlns:a16="http://schemas.microsoft.com/office/drawing/2014/main" id="{A0787D08-A20D-499C-A847-E5768D04F862}"/>
                  </a:ext>
                </a:extLst>
              </p:cNvPr>
              <p:cNvSpPr>
                <a:spLocks noChangeArrowheads="1"/>
              </p:cNvSpPr>
              <p:nvPr/>
            </p:nvSpPr>
            <p:spPr bwMode="auto">
              <a:xfrm>
                <a:off x="-17" y="1646"/>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95386" name="Freeform 244">
                <a:extLst>
                  <a:ext uri="{FF2B5EF4-FFF2-40B4-BE49-F238E27FC236}">
                    <a16:creationId xmlns:a16="http://schemas.microsoft.com/office/drawing/2014/main" id="{2E912CDF-4C5C-4D44-83A3-2DBE1947DF78}"/>
                  </a:ext>
                </a:extLst>
              </p:cNvPr>
              <p:cNvSpPr>
                <a:spLocks/>
              </p:cNvSpPr>
              <p:nvPr/>
            </p:nvSpPr>
            <p:spPr bwMode="auto">
              <a:xfrm>
                <a:off x="651" y="1476"/>
                <a:ext cx="216" cy="189"/>
              </a:xfrm>
              <a:custGeom>
                <a:avLst/>
                <a:gdLst>
                  <a:gd name="T0" fmla="*/ 0 w 216"/>
                  <a:gd name="T1" fmla="*/ 0 h 189"/>
                  <a:gd name="T2" fmla="*/ 216 w 216"/>
                  <a:gd name="T3" fmla="*/ 189 h 189"/>
                  <a:gd name="T4" fmla="*/ 0 60000 65536"/>
                  <a:gd name="T5" fmla="*/ 0 60000 65536"/>
                  <a:gd name="T6" fmla="*/ 0 w 216"/>
                  <a:gd name="T7" fmla="*/ 0 h 189"/>
                  <a:gd name="T8" fmla="*/ 216 w 216"/>
                  <a:gd name="T9" fmla="*/ 189 h 189"/>
                </a:gdLst>
                <a:ahLst/>
                <a:cxnLst>
                  <a:cxn ang="T4">
                    <a:pos x="T0" y="T1"/>
                  </a:cxn>
                  <a:cxn ang="T5">
                    <a:pos x="T2" y="T3"/>
                  </a:cxn>
                </a:cxnLst>
                <a:rect l="T6" t="T7" r="T8" b="T9"/>
                <a:pathLst>
                  <a:path w="216" h="189">
                    <a:moveTo>
                      <a:pt x="0" y="0"/>
                    </a:moveTo>
                    <a:lnTo>
                      <a:pt x="216" y="189"/>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95387" name="Freeform 245">
                <a:extLst>
                  <a:ext uri="{FF2B5EF4-FFF2-40B4-BE49-F238E27FC236}">
                    <a16:creationId xmlns:a16="http://schemas.microsoft.com/office/drawing/2014/main" id="{6F4879AD-4732-4B9E-9002-7774245EF11E}"/>
                  </a:ext>
                </a:extLst>
              </p:cNvPr>
              <p:cNvSpPr>
                <a:spLocks/>
              </p:cNvSpPr>
              <p:nvPr/>
            </p:nvSpPr>
            <p:spPr bwMode="auto">
              <a:xfrm>
                <a:off x="303" y="1740"/>
                <a:ext cx="540" cy="3"/>
              </a:xfrm>
              <a:custGeom>
                <a:avLst/>
                <a:gdLst>
                  <a:gd name="T0" fmla="*/ 540 w 540"/>
                  <a:gd name="T1" fmla="*/ 3 h 3"/>
                  <a:gd name="T2" fmla="*/ 0 w 540"/>
                  <a:gd name="T3" fmla="*/ 0 h 3"/>
                  <a:gd name="T4" fmla="*/ 0 60000 65536"/>
                  <a:gd name="T5" fmla="*/ 0 60000 65536"/>
                  <a:gd name="T6" fmla="*/ 0 w 540"/>
                  <a:gd name="T7" fmla="*/ 0 h 3"/>
                  <a:gd name="T8" fmla="*/ 540 w 540"/>
                  <a:gd name="T9" fmla="*/ 3 h 3"/>
                </a:gdLst>
                <a:ahLst/>
                <a:cxnLst>
                  <a:cxn ang="T4">
                    <a:pos x="T0" y="T1"/>
                  </a:cxn>
                  <a:cxn ang="T5">
                    <a:pos x="T2" y="T3"/>
                  </a:cxn>
                </a:cxnLst>
                <a:rect l="T6" t="T7" r="T8" b="T9"/>
                <a:pathLst>
                  <a:path w="540" h="3">
                    <a:moveTo>
                      <a:pt x="540" y="3"/>
                    </a:moveTo>
                    <a:lnTo>
                      <a:pt x="0"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nvGrpSpPr>
              <p:cNvPr id="95388" name="Group 246">
                <a:extLst>
                  <a:ext uri="{FF2B5EF4-FFF2-40B4-BE49-F238E27FC236}">
                    <a16:creationId xmlns:a16="http://schemas.microsoft.com/office/drawing/2014/main" id="{13500F2B-9D77-470F-9CEA-6FD4915E19E7}"/>
                  </a:ext>
                </a:extLst>
              </p:cNvPr>
              <p:cNvGrpSpPr>
                <a:grpSpLocks/>
              </p:cNvGrpSpPr>
              <p:nvPr/>
            </p:nvGrpSpPr>
            <p:grpSpPr bwMode="auto">
              <a:xfrm>
                <a:off x="39" y="1594"/>
                <a:ext cx="196" cy="250"/>
                <a:chOff x="2959" y="2425"/>
                <a:chExt cx="197" cy="250"/>
              </a:xfrm>
            </p:grpSpPr>
            <p:sp>
              <p:nvSpPr>
                <p:cNvPr id="95410" name="Rectangle 247">
                  <a:extLst>
                    <a:ext uri="{FF2B5EF4-FFF2-40B4-BE49-F238E27FC236}">
                      <a16:creationId xmlns:a16="http://schemas.microsoft.com/office/drawing/2014/main" id="{FBB2E8B3-3EA6-4317-8FD7-3CFCF8947320}"/>
                    </a:ext>
                  </a:extLst>
                </p:cNvPr>
                <p:cNvSpPr>
                  <a:spLocks noChangeArrowheads="1"/>
                </p:cNvSpPr>
                <p:nvPr/>
              </p:nvSpPr>
              <p:spPr bwMode="auto">
                <a:xfrm>
                  <a:off x="2982" y="2490"/>
                  <a:ext cx="144"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95411" name="Text Box 248">
                  <a:extLst>
                    <a:ext uri="{FF2B5EF4-FFF2-40B4-BE49-F238E27FC236}">
                      <a16:creationId xmlns:a16="http://schemas.microsoft.com/office/drawing/2014/main" id="{B3069DED-BEE5-4DBD-A43E-9998E39E8742}"/>
                    </a:ext>
                  </a:extLst>
                </p:cNvPr>
                <p:cNvSpPr txBox="1">
                  <a:spLocks noChangeArrowheads="1"/>
                </p:cNvSpPr>
                <p:nvPr/>
              </p:nvSpPr>
              <p:spPr bwMode="auto">
                <a:xfrm>
                  <a:off x="2959" y="2425"/>
                  <a:ext cx="19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x</a:t>
                  </a:r>
                  <a:endParaRPr lang="en-US" altLang="en-US" sz="2400"/>
                </a:p>
              </p:txBody>
            </p:sp>
          </p:grpSp>
          <p:grpSp>
            <p:nvGrpSpPr>
              <p:cNvPr id="95389" name="Group 249">
                <a:extLst>
                  <a:ext uri="{FF2B5EF4-FFF2-40B4-BE49-F238E27FC236}">
                    <a16:creationId xmlns:a16="http://schemas.microsoft.com/office/drawing/2014/main" id="{3CC993A8-067F-412E-B5AC-76BBCFAC295F}"/>
                  </a:ext>
                </a:extLst>
              </p:cNvPr>
              <p:cNvGrpSpPr>
                <a:grpSpLocks/>
              </p:cNvGrpSpPr>
              <p:nvPr/>
            </p:nvGrpSpPr>
            <p:grpSpPr bwMode="auto">
              <a:xfrm>
                <a:off x="828" y="1576"/>
                <a:ext cx="316" cy="288"/>
                <a:chOff x="1740" y="2272"/>
                <a:chExt cx="316" cy="288"/>
              </a:xfrm>
            </p:grpSpPr>
            <p:sp>
              <p:nvSpPr>
                <p:cNvPr id="95402" name="Oval 250">
                  <a:extLst>
                    <a:ext uri="{FF2B5EF4-FFF2-40B4-BE49-F238E27FC236}">
                      <a16:creationId xmlns:a16="http://schemas.microsoft.com/office/drawing/2014/main" id="{3F97A715-0F6D-43C3-BFFF-FF5361648FD7}"/>
                    </a:ext>
                  </a:extLst>
                </p:cNvPr>
                <p:cNvSpPr>
                  <a:spLocks noChangeArrowheads="1"/>
                </p:cNvSpPr>
                <p:nvPr/>
              </p:nvSpPr>
              <p:spPr bwMode="auto">
                <a:xfrm>
                  <a:off x="1743" y="2420"/>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95403" name="Line 251">
                  <a:extLst>
                    <a:ext uri="{FF2B5EF4-FFF2-40B4-BE49-F238E27FC236}">
                      <a16:creationId xmlns:a16="http://schemas.microsoft.com/office/drawing/2014/main" id="{F467C642-2056-4304-A0E3-86F2059E8FF5}"/>
                    </a:ext>
                  </a:extLst>
                </p:cNvPr>
                <p:cNvSpPr>
                  <a:spLocks noChangeShapeType="1"/>
                </p:cNvSpPr>
                <p:nvPr/>
              </p:nvSpPr>
              <p:spPr bwMode="auto">
                <a:xfrm>
                  <a:off x="1743" y="2413"/>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5404" name="Line 252">
                  <a:extLst>
                    <a:ext uri="{FF2B5EF4-FFF2-40B4-BE49-F238E27FC236}">
                      <a16:creationId xmlns:a16="http://schemas.microsoft.com/office/drawing/2014/main" id="{25EADA61-48DB-4376-BB33-5EE49C4EAF1E}"/>
                    </a:ext>
                  </a:extLst>
                </p:cNvPr>
                <p:cNvSpPr>
                  <a:spLocks noChangeShapeType="1"/>
                </p:cNvSpPr>
                <p:nvPr/>
              </p:nvSpPr>
              <p:spPr bwMode="auto">
                <a:xfrm>
                  <a:off x="2056" y="2413"/>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5405" name="Rectangle 253">
                  <a:extLst>
                    <a:ext uri="{FF2B5EF4-FFF2-40B4-BE49-F238E27FC236}">
                      <a16:creationId xmlns:a16="http://schemas.microsoft.com/office/drawing/2014/main" id="{944E1952-F447-48D7-97FB-BF3FC01B6F54}"/>
                    </a:ext>
                  </a:extLst>
                </p:cNvPr>
                <p:cNvSpPr>
                  <a:spLocks noChangeArrowheads="1"/>
                </p:cNvSpPr>
                <p:nvPr/>
              </p:nvSpPr>
              <p:spPr bwMode="auto">
                <a:xfrm>
                  <a:off x="1743" y="2413"/>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95406" name="Oval 254">
                  <a:extLst>
                    <a:ext uri="{FF2B5EF4-FFF2-40B4-BE49-F238E27FC236}">
                      <a16:creationId xmlns:a16="http://schemas.microsoft.com/office/drawing/2014/main" id="{0EB3EB05-2A16-4105-AC8B-A95F729B865D}"/>
                    </a:ext>
                  </a:extLst>
                </p:cNvPr>
                <p:cNvSpPr>
                  <a:spLocks noChangeArrowheads="1"/>
                </p:cNvSpPr>
                <p:nvPr/>
              </p:nvSpPr>
              <p:spPr bwMode="auto">
                <a:xfrm>
                  <a:off x="1740" y="2354"/>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nvGrpSpPr>
                <p:cNvPr id="95407" name="Group 255">
                  <a:extLst>
                    <a:ext uri="{FF2B5EF4-FFF2-40B4-BE49-F238E27FC236}">
                      <a16:creationId xmlns:a16="http://schemas.microsoft.com/office/drawing/2014/main" id="{7D5E6B51-6FC4-42BC-AA34-BDCD52E40170}"/>
                    </a:ext>
                  </a:extLst>
                </p:cNvPr>
                <p:cNvGrpSpPr>
                  <a:grpSpLocks/>
                </p:cNvGrpSpPr>
                <p:nvPr/>
              </p:nvGrpSpPr>
              <p:grpSpPr bwMode="auto">
                <a:xfrm>
                  <a:off x="1795" y="2272"/>
                  <a:ext cx="212" cy="288"/>
                  <a:chOff x="2951" y="2395"/>
                  <a:chExt cx="213" cy="288"/>
                </a:xfrm>
              </p:grpSpPr>
              <p:sp>
                <p:nvSpPr>
                  <p:cNvPr id="95408" name="Rectangle 256">
                    <a:extLst>
                      <a:ext uri="{FF2B5EF4-FFF2-40B4-BE49-F238E27FC236}">
                        <a16:creationId xmlns:a16="http://schemas.microsoft.com/office/drawing/2014/main" id="{5F12B83F-FCBE-4A41-88D7-DF3F7E26ABEF}"/>
                      </a:ext>
                    </a:extLst>
                  </p:cNvPr>
                  <p:cNvSpPr>
                    <a:spLocks noChangeArrowheads="1"/>
                  </p:cNvSpPr>
                  <p:nvPr/>
                </p:nvSpPr>
                <p:spPr bwMode="auto">
                  <a:xfrm>
                    <a:off x="2982" y="2490"/>
                    <a:ext cx="144"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95409" name="Text Box 257">
                    <a:extLst>
                      <a:ext uri="{FF2B5EF4-FFF2-40B4-BE49-F238E27FC236}">
                        <a16:creationId xmlns:a16="http://schemas.microsoft.com/office/drawing/2014/main" id="{4AAC05AE-2751-4CD0-B152-5CDA48D395E9}"/>
                      </a:ext>
                    </a:extLst>
                  </p:cNvPr>
                  <p:cNvSpPr txBox="1">
                    <a:spLocks noChangeArrowheads="1"/>
                  </p:cNvSpPr>
                  <p:nvPr/>
                </p:nvSpPr>
                <p:spPr bwMode="auto">
                  <a:xfrm>
                    <a:off x="2951" y="2395"/>
                    <a:ext cx="21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400"/>
                      <a:t>z</a:t>
                    </a:r>
                  </a:p>
                </p:txBody>
              </p:sp>
            </p:grpSp>
          </p:grpSp>
          <p:sp>
            <p:nvSpPr>
              <p:cNvPr id="95390" name="Text Box 258">
                <a:extLst>
                  <a:ext uri="{FF2B5EF4-FFF2-40B4-BE49-F238E27FC236}">
                    <a16:creationId xmlns:a16="http://schemas.microsoft.com/office/drawing/2014/main" id="{60CDB7B5-2A44-4EDC-BD9B-C5C44F9E9D41}"/>
                  </a:ext>
                </a:extLst>
              </p:cNvPr>
              <p:cNvSpPr txBox="1">
                <a:spLocks noChangeArrowheads="1"/>
              </p:cNvSpPr>
              <p:nvPr/>
            </p:nvSpPr>
            <p:spPr bwMode="auto">
              <a:xfrm>
                <a:off x="724" y="1397"/>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a:t>1</a:t>
                </a:r>
                <a:endParaRPr lang="en-US" altLang="en-US" sz="2400"/>
              </a:p>
            </p:txBody>
          </p:sp>
          <p:sp>
            <p:nvSpPr>
              <p:cNvPr id="95391" name="Text Box 259">
                <a:extLst>
                  <a:ext uri="{FF2B5EF4-FFF2-40B4-BE49-F238E27FC236}">
                    <a16:creationId xmlns:a16="http://schemas.microsoft.com/office/drawing/2014/main" id="{DCBA28DB-5B6F-48B8-B3EE-7AB89131C508}"/>
                  </a:ext>
                </a:extLst>
              </p:cNvPr>
              <p:cNvSpPr txBox="1">
                <a:spLocks noChangeArrowheads="1"/>
              </p:cNvSpPr>
              <p:nvPr/>
            </p:nvSpPr>
            <p:spPr bwMode="auto">
              <a:xfrm>
                <a:off x="196" y="1394"/>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a:t>2</a:t>
                </a:r>
                <a:endParaRPr lang="en-US" altLang="en-US" sz="2400"/>
              </a:p>
            </p:txBody>
          </p:sp>
          <p:sp>
            <p:nvSpPr>
              <p:cNvPr id="95392" name="Text Box 260">
                <a:extLst>
                  <a:ext uri="{FF2B5EF4-FFF2-40B4-BE49-F238E27FC236}">
                    <a16:creationId xmlns:a16="http://schemas.microsoft.com/office/drawing/2014/main" id="{CA8E6BB9-026F-4419-9DE9-363B668E4635}"/>
                  </a:ext>
                </a:extLst>
              </p:cNvPr>
              <p:cNvSpPr txBox="1">
                <a:spLocks noChangeArrowheads="1"/>
              </p:cNvSpPr>
              <p:nvPr/>
            </p:nvSpPr>
            <p:spPr bwMode="auto">
              <a:xfrm>
                <a:off x="481" y="1727"/>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a:t>7</a:t>
                </a:r>
                <a:endParaRPr lang="en-US" altLang="en-US" sz="2400"/>
              </a:p>
            </p:txBody>
          </p:sp>
          <p:grpSp>
            <p:nvGrpSpPr>
              <p:cNvPr id="95393" name="Group 261">
                <a:extLst>
                  <a:ext uri="{FF2B5EF4-FFF2-40B4-BE49-F238E27FC236}">
                    <a16:creationId xmlns:a16="http://schemas.microsoft.com/office/drawing/2014/main" id="{BDB2EFB1-4466-4737-A801-22490050E145}"/>
                  </a:ext>
                </a:extLst>
              </p:cNvPr>
              <p:cNvGrpSpPr>
                <a:grpSpLocks/>
              </p:cNvGrpSpPr>
              <p:nvPr/>
            </p:nvGrpSpPr>
            <p:grpSpPr bwMode="auto">
              <a:xfrm>
                <a:off x="408" y="1282"/>
                <a:ext cx="316" cy="250"/>
                <a:chOff x="1740" y="2302"/>
                <a:chExt cx="316" cy="250"/>
              </a:xfrm>
            </p:grpSpPr>
            <p:sp>
              <p:nvSpPr>
                <p:cNvPr id="95394" name="Oval 262">
                  <a:extLst>
                    <a:ext uri="{FF2B5EF4-FFF2-40B4-BE49-F238E27FC236}">
                      <a16:creationId xmlns:a16="http://schemas.microsoft.com/office/drawing/2014/main" id="{F63CB048-ADFC-4251-9842-A620B79D39E8}"/>
                    </a:ext>
                  </a:extLst>
                </p:cNvPr>
                <p:cNvSpPr>
                  <a:spLocks noChangeArrowheads="1"/>
                </p:cNvSpPr>
                <p:nvPr/>
              </p:nvSpPr>
              <p:spPr bwMode="auto">
                <a:xfrm>
                  <a:off x="1743" y="2420"/>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95395" name="Line 263">
                  <a:extLst>
                    <a:ext uri="{FF2B5EF4-FFF2-40B4-BE49-F238E27FC236}">
                      <a16:creationId xmlns:a16="http://schemas.microsoft.com/office/drawing/2014/main" id="{6BA9B02A-9833-4749-8DAB-C6561507EF76}"/>
                    </a:ext>
                  </a:extLst>
                </p:cNvPr>
                <p:cNvSpPr>
                  <a:spLocks noChangeShapeType="1"/>
                </p:cNvSpPr>
                <p:nvPr/>
              </p:nvSpPr>
              <p:spPr bwMode="auto">
                <a:xfrm>
                  <a:off x="1743" y="2413"/>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5396" name="Line 264">
                  <a:extLst>
                    <a:ext uri="{FF2B5EF4-FFF2-40B4-BE49-F238E27FC236}">
                      <a16:creationId xmlns:a16="http://schemas.microsoft.com/office/drawing/2014/main" id="{F2A73A5F-02B6-4F5D-9228-FBC454E43E78}"/>
                    </a:ext>
                  </a:extLst>
                </p:cNvPr>
                <p:cNvSpPr>
                  <a:spLocks noChangeShapeType="1"/>
                </p:cNvSpPr>
                <p:nvPr/>
              </p:nvSpPr>
              <p:spPr bwMode="auto">
                <a:xfrm>
                  <a:off x="2056" y="2413"/>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5397" name="Rectangle 265">
                  <a:extLst>
                    <a:ext uri="{FF2B5EF4-FFF2-40B4-BE49-F238E27FC236}">
                      <a16:creationId xmlns:a16="http://schemas.microsoft.com/office/drawing/2014/main" id="{AAD3769A-0087-4AC8-9328-9C3CFE311914}"/>
                    </a:ext>
                  </a:extLst>
                </p:cNvPr>
                <p:cNvSpPr>
                  <a:spLocks noChangeArrowheads="1"/>
                </p:cNvSpPr>
                <p:nvPr/>
              </p:nvSpPr>
              <p:spPr bwMode="auto">
                <a:xfrm>
                  <a:off x="1743" y="2413"/>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95398" name="Oval 266">
                  <a:extLst>
                    <a:ext uri="{FF2B5EF4-FFF2-40B4-BE49-F238E27FC236}">
                      <a16:creationId xmlns:a16="http://schemas.microsoft.com/office/drawing/2014/main" id="{113BC8DC-A216-45A6-902B-F81C4B706AF7}"/>
                    </a:ext>
                  </a:extLst>
                </p:cNvPr>
                <p:cNvSpPr>
                  <a:spLocks noChangeArrowheads="1"/>
                </p:cNvSpPr>
                <p:nvPr/>
              </p:nvSpPr>
              <p:spPr bwMode="auto">
                <a:xfrm>
                  <a:off x="1740" y="2354"/>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nvGrpSpPr>
                <p:cNvPr id="95399" name="Group 267">
                  <a:extLst>
                    <a:ext uri="{FF2B5EF4-FFF2-40B4-BE49-F238E27FC236}">
                      <a16:creationId xmlns:a16="http://schemas.microsoft.com/office/drawing/2014/main" id="{B3EF9A6B-12B9-4B70-A050-337993B64E95}"/>
                    </a:ext>
                  </a:extLst>
                </p:cNvPr>
                <p:cNvGrpSpPr>
                  <a:grpSpLocks/>
                </p:cNvGrpSpPr>
                <p:nvPr/>
              </p:nvGrpSpPr>
              <p:grpSpPr bwMode="auto">
                <a:xfrm>
                  <a:off x="1803" y="2302"/>
                  <a:ext cx="196" cy="250"/>
                  <a:chOff x="2958" y="2425"/>
                  <a:chExt cx="198" cy="250"/>
                </a:xfrm>
              </p:grpSpPr>
              <p:sp>
                <p:nvSpPr>
                  <p:cNvPr id="95400" name="Rectangle 268">
                    <a:extLst>
                      <a:ext uri="{FF2B5EF4-FFF2-40B4-BE49-F238E27FC236}">
                        <a16:creationId xmlns:a16="http://schemas.microsoft.com/office/drawing/2014/main" id="{E212E104-08C6-4D81-A16A-E9FEE436C19C}"/>
                      </a:ext>
                    </a:extLst>
                  </p:cNvPr>
                  <p:cNvSpPr>
                    <a:spLocks noChangeArrowheads="1"/>
                  </p:cNvSpPr>
                  <p:nvPr/>
                </p:nvSpPr>
                <p:spPr bwMode="auto">
                  <a:xfrm>
                    <a:off x="2982" y="2490"/>
                    <a:ext cx="142"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95401" name="Text Box 269">
                    <a:extLst>
                      <a:ext uri="{FF2B5EF4-FFF2-40B4-BE49-F238E27FC236}">
                        <a16:creationId xmlns:a16="http://schemas.microsoft.com/office/drawing/2014/main" id="{E01106B1-D61D-4BA0-ADFF-27043B30C483}"/>
                      </a:ext>
                    </a:extLst>
                  </p:cNvPr>
                  <p:cNvSpPr txBox="1">
                    <a:spLocks noChangeArrowheads="1"/>
                  </p:cNvSpPr>
                  <p:nvPr/>
                </p:nvSpPr>
                <p:spPr bwMode="auto">
                  <a:xfrm>
                    <a:off x="2958" y="2425"/>
                    <a:ext cx="19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y</a:t>
                    </a:r>
                    <a:endParaRPr lang="en-US" altLang="en-US" sz="2400"/>
                  </a:p>
                </p:txBody>
              </p:sp>
            </p:grpSp>
          </p:grpSp>
        </p:grpSp>
      </p:grpSp>
      <p:sp>
        <p:nvSpPr>
          <p:cNvPr id="95363" name="Text Box 270">
            <a:extLst>
              <a:ext uri="{FF2B5EF4-FFF2-40B4-BE49-F238E27FC236}">
                <a16:creationId xmlns:a16="http://schemas.microsoft.com/office/drawing/2014/main" id="{EAAE0481-CC9B-4A2A-A542-1E337DD457E6}"/>
              </a:ext>
            </a:extLst>
          </p:cNvPr>
          <p:cNvSpPr txBox="1">
            <a:spLocks noChangeArrowheads="1"/>
          </p:cNvSpPr>
          <p:nvPr/>
        </p:nvSpPr>
        <p:spPr bwMode="auto">
          <a:xfrm>
            <a:off x="1787525" y="1104900"/>
            <a:ext cx="92075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eaLnBrk="1" hangingPunct="1">
              <a:lnSpc>
                <a:spcPct val="85000"/>
              </a:lnSpc>
            </a:pPr>
            <a:r>
              <a:rPr lang="en-US" altLang="en-US" b="1">
                <a:solidFill>
                  <a:srgbClr val="CC0000"/>
                </a:solidFill>
              </a:rPr>
              <a:t>Bảng</a:t>
            </a:r>
          </a:p>
          <a:p>
            <a:pPr algn="r" eaLnBrk="1" hangingPunct="1">
              <a:lnSpc>
                <a:spcPct val="85000"/>
              </a:lnSpc>
            </a:pPr>
            <a:r>
              <a:rPr lang="en-US" altLang="en-US" b="1">
                <a:solidFill>
                  <a:srgbClr val="CC0000"/>
                </a:solidFill>
              </a:rPr>
              <a:t>node x</a:t>
            </a:r>
          </a:p>
        </p:txBody>
      </p:sp>
      <p:sp>
        <p:nvSpPr>
          <p:cNvPr id="95364" name="Oval 271">
            <a:extLst>
              <a:ext uri="{FF2B5EF4-FFF2-40B4-BE49-F238E27FC236}">
                <a16:creationId xmlns:a16="http://schemas.microsoft.com/office/drawing/2014/main" id="{3FF91CF3-CDDF-41F6-B581-33CE02DE1441}"/>
              </a:ext>
            </a:extLst>
          </p:cNvPr>
          <p:cNvSpPr>
            <a:spLocks noChangeArrowheads="1"/>
          </p:cNvSpPr>
          <p:nvPr/>
        </p:nvSpPr>
        <p:spPr bwMode="auto">
          <a:xfrm>
            <a:off x="2743200" y="1676400"/>
            <a:ext cx="1066800" cy="381000"/>
          </a:xfrm>
          <a:prstGeom prst="ellipse">
            <a:avLst/>
          </a:pr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95365" name="Oval 272">
            <a:extLst>
              <a:ext uri="{FF2B5EF4-FFF2-40B4-BE49-F238E27FC236}">
                <a16:creationId xmlns:a16="http://schemas.microsoft.com/office/drawing/2014/main" id="{2D4B274C-3A3E-4326-BB63-152248A1E8BF}"/>
              </a:ext>
            </a:extLst>
          </p:cNvPr>
          <p:cNvSpPr>
            <a:spLocks noChangeArrowheads="1"/>
          </p:cNvSpPr>
          <p:nvPr/>
        </p:nvSpPr>
        <p:spPr bwMode="auto">
          <a:xfrm>
            <a:off x="2743200" y="3733800"/>
            <a:ext cx="1066800" cy="381000"/>
          </a:xfrm>
          <a:prstGeom prst="ellipse">
            <a:avLst/>
          </a:pr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95366" name="Oval 273">
            <a:extLst>
              <a:ext uri="{FF2B5EF4-FFF2-40B4-BE49-F238E27FC236}">
                <a16:creationId xmlns:a16="http://schemas.microsoft.com/office/drawing/2014/main" id="{88F16027-6B84-4979-8697-CDFB635D135D}"/>
              </a:ext>
            </a:extLst>
          </p:cNvPr>
          <p:cNvSpPr>
            <a:spLocks noChangeArrowheads="1"/>
          </p:cNvSpPr>
          <p:nvPr/>
        </p:nvSpPr>
        <p:spPr bwMode="auto">
          <a:xfrm>
            <a:off x="2743200" y="5943600"/>
            <a:ext cx="1066800" cy="381000"/>
          </a:xfrm>
          <a:prstGeom prst="ellipse">
            <a:avLst/>
          </a:pr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95367" name="Oval 274">
            <a:extLst>
              <a:ext uri="{FF2B5EF4-FFF2-40B4-BE49-F238E27FC236}">
                <a16:creationId xmlns:a16="http://schemas.microsoft.com/office/drawing/2014/main" id="{60206743-D6D3-4CB7-BC3E-8C2CE7A0C300}"/>
              </a:ext>
            </a:extLst>
          </p:cNvPr>
          <p:cNvSpPr>
            <a:spLocks noChangeArrowheads="1"/>
          </p:cNvSpPr>
          <p:nvPr/>
        </p:nvSpPr>
        <p:spPr bwMode="auto">
          <a:xfrm>
            <a:off x="4821238" y="1676400"/>
            <a:ext cx="1066800" cy="381000"/>
          </a:xfrm>
          <a:prstGeom prst="ellipse">
            <a:avLst/>
          </a:pr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95368" name="Rectangle 275">
            <a:extLst>
              <a:ext uri="{FF2B5EF4-FFF2-40B4-BE49-F238E27FC236}">
                <a16:creationId xmlns:a16="http://schemas.microsoft.com/office/drawing/2014/main" id="{EC7924E0-79B6-4F0F-9D0F-A5F8C6A52A6B}"/>
              </a:ext>
            </a:extLst>
          </p:cNvPr>
          <p:cNvSpPr>
            <a:spLocks noChangeArrowheads="1"/>
          </p:cNvSpPr>
          <p:nvPr/>
        </p:nvSpPr>
        <p:spPr bwMode="auto">
          <a:xfrm>
            <a:off x="3114675" y="187325"/>
            <a:ext cx="43180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just"/>
            <a:r>
              <a:rPr lang="fr-FR" altLang="en-US">
                <a:solidFill>
                  <a:srgbClr val="000000"/>
                </a:solidFill>
                <a:cs typeface="Times New Roman" panose="02020603050405020304" pitchFamily="18" charset="0"/>
              </a:rPr>
              <a:t>D</a:t>
            </a:r>
            <a:r>
              <a:rPr lang="fr-FR" altLang="en-US" baseline="-25000">
                <a:solidFill>
                  <a:srgbClr val="000000"/>
                </a:solidFill>
                <a:cs typeface="Times New Roman" panose="02020603050405020304" pitchFamily="18" charset="0"/>
              </a:rPr>
              <a:t>x</a:t>
            </a:r>
            <a:r>
              <a:rPr lang="fr-FR" altLang="en-US">
                <a:solidFill>
                  <a:srgbClr val="000000"/>
                </a:solidFill>
                <a:cs typeface="Times New Roman" panose="02020603050405020304" pitchFamily="18" charset="0"/>
              </a:rPr>
              <a:t>(y) = min{c(x,y) + D</a:t>
            </a:r>
            <a:r>
              <a:rPr lang="fr-FR" altLang="en-US" baseline="-25000">
                <a:solidFill>
                  <a:srgbClr val="000000"/>
                </a:solidFill>
                <a:cs typeface="Times New Roman" panose="02020603050405020304" pitchFamily="18" charset="0"/>
              </a:rPr>
              <a:t>y</a:t>
            </a:r>
            <a:r>
              <a:rPr lang="fr-FR" altLang="en-US">
                <a:solidFill>
                  <a:srgbClr val="000000"/>
                </a:solidFill>
                <a:cs typeface="Times New Roman" panose="02020603050405020304" pitchFamily="18" charset="0"/>
              </a:rPr>
              <a:t>(y), c(x,z) + D</a:t>
            </a:r>
            <a:r>
              <a:rPr lang="fr-FR" altLang="en-US" baseline="-25000">
                <a:solidFill>
                  <a:srgbClr val="000000"/>
                </a:solidFill>
                <a:cs typeface="Times New Roman" panose="02020603050405020304" pitchFamily="18" charset="0"/>
              </a:rPr>
              <a:t>z</a:t>
            </a:r>
            <a:r>
              <a:rPr lang="fr-FR" altLang="en-US">
                <a:solidFill>
                  <a:srgbClr val="000000"/>
                </a:solidFill>
                <a:cs typeface="Times New Roman" panose="02020603050405020304" pitchFamily="18" charset="0"/>
              </a:rPr>
              <a:t>(y)} </a:t>
            </a:r>
            <a:br>
              <a:rPr lang="fr-FR" altLang="en-US">
                <a:solidFill>
                  <a:srgbClr val="000000"/>
                </a:solidFill>
                <a:cs typeface="Times New Roman" panose="02020603050405020304" pitchFamily="18" charset="0"/>
              </a:rPr>
            </a:br>
            <a:r>
              <a:rPr lang="fr-FR" altLang="en-US">
                <a:solidFill>
                  <a:srgbClr val="000000"/>
                </a:solidFill>
                <a:cs typeface="Times New Roman" panose="02020603050405020304" pitchFamily="18" charset="0"/>
              </a:rPr>
              <a:t>             = min{2+0 , 7+1} = 2</a:t>
            </a:r>
          </a:p>
        </p:txBody>
      </p:sp>
      <p:sp>
        <p:nvSpPr>
          <p:cNvPr id="95369" name="Line 276">
            <a:extLst>
              <a:ext uri="{FF2B5EF4-FFF2-40B4-BE49-F238E27FC236}">
                <a16:creationId xmlns:a16="http://schemas.microsoft.com/office/drawing/2014/main" id="{8329F840-D61C-4EC4-B8CD-5707A798DE44}"/>
              </a:ext>
            </a:extLst>
          </p:cNvPr>
          <p:cNvSpPr>
            <a:spLocks noChangeShapeType="1"/>
          </p:cNvSpPr>
          <p:nvPr/>
        </p:nvSpPr>
        <p:spPr bwMode="auto">
          <a:xfrm flipH="1">
            <a:off x="5284789" y="809625"/>
            <a:ext cx="809625" cy="966788"/>
          </a:xfrm>
          <a:prstGeom prst="line">
            <a:avLst/>
          </a:prstGeom>
          <a:noFill/>
          <a:ln w="12700">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95370" name="Rectangle 277">
            <a:extLst>
              <a:ext uri="{FF2B5EF4-FFF2-40B4-BE49-F238E27FC236}">
                <a16:creationId xmlns:a16="http://schemas.microsoft.com/office/drawing/2014/main" id="{80E1B95E-908B-4B2C-A124-AE222C96BE7D}"/>
              </a:ext>
            </a:extLst>
          </p:cNvPr>
          <p:cNvSpPr>
            <a:spLocks noChangeArrowheads="1"/>
          </p:cNvSpPr>
          <p:nvPr/>
        </p:nvSpPr>
        <p:spPr bwMode="auto">
          <a:xfrm>
            <a:off x="7908925" y="28576"/>
            <a:ext cx="2667000" cy="1082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just">
              <a:lnSpc>
                <a:spcPct val="120000"/>
              </a:lnSpc>
            </a:pPr>
            <a:r>
              <a:rPr lang="fr-FR" altLang="en-US" i="1"/>
              <a:t>D</a:t>
            </a:r>
            <a:r>
              <a:rPr lang="fr-FR" altLang="en-US" i="1" baseline="-25000"/>
              <a:t>x</a:t>
            </a:r>
            <a:r>
              <a:rPr lang="fr-FR" altLang="en-US" i="1"/>
              <a:t>(z) = </a:t>
            </a:r>
            <a:r>
              <a:rPr lang="fr-FR" altLang="en-US"/>
              <a:t>min{</a:t>
            </a:r>
            <a:r>
              <a:rPr lang="fr-FR" altLang="en-US" i="1"/>
              <a:t>c(x,y) + </a:t>
            </a:r>
            <a:br>
              <a:rPr lang="fr-FR" altLang="en-US" i="1"/>
            </a:br>
            <a:r>
              <a:rPr lang="fr-FR" altLang="en-US" i="1"/>
              <a:t>      D</a:t>
            </a:r>
            <a:r>
              <a:rPr lang="fr-FR" altLang="en-US" i="1" baseline="-25000"/>
              <a:t>y</a:t>
            </a:r>
            <a:r>
              <a:rPr lang="fr-FR" altLang="en-US" i="1"/>
              <a:t>(z), c(x,z) + D</a:t>
            </a:r>
            <a:r>
              <a:rPr lang="fr-FR" altLang="en-US" i="1" baseline="-25000"/>
              <a:t>z</a:t>
            </a:r>
            <a:r>
              <a:rPr lang="fr-FR" altLang="en-US" i="1"/>
              <a:t>(z)</a:t>
            </a:r>
            <a:r>
              <a:rPr lang="fr-FR" altLang="en-US"/>
              <a:t>} </a:t>
            </a:r>
          </a:p>
          <a:p>
            <a:pPr algn="just">
              <a:lnSpc>
                <a:spcPct val="120000"/>
              </a:lnSpc>
            </a:pPr>
            <a:r>
              <a:rPr lang="fr-FR" altLang="en-US"/>
              <a:t>= min{2+1 , 7+0} = 3</a:t>
            </a:r>
          </a:p>
        </p:txBody>
      </p:sp>
      <p:sp>
        <p:nvSpPr>
          <p:cNvPr id="95371" name="Line 278">
            <a:extLst>
              <a:ext uri="{FF2B5EF4-FFF2-40B4-BE49-F238E27FC236}">
                <a16:creationId xmlns:a16="http://schemas.microsoft.com/office/drawing/2014/main" id="{966F81E2-F0D6-4B30-9E78-005FBF6A527B}"/>
              </a:ext>
            </a:extLst>
          </p:cNvPr>
          <p:cNvSpPr>
            <a:spLocks noChangeShapeType="1"/>
          </p:cNvSpPr>
          <p:nvPr/>
        </p:nvSpPr>
        <p:spPr bwMode="auto">
          <a:xfrm flipH="1">
            <a:off x="5703889" y="482600"/>
            <a:ext cx="2586037" cy="1333500"/>
          </a:xfrm>
          <a:prstGeom prst="line">
            <a:avLst/>
          </a:prstGeom>
          <a:noFill/>
          <a:ln w="952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95372" name="Text Box 279">
            <a:extLst>
              <a:ext uri="{FF2B5EF4-FFF2-40B4-BE49-F238E27FC236}">
                <a16:creationId xmlns:a16="http://schemas.microsoft.com/office/drawing/2014/main" id="{A1F4AFC3-890F-4A19-A675-DDA234C05633}"/>
              </a:ext>
            </a:extLst>
          </p:cNvPr>
          <p:cNvSpPr txBox="1">
            <a:spLocks noChangeArrowheads="1"/>
          </p:cNvSpPr>
          <p:nvPr/>
        </p:nvSpPr>
        <p:spPr bwMode="auto">
          <a:xfrm>
            <a:off x="5446713" y="167481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3</a:t>
            </a:r>
          </a:p>
        </p:txBody>
      </p:sp>
      <p:sp>
        <p:nvSpPr>
          <p:cNvPr id="95373" name="Text Box 280">
            <a:extLst>
              <a:ext uri="{FF2B5EF4-FFF2-40B4-BE49-F238E27FC236}">
                <a16:creationId xmlns:a16="http://schemas.microsoft.com/office/drawing/2014/main" id="{50BEB48E-B65A-4E93-AB10-5EEB3C0AD587}"/>
              </a:ext>
            </a:extLst>
          </p:cNvPr>
          <p:cNvSpPr txBox="1">
            <a:spLocks noChangeArrowheads="1"/>
          </p:cNvSpPr>
          <p:nvPr/>
        </p:nvSpPr>
        <p:spPr bwMode="auto">
          <a:xfrm>
            <a:off x="5103813" y="1679576"/>
            <a:ext cx="3429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2 </a:t>
            </a:r>
          </a:p>
        </p:txBody>
      </p:sp>
      <p:sp>
        <p:nvSpPr>
          <p:cNvPr id="95374" name="Text Box 281">
            <a:extLst>
              <a:ext uri="{FF2B5EF4-FFF2-40B4-BE49-F238E27FC236}">
                <a16:creationId xmlns:a16="http://schemas.microsoft.com/office/drawing/2014/main" id="{91C8B0B3-5C4A-4DDC-8B68-425F98448588}"/>
              </a:ext>
            </a:extLst>
          </p:cNvPr>
          <p:cNvSpPr txBox="1">
            <a:spLocks noChangeArrowheads="1"/>
          </p:cNvSpPr>
          <p:nvPr/>
        </p:nvSpPr>
        <p:spPr bwMode="auto">
          <a:xfrm>
            <a:off x="1808164" y="2851151"/>
            <a:ext cx="928687"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eaLnBrk="1" hangingPunct="1">
              <a:lnSpc>
                <a:spcPct val="85000"/>
              </a:lnSpc>
            </a:pPr>
            <a:r>
              <a:rPr lang="en-US" altLang="en-US" b="1">
                <a:solidFill>
                  <a:srgbClr val="CC0000"/>
                </a:solidFill>
              </a:rPr>
              <a:t>Bảng</a:t>
            </a:r>
          </a:p>
          <a:p>
            <a:pPr algn="r" eaLnBrk="1" hangingPunct="1">
              <a:lnSpc>
                <a:spcPct val="85000"/>
              </a:lnSpc>
            </a:pPr>
            <a:r>
              <a:rPr lang="en-US" altLang="en-US" b="1">
                <a:solidFill>
                  <a:srgbClr val="CC0000"/>
                </a:solidFill>
              </a:rPr>
              <a:t>node y</a:t>
            </a:r>
          </a:p>
        </p:txBody>
      </p:sp>
      <p:sp>
        <p:nvSpPr>
          <p:cNvPr id="95375" name="Text Box 282">
            <a:extLst>
              <a:ext uri="{FF2B5EF4-FFF2-40B4-BE49-F238E27FC236}">
                <a16:creationId xmlns:a16="http://schemas.microsoft.com/office/drawing/2014/main" id="{0EBEB33B-38A7-440F-BE62-2906910DCDA9}"/>
              </a:ext>
            </a:extLst>
          </p:cNvPr>
          <p:cNvSpPr txBox="1">
            <a:spLocks noChangeArrowheads="1"/>
          </p:cNvSpPr>
          <p:nvPr/>
        </p:nvSpPr>
        <p:spPr bwMode="auto">
          <a:xfrm>
            <a:off x="1827214" y="4699001"/>
            <a:ext cx="915987"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eaLnBrk="1" hangingPunct="1">
              <a:lnSpc>
                <a:spcPct val="85000"/>
              </a:lnSpc>
            </a:pPr>
            <a:r>
              <a:rPr lang="en-US" altLang="en-US" b="1">
                <a:solidFill>
                  <a:srgbClr val="CC0000"/>
                </a:solidFill>
              </a:rPr>
              <a:t>Bảng</a:t>
            </a:r>
          </a:p>
          <a:p>
            <a:pPr algn="r" eaLnBrk="1" hangingPunct="1">
              <a:lnSpc>
                <a:spcPct val="85000"/>
              </a:lnSpc>
            </a:pPr>
            <a:r>
              <a:rPr lang="en-US" altLang="en-US" b="1">
                <a:solidFill>
                  <a:srgbClr val="CC0000"/>
                </a:solidFill>
              </a:rPr>
              <a:t>node z</a:t>
            </a:r>
          </a:p>
        </p:txBody>
      </p:sp>
      <p:sp>
        <p:nvSpPr>
          <p:cNvPr id="95376" name="Text Box 283">
            <a:extLst>
              <a:ext uri="{FF2B5EF4-FFF2-40B4-BE49-F238E27FC236}">
                <a16:creationId xmlns:a16="http://schemas.microsoft.com/office/drawing/2014/main" id="{55F0C043-BAF9-442F-B132-A46509DD9447}"/>
              </a:ext>
            </a:extLst>
          </p:cNvPr>
          <p:cNvSpPr txBox="1">
            <a:spLocks noChangeArrowheads="1"/>
          </p:cNvSpPr>
          <p:nvPr/>
        </p:nvSpPr>
        <p:spPr bwMode="auto">
          <a:xfrm>
            <a:off x="4937125" y="1143001"/>
            <a:ext cx="10604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400"/>
              <a:t>chi phí đến</a:t>
            </a:r>
          </a:p>
        </p:txBody>
      </p:sp>
      <p:sp>
        <p:nvSpPr>
          <p:cNvPr id="95377" name="Text Box 284">
            <a:extLst>
              <a:ext uri="{FF2B5EF4-FFF2-40B4-BE49-F238E27FC236}">
                <a16:creationId xmlns:a16="http://schemas.microsoft.com/office/drawing/2014/main" id="{E9E71BDB-4FB7-49B0-9010-D80837494913}"/>
              </a:ext>
            </a:extLst>
          </p:cNvPr>
          <p:cNvSpPr txBox="1">
            <a:spLocks noChangeArrowheads="1"/>
          </p:cNvSpPr>
          <p:nvPr/>
        </p:nvSpPr>
        <p:spPr bwMode="auto">
          <a:xfrm rot="16200000">
            <a:off x="2177257" y="1958182"/>
            <a:ext cx="3540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400"/>
              <a:t>từ</a:t>
            </a:r>
          </a:p>
          <a:p>
            <a:endParaRPr lang="en-US" altLang="en-US" sz="1400" i="1"/>
          </a:p>
        </p:txBody>
      </p:sp>
    </p:spTree>
    <p:extLst>
      <p:ext uri="{BB962C8B-B14F-4D97-AF65-F5344CB8AC3E}">
        <p14:creationId xmlns:p14="http://schemas.microsoft.com/office/powerpoint/2010/main" val="35538776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Footer Placeholder 3">
            <a:extLst>
              <a:ext uri="{FF2B5EF4-FFF2-40B4-BE49-F238E27FC236}">
                <a16:creationId xmlns:a16="http://schemas.microsoft.com/office/drawing/2014/main" id="{AEB5B0A7-9228-41D1-A1F9-F98FEF1509E9}"/>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Tầng Network</a:t>
            </a:r>
          </a:p>
        </p:txBody>
      </p:sp>
      <p:sp>
        <p:nvSpPr>
          <p:cNvPr id="96259" name="Slide Number Placeholder 4">
            <a:extLst>
              <a:ext uri="{FF2B5EF4-FFF2-40B4-BE49-F238E27FC236}">
                <a16:creationId xmlns:a16="http://schemas.microsoft.com/office/drawing/2014/main" id="{B3ED819A-EAB6-42C4-9466-EEA6F59C3CC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4-</a:t>
            </a:r>
            <a:fld id="{72918646-BB23-479C-B1CC-266A004168B3}" type="slidenum">
              <a:rPr lang="en-US" altLang="en-US">
                <a:latin typeface="Tahoma" panose="020B0604030504040204" pitchFamily="34" charset="0"/>
              </a:rPr>
              <a:pPr/>
              <a:t>82</a:t>
            </a:fld>
            <a:endParaRPr lang="en-US" altLang="en-US">
              <a:latin typeface="Tahoma" panose="020B0604030504040204" pitchFamily="34" charset="0"/>
            </a:endParaRPr>
          </a:p>
        </p:txBody>
      </p:sp>
      <p:pic>
        <p:nvPicPr>
          <p:cNvPr id="96260" name="Picture 155" descr="underline_base">
            <a:extLst>
              <a:ext uri="{FF2B5EF4-FFF2-40B4-BE49-F238E27FC236}">
                <a16:creationId xmlns:a16="http://schemas.microsoft.com/office/drawing/2014/main" id="{F0ABEE06-9E66-435F-94D9-4DC4470FF68E}"/>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74863" y="746125"/>
            <a:ext cx="6856412"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6261" name="Rectangle 2">
            <a:extLst>
              <a:ext uri="{FF2B5EF4-FFF2-40B4-BE49-F238E27FC236}">
                <a16:creationId xmlns:a16="http://schemas.microsoft.com/office/drawing/2014/main" id="{4FB54E25-4D89-45AC-AE50-86C44F1DC219}"/>
              </a:ext>
            </a:extLst>
          </p:cNvPr>
          <p:cNvSpPr>
            <a:spLocks noGrp="1" noChangeArrowheads="1"/>
          </p:cNvSpPr>
          <p:nvPr>
            <p:ph type="title"/>
          </p:nvPr>
        </p:nvSpPr>
        <p:spPr>
          <a:xfrm>
            <a:off x="1612900" y="12700"/>
            <a:ext cx="9093200" cy="812800"/>
          </a:xfrm>
        </p:spPr>
        <p:txBody>
          <a:bodyPr>
            <a:normAutofit/>
          </a:bodyPr>
          <a:lstStyle/>
          <a:p>
            <a:r>
              <a:rPr lang="en-US" altLang="en-US" dirty="0">
                <a:ea typeface="ＭＳ Ｐゴシック" panose="020B0600070205080204" pitchFamily="34" charset="-128"/>
              </a:rPr>
              <a:t>Distance vector: chi </a:t>
            </a:r>
            <a:r>
              <a:rPr lang="en-US" altLang="en-US" dirty="0" err="1">
                <a:ea typeface="ＭＳ Ｐゴシック" panose="020B0600070205080204" pitchFamily="34" charset="-128"/>
              </a:rPr>
              <a:t>phí</a:t>
            </a:r>
            <a:r>
              <a:rPr lang="en-US" altLang="en-US" dirty="0">
                <a:ea typeface="ＭＳ Ｐゴシック" panose="020B0600070205080204" pitchFamily="34" charset="-128"/>
              </a:rPr>
              <a:t> </a:t>
            </a:r>
            <a:r>
              <a:rPr lang="en-US" altLang="en-US" dirty="0" err="1">
                <a:ea typeface="ＭＳ Ｐゴシック" panose="020B0600070205080204" pitchFamily="34" charset="-128"/>
              </a:rPr>
              <a:t>kết</a:t>
            </a:r>
            <a:r>
              <a:rPr lang="en-US" altLang="en-US" dirty="0">
                <a:ea typeface="ＭＳ Ｐゴシック" panose="020B0600070205080204" pitchFamily="34" charset="-128"/>
              </a:rPr>
              <a:t> </a:t>
            </a:r>
            <a:r>
              <a:rPr lang="en-US" altLang="en-US" dirty="0" err="1">
                <a:ea typeface="ＭＳ Ｐゴシック" panose="020B0600070205080204" pitchFamily="34" charset="-128"/>
              </a:rPr>
              <a:t>nối</a:t>
            </a:r>
            <a:r>
              <a:rPr lang="en-US" altLang="en-US" dirty="0">
                <a:ea typeface="ＭＳ Ｐゴシック" panose="020B0600070205080204" pitchFamily="34" charset="-128"/>
              </a:rPr>
              <a:t> </a:t>
            </a:r>
            <a:r>
              <a:rPr lang="en-US" altLang="en-US" dirty="0" err="1">
                <a:ea typeface="ＭＳ Ｐゴシック" panose="020B0600070205080204" pitchFamily="34" charset="-128"/>
              </a:rPr>
              <a:t>thay</a:t>
            </a:r>
            <a:r>
              <a:rPr lang="en-US" altLang="en-US" dirty="0">
                <a:ea typeface="ＭＳ Ｐゴシック" panose="020B0600070205080204" pitchFamily="34" charset="-128"/>
              </a:rPr>
              <a:t> </a:t>
            </a:r>
            <a:r>
              <a:rPr lang="en-US" altLang="en-US" dirty="0" err="1">
                <a:ea typeface="ＭＳ Ｐゴシック" panose="020B0600070205080204" pitchFamily="34" charset="-128"/>
              </a:rPr>
              <a:t>đổi</a:t>
            </a:r>
            <a:endParaRPr lang="en-US" altLang="en-US" dirty="0">
              <a:ea typeface="ＭＳ Ｐゴシック" panose="020B0600070205080204" pitchFamily="34" charset="-128"/>
            </a:endParaRPr>
          </a:p>
        </p:txBody>
      </p:sp>
      <p:sp>
        <p:nvSpPr>
          <p:cNvPr id="96262" name="Rectangle 3">
            <a:extLst>
              <a:ext uri="{FF2B5EF4-FFF2-40B4-BE49-F238E27FC236}">
                <a16:creationId xmlns:a16="http://schemas.microsoft.com/office/drawing/2014/main" id="{8FCD55FF-9636-405A-A032-B09253F02C2E}"/>
              </a:ext>
            </a:extLst>
          </p:cNvPr>
          <p:cNvSpPr>
            <a:spLocks noChangeArrowheads="1"/>
          </p:cNvSpPr>
          <p:nvPr/>
        </p:nvSpPr>
        <p:spPr bwMode="auto">
          <a:xfrm>
            <a:off x="1860550" y="1171576"/>
            <a:ext cx="5746750" cy="2524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nSpc>
                <a:spcPct val="85000"/>
              </a:lnSpc>
              <a:spcBef>
                <a:spcPct val="20000"/>
              </a:spcBef>
              <a:buClr>
                <a:srgbClr val="000099"/>
              </a:buClr>
              <a:buSzPct val="65000"/>
              <a:buFont typeface="Wingdings" panose="05000000000000000000" pitchFamily="2" charset="2"/>
              <a:buNone/>
            </a:pPr>
            <a:r>
              <a:rPr lang="en-US" altLang="en-US" sz="2800" i="1">
                <a:solidFill>
                  <a:srgbClr val="CC0000"/>
                </a:solidFill>
                <a:latin typeface="Comic Sans MS" panose="030F0702030302020204" pitchFamily="66" charset="0"/>
              </a:rPr>
              <a:t>Chi phí kết nối thay đổi:</a:t>
            </a:r>
          </a:p>
          <a:p>
            <a:pPr>
              <a:lnSpc>
                <a:spcPct val="85000"/>
              </a:lnSpc>
              <a:spcBef>
                <a:spcPct val="20000"/>
              </a:spcBef>
              <a:buClr>
                <a:srgbClr val="000099"/>
              </a:buClr>
              <a:buSzPct val="65000"/>
              <a:buFont typeface="Wingdings" panose="05000000000000000000" pitchFamily="2" charset="2"/>
              <a:buChar char="v"/>
            </a:pPr>
            <a:r>
              <a:rPr lang="en-US" altLang="en-US" sz="2400">
                <a:latin typeface="Comic Sans MS" panose="030F0702030302020204" pitchFamily="66" charset="0"/>
              </a:rPr>
              <a:t>node phát hiện sự thay đổi chi phí kết nối cục bộ</a:t>
            </a:r>
          </a:p>
          <a:p>
            <a:pPr>
              <a:lnSpc>
                <a:spcPct val="85000"/>
              </a:lnSpc>
              <a:spcBef>
                <a:spcPct val="20000"/>
              </a:spcBef>
              <a:buClr>
                <a:srgbClr val="000099"/>
              </a:buClr>
              <a:buSzPct val="65000"/>
              <a:buFont typeface="Wingdings" panose="05000000000000000000" pitchFamily="2" charset="2"/>
              <a:buChar char="v"/>
            </a:pPr>
            <a:r>
              <a:rPr lang="en-US" altLang="en-US" sz="2400">
                <a:latin typeface="Comic Sans MS" panose="030F0702030302020204" pitchFamily="66" charset="0"/>
              </a:rPr>
              <a:t>Cập nhật thông tin định tuyến, tính toán lại distance vector</a:t>
            </a:r>
          </a:p>
          <a:p>
            <a:pPr>
              <a:lnSpc>
                <a:spcPct val="85000"/>
              </a:lnSpc>
              <a:spcBef>
                <a:spcPct val="20000"/>
              </a:spcBef>
              <a:buClr>
                <a:srgbClr val="000099"/>
              </a:buClr>
              <a:buSzPct val="65000"/>
              <a:buFont typeface="Wingdings" panose="05000000000000000000" pitchFamily="2" charset="2"/>
              <a:buChar char="v"/>
            </a:pPr>
            <a:r>
              <a:rPr lang="en-US" altLang="en-US" sz="2400">
                <a:latin typeface="Comic Sans MS" panose="030F0702030302020204" pitchFamily="66" charset="0"/>
              </a:rPr>
              <a:t>Nếu DV thay đổi, thì thông báo cho neighbor</a:t>
            </a:r>
            <a:endParaRPr lang="en-US" altLang="en-US" sz="2200">
              <a:latin typeface="Comic Sans MS" panose="030F0702030302020204" pitchFamily="66" charset="0"/>
            </a:endParaRPr>
          </a:p>
        </p:txBody>
      </p:sp>
      <p:sp>
        <p:nvSpPr>
          <p:cNvPr id="96263" name="Text Box 4">
            <a:extLst>
              <a:ext uri="{FF2B5EF4-FFF2-40B4-BE49-F238E27FC236}">
                <a16:creationId xmlns:a16="http://schemas.microsoft.com/office/drawing/2014/main" id="{16E8E216-E532-4814-B30D-43F020753AB8}"/>
              </a:ext>
            </a:extLst>
          </p:cNvPr>
          <p:cNvSpPr txBox="1">
            <a:spLocks noChangeArrowheads="1"/>
          </p:cNvSpPr>
          <p:nvPr/>
        </p:nvSpPr>
        <p:spPr bwMode="auto">
          <a:xfrm>
            <a:off x="1838325" y="3948113"/>
            <a:ext cx="1174750" cy="1274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nSpc>
                <a:spcPct val="80000"/>
              </a:lnSpc>
            </a:pPr>
            <a:r>
              <a:rPr lang="ja-JP" altLang="en-US" sz="2400">
                <a:solidFill>
                  <a:srgbClr val="CC0000"/>
                </a:solidFill>
                <a:latin typeface="Comic Sans MS" panose="030F0702030302020204" pitchFamily="66" charset="0"/>
              </a:rPr>
              <a:t>“</a:t>
            </a:r>
            <a:r>
              <a:rPr lang="en-US" altLang="ja-JP" sz="2400">
                <a:solidFill>
                  <a:srgbClr val="CC0000"/>
                </a:solidFill>
                <a:latin typeface="Comic Sans MS" panose="030F0702030302020204" pitchFamily="66" charset="0"/>
              </a:rPr>
              <a:t>tin</a:t>
            </a:r>
          </a:p>
          <a:p>
            <a:pPr>
              <a:lnSpc>
                <a:spcPct val="80000"/>
              </a:lnSpc>
            </a:pPr>
            <a:r>
              <a:rPr lang="en-US" altLang="ja-JP" sz="2400">
                <a:solidFill>
                  <a:srgbClr val="CC0000"/>
                </a:solidFill>
                <a:latin typeface="Comic Sans MS" panose="030F0702030302020204" pitchFamily="66" charset="0"/>
              </a:rPr>
              <a:t>tốt</a:t>
            </a:r>
          </a:p>
          <a:p>
            <a:pPr>
              <a:lnSpc>
                <a:spcPct val="80000"/>
              </a:lnSpc>
            </a:pPr>
            <a:r>
              <a:rPr lang="en-US" altLang="ja-JP" sz="2400">
                <a:solidFill>
                  <a:srgbClr val="CC0000"/>
                </a:solidFill>
                <a:latin typeface="Comic Sans MS" panose="030F0702030302020204" pitchFamily="66" charset="0"/>
              </a:rPr>
              <a:t>đi</a:t>
            </a:r>
          </a:p>
          <a:p>
            <a:pPr>
              <a:lnSpc>
                <a:spcPct val="80000"/>
              </a:lnSpc>
            </a:pPr>
            <a:r>
              <a:rPr lang="en-US" altLang="ja-JP" sz="2400">
                <a:solidFill>
                  <a:srgbClr val="CC0000"/>
                </a:solidFill>
                <a:latin typeface="Comic Sans MS" panose="030F0702030302020204" pitchFamily="66" charset="0"/>
              </a:rPr>
              <a:t>nhanh</a:t>
            </a:r>
            <a:r>
              <a:rPr lang="ja-JP" altLang="en-US" sz="2400">
                <a:solidFill>
                  <a:srgbClr val="CC0000"/>
                </a:solidFill>
                <a:latin typeface="Comic Sans MS" panose="030F0702030302020204" pitchFamily="66" charset="0"/>
              </a:rPr>
              <a:t>”</a:t>
            </a:r>
            <a:endParaRPr lang="en-US" altLang="en-US" sz="1600">
              <a:solidFill>
                <a:srgbClr val="CC0000"/>
              </a:solidFill>
              <a:latin typeface="Comic Sans MS" panose="030F0702030302020204" pitchFamily="66" charset="0"/>
            </a:endParaRPr>
          </a:p>
        </p:txBody>
      </p:sp>
      <p:grpSp>
        <p:nvGrpSpPr>
          <p:cNvPr id="96264" name="Group 5">
            <a:extLst>
              <a:ext uri="{FF2B5EF4-FFF2-40B4-BE49-F238E27FC236}">
                <a16:creationId xmlns:a16="http://schemas.microsoft.com/office/drawing/2014/main" id="{103CE6B3-D21B-442E-8399-57B068C0AA59}"/>
              </a:ext>
            </a:extLst>
          </p:cNvPr>
          <p:cNvGrpSpPr>
            <a:grpSpLocks/>
          </p:cNvGrpSpPr>
          <p:nvPr/>
        </p:nvGrpSpPr>
        <p:grpSpPr bwMode="auto">
          <a:xfrm>
            <a:off x="7362825" y="1609725"/>
            <a:ext cx="2184400" cy="1314450"/>
            <a:chOff x="3625" y="1076"/>
            <a:chExt cx="1376" cy="828"/>
          </a:xfrm>
        </p:grpSpPr>
        <p:sp>
          <p:nvSpPr>
            <p:cNvPr id="96268" name="Freeform 6">
              <a:extLst>
                <a:ext uri="{FF2B5EF4-FFF2-40B4-BE49-F238E27FC236}">
                  <a16:creationId xmlns:a16="http://schemas.microsoft.com/office/drawing/2014/main" id="{081DDD54-6271-4F61-99B7-BF05A5AE3EE7}"/>
                </a:ext>
              </a:extLst>
            </p:cNvPr>
            <p:cNvSpPr>
              <a:spLocks/>
            </p:cNvSpPr>
            <p:nvPr/>
          </p:nvSpPr>
          <p:spPr bwMode="auto">
            <a:xfrm>
              <a:off x="3625" y="1140"/>
              <a:ext cx="1376" cy="764"/>
            </a:xfrm>
            <a:custGeom>
              <a:avLst/>
              <a:gdLst>
                <a:gd name="T0" fmla="*/ 113 w 1376"/>
                <a:gd name="T1" fmla="*/ 348 h 764"/>
                <a:gd name="T2" fmla="*/ 395 w 1376"/>
                <a:gd name="T3" fmla="*/ 162 h 764"/>
                <a:gd name="T4" fmla="*/ 710 w 1376"/>
                <a:gd name="T5" fmla="*/ 9 h 764"/>
                <a:gd name="T6" fmla="*/ 1160 w 1376"/>
                <a:gd name="T7" fmla="*/ 219 h 764"/>
                <a:gd name="T8" fmla="*/ 1367 w 1376"/>
                <a:gd name="T9" fmla="*/ 510 h 764"/>
                <a:gd name="T10" fmla="*/ 1103 w 1376"/>
                <a:gd name="T11" fmla="*/ 726 h 764"/>
                <a:gd name="T12" fmla="*/ 578 w 1376"/>
                <a:gd name="T13" fmla="*/ 738 h 764"/>
                <a:gd name="T14" fmla="*/ 77 w 1376"/>
                <a:gd name="T15" fmla="*/ 630 h 764"/>
                <a:gd name="T16" fmla="*/ 113 w 1376"/>
                <a:gd name="T17" fmla="*/ 348 h 76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376"/>
                <a:gd name="T28" fmla="*/ 0 h 764"/>
                <a:gd name="T29" fmla="*/ 1376 w 1376"/>
                <a:gd name="T30" fmla="*/ 764 h 76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376" h="764">
                  <a:moveTo>
                    <a:pt x="113" y="348"/>
                  </a:moveTo>
                  <a:cubicBezTo>
                    <a:pt x="166" y="270"/>
                    <a:pt x="296" y="218"/>
                    <a:pt x="395" y="162"/>
                  </a:cubicBezTo>
                  <a:cubicBezTo>
                    <a:pt x="494" y="106"/>
                    <a:pt x="583" y="0"/>
                    <a:pt x="710" y="9"/>
                  </a:cubicBezTo>
                  <a:cubicBezTo>
                    <a:pt x="837" y="18"/>
                    <a:pt x="1051" y="136"/>
                    <a:pt x="1160" y="219"/>
                  </a:cubicBezTo>
                  <a:cubicBezTo>
                    <a:pt x="1269" y="302"/>
                    <a:pt x="1376" y="426"/>
                    <a:pt x="1367" y="510"/>
                  </a:cubicBezTo>
                  <a:cubicBezTo>
                    <a:pt x="1358" y="594"/>
                    <a:pt x="1234" y="688"/>
                    <a:pt x="1103" y="726"/>
                  </a:cubicBezTo>
                  <a:cubicBezTo>
                    <a:pt x="972" y="764"/>
                    <a:pt x="749" y="754"/>
                    <a:pt x="578" y="738"/>
                  </a:cubicBezTo>
                  <a:cubicBezTo>
                    <a:pt x="407" y="722"/>
                    <a:pt x="154" y="695"/>
                    <a:pt x="77" y="630"/>
                  </a:cubicBezTo>
                  <a:cubicBezTo>
                    <a:pt x="0" y="565"/>
                    <a:pt x="60" y="426"/>
                    <a:pt x="113" y="348"/>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96269" name="Freeform 7">
              <a:extLst>
                <a:ext uri="{FF2B5EF4-FFF2-40B4-BE49-F238E27FC236}">
                  <a16:creationId xmlns:a16="http://schemas.microsoft.com/office/drawing/2014/main" id="{7B8A027E-7CDA-4047-9681-ED73601FD051}"/>
                </a:ext>
              </a:extLst>
            </p:cNvPr>
            <p:cNvSpPr>
              <a:spLocks/>
            </p:cNvSpPr>
            <p:nvPr/>
          </p:nvSpPr>
          <p:spPr bwMode="auto">
            <a:xfrm>
              <a:off x="3984" y="1404"/>
              <a:ext cx="222" cy="180"/>
            </a:xfrm>
            <a:custGeom>
              <a:avLst/>
              <a:gdLst>
                <a:gd name="T0" fmla="*/ 0 w 222"/>
                <a:gd name="T1" fmla="*/ 180 h 180"/>
                <a:gd name="T2" fmla="*/ 222 w 222"/>
                <a:gd name="T3" fmla="*/ 0 h 180"/>
                <a:gd name="T4" fmla="*/ 0 60000 65536"/>
                <a:gd name="T5" fmla="*/ 0 60000 65536"/>
                <a:gd name="T6" fmla="*/ 0 w 222"/>
                <a:gd name="T7" fmla="*/ 0 h 180"/>
                <a:gd name="T8" fmla="*/ 222 w 222"/>
                <a:gd name="T9" fmla="*/ 180 h 180"/>
              </a:gdLst>
              <a:ahLst/>
              <a:cxnLst>
                <a:cxn ang="T4">
                  <a:pos x="T0" y="T1"/>
                </a:cxn>
                <a:cxn ang="T5">
                  <a:pos x="T2" y="T3"/>
                </a:cxn>
              </a:cxnLst>
              <a:rect l="T6" t="T7" r="T8" b="T9"/>
              <a:pathLst>
                <a:path w="222" h="180">
                  <a:moveTo>
                    <a:pt x="0" y="180"/>
                  </a:moveTo>
                  <a:lnTo>
                    <a:pt x="222"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96270" name="Oval 8">
              <a:extLst>
                <a:ext uri="{FF2B5EF4-FFF2-40B4-BE49-F238E27FC236}">
                  <a16:creationId xmlns:a16="http://schemas.microsoft.com/office/drawing/2014/main" id="{AE98E3A6-85DA-47DD-AF2B-58EFB9C81872}"/>
                </a:ext>
              </a:extLst>
            </p:cNvPr>
            <p:cNvSpPr>
              <a:spLocks noChangeArrowheads="1"/>
            </p:cNvSpPr>
            <p:nvPr/>
          </p:nvSpPr>
          <p:spPr bwMode="auto">
            <a:xfrm>
              <a:off x="3724" y="1640"/>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96271" name="Line 9">
              <a:extLst>
                <a:ext uri="{FF2B5EF4-FFF2-40B4-BE49-F238E27FC236}">
                  <a16:creationId xmlns:a16="http://schemas.microsoft.com/office/drawing/2014/main" id="{2D33A98E-2E3E-4F85-AEA7-750D04C38CC7}"/>
                </a:ext>
              </a:extLst>
            </p:cNvPr>
            <p:cNvSpPr>
              <a:spLocks noChangeShapeType="1"/>
            </p:cNvSpPr>
            <p:nvPr/>
          </p:nvSpPr>
          <p:spPr bwMode="auto">
            <a:xfrm>
              <a:off x="3724" y="1633"/>
              <a:ext cx="1"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6272" name="Line 10">
              <a:extLst>
                <a:ext uri="{FF2B5EF4-FFF2-40B4-BE49-F238E27FC236}">
                  <a16:creationId xmlns:a16="http://schemas.microsoft.com/office/drawing/2014/main" id="{F36430DC-2570-4704-BE56-4B0D45702E86}"/>
                </a:ext>
              </a:extLst>
            </p:cNvPr>
            <p:cNvSpPr>
              <a:spLocks noChangeShapeType="1"/>
            </p:cNvSpPr>
            <p:nvPr/>
          </p:nvSpPr>
          <p:spPr bwMode="auto">
            <a:xfrm>
              <a:off x="4037" y="1633"/>
              <a:ext cx="1"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6273" name="Rectangle 11">
              <a:extLst>
                <a:ext uri="{FF2B5EF4-FFF2-40B4-BE49-F238E27FC236}">
                  <a16:creationId xmlns:a16="http://schemas.microsoft.com/office/drawing/2014/main" id="{E84D8163-77C0-437E-AAC8-A1864092315D}"/>
                </a:ext>
              </a:extLst>
            </p:cNvPr>
            <p:cNvSpPr>
              <a:spLocks noChangeArrowheads="1"/>
            </p:cNvSpPr>
            <p:nvPr/>
          </p:nvSpPr>
          <p:spPr bwMode="auto">
            <a:xfrm>
              <a:off x="3724" y="1633"/>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latin typeface="Times New Roman" panose="02020603050405020304" pitchFamily="18" charset="0"/>
              </a:endParaRPr>
            </a:p>
          </p:txBody>
        </p:sp>
        <p:sp>
          <p:nvSpPr>
            <p:cNvPr id="96274" name="Oval 12">
              <a:extLst>
                <a:ext uri="{FF2B5EF4-FFF2-40B4-BE49-F238E27FC236}">
                  <a16:creationId xmlns:a16="http://schemas.microsoft.com/office/drawing/2014/main" id="{25C585BE-5E33-4CE2-B3B3-894259B304F5}"/>
                </a:ext>
              </a:extLst>
            </p:cNvPr>
            <p:cNvSpPr>
              <a:spLocks noChangeArrowheads="1"/>
            </p:cNvSpPr>
            <p:nvPr/>
          </p:nvSpPr>
          <p:spPr bwMode="auto">
            <a:xfrm>
              <a:off x="3721" y="1574"/>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96275" name="Freeform 13">
              <a:extLst>
                <a:ext uri="{FF2B5EF4-FFF2-40B4-BE49-F238E27FC236}">
                  <a16:creationId xmlns:a16="http://schemas.microsoft.com/office/drawing/2014/main" id="{52DAA5D2-01C5-475B-AFF3-4974FC56C967}"/>
                </a:ext>
              </a:extLst>
            </p:cNvPr>
            <p:cNvSpPr>
              <a:spLocks/>
            </p:cNvSpPr>
            <p:nvPr/>
          </p:nvSpPr>
          <p:spPr bwMode="auto">
            <a:xfrm>
              <a:off x="4389" y="1404"/>
              <a:ext cx="216" cy="189"/>
            </a:xfrm>
            <a:custGeom>
              <a:avLst/>
              <a:gdLst>
                <a:gd name="T0" fmla="*/ 0 w 216"/>
                <a:gd name="T1" fmla="*/ 0 h 189"/>
                <a:gd name="T2" fmla="*/ 216 w 216"/>
                <a:gd name="T3" fmla="*/ 189 h 189"/>
                <a:gd name="T4" fmla="*/ 0 60000 65536"/>
                <a:gd name="T5" fmla="*/ 0 60000 65536"/>
                <a:gd name="T6" fmla="*/ 0 w 216"/>
                <a:gd name="T7" fmla="*/ 0 h 189"/>
                <a:gd name="T8" fmla="*/ 216 w 216"/>
                <a:gd name="T9" fmla="*/ 189 h 189"/>
              </a:gdLst>
              <a:ahLst/>
              <a:cxnLst>
                <a:cxn ang="T4">
                  <a:pos x="T0" y="T1"/>
                </a:cxn>
                <a:cxn ang="T5">
                  <a:pos x="T2" y="T3"/>
                </a:cxn>
              </a:cxnLst>
              <a:rect l="T6" t="T7" r="T8" b="T9"/>
              <a:pathLst>
                <a:path w="216" h="189">
                  <a:moveTo>
                    <a:pt x="0" y="0"/>
                  </a:moveTo>
                  <a:lnTo>
                    <a:pt x="216" y="189"/>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96276" name="Freeform 14">
              <a:extLst>
                <a:ext uri="{FF2B5EF4-FFF2-40B4-BE49-F238E27FC236}">
                  <a16:creationId xmlns:a16="http://schemas.microsoft.com/office/drawing/2014/main" id="{37FB5333-8534-43C3-A52B-306B8C3B73EB}"/>
                </a:ext>
              </a:extLst>
            </p:cNvPr>
            <p:cNvSpPr>
              <a:spLocks/>
            </p:cNvSpPr>
            <p:nvPr/>
          </p:nvSpPr>
          <p:spPr bwMode="auto">
            <a:xfrm>
              <a:off x="4041" y="1668"/>
              <a:ext cx="540" cy="3"/>
            </a:xfrm>
            <a:custGeom>
              <a:avLst/>
              <a:gdLst>
                <a:gd name="T0" fmla="*/ 540 w 540"/>
                <a:gd name="T1" fmla="*/ 3 h 3"/>
                <a:gd name="T2" fmla="*/ 0 w 540"/>
                <a:gd name="T3" fmla="*/ 0 h 3"/>
                <a:gd name="T4" fmla="*/ 0 60000 65536"/>
                <a:gd name="T5" fmla="*/ 0 60000 65536"/>
                <a:gd name="T6" fmla="*/ 0 w 540"/>
                <a:gd name="T7" fmla="*/ 0 h 3"/>
                <a:gd name="T8" fmla="*/ 540 w 540"/>
                <a:gd name="T9" fmla="*/ 3 h 3"/>
              </a:gdLst>
              <a:ahLst/>
              <a:cxnLst>
                <a:cxn ang="T4">
                  <a:pos x="T0" y="T1"/>
                </a:cxn>
                <a:cxn ang="T5">
                  <a:pos x="T2" y="T3"/>
                </a:cxn>
              </a:cxnLst>
              <a:rect l="T6" t="T7" r="T8" b="T9"/>
              <a:pathLst>
                <a:path w="540" h="3">
                  <a:moveTo>
                    <a:pt x="540" y="3"/>
                  </a:moveTo>
                  <a:lnTo>
                    <a:pt x="0"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nvGrpSpPr>
            <p:cNvPr id="96277" name="Group 15">
              <a:extLst>
                <a:ext uri="{FF2B5EF4-FFF2-40B4-BE49-F238E27FC236}">
                  <a16:creationId xmlns:a16="http://schemas.microsoft.com/office/drawing/2014/main" id="{5FBAAD3E-A92A-4F4F-BE17-5216DE311825}"/>
                </a:ext>
              </a:extLst>
            </p:cNvPr>
            <p:cNvGrpSpPr>
              <a:grpSpLocks/>
            </p:cNvGrpSpPr>
            <p:nvPr/>
          </p:nvGrpSpPr>
          <p:grpSpPr bwMode="auto">
            <a:xfrm>
              <a:off x="3770" y="1526"/>
              <a:ext cx="210" cy="250"/>
              <a:chOff x="2951" y="2429"/>
              <a:chExt cx="213" cy="250"/>
            </a:xfrm>
          </p:grpSpPr>
          <p:sp>
            <p:nvSpPr>
              <p:cNvPr id="96301" name="Rectangle 16">
                <a:extLst>
                  <a:ext uri="{FF2B5EF4-FFF2-40B4-BE49-F238E27FC236}">
                    <a16:creationId xmlns:a16="http://schemas.microsoft.com/office/drawing/2014/main" id="{F242338A-86FB-4741-9BB3-661DB4BCD1AA}"/>
                  </a:ext>
                </a:extLst>
              </p:cNvPr>
              <p:cNvSpPr>
                <a:spLocks noChangeArrowheads="1"/>
              </p:cNvSpPr>
              <p:nvPr/>
            </p:nvSpPr>
            <p:spPr bwMode="auto">
              <a:xfrm>
                <a:off x="2982" y="2490"/>
                <a:ext cx="144"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96302" name="Text Box 17">
                <a:extLst>
                  <a:ext uri="{FF2B5EF4-FFF2-40B4-BE49-F238E27FC236}">
                    <a16:creationId xmlns:a16="http://schemas.microsoft.com/office/drawing/2014/main" id="{8A55D2BC-CF19-4940-A1BC-98DDA674F9F9}"/>
                  </a:ext>
                </a:extLst>
              </p:cNvPr>
              <p:cNvSpPr txBox="1">
                <a:spLocks noChangeArrowheads="1"/>
              </p:cNvSpPr>
              <p:nvPr/>
            </p:nvSpPr>
            <p:spPr bwMode="auto">
              <a:xfrm>
                <a:off x="2951" y="2429"/>
                <a:ext cx="21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latin typeface="Comic Sans MS" panose="030F0702030302020204" pitchFamily="66" charset="0"/>
                  </a:rPr>
                  <a:t>x</a:t>
                </a:r>
                <a:endParaRPr lang="en-US" altLang="en-US" sz="2400">
                  <a:latin typeface="Times New Roman" panose="02020603050405020304" pitchFamily="18" charset="0"/>
                </a:endParaRPr>
              </a:p>
            </p:txBody>
          </p:sp>
        </p:grpSp>
        <p:grpSp>
          <p:nvGrpSpPr>
            <p:cNvPr id="96278" name="Group 18">
              <a:extLst>
                <a:ext uri="{FF2B5EF4-FFF2-40B4-BE49-F238E27FC236}">
                  <a16:creationId xmlns:a16="http://schemas.microsoft.com/office/drawing/2014/main" id="{C00AC694-B37C-4859-9FA3-790E04052BAB}"/>
                </a:ext>
              </a:extLst>
            </p:cNvPr>
            <p:cNvGrpSpPr>
              <a:grpSpLocks/>
            </p:cNvGrpSpPr>
            <p:nvPr/>
          </p:nvGrpSpPr>
          <p:grpSpPr bwMode="auto">
            <a:xfrm>
              <a:off x="4566" y="1538"/>
              <a:ext cx="316" cy="250"/>
              <a:chOff x="1740" y="2306"/>
              <a:chExt cx="316" cy="250"/>
            </a:xfrm>
          </p:grpSpPr>
          <p:sp>
            <p:nvSpPr>
              <p:cNvPr id="96293" name="Oval 19">
                <a:extLst>
                  <a:ext uri="{FF2B5EF4-FFF2-40B4-BE49-F238E27FC236}">
                    <a16:creationId xmlns:a16="http://schemas.microsoft.com/office/drawing/2014/main" id="{85FE9D22-91B7-46AC-9E78-B3899D7E2529}"/>
                  </a:ext>
                </a:extLst>
              </p:cNvPr>
              <p:cNvSpPr>
                <a:spLocks noChangeArrowheads="1"/>
              </p:cNvSpPr>
              <p:nvPr/>
            </p:nvSpPr>
            <p:spPr bwMode="auto">
              <a:xfrm>
                <a:off x="1743" y="2420"/>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96294" name="Line 20">
                <a:extLst>
                  <a:ext uri="{FF2B5EF4-FFF2-40B4-BE49-F238E27FC236}">
                    <a16:creationId xmlns:a16="http://schemas.microsoft.com/office/drawing/2014/main" id="{A020F4B0-7FB0-4F4D-9070-359C7D4C5FA7}"/>
                  </a:ext>
                </a:extLst>
              </p:cNvPr>
              <p:cNvSpPr>
                <a:spLocks noChangeShapeType="1"/>
              </p:cNvSpPr>
              <p:nvPr/>
            </p:nvSpPr>
            <p:spPr bwMode="auto">
              <a:xfrm>
                <a:off x="1743" y="2413"/>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6295" name="Line 21">
                <a:extLst>
                  <a:ext uri="{FF2B5EF4-FFF2-40B4-BE49-F238E27FC236}">
                    <a16:creationId xmlns:a16="http://schemas.microsoft.com/office/drawing/2014/main" id="{058127B8-4833-4390-8719-14C5212AC0F5}"/>
                  </a:ext>
                </a:extLst>
              </p:cNvPr>
              <p:cNvSpPr>
                <a:spLocks noChangeShapeType="1"/>
              </p:cNvSpPr>
              <p:nvPr/>
            </p:nvSpPr>
            <p:spPr bwMode="auto">
              <a:xfrm>
                <a:off x="2056" y="2413"/>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6296" name="Rectangle 22">
                <a:extLst>
                  <a:ext uri="{FF2B5EF4-FFF2-40B4-BE49-F238E27FC236}">
                    <a16:creationId xmlns:a16="http://schemas.microsoft.com/office/drawing/2014/main" id="{09CABD1B-5C8F-4600-917E-FACCBC60855E}"/>
                  </a:ext>
                </a:extLst>
              </p:cNvPr>
              <p:cNvSpPr>
                <a:spLocks noChangeArrowheads="1"/>
              </p:cNvSpPr>
              <p:nvPr/>
            </p:nvSpPr>
            <p:spPr bwMode="auto">
              <a:xfrm>
                <a:off x="1743" y="2413"/>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latin typeface="Times New Roman" panose="02020603050405020304" pitchFamily="18" charset="0"/>
                </a:endParaRPr>
              </a:p>
            </p:txBody>
          </p:sp>
          <p:sp>
            <p:nvSpPr>
              <p:cNvPr id="96297" name="Oval 23">
                <a:extLst>
                  <a:ext uri="{FF2B5EF4-FFF2-40B4-BE49-F238E27FC236}">
                    <a16:creationId xmlns:a16="http://schemas.microsoft.com/office/drawing/2014/main" id="{B3EED199-154F-49B8-A315-BA003E638DFD}"/>
                  </a:ext>
                </a:extLst>
              </p:cNvPr>
              <p:cNvSpPr>
                <a:spLocks noChangeArrowheads="1"/>
              </p:cNvSpPr>
              <p:nvPr/>
            </p:nvSpPr>
            <p:spPr bwMode="auto">
              <a:xfrm>
                <a:off x="1740" y="2354"/>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nvGrpSpPr>
              <p:cNvPr id="96298" name="Group 24">
                <a:extLst>
                  <a:ext uri="{FF2B5EF4-FFF2-40B4-BE49-F238E27FC236}">
                    <a16:creationId xmlns:a16="http://schemas.microsoft.com/office/drawing/2014/main" id="{46CD9B84-B49D-439A-A6DB-3ED6EEE9F0ED}"/>
                  </a:ext>
                </a:extLst>
              </p:cNvPr>
              <p:cNvGrpSpPr>
                <a:grpSpLocks/>
              </p:cNvGrpSpPr>
              <p:nvPr/>
            </p:nvGrpSpPr>
            <p:grpSpPr bwMode="auto">
              <a:xfrm>
                <a:off x="1800" y="2306"/>
                <a:ext cx="202" cy="250"/>
                <a:chOff x="2955" y="2429"/>
                <a:chExt cx="205" cy="250"/>
              </a:xfrm>
            </p:grpSpPr>
            <p:sp>
              <p:nvSpPr>
                <p:cNvPr id="96299" name="Rectangle 25">
                  <a:extLst>
                    <a:ext uri="{FF2B5EF4-FFF2-40B4-BE49-F238E27FC236}">
                      <a16:creationId xmlns:a16="http://schemas.microsoft.com/office/drawing/2014/main" id="{F8019368-193B-40B0-8B62-13C76D9DE80A}"/>
                    </a:ext>
                  </a:extLst>
                </p:cNvPr>
                <p:cNvSpPr>
                  <a:spLocks noChangeArrowheads="1"/>
                </p:cNvSpPr>
                <p:nvPr/>
              </p:nvSpPr>
              <p:spPr bwMode="auto">
                <a:xfrm>
                  <a:off x="2982" y="2490"/>
                  <a:ext cx="143"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96300" name="Text Box 26">
                  <a:extLst>
                    <a:ext uri="{FF2B5EF4-FFF2-40B4-BE49-F238E27FC236}">
                      <a16:creationId xmlns:a16="http://schemas.microsoft.com/office/drawing/2014/main" id="{D55A05C6-DEEE-492B-A8C6-05EC089E4648}"/>
                    </a:ext>
                  </a:extLst>
                </p:cNvPr>
                <p:cNvSpPr txBox="1">
                  <a:spLocks noChangeArrowheads="1"/>
                </p:cNvSpPr>
                <p:nvPr/>
              </p:nvSpPr>
              <p:spPr bwMode="auto">
                <a:xfrm>
                  <a:off x="2955" y="2429"/>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latin typeface="Comic Sans MS" panose="030F0702030302020204" pitchFamily="66" charset="0"/>
                    </a:rPr>
                    <a:t>z</a:t>
                  </a:r>
                  <a:endParaRPr lang="en-US" altLang="en-US" sz="2400">
                    <a:latin typeface="Times New Roman" panose="02020603050405020304" pitchFamily="18" charset="0"/>
                  </a:endParaRPr>
                </a:p>
              </p:txBody>
            </p:sp>
          </p:grpSp>
        </p:grpSp>
        <p:sp>
          <p:nvSpPr>
            <p:cNvPr id="96279" name="Text Box 27">
              <a:extLst>
                <a:ext uri="{FF2B5EF4-FFF2-40B4-BE49-F238E27FC236}">
                  <a16:creationId xmlns:a16="http://schemas.microsoft.com/office/drawing/2014/main" id="{E922A45F-77EC-4FF9-8243-AA93F144C6A0}"/>
                </a:ext>
              </a:extLst>
            </p:cNvPr>
            <p:cNvSpPr txBox="1">
              <a:spLocks noChangeArrowheads="1"/>
            </p:cNvSpPr>
            <p:nvPr/>
          </p:nvSpPr>
          <p:spPr bwMode="auto">
            <a:xfrm>
              <a:off x="4469" y="1328"/>
              <a:ext cx="18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a:latin typeface="Comic Sans MS" panose="030F0702030302020204" pitchFamily="66" charset="0"/>
                </a:rPr>
                <a:t>1</a:t>
              </a:r>
              <a:endParaRPr lang="en-US" altLang="en-US" sz="2400">
                <a:latin typeface="Times New Roman" panose="02020603050405020304" pitchFamily="18" charset="0"/>
              </a:endParaRPr>
            </a:p>
          </p:txBody>
        </p:sp>
        <p:sp>
          <p:nvSpPr>
            <p:cNvPr id="96280" name="Text Box 28">
              <a:extLst>
                <a:ext uri="{FF2B5EF4-FFF2-40B4-BE49-F238E27FC236}">
                  <a16:creationId xmlns:a16="http://schemas.microsoft.com/office/drawing/2014/main" id="{EF132BEC-7A7E-41BC-8165-259E0808442B}"/>
                </a:ext>
              </a:extLst>
            </p:cNvPr>
            <p:cNvSpPr txBox="1">
              <a:spLocks noChangeArrowheads="1"/>
            </p:cNvSpPr>
            <p:nvPr/>
          </p:nvSpPr>
          <p:spPr bwMode="auto">
            <a:xfrm>
              <a:off x="3930" y="1325"/>
              <a:ext cx="20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a:latin typeface="Comic Sans MS" panose="030F0702030302020204" pitchFamily="66" charset="0"/>
                </a:rPr>
                <a:t>4</a:t>
              </a:r>
              <a:endParaRPr lang="en-US" altLang="en-US" sz="2400">
                <a:latin typeface="Times New Roman" panose="02020603050405020304" pitchFamily="18" charset="0"/>
              </a:endParaRPr>
            </a:p>
          </p:txBody>
        </p:sp>
        <p:sp>
          <p:nvSpPr>
            <p:cNvPr id="96281" name="Text Box 29">
              <a:extLst>
                <a:ext uri="{FF2B5EF4-FFF2-40B4-BE49-F238E27FC236}">
                  <a16:creationId xmlns:a16="http://schemas.microsoft.com/office/drawing/2014/main" id="{8531B984-A8C7-41CF-AE40-77DEA100A216}"/>
                </a:ext>
              </a:extLst>
            </p:cNvPr>
            <p:cNvSpPr txBox="1">
              <a:spLocks noChangeArrowheads="1"/>
            </p:cNvSpPr>
            <p:nvPr/>
          </p:nvSpPr>
          <p:spPr bwMode="auto">
            <a:xfrm>
              <a:off x="4171" y="1658"/>
              <a:ext cx="29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a:latin typeface="Comic Sans MS" panose="030F0702030302020204" pitchFamily="66" charset="0"/>
                </a:rPr>
                <a:t>50</a:t>
              </a:r>
              <a:endParaRPr lang="en-US" altLang="en-US" sz="2400">
                <a:latin typeface="Times New Roman" panose="02020603050405020304" pitchFamily="18" charset="0"/>
              </a:endParaRPr>
            </a:p>
          </p:txBody>
        </p:sp>
        <p:grpSp>
          <p:nvGrpSpPr>
            <p:cNvPr id="96282" name="Group 30">
              <a:extLst>
                <a:ext uri="{FF2B5EF4-FFF2-40B4-BE49-F238E27FC236}">
                  <a16:creationId xmlns:a16="http://schemas.microsoft.com/office/drawing/2014/main" id="{3BB5124A-D7E3-4F30-904D-8CC671474752}"/>
                </a:ext>
              </a:extLst>
            </p:cNvPr>
            <p:cNvGrpSpPr>
              <a:grpSpLocks/>
            </p:cNvGrpSpPr>
            <p:nvPr/>
          </p:nvGrpSpPr>
          <p:grpSpPr bwMode="auto">
            <a:xfrm>
              <a:off x="4146" y="1214"/>
              <a:ext cx="316" cy="250"/>
              <a:chOff x="1740" y="2306"/>
              <a:chExt cx="316" cy="250"/>
            </a:xfrm>
          </p:grpSpPr>
          <p:sp>
            <p:nvSpPr>
              <p:cNvPr id="96285" name="Oval 31">
                <a:extLst>
                  <a:ext uri="{FF2B5EF4-FFF2-40B4-BE49-F238E27FC236}">
                    <a16:creationId xmlns:a16="http://schemas.microsoft.com/office/drawing/2014/main" id="{4AF43EE1-876A-4278-A42B-C3AB0E6DD3E7}"/>
                  </a:ext>
                </a:extLst>
              </p:cNvPr>
              <p:cNvSpPr>
                <a:spLocks noChangeArrowheads="1"/>
              </p:cNvSpPr>
              <p:nvPr/>
            </p:nvSpPr>
            <p:spPr bwMode="auto">
              <a:xfrm>
                <a:off x="1743" y="2420"/>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96286" name="Line 32">
                <a:extLst>
                  <a:ext uri="{FF2B5EF4-FFF2-40B4-BE49-F238E27FC236}">
                    <a16:creationId xmlns:a16="http://schemas.microsoft.com/office/drawing/2014/main" id="{AD701E84-A934-42BD-BC04-8EC5609098FF}"/>
                  </a:ext>
                </a:extLst>
              </p:cNvPr>
              <p:cNvSpPr>
                <a:spLocks noChangeShapeType="1"/>
              </p:cNvSpPr>
              <p:nvPr/>
            </p:nvSpPr>
            <p:spPr bwMode="auto">
              <a:xfrm>
                <a:off x="1743" y="2413"/>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6287" name="Line 33">
                <a:extLst>
                  <a:ext uri="{FF2B5EF4-FFF2-40B4-BE49-F238E27FC236}">
                    <a16:creationId xmlns:a16="http://schemas.microsoft.com/office/drawing/2014/main" id="{FD99147C-DCDF-4EFC-9336-C89CDC3157EA}"/>
                  </a:ext>
                </a:extLst>
              </p:cNvPr>
              <p:cNvSpPr>
                <a:spLocks noChangeShapeType="1"/>
              </p:cNvSpPr>
              <p:nvPr/>
            </p:nvSpPr>
            <p:spPr bwMode="auto">
              <a:xfrm>
                <a:off x="2056" y="2413"/>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6288" name="Rectangle 34">
                <a:extLst>
                  <a:ext uri="{FF2B5EF4-FFF2-40B4-BE49-F238E27FC236}">
                    <a16:creationId xmlns:a16="http://schemas.microsoft.com/office/drawing/2014/main" id="{B5279168-909D-4FC1-81B8-9B969E75F441}"/>
                  </a:ext>
                </a:extLst>
              </p:cNvPr>
              <p:cNvSpPr>
                <a:spLocks noChangeArrowheads="1"/>
              </p:cNvSpPr>
              <p:nvPr/>
            </p:nvSpPr>
            <p:spPr bwMode="auto">
              <a:xfrm>
                <a:off x="1743" y="2413"/>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latin typeface="Times New Roman" panose="02020603050405020304" pitchFamily="18" charset="0"/>
                </a:endParaRPr>
              </a:p>
            </p:txBody>
          </p:sp>
          <p:sp>
            <p:nvSpPr>
              <p:cNvPr id="96289" name="Oval 35">
                <a:extLst>
                  <a:ext uri="{FF2B5EF4-FFF2-40B4-BE49-F238E27FC236}">
                    <a16:creationId xmlns:a16="http://schemas.microsoft.com/office/drawing/2014/main" id="{D87121A9-2212-4475-B4C6-47CF205485C5}"/>
                  </a:ext>
                </a:extLst>
              </p:cNvPr>
              <p:cNvSpPr>
                <a:spLocks noChangeArrowheads="1"/>
              </p:cNvSpPr>
              <p:nvPr/>
            </p:nvSpPr>
            <p:spPr bwMode="auto">
              <a:xfrm>
                <a:off x="1740" y="2354"/>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nvGrpSpPr>
              <p:cNvPr id="96290" name="Group 36">
                <a:extLst>
                  <a:ext uri="{FF2B5EF4-FFF2-40B4-BE49-F238E27FC236}">
                    <a16:creationId xmlns:a16="http://schemas.microsoft.com/office/drawing/2014/main" id="{7D2C3F85-2DCE-4723-96E3-00667D0F8676}"/>
                  </a:ext>
                </a:extLst>
              </p:cNvPr>
              <p:cNvGrpSpPr>
                <a:grpSpLocks/>
              </p:cNvGrpSpPr>
              <p:nvPr/>
            </p:nvGrpSpPr>
            <p:grpSpPr bwMode="auto">
              <a:xfrm>
                <a:off x="1802" y="2306"/>
                <a:ext cx="199" cy="250"/>
                <a:chOff x="2957" y="2429"/>
                <a:chExt cx="202" cy="250"/>
              </a:xfrm>
            </p:grpSpPr>
            <p:sp>
              <p:nvSpPr>
                <p:cNvPr id="96291" name="Rectangle 37">
                  <a:extLst>
                    <a:ext uri="{FF2B5EF4-FFF2-40B4-BE49-F238E27FC236}">
                      <a16:creationId xmlns:a16="http://schemas.microsoft.com/office/drawing/2014/main" id="{CC570E09-6F35-46F4-B7FA-73B71E36FA26}"/>
                    </a:ext>
                  </a:extLst>
                </p:cNvPr>
                <p:cNvSpPr>
                  <a:spLocks noChangeArrowheads="1"/>
                </p:cNvSpPr>
                <p:nvPr/>
              </p:nvSpPr>
              <p:spPr bwMode="auto">
                <a:xfrm>
                  <a:off x="2982" y="2490"/>
                  <a:ext cx="143"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96292" name="Text Box 38">
                  <a:extLst>
                    <a:ext uri="{FF2B5EF4-FFF2-40B4-BE49-F238E27FC236}">
                      <a16:creationId xmlns:a16="http://schemas.microsoft.com/office/drawing/2014/main" id="{E660123C-8021-45EA-9DA8-8F842F3C4CC8}"/>
                    </a:ext>
                  </a:extLst>
                </p:cNvPr>
                <p:cNvSpPr txBox="1">
                  <a:spLocks noChangeArrowheads="1"/>
                </p:cNvSpPr>
                <p:nvPr/>
              </p:nvSpPr>
              <p:spPr bwMode="auto">
                <a:xfrm>
                  <a:off x="2957" y="2429"/>
                  <a:ext cx="20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latin typeface="Comic Sans MS" panose="030F0702030302020204" pitchFamily="66" charset="0"/>
                    </a:rPr>
                    <a:t>y</a:t>
                  </a:r>
                  <a:endParaRPr lang="en-US" altLang="en-US" sz="2400">
                    <a:latin typeface="Times New Roman" panose="02020603050405020304" pitchFamily="18" charset="0"/>
                  </a:endParaRPr>
                </a:p>
              </p:txBody>
            </p:sp>
          </p:grpSp>
        </p:grpSp>
        <p:sp>
          <p:nvSpPr>
            <p:cNvPr id="96283" name="Text Box 39">
              <a:extLst>
                <a:ext uri="{FF2B5EF4-FFF2-40B4-BE49-F238E27FC236}">
                  <a16:creationId xmlns:a16="http://schemas.microsoft.com/office/drawing/2014/main" id="{B9A9D21E-2582-4916-BBAA-063A83AF33A5}"/>
                </a:ext>
              </a:extLst>
            </p:cNvPr>
            <p:cNvSpPr txBox="1">
              <a:spLocks noChangeArrowheads="1"/>
            </p:cNvSpPr>
            <p:nvPr/>
          </p:nvSpPr>
          <p:spPr bwMode="auto">
            <a:xfrm>
              <a:off x="3839" y="1076"/>
              <a:ext cx="18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a:solidFill>
                    <a:srgbClr val="FF0000"/>
                  </a:solidFill>
                  <a:latin typeface="Comic Sans MS" panose="030F0702030302020204" pitchFamily="66" charset="0"/>
                </a:rPr>
                <a:t>1</a:t>
              </a:r>
              <a:endParaRPr lang="en-US" altLang="en-US" sz="2400">
                <a:latin typeface="Times New Roman" panose="02020603050405020304" pitchFamily="18" charset="0"/>
              </a:endParaRPr>
            </a:p>
          </p:txBody>
        </p:sp>
        <p:sp>
          <p:nvSpPr>
            <p:cNvPr id="96284" name="Line 40">
              <a:extLst>
                <a:ext uri="{FF2B5EF4-FFF2-40B4-BE49-F238E27FC236}">
                  <a16:creationId xmlns:a16="http://schemas.microsoft.com/office/drawing/2014/main" id="{88172D8A-9232-4AD8-A51F-710320AC8A67}"/>
                </a:ext>
              </a:extLst>
            </p:cNvPr>
            <p:cNvSpPr>
              <a:spLocks noChangeShapeType="1"/>
            </p:cNvSpPr>
            <p:nvPr/>
          </p:nvSpPr>
          <p:spPr bwMode="auto">
            <a:xfrm flipH="1" flipV="1">
              <a:off x="3948" y="1272"/>
              <a:ext cx="132" cy="228"/>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sp>
        <p:nvSpPr>
          <p:cNvPr id="730153" name="Rectangle 41">
            <a:extLst>
              <a:ext uri="{FF2B5EF4-FFF2-40B4-BE49-F238E27FC236}">
                <a16:creationId xmlns:a16="http://schemas.microsoft.com/office/drawing/2014/main" id="{CBCF8DF4-C512-411F-B1BE-A57613677846}"/>
              </a:ext>
            </a:extLst>
          </p:cNvPr>
          <p:cNvSpPr>
            <a:spLocks noChangeArrowheads="1"/>
          </p:cNvSpPr>
          <p:nvPr/>
        </p:nvSpPr>
        <p:spPr bwMode="auto">
          <a:xfrm>
            <a:off x="3222626" y="3887789"/>
            <a:ext cx="6691313" cy="91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tabLst>
                <a:tab pos="228600" algn="l"/>
                <a:tab pos="457200" algn="l"/>
              </a:tabLst>
              <a:defRPr>
                <a:solidFill>
                  <a:schemeClr val="tx1"/>
                </a:solidFill>
                <a:latin typeface="Arial" panose="020B0604020202020204" pitchFamily="34" charset="0"/>
                <a:ea typeface="ＭＳ Ｐゴシック" panose="020B0600070205080204" pitchFamily="34" charset="-128"/>
              </a:defRPr>
            </a:lvl1pPr>
            <a:lvl2pPr marL="742950" indent="-285750">
              <a:tabLst>
                <a:tab pos="228600" algn="l"/>
                <a:tab pos="457200" algn="l"/>
              </a:tabLst>
              <a:defRPr>
                <a:solidFill>
                  <a:schemeClr val="tx1"/>
                </a:solidFill>
                <a:latin typeface="Arial" panose="020B0604020202020204" pitchFamily="34" charset="0"/>
                <a:ea typeface="ＭＳ Ｐゴシック" panose="020B0600070205080204" pitchFamily="34" charset="-128"/>
              </a:defRPr>
            </a:lvl2pPr>
            <a:lvl3pPr marL="1143000" indent="-228600">
              <a:tabLst>
                <a:tab pos="228600" algn="l"/>
                <a:tab pos="457200" algn="l"/>
              </a:tabLst>
              <a:defRPr>
                <a:solidFill>
                  <a:schemeClr val="tx1"/>
                </a:solidFill>
                <a:latin typeface="Arial" panose="020B0604020202020204" pitchFamily="34" charset="0"/>
                <a:ea typeface="ＭＳ Ｐゴシック" panose="020B0600070205080204" pitchFamily="34" charset="-128"/>
              </a:defRPr>
            </a:lvl3pPr>
            <a:lvl4pPr marL="1600200" indent="-228600">
              <a:tabLst>
                <a:tab pos="228600" algn="l"/>
                <a:tab pos="457200" algn="l"/>
              </a:tabLst>
              <a:defRPr>
                <a:solidFill>
                  <a:schemeClr val="tx1"/>
                </a:solidFill>
                <a:latin typeface="Arial" panose="020B0604020202020204" pitchFamily="34" charset="0"/>
                <a:ea typeface="ＭＳ Ｐゴシック" panose="020B0600070205080204" pitchFamily="34" charset="-128"/>
              </a:defRPr>
            </a:lvl4pPr>
            <a:lvl5pPr marL="2057400" indent="-228600">
              <a:tabLst>
                <a:tab pos="228600" algn="l"/>
                <a:tab pos="457200" algn="l"/>
              </a:tabLst>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tabLst>
                <a:tab pos="228600" algn="l"/>
                <a:tab pos="457200" algn="l"/>
              </a:tabLs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tabLst>
                <a:tab pos="228600" algn="l"/>
                <a:tab pos="457200" algn="l"/>
              </a:tabLs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tabLst>
                <a:tab pos="228600" algn="l"/>
                <a:tab pos="457200" algn="l"/>
              </a:tabLs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tabLst>
                <a:tab pos="228600" algn="l"/>
                <a:tab pos="457200" algn="l"/>
              </a:tabLst>
              <a:defRPr>
                <a:solidFill>
                  <a:schemeClr val="tx1"/>
                </a:solidFill>
                <a:latin typeface="Arial" panose="020B0604020202020204" pitchFamily="34" charset="0"/>
                <a:ea typeface="ＭＳ Ｐゴシック" panose="020B0600070205080204" pitchFamily="34" charset="-128"/>
              </a:defRPr>
            </a:lvl9pPr>
          </a:lstStyle>
          <a:p>
            <a:r>
              <a:rPr lang="en-US" altLang="en-US" i="1"/>
              <a:t>t</a:t>
            </a:r>
            <a:r>
              <a:rPr lang="en-US" altLang="en-US" i="1" baseline="-25000"/>
              <a:t>0 </a:t>
            </a:r>
            <a:r>
              <a:rPr lang="en-US" altLang="en-US"/>
              <a:t>: </a:t>
            </a:r>
            <a:r>
              <a:rPr lang="en-US" altLang="en-US" i="1"/>
              <a:t>y</a:t>
            </a:r>
            <a:r>
              <a:rPr lang="en-US" altLang="en-US"/>
              <a:t> phát hiện sự thay đổi chi phí kết nối, và cập nhật DV của nó, thông báo đến các neighbor của nó.</a:t>
            </a:r>
          </a:p>
          <a:p>
            <a:endParaRPr lang="en-US" altLang="en-US"/>
          </a:p>
        </p:txBody>
      </p:sp>
      <p:sp>
        <p:nvSpPr>
          <p:cNvPr id="730154" name="Rectangle 42">
            <a:extLst>
              <a:ext uri="{FF2B5EF4-FFF2-40B4-BE49-F238E27FC236}">
                <a16:creationId xmlns:a16="http://schemas.microsoft.com/office/drawing/2014/main" id="{5EC682A2-ABD8-4F71-96F1-AD6657E9DA54}"/>
              </a:ext>
            </a:extLst>
          </p:cNvPr>
          <p:cNvSpPr>
            <a:spLocks noChangeArrowheads="1"/>
          </p:cNvSpPr>
          <p:nvPr/>
        </p:nvSpPr>
        <p:spPr bwMode="auto">
          <a:xfrm>
            <a:off x="3235326" y="4581526"/>
            <a:ext cx="689927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tabLst>
                <a:tab pos="228600" algn="l"/>
                <a:tab pos="457200" algn="l"/>
              </a:tabLst>
              <a:defRPr>
                <a:solidFill>
                  <a:schemeClr val="tx1"/>
                </a:solidFill>
                <a:latin typeface="Arial" panose="020B0604020202020204" pitchFamily="34" charset="0"/>
                <a:ea typeface="ＭＳ Ｐゴシック" panose="020B0600070205080204" pitchFamily="34" charset="-128"/>
              </a:defRPr>
            </a:lvl1pPr>
            <a:lvl2pPr marL="742950" indent="-285750">
              <a:tabLst>
                <a:tab pos="228600" algn="l"/>
                <a:tab pos="457200" algn="l"/>
              </a:tabLst>
              <a:defRPr>
                <a:solidFill>
                  <a:schemeClr val="tx1"/>
                </a:solidFill>
                <a:latin typeface="Arial" panose="020B0604020202020204" pitchFamily="34" charset="0"/>
                <a:ea typeface="ＭＳ Ｐゴシック" panose="020B0600070205080204" pitchFamily="34" charset="-128"/>
              </a:defRPr>
            </a:lvl2pPr>
            <a:lvl3pPr marL="1143000" indent="-228600">
              <a:tabLst>
                <a:tab pos="228600" algn="l"/>
                <a:tab pos="457200" algn="l"/>
              </a:tabLst>
              <a:defRPr>
                <a:solidFill>
                  <a:schemeClr val="tx1"/>
                </a:solidFill>
                <a:latin typeface="Arial" panose="020B0604020202020204" pitchFamily="34" charset="0"/>
                <a:ea typeface="ＭＳ Ｐゴシック" panose="020B0600070205080204" pitchFamily="34" charset="-128"/>
              </a:defRPr>
            </a:lvl3pPr>
            <a:lvl4pPr marL="1600200" indent="-228600">
              <a:tabLst>
                <a:tab pos="228600" algn="l"/>
                <a:tab pos="457200" algn="l"/>
              </a:tabLst>
              <a:defRPr>
                <a:solidFill>
                  <a:schemeClr val="tx1"/>
                </a:solidFill>
                <a:latin typeface="Arial" panose="020B0604020202020204" pitchFamily="34" charset="0"/>
                <a:ea typeface="ＭＳ Ｐゴシック" panose="020B0600070205080204" pitchFamily="34" charset="-128"/>
              </a:defRPr>
            </a:lvl4pPr>
            <a:lvl5pPr marL="2057400" indent="-228600">
              <a:tabLst>
                <a:tab pos="228600" algn="l"/>
                <a:tab pos="457200" algn="l"/>
              </a:tabLst>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tabLst>
                <a:tab pos="228600" algn="l"/>
                <a:tab pos="457200" algn="l"/>
              </a:tabLs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tabLst>
                <a:tab pos="228600" algn="l"/>
                <a:tab pos="457200" algn="l"/>
              </a:tabLs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tabLst>
                <a:tab pos="228600" algn="l"/>
                <a:tab pos="457200" algn="l"/>
              </a:tabLs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tabLst>
                <a:tab pos="228600" algn="l"/>
                <a:tab pos="457200" algn="l"/>
              </a:tabLst>
              <a:defRPr>
                <a:solidFill>
                  <a:schemeClr val="tx1"/>
                </a:solidFill>
                <a:latin typeface="Arial" panose="020B0604020202020204" pitchFamily="34" charset="0"/>
                <a:ea typeface="ＭＳ Ｐゴシック" panose="020B0600070205080204" pitchFamily="34" charset="-128"/>
              </a:defRPr>
            </a:lvl9pPr>
          </a:lstStyle>
          <a:p>
            <a:r>
              <a:rPr lang="en-US" altLang="en-US" i="1"/>
              <a:t>t</a:t>
            </a:r>
            <a:r>
              <a:rPr lang="en-US" altLang="en-US" i="1" baseline="-25000"/>
              <a:t>1 </a:t>
            </a:r>
            <a:r>
              <a:rPr lang="en-US" altLang="en-US"/>
              <a:t>: </a:t>
            </a:r>
            <a:r>
              <a:rPr lang="en-US" altLang="en-US" i="1"/>
              <a:t>z</a:t>
            </a:r>
            <a:r>
              <a:rPr lang="en-US" altLang="en-US"/>
              <a:t> nhận được cập nhật từ y, và cập nhật bảng của nó, tính chi phí mới thấp nhất đến x, gởi DV của nó đến các neighborcủa nó.</a:t>
            </a:r>
          </a:p>
          <a:p>
            <a:endParaRPr lang="en-US" altLang="en-US"/>
          </a:p>
        </p:txBody>
      </p:sp>
      <p:sp>
        <p:nvSpPr>
          <p:cNvPr id="730155" name="Rectangle 43">
            <a:extLst>
              <a:ext uri="{FF2B5EF4-FFF2-40B4-BE49-F238E27FC236}">
                <a16:creationId xmlns:a16="http://schemas.microsoft.com/office/drawing/2014/main" id="{52A33677-8744-49FD-B7D1-DC07DCEDF2F5}"/>
              </a:ext>
            </a:extLst>
          </p:cNvPr>
          <p:cNvSpPr>
            <a:spLocks noChangeArrowheads="1"/>
          </p:cNvSpPr>
          <p:nvPr/>
        </p:nvSpPr>
        <p:spPr bwMode="auto">
          <a:xfrm>
            <a:off x="3257550" y="5405439"/>
            <a:ext cx="7158038"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tabLst>
                <a:tab pos="228600" algn="l"/>
                <a:tab pos="457200" algn="l"/>
              </a:tabLst>
              <a:defRPr>
                <a:solidFill>
                  <a:schemeClr val="tx1"/>
                </a:solidFill>
                <a:latin typeface="Arial" panose="020B0604020202020204" pitchFamily="34" charset="0"/>
                <a:ea typeface="ＭＳ Ｐゴシック" panose="020B0600070205080204" pitchFamily="34" charset="-128"/>
              </a:defRPr>
            </a:lvl1pPr>
            <a:lvl2pPr marL="742950" indent="-285750">
              <a:tabLst>
                <a:tab pos="228600" algn="l"/>
                <a:tab pos="457200" algn="l"/>
              </a:tabLst>
              <a:defRPr>
                <a:solidFill>
                  <a:schemeClr val="tx1"/>
                </a:solidFill>
                <a:latin typeface="Arial" panose="020B0604020202020204" pitchFamily="34" charset="0"/>
                <a:ea typeface="ＭＳ Ｐゴシック" panose="020B0600070205080204" pitchFamily="34" charset="-128"/>
              </a:defRPr>
            </a:lvl2pPr>
            <a:lvl3pPr marL="1143000" indent="-228600">
              <a:tabLst>
                <a:tab pos="228600" algn="l"/>
                <a:tab pos="457200" algn="l"/>
              </a:tabLst>
              <a:defRPr>
                <a:solidFill>
                  <a:schemeClr val="tx1"/>
                </a:solidFill>
                <a:latin typeface="Arial" panose="020B0604020202020204" pitchFamily="34" charset="0"/>
                <a:ea typeface="ＭＳ Ｐゴシック" panose="020B0600070205080204" pitchFamily="34" charset="-128"/>
              </a:defRPr>
            </a:lvl3pPr>
            <a:lvl4pPr marL="1600200" indent="-228600">
              <a:tabLst>
                <a:tab pos="228600" algn="l"/>
                <a:tab pos="457200" algn="l"/>
              </a:tabLst>
              <a:defRPr>
                <a:solidFill>
                  <a:schemeClr val="tx1"/>
                </a:solidFill>
                <a:latin typeface="Arial" panose="020B0604020202020204" pitchFamily="34" charset="0"/>
                <a:ea typeface="ＭＳ Ｐゴシック" panose="020B0600070205080204" pitchFamily="34" charset="-128"/>
              </a:defRPr>
            </a:lvl4pPr>
            <a:lvl5pPr marL="2057400" indent="-228600">
              <a:tabLst>
                <a:tab pos="228600" algn="l"/>
                <a:tab pos="457200" algn="l"/>
              </a:tabLst>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tabLst>
                <a:tab pos="228600" algn="l"/>
                <a:tab pos="457200" algn="l"/>
              </a:tabLs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tabLst>
                <a:tab pos="228600" algn="l"/>
                <a:tab pos="457200" algn="l"/>
              </a:tabLs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tabLst>
                <a:tab pos="228600" algn="l"/>
                <a:tab pos="457200" algn="l"/>
              </a:tabLs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tabLst>
                <a:tab pos="228600" algn="l"/>
                <a:tab pos="457200" algn="l"/>
              </a:tabLst>
              <a:defRPr>
                <a:solidFill>
                  <a:schemeClr val="tx1"/>
                </a:solidFill>
                <a:latin typeface="Arial" panose="020B0604020202020204" pitchFamily="34" charset="0"/>
                <a:ea typeface="ＭＳ Ｐゴシック" panose="020B0600070205080204" pitchFamily="34" charset="-128"/>
              </a:defRPr>
            </a:lvl9pPr>
          </a:lstStyle>
          <a:p>
            <a:r>
              <a:rPr lang="en-US" altLang="en-US" i="1"/>
              <a:t>t</a:t>
            </a:r>
            <a:r>
              <a:rPr lang="en-US" altLang="en-US" i="1" baseline="-25000"/>
              <a:t>2 </a:t>
            </a:r>
            <a:r>
              <a:rPr lang="en-US" altLang="en-US"/>
              <a:t>: </a:t>
            </a:r>
            <a:r>
              <a:rPr lang="en-US" altLang="en-US" i="1"/>
              <a:t>y</a:t>
            </a:r>
            <a:r>
              <a:rPr lang="en-US" altLang="en-US"/>
              <a:t> nhận được cập nhật của </a:t>
            </a:r>
            <a:r>
              <a:rPr lang="en-US" altLang="en-US" i="1"/>
              <a:t>z</a:t>
            </a:r>
            <a:r>
              <a:rPr lang="en-US" altLang="ja-JP"/>
              <a:t>, và cập nhật bảng distance của nó.  Các chi phí thấp nhất của </a:t>
            </a:r>
            <a:r>
              <a:rPr lang="en-US" altLang="ja-JP" i="1"/>
              <a:t>y không </a:t>
            </a:r>
            <a:r>
              <a:rPr lang="en-US" altLang="ja-JP"/>
              <a:t>thay đổi, vì vậy </a:t>
            </a:r>
            <a:r>
              <a:rPr lang="en-US" altLang="ja-JP" i="1"/>
              <a:t>y</a:t>
            </a:r>
            <a:r>
              <a:rPr lang="en-US" altLang="ja-JP"/>
              <a:t>  không gởi thông điệp đến </a:t>
            </a:r>
            <a:r>
              <a:rPr lang="en-US" altLang="ja-JP" i="1"/>
              <a:t>z</a:t>
            </a:r>
            <a:r>
              <a:rPr lang="en-US" altLang="ja-JP"/>
              <a:t>. </a:t>
            </a:r>
            <a:endParaRPr lang="en-US" altLang="en-US"/>
          </a:p>
        </p:txBody>
      </p:sp>
    </p:spTree>
    <p:extLst>
      <p:ext uri="{BB962C8B-B14F-4D97-AF65-F5344CB8AC3E}">
        <p14:creationId xmlns:p14="http://schemas.microsoft.com/office/powerpoint/2010/main" val="34059329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3015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3015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301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0153" grpId="0"/>
      <p:bldP spid="730154" grpId="0"/>
      <p:bldP spid="730155"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Footer Placeholder 3">
            <a:extLst>
              <a:ext uri="{FF2B5EF4-FFF2-40B4-BE49-F238E27FC236}">
                <a16:creationId xmlns:a16="http://schemas.microsoft.com/office/drawing/2014/main" id="{0BCC604A-67D4-415D-99C7-B500AE91639B}"/>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Tầng Network</a:t>
            </a:r>
          </a:p>
        </p:txBody>
      </p:sp>
      <p:sp>
        <p:nvSpPr>
          <p:cNvPr id="97283" name="Slide Number Placeholder 4">
            <a:extLst>
              <a:ext uri="{FF2B5EF4-FFF2-40B4-BE49-F238E27FC236}">
                <a16:creationId xmlns:a16="http://schemas.microsoft.com/office/drawing/2014/main" id="{4853F9A8-CABC-4474-B934-67AF02E8DAE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4-</a:t>
            </a:r>
            <a:fld id="{AB62A097-2D7F-4AE4-9A35-9E833747ED5D}" type="slidenum">
              <a:rPr lang="en-US" altLang="en-US">
                <a:latin typeface="Tahoma" panose="020B0604030504040204" pitchFamily="34" charset="0"/>
              </a:rPr>
              <a:pPr/>
              <a:t>83</a:t>
            </a:fld>
            <a:endParaRPr lang="en-US" altLang="en-US">
              <a:latin typeface="Tahoma" panose="020B0604030504040204" pitchFamily="34" charset="0"/>
            </a:endParaRPr>
          </a:p>
        </p:txBody>
      </p:sp>
      <p:pic>
        <p:nvPicPr>
          <p:cNvPr id="97284" name="Picture 2" descr="underline_base">
            <a:extLst>
              <a:ext uri="{FF2B5EF4-FFF2-40B4-BE49-F238E27FC236}">
                <a16:creationId xmlns:a16="http://schemas.microsoft.com/office/drawing/2014/main" id="{2F1A35C3-EB0A-4654-BEAA-340D6F18C02A}"/>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49463" y="923925"/>
            <a:ext cx="6856412"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7285" name="Rectangle 3">
            <a:extLst>
              <a:ext uri="{FF2B5EF4-FFF2-40B4-BE49-F238E27FC236}">
                <a16:creationId xmlns:a16="http://schemas.microsoft.com/office/drawing/2014/main" id="{558595FB-1305-4606-A110-D9555E0D6E0F}"/>
              </a:ext>
            </a:extLst>
          </p:cNvPr>
          <p:cNvSpPr>
            <a:spLocks noGrp="1" noChangeArrowheads="1"/>
          </p:cNvSpPr>
          <p:nvPr>
            <p:ph type="title"/>
          </p:nvPr>
        </p:nvSpPr>
        <p:spPr>
          <a:xfrm>
            <a:off x="1714500" y="139701"/>
            <a:ext cx="9448800" cy="1008063"/>
          </a:xfrm>
        </p:spPr>
        <p:txBody>
          <a:bodyPr>
            <a:normAutofit/>
          </a:bodyPr>
          <a:lstStyle/>
          <a:p>
            <a:r>
              <a:rPr lang="en-US" altLang="en-US" dirty="0">
                <a:ea typeface="ＭＳ Ｐゴシック" panose="020B0600070205080204" pitchFamily="34" charset="-128"/>
              </a:rPr>
              <a:t>Distance vector: Chi </a:t>
            </a:r>
            <a:r>
              <a:rPr lang="en-US" altLang="en-US" dirty="0" err="1">
                <a:ea typeface="ＭＳ Ｐゴシック" panose="020B0600070205080204" pitchFamily="34" charset="-128"/>
              </a:rPr>
              <a:t>phí</a:t>
            </a:r>
            <a:r>
              <a:rPr lang="en-US" altLang="en-US" dirty="0">
                <a:ea typeface="ＭＳ Ｐゴシック" panose="020B0600070205080204" pitchFamily="34" charset="-128"/>
              </a:rPr>
              <a:t> </a:t>
            </a:r>
            <a:r>
              <a:rPr lang="en-US" altLang="en-US" dirty="0" err="1">
                <a:ea typeface="ＭＳ Ｐゴシック" panose="020B0600070205080204" pitchFamily="34" charset="-128"/>
              </a:rPr>
              <a:t>kết</a:t>
            </a:r>
            <a:r>
              <a:rPr lang="en-US" altLang="en-US" dirty="0">
                <a:ea typeface="ＭＳ Ｐゴシック" panose="020B0600070205080204" pitchFamily="34" charset="-128"/>
              </a:rPr>
              <a:t> </a:t>
            </a:r>
            <a:r>
              <a:rPr lang="en-US" altLang="en-US" dirty="0" err="1">
                <a:ea typeface="ＭＳ Ｐゴシック" panose="020B0600070205080204" pitchFamily="34" charset="-128"/>
              </a:rPr>
              <a:t>nối</a:t>
            </a:r>
            <a:r>
              <a:rPr lang="en-US" altLang="en-US" dirty="0">
                <a:ea typeface="ＭＳ Ｐゴシック" panose="020B0600070205080204" pitchFamily="34" charset="-128"/>
              </a:rPr>
              <a:t> </a:t>
            </a:r>
            <a:r>
              <a:rPr lang="en-US" altLang="en-US" dirty="0" err="1">
                <a:ea typeface="ＭＳ Ｐゴシック" panose="020B0600070205080204" pitchFamily="34" charset="-128"/>
              </a:rPr>
              <a:t>thay</a:t>
            </a:r>
            <a:r>
              <a:rPr lang="en-US" altLang="en-US" dirty="0">
                <a:ea typeface="ＭＳ Ｐゴシック" panose="020B0600070205080204" pitchFamily="34" charset="-128"/>
              </a:rPr>
              <a:t> </a:t>
            </a:r>
            <a:r>
              <a:rPr lang="en-US" altLang="en-US" dirty="0" err="1">
                <a:ea typeface="ＭＳ Ｐゴシック" panose="020B0600070205080204" pitchFamily="34" charset="-128"/>
              </a:rPr>
              <a:t>đổi</a:t>
            </a:r>
            <a:endParaRPr lang="en-US" altLang="en-US" dirty="0">
              <a:ea typeface="ＭＳ Ｐゴシック" panose="020B0600070205080204" pitchFamily="34" charset="-128"/>
            </a:endParaRPr>
          </a:p>
        </p:txBody>
      </p:sp>
      <p:sp>
        <p:nvSpPr>
          <p:cNvPr id="97286" name="Rectangle 4">
            <a:extLst>
              <a:ext uri="{FF2B5EF4-FFF2-40B4-BE49-F238E27FC236}">
                <a16:creationId xmlns:a16="http://schemas.microsoft.com/office/drawing/2014/main" id="{4AFD4683-EAA7-4510-83BF-CEDABE148596}"/>
              </a:ext>
            </a:extLst>
          </p:cNvPr>
          <p:cNvSpPr>
            <a:spLocks noChangeArrowheads="1"/>
          </p:cNvSpPr>
          <p:nvPr/>
        </p:nvSpPr>
        <p:spPr bwMode="auto">
          <a:xfrm>
            <a:off x="2076451" y="1400176"/>
            <a:ext cx="4867275" cy="2524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nSpc>
                <a:spcPct val="85000"/>
              </a:lnSpc>
              <a:spcBef>
                <a:spcPct val="20000"/>
              </a:spcBef>
              <a:buClr>
                <a:srgbClr val="000099"/>
              </a:buClr>
              <a:buSzPct val="65000"/>
              <a:buFont typeface="Wingdings" panose="05000000000000000000" pitchFamily="2" charset="2"/>
              <a:buNone/>
            </a:pPr>
            <a:r>
              <a:rPr lang="en-US" altLang="en-US" sz="2800" i="1">
                <a:solidFill>
                  <a:srgbClr val="CC0000"/>
                </a:solidFill>
                <a:latin typeface="Comic Sans MS" panose="030F0702030302020204" pitchFamily="66" charset="0"/>
              </a:rPr>
              <a:t>Chi phí kết nối thay đổi:</a:t>
            </a:r>
          </a:p>
          <a:p>
            <a:pPr>
              <a:lnSpc>
                <a:spcPct val="85000"/>
              </a:lnSpc>
              <a:spcBef>
                <a:spcPct val="20000"/>
              </a:spcBef>
              <a:buClr>
                <a:srgbClr val="000099"/>
              </a:buClr>
              <a:buSzPct val="65000"/>
              <a:buFont typeface="Wingdings" panose="05000000000000000000" pitchFamily="2" charset="2"/>
              <a:buChar char="v"/>
            </a:pPr>
            <a:r>
              <a:rPr lang="en-US" altLang="en-US" sz="2400">
                <a:latin typeface="Comic Sans MS" panose="030F0702030302020204" pitchFamily="66" charset="0"/>
              </a:rPr>
              <a:t>node phát hiện sự thay đổi chi phí kết nối cục bộ</a:t>
            </a:r>
          </a:p>
          <a:p>
            <a:pPr>
              <a:lnSpc>
                <a:spcPct val="85000"/>
              </a:lnSpc>
              <a:spcBef>
                <a:spcPct val="20000"/>
              </a:spcBef>
              <a:buClr>
                <a:srgbClr val="000099"/>
              </a:buClr>
              <a:buSzPct val="65000"/>
              <a:buFont typeface="Wingdings" panose="05000000000000000000" pitchFamily="2" charset="2"/>
              <a:buChar char="v"/>
            </a:pPr>
            <a:r>
              <a:rPr lang="en-US" altLang="en-US" sz="2400" i="1">
                <a:solidFill>
                  <a:srgbClr val="CC0000"/>
                </a:solidFill>
                <a:latin typeface="Comic Sans MS" panose="030F0702030302020204" pitchFamily="66" charset="0"/>
              </a:rPr>
              <a:t>Tin xấu đi chậm</a:t>
            </a:r>
            <a:r>
              <a:rPr lang="en-US" altLang="en-US" sz="2400">
                <a:latin typeface="Comic Sans MS" panose="030F0702030302020204" pitchFamily="66" charset="0"/>
              </a:rPr>
              <a:t>- </a:t>
            </a:r>
            <a:r>
              <a:rPr lang="ja-JP" altLang="en-US" sz="2400">
                <a:latin typeface="Comic Sans MS" panose="030F0702030302020204" pitchFamily="66" charset="0"/>
              </a:rPr>
              <a:t>“</a:t>
            </a:r>
            <a:r>
              <a:rPr lang="en-US" altLang="ja-JP" sz="2400">
                <a:latin typeface="Comic Sans MS" panose="030F0702030302020204" pitchFamily="66" charset="0"/>
              </a:rPr>
              <a:t>đếm đến vô cùng</a:t>
            </a:r>
            <a:r>
              <a:rPr lang="ja-JP" altLang="en-US" sz="2400">
                <a:latin typeface="Comic Sans MS" panose="030F0702030302020204" pitchFamily="66" charset="0"/>
              </a:rPr>
              <a:t>”</a:t>
            </a:r>
            <a:r>
              <a:rPr lang="en-US" altLang="ja-JP" sz="2400">
                <a:latin typeface="Comic Sans MS" panose="030F0702030302020204" pitchFamily="66" charset="0"/>
              </a:rPr>
              <a:t> vấn đề!</a:t>
            </a:r>
          </a:p>
          <a:p>
            <a:pPr>
              <a:lnSpc>
                <a:spcPct val="85000"/>
              </a:lnSpc>
              <a:spcBef>
                <a:spcPct val="20000"/>
              </a:spcBef>
              <a:buClr>
                <a:srgbClr val="000099"/>
              </a:buClr>
              <a:buSzPct val="65000"/>
              <a:buFont typeface="Wingdings" panose="05000000000000000000" pitchFamily="2" charset="2"/>
              <a:buChar char="v"/>
            </a:pPr>
            <a:r>
              <a:rPr lang="en-US" altLang="en-US" sz="2400">
                <a:latin typeface="Comic Sans MS" panose="030F0702030302020204" pitchFamily="66" charset="0"/>
              </a:rPr>
              <a:t>44 lần duyệt trước khi thuật toán ổn định</a:t>
            </a:r>
          </a:p>
        </p:txBody>
      </p:sp>
      <p:grpSp>
        <p:nvGrpSpPr>
          <p:cNvPr id="97287" name="Group 6">
            <a:extLst>
              <a:ext uri="{FF2B5EF4-FFF2-40B4-BE49-F238E27FC236}">
                <a16:creationId xmlns:a16="http://schemas.microsoft.com/office/drawing/2014/main" id="{F74BAEBC-4115-4BD4-8FCE-6155D803A3F2}"/>
              </a:ext>
            </a:extLst>
          </p:cNvPr>
          <p:cNvGrpSpPr>
            <a:grpSpLocks/>
          </p:cNvGrpSpPr>
          <p:nvPr/>
        </p:nvGrpSpPr>
        <p:grpSpPr bwMode="auto">
          <a:xfrm>
            <a:off x="7362825" y="1609725"/>
            <a:ext cx="2184400" cy="1314450"/>
            <a:chOff x="3625" y="1076"/>
            <a:chExt cx="1376" cy="828"/>
          </a:xfrm>
        </p:grpSpPr>
        <p:sp>
          <p:nvSpPr>
            <p:cNvPr id="97289" name="Freeform 7">
              <a:extLst>
                <a:ext uri="{FF2B5EF4-FFF2-40B4-BE49-F238E27FC236}">
                  <a16:creationId xmlns:a16="http://schemas.microsoft.com/office/drawing/2014/main" id="{A10DD596-908B-4707-ADD5-28A26F1FAB97}"/>
                </a:ext>
              </a:extLst>
            </p:cNvPr>
            <p:cNvSpPr>
              <a:spLocks/>
            </p:cNvSpPr>
            <p:nvPr/>
          </p:nvSpPr>
          <p:spPr bwMode="auto">
            <a:xfrm>
              <a:off x="3625" y="1140"/>
              <a:ext cx="1376" cy="764"/>
            </a:xfrm>
            <a:custGeom>
              <a:avLst/>
              <a:gdLst>
                <a:gd name="T0" fmla="*/ 113 w 1376"/>
                <a:gd name="T1" fmla="*/ 348 h 764"/>
                <a:gd name="T2" fmla="*/ 395 w 1376"/>
                <a:gd name="T3" fmla="*/ 162 h 764"/>
                <a:gd name="T4" fmla="*/ 710 w 1376"/>
                <a:gd name="T5" fmla="*/ 9 h 764"/>
                <a:gd name="T6" fmla="*/ 1160 w 1376"/>
                <a:gd name="T7" fmla="*/ 219 h 764"/>
                <a:gd name="T8" fmla="*/ 1367 w 1376"/>
                <a:gd name="T9" fmla="*/ 510 h 764"/>
                <a:gd name="T10" fmla="*/ 1103 w 1376"/>
                <a:gd name="T11" fmla="*/ 726 h 764"/>
                <a:gd name="T12" fmla="*/ 578 w 1376"/>
                <a:gd name="T13" fmla="*/ 738 h 764"/>
                <a:gd name="T14" fmla="*/ 77 w 1376"/>
                <a:gd name="T15" fmla="*/ 630 h 764"/>
                <a:gd name="T16" fmla="*/ 113 w 1376"/>
                <a:gd name="T17" fmla="*/ 348 h 76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376"/>
                <a:gd name="T28" fmla="*/ 0 h 764"/>
                <a:gd name="T29" fmla="*/ 1376 w 1376"/>
                <a:gd name="T30" fmla="*/ 764 h 76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376" h="764">
                  <a:moveTo>
                    <a:pt x="113" y="348"/>
                  </a:moveTo>
                  <a:cubicBezTo>
                    <a:pt x="166" y="270"/>
                    <a:pt x="296" y="218"/>
                    <a:pt x="395" y="162"/>
                  </a:cubicBezTo>
                  <a:cubicBezTo>
                    <a:pt x="494" y="106"/>
                    <a:pt x="583" y="0"/>
                    <a:pt x="710" y="9"/>
                  </a:cubicBezTo>
                  <a:cubicBezTo>
                    <a:pt x="837" y="18"/>
                    <a:pt x="1051" y="136"/>
                    <a:pt x="1160" y="219"/>
                  </a:cubicBezTo>
                  <a:cubicBezTo>
                    <a:pt x="1269" y="302"/>
                    <a:pt x="1376" y="426"/>
                    <a:pt x="1367" y="510"/>
                  </a:cubicBezTo>
                  <a:cubicBezTo>
                    <a:pt x="1358" y="594"/>
                    <a:pt x="1234" y="688"/>
                    <a:pt x="1103" y="726"/>
                  </a:cubicBezTo>
                  <a:cubicBezTo>
                    <a:pt x="972" y="764"/>
                    <a:pt x="749" y="754"/>
                    <a:pt x="578" y="738"/>
                  </a:cubicBezTo>
                  <a:cubicBezTo>
                    <a:pt x="407" y="722"/>
                    <a:pt x="154" y="695"/>
                    <a:pt x="77" y="630"/>
                  </a:cubicBezTo>
                  <a:cubicBezTo>
                    <a:pt x="0" y="565"/>
                    <a:pt x="60" y="426"/>
                    <a:pt x="113" y="348"/>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97290" name="Freeform 8">
              <a:extLst>
                <a:ext uri="{FF2B5EF4-FFF2-40B4-BE49-F238E27FC236}">
                  <a16:creationId xmlns:a16="http://schemas.microsoft.com/office/drawing/2014/main" id="{C99D5F8A-9D3C-4000-8B6D-CB1D9BE7565C}"/>
                </a:ext>
              </a:extLst>
            </p:cNvPr>
            <p:cNvSpPr>
              <a:spLocks/>
            </p:cNvSpPr>
            <p:nvPr/>
          </p:nvSpPr>
          <p:spPr bwMode="auto">
            <a:xfrm>
              <a:off x="3984" y="1404"/>
              <a:ext cx="222" cy="180"/>
            </a:xfrm>
            <a:custGeom>
              <a:avLst/>
              <a:gdLst>
                <a:gd name="T0" fmla="*/ 0 w 222"/>
                <a:gd name="T1" fmla="*/ 180 h 180"/>
                <a:gd name="T2" fmla="*/ 222 w 222"/>
                <a:gd name="T3" fmla="*/ 0 h 180"/>
                <a:gd name="T4" fmla="*/ 0 60000 65536"/>
                <a:gd name="T5" fmla="*/ 0 60000 65536"/>
                <a:gd name="T6" fmla="*/ 0 w 222"/>
                <a:gd name="T7" fmla="*/ 0 h 180"/>
                <a:gd name="T8" fmla="*/ 222 w 222"/>
                <a:gd name="T9" fmla="*/ 180 h 180"/>
              </a:gdLst>
              <a:ahLst/>
              <a:cxnLst>
                <a:cxn ang="T4">
                  <a:pos x="T0" y="T1"/>
                </a:cxn>
                <a:cxn ang="T5">
                  <a:pos x="T2" y="T3"/>
                </a:cxn>
              </a:cxnLst>
              <a:rect l="T6" t="T7" r="T8" b="T9"/>
              <a:pathLst>
                <a:path w="222" h="180">
                  <a:moveTo>
                    <a:pt x="0" y="180"/>
                  </a:moveTo>
                  <a:lnTo>
                    <a:pt x="222"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97291" name="Oval 9">
              <a:extLst>
                <a:ext uri="{FF2B5EF4-FFF2-40B4-BE49-F238E27FC236}">
                  <a16:creationId xmlns:a16="http://schemas.microsoft.com/office/drawing/2014/main" id="{367AA6C3-A7A0-46C0-B65E-E9509CEC879A}"/>
                </a:ext>
              </a:extLst>
            </p:cNvPr>
            <p:cNvSpPr>
              <a:spLocks noChangeArrowheads="1"/>
            </p:cNvSpPr>
            <p:nvPr/>
          </p:nvSpPr>
          <p:spPr bwMode="auto">
            <a:xfrm>
              <a:off x="3724" y="1640"/>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97292" name="Line 10">
              <a:extLst>
                <a:ext uri="{FF2B5EF4-FFF2-40B4-BE49-F238E27FC236}">
                  <a16:creationId xmlns:a16="http://schemas.microsoft.com/office/drawing/2014/main" id="{A3B18706-6133-48F3-86CD-C304D002412F}"/>
                </a:ext>
              </a:extLst>
            </p:cNvPr>
            <p:cNvSpPr>
              <a:spLocks noChangeShapeType="1"/>
            </p:cNvSpPr>
            <p:nvPr/>
          </p:nvSpPr>
          <p:spPr bwMode="auto">
            <a:xfrm>
              <a:off x="3724" y="1633"/>
              <a:ext cx="1"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7293" name="Line 11">
              <a:extLst>
                <a:ext uri="{FF2B5EF4-FFF2-40B4-BE49-F238E27FC236}">
                  <a16:creationId xmlns:a16="http://schemas.microsoft.com/office/drawing/2014/main" id="{CA06B046-E517-4349-80F6-DF8B516F4AB8}"/>
                </a:ext>
              </a:extLst>
            </p:cNvPr>
            <p:cNvSpPr>
              <a:spLocks noChangeShapeType="1"/>
            </p:cNvSpPr>
            <p:nvPr/>
          </p:nvSpPr>
          <p:spPr bwMode="auto">
            <a:xfrm>
              <a:off x="4037" y="1633"/>
              <a:ext cx="1"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7294" name="Rectangle 12">
              <a:extLst>
                <a:ext uri="{FF2B5EF4-FFF2-40B4-BE49-F238E27FC236}">
                  <a16:creationId xmlns:a16="http://schemas.microsoft.com/office/drawing/2014/main" id="{E2B936D5-6145-433A-A20A-9A5516F05E86}"/>
                </a:ext>
              </a:extLst>
            </p:cNvPr>
            <p:cNvSpPr>
              <a:spLocks noChangeArrowheads="1"/>
            </p:cNvSpPr>
            <p:nvPr/>
          </p:nvSpPr>
          <p:spPr bwMode="auto">
            <a:xfrm>
              <a:off x="3724" y="1633"/>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latin typeface="Times New Roman" panose="02020603050405020304" pitchFamily="18" charset="0"/>
              </a:endParaRPr>
            </a:p>
          </p:txBody>
        </p:sp>
        <p:sp>
          <p:nvSpPr>
            <p:cNvPr id="97295" name="Oval 13">
              <a:extLst>
                <a:ext uri="{FF2B5EF4-FFF2-40B4-BE49-F238E27FC236}">
                  <a16:creationId xmlns:a16="http://schemas.microsoft.com/office/drawing/2014/main" id="{0E30BA3E-BA4F-40D8-9562-F4D0DE3D3973}"/>
                </a:ext>
              </a:extLst>
            </p:cNvPr>
            <p:cNvSpPr>
              <a:spLocks noChangeArrowheads="1"/>
            </p:cNvSpPr>
            <p:nvPr/>
          </p:nvSpPr>
          <p:spPr bwMode="auto">
            <a:xfrm>
              <a:off x="3721" y="1574"/>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97296" name="Freeform 14">
              <a:extLst>
                <a:ext uri="{FF2B5EF4-FFF2-40B4-BE49-F238E27FC236}">
                  <a16:creationId xmlns:a16="http://schemas.microsoft.com/office/drawing/2014/main" id="{82BC9C58-CE98-414D-84DF-CCC9159F7435}"/>
                </a:ext>
              </a:extLst>
            </p:cNvPr>
            <p:cNvSpPr>
              <a:spLocks/>
            </p:cNvSpPr>
            <p:nvPr/>
          </p:nvSpPr>
          <p:spPr bwMode="auto">
            <a:xfrm>
              <a:off x="4389" y="1404"/>
              <a:ext cx="216" cy="189"/>
            </a:xfrm>
            <a:custGeom>
              <a:avLst/>
              <a:gdLst>
                <a:gd name="T0" fmla="*/ 0 w 216"/>
                <a:gd name="T1" fmla="*/ 0 h 189"/>
                <a:gd name="T2" fmla="*/ 216 w 216"/>
                <a:gd name="T3" fmla="*/ 189 h 189"/>
                <a:gd name="T4" fmla="*/ 0 60000 65536"/>
                <a:gd name="T5" fmla="*/ 0 60000 65536"/>
                <a:gd name="T6" fmla="*/ 0 w 216"/>
                <a:gd name="T7" fmla="*/ 0 h 189"/>
                <a:gd name="T8" fmla="*/ 216 w 216"/>
                <a:gd name="T9" fmla="*/ 189 h 189"/>
              </a:gdLst>
              <a:ahLst/>
              <a:cxnLst>
                <a:cxn ang="T4">
                  <a:pos x="T0" y="T1"/>
                </a:cxn>
                <a:cxn ang="T5">
                  <a:pos x="T2" y="T3"/>
                </a:cxn>
              </a:cxnLst>
              <a:rect l="T6" t="T7" r="T8" b="T9"/>
              <a:pathLst>
                <a:path w="216" h="189">
                  <a:moveTo>
                    <a:pt x="0" y="0"/>
                  </a:moveTo>
                  <a:lnTo>
                    <a:pt x="216" y="189"/>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97297" name="Freeform 15">
              <a:extLst>
                <a:ext uri="{FF2B5EF4-FFF2-40B4-BE49-F238E27FC236}">
                  <a16:creationId xmlns:a16="http://schemas.microsoft.com/office/drawing/2014/main" id="{8A922996-7752-47D1-B00E-EF4D12F598BE}"/>
                </a:ext>
              </a:extLst>
            </p:cNvPr>
            <p:cNvSpPr>
              <a:spLocks/>
            </p:cNvSpPr>
            <p:nvPr/>
          </p:nvSpPr>
          <p:spPr bwMode="auto">
            <a:xfrm>
              <a:off x="4041" y="1668"/>
              <a:ext cx="540" cy="3"/>
            </a:xfrm>
            <a:custGeom>
              <a:avLst/>
              <a:gdLst>
                <a:gd name="T0" fmla="*/ 540 w 540"/>
                <a:gd name="T1" fmla="*/ 3 h 3"/>
                <a:gd name="T2" fmla="*/ 0 w 540"/>
                <a:gd name="T3" fmla="*/ 0 h 3"/>
                <a:gd name="T4" fmla="*/ 0 60000 65536"/>
                <a:gd name="T5" fmla="*/ 0 60000 65536"/>
                <a:gd name="T6" fmla="*/ 0 w 540"/>
                <a:gd name="T7" fmla="*/ 0 h 3"/>
                <a:gd name="T8" fmla="*/ 540 w 540"/>
                <a:gd name="T9" fmla="*/ 3 h 3"/>
              </a:gdLst>
              <a:ahLst/>
              <a:cxnLst>
                <a:cxn ang="T4">
                  <a:pos x="T0" y="T1"/>
                </a:cxn>
                <a:cxn ang="T5">
                  <a:pos x="T2" y="T3"/>
                </a:cxn>
              </a:cxnLst>
              <a:rect l="T6" t="T7" r="T8" b="T9"/>
              <a:pathLst>
                <a:path w="540" h="3">
                  <a:moveTo>
                    <a:pt x="540" y="3"/>
                  </a:moveTo>
                  <a:lnTo>
                    <a:pt x="0"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nvGrpSpPr>
            <p:cNvPr id="97298" name="Group 16">
              <a:extLst>
                <a:ext uri="{FF2B5EF4-FFF2-40B4-BE49-F238E27FC236}">
                  <a16:creationId xmlns:a16="http://schemas.microsoft.com/office/drawing/2014/main" id="{087D9C31-0971-4CF0-AA7B-9A327E4CA203}"/>
                </a:ext>
              </a:extLst>
            </p:cNvPr>
            <p:cNvGrpSpPr>
              <a:grpSpLocks/>
            </p:cNvGrpSpPr>
            <p:nvPr/>
          </p:nvGrpSpPr>
          <p:grpSpPr bwMode="auto">
            <a:xfrm>
              <a:off x="3770" y="1526"/>
              <a:ext cx="210" cy="250"/>
              <a:chOff x="2951" y="2429"/>
              <a:chExt cx="213" cy="250"/>
            </a:xfrm>
          </p:grpSpPr>
          <p:sp>
            <p:nvSpPr>
              <p:cNvPr id="97322" name="Rectangle 17">
                <a:extLst>
                  <a:ext uri="{FF2B5EF4-FFF2-40B4-BE49-F238E27FC236}">
                    <a16:creationId xmlns:a16="http://schemas.microsoft.com/office/drawing/2014/main" id="{BBA9363C-FF8C-4703-8BC9-C4097A83D88C}"/>
                  </a:ext>
                </a:extLst>
              </p:cNvPr>
              <p:cNvSpPr>
                <a:spLocks noChangeArrowheads="1"/>
              </p:cNvSpPr>
              <p:nvPr/>
            </p:nvSpPr>
            <p:spPr bwMode="auto">
              <a:xfrm>
                <a:off x="2982" y="2490"/>
                <a:ext cx="144"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97323" name="Text Box 18">
                <a:extLst>
                  <a:ext uri="{FF2B5EF4-FFF2-40B4-BE49-F238E27FC236}">
                    <a16:creationId xmlns:a16="http://schemas.microsoft.com/office/drawing/2014/main" id="{AD3563F8-1CAA-45CF-B28D-D90CF9A06949}"/>
                  </a:ext>
                </a:extLst>
              </p:cNvPr>
              <p:cNvSpPr txBox="1">
                <a:spLocks noChangeArrowheads="1"/>
              </p:cNvSpPr>
              <p:nvPr/>
            </p:nvSpPr>
            <p:spPr bwMode="auto">
              <a:xfrm>
                <a:off x="2951" y="2429"/>
                <a:ext cx="21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latin typeface="Comic Sans MS" panose="030F0702030302020204" pitchFamily="66" charset="0"/>
                  </a:rPr>
                  <a:t>x</a:t>
                </a:r>
                <a:endParaRPr lang="en-US" altLang="en-US" sz="2400">
                  <a:latin typeface="Times New Roman" panose="02020603050405020304" pitchFamily="18" charset="0"/>
                </a:endParaRPr>
              </a:p>
            </p:txBody>
          </p:sp>
        </p:grpSp>
        <p:grpSp>
          <p:nvGrpSpPr>
            <p:cNvPr id="97299" name="Group 19">
              <a:extLst>
                <a:ext uri="{FF2B5EF4-FFF2-40B4-BE49-F238E27FC236}">
                  <a16:creationId xmlns:a16="http://schemas.microsoft.com/office/drawing/2014/main" id="{19883D61-D50B-40C3-AD04-4E04146579DC}"/>
                </a:ext>
              </a:extLst>
            </p:cNvPr>
            <p:cNvGrpSpPr>
              <a:grpSpLocks/>
            </p:cNvGrpSpPr>
            <p:nvPr/>
          </p:nvGrpSpPr>
          <p:grpSpPr bwMode="auto">
            <a:xfrm>
              <a:off x="4566" y="1538"/>
              <a:ext cx="316" cy="250"/>
              <a:chOff x="1740" y="2306"/>
              <a:chExt cx="316" cy="250"/>
            </a:xfrm>
          </p:grpSpPr>
          <p:sp>
            <p:nvSpPr>
              <p:cNvPr id="97314" name="Oval 20">
                <a:extLst>
                  <a:ext uri="{FF2B5EF4-FFF2-40B4-BE49-F238E27FC236}">
                    <a16:creationId xmlns:a16="http://schemas.microsoft.com/office/drawing/2014/main" id="{439A17B1-E6BB-47C0-9C7F-D4C08D95C407}"/>
                  </a:ext>
                </a:extLst>
              </p:cNvPr>
              <p:cNvSpPr>
                <a:spLocks noChangeArrowheads="1"/>
              </p:cNvSpPr>
              <p:nvPr/>
            </p:nvSpPr>
            <p:spPr bwMode="auto">
              <a:xfrm>
                <a:off x="1743" y="2420"/>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97315" name="Line 21">
                <a:extLst>
                  <a:ext uri="{FF2B5EF4-FFF2-40B4-BE49-F238E27FC236}">
                    <a16:creationId xmlns:a16="http://schemas.microsoft.com/office/drawing/2014/main" id="{44866C52-82F5-43B0-9A42-968C53B0C375}"/>
                  </a:ext>
                </a:extLst>
              </p:cNvPr>
              <p:cNvSpPr>
                <a:spLocks noChangeShapeType="1"/>
              </p:cNvSpPr>
              <p:nvPr/>
            </p:nvSpPr>
            <p:spPr bwMode="auto">
              <a:xfrm>
                <a:off x="1743" y="2413"/>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7316" name="Line 22">
                <a:extLst>
                  <a:ext uri="{FF2B5EF4-FFF2-40B4-BE49-F238E27FC236}">
                    <a16:creationId xmlns:a16="http://schemas.microsoft.com/office/drawing/2014/main" id="{8660B8E3-6B0F-48AC-A3C7-4D968D8025D0}"/>
                  </a:ext>
                </a:extLst>
              </p:cNvPr>
              <p:cNvSpPr>
                <a:spLocks noChangeShapeType="1"/>
              </p:cNvSpPr>
              <p:nvPr/>
            </p:nvSpPr>
            <p:spPr bwMode="auto">
              <a:xfrm>
                <a:off x="2056" y="2413"/>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7317" name="Rectangle 23">
                <a:extLst>
                  <a:ext uri="{FF2B5EF4-FFF2-40B4-BE49-F238E27FC236}">
                    <a16:creationId xmlns:a16="http://schemas.microsoft.com/office/drawing/2014/main" id="{E35D5F0C-2710-487C-B443-1A88524159C9}"/>
                  </a:ext>
                </a:extLst>
              </p:cNvPr>
              <p:cNvSpPr>
                <a:spLocks noChangeArrowheads="1"/>
              </p:cNvSpPr>
              <p:nvPr/>
            </p:nvSpPr>
            <p:spPr bwMode="auto">
              <a:xfrm>
                <a:off x="1743" y="2413"/>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latin typeface="Times New Roman" panose="02020603050405020304" pitchFamily="18" charset="0"/>
                </a:endParaRPr>
              </a:p>
            </p:txBody>
          </p:sp>
          <p:sp>
            <p:nvSpPr>
              <p:cNvPr id="97318" name="Oval 24">
                <a:extLst>
                  <a:ext uri="{FF2B5EF4-FFF2-40B4-BE49-F238E27FC236}">
                    <a16:creationId xmlns:a16="http://schemas.microsoft.com/office/drawing/2014/main" id="{71A1E2CE-6019-4D5D-981E-56CDF2DEB997}"/>
                  </a:ext>
                </a:extLst>
              </p:cNvPr>
              <p:cNvSpPr>
                <a:spLocks noChangeArrowheads="1"/>
              </p:cNvSpPr>
              <p:nvPr/>
            </p:nvSpPr>
            <p:spPr bwMode="auto">
              <a:xfrm>
                <a:off x="1740" y="2354"/>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nvGrpSpPr>
              <p:cNvPr id="97319" name="Group 25">
                <a:extLst>
                  <a:ext uri="{FF2B5EF4-FFF2-40B4-BE49-F238E27FC236}">
                    <a16:creationId xmlns:a16="http://schemas.microsoft.com/office/drawing/2014/main" id="{5A65C885-7A61-42B1-83DF-8C27E4AE14BD}"/>
                  </a:ext>
                </a:extLst>
              </p:cNvPr>
              <p:cNvGrpSpPr>
                <a:grpSpLocks/>
              </p:cNvGrpSpPr>
              <p:nvPr/>
            </p:nvGrpSpPr>
            <p:grpSpPr bwMode="auto">
              <a:xfrm>
                <a:off x="1800" y="2306"/>
                <a:ext cx="202" cy="250"/>
                <a:chOff x="2955" y="2429"/>
                <a:chExt cx="205" cy="250"/>
              </a:xfrm>
            </p:grpSpPr>
            <p:sp>
              <p:nvSpPr>
                <p:cNvPr id="97320" name="Rectangle 26">
                  <a:extLst>
                    <a:ext uri="{FF2B5EF4-FFF2-40B4-BE49-F238E27FC236}">
                      <a16:creationId xmlns:a16="http://schemas.microsoft.com/office/drawing/2014/main" id="{8C1FB74B-27EB-40A2-92C8-636C835BA576}"/>
                    </a:ext>
                  </a:extLst>
                </p:cNvPr>
                <p:cNvSpPr>
                  <a:spLocks noChangeArrowheads="1"/>
                </p:cNvSpPr>
                <p:nvPr/>
              </p:nvSpPr>
              <p:spPr bwMode="auto">
                <a:xfrm>
                  <a:off x="2982" y="2490"/>
                  <a:ext cx="143"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97321" name="Text Box 27">
                  <a:extLst>
                    <a:ext uri="{FF2B5EF4-FFF2-40B4-BE49-F238E27FC236}">
                      <a16:creationId xmlns:a16="http://schemas.microsoft.com/office/drawing/2014/main" id="{E96D27F3-9B19-484A-93DD-000330054D57}"/>
                    </a:ext>
                  </a:extLst>
                </p:cNvPr>
                <p:cNvSpPr txBox="1">
                  <a:spLocks noChangeArrowheads="1"/>
                </p:cNvSpPr>
                <p:nvPr/>
              </p:nvSpPr>
              <p:spPr bwMode="auto">
                <a:xfrm>
                  <a:off x="2955" y="2429"/>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latin typeface="Comic Sans MS" panose="030F0702030302020204" pitchFamily="66" charset="0"/>
                    </a:rPr>
                    <a:t>z</a:t>
                  </a:r>
                  <a:endParaRPr lang="en-US" altLang="en-US" sz="2400">
                    <a:latin typeface="Times New Roman" panose="02020603050405020304" pitchFamily="18" charset="0"/>
                  </a:endParaRPr>
                </a:p>
              </p:txBody>
            </p:sp>
          </p:grpSp>
        </p:grpSp>
        <p:sp>
          <p:nvSpPr>
            <p:cNvPr id="97300" name="Text Box 28">
              <a:extLst>
                <a:ext uri="{FF2B5EF4-FFF2-40B4-BE49-F238E27FC236}">
                  <a16:creationId xmlns:a16="http://schemas.microsoft.com/office/drawing/2014/main" id="{97D5A091-7A77-4DE5-83F2-376F0889C458}"/>
                </a:ext>
              </a:extLst>
            </p:cNvPr>
            <p:cNvSpPr txBox="1">
              <a:spLocks noChangeArrowheads="1"/>
            </p:cNvSpPr>
            <p:nvPr/>
          </p:nvSpPr>
          <p:spPr bwMode="auto">
            <a:xfrm>
              <a:off x="4469" y="1328"/>
              <a:ext cx="18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a:latin typeface="Comic Sans MS" panose="030F0702030302020204" pitchFamily="66" charset="0"/>
                </a:rPr>
                <a:t>1</a:t>
              </a:r>
              <a:endParaRPr lang="en-US" altLang="en-US" sz="2400">
                <a:latin typeface="Times New Roman" panose="02020603050405020304" pitchFamily="18" charset="0"/>
              </a:endParaRPr>
            </a:p>
          </p:txBody>
        </p:sp>
        <p:sp>
          <p:nvSpPr>
            <p:cNvPr id="97301" name="Text Box 29">
              <a:extLst>
                <a:ext uri="{FF2B5EF4-FFF2-40B4-BE49-F238E27FC236}">
                  <a16:creationId xmlns:a16="http://schemas.microsoft.com/office/drawing/2014/main" id="{B11FFC61-ADA5-47C1-9C42-F18A83123534}"/>
                </a:ext>
              </a:extLst>
            </p:cNvPr>
            <p:cNvSpPr txBox="1">
              <a:spLocks noChangeArrowheads="1"/>
            </p:cNvSpPr>
            <p:nvPr/>
          </p:nvSpPr>
          <p:spPr bwMode="auto">
            <a:xfrm>
              <a:off x="3930" y="1325"/>
              <a:ext cx="20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a:latin typeface="Comic Sans MS" panose="030F0702030302020204" pitchFamily="66" charset="0"/>
                </a:rPr>
                <a:t>4</a:t>
              </a:r>
              <a:endParaRPr lang="en-US" altLang="en-US" sz="2400">
                <a:latin typeface="Times New Roman" panose="02020603050405020304" pitchFamily="18" charset="0"/>
              </a:endParaRPr>
            </a:p>
          </p:txBody>
        </p:sp>
        <p:sp>
          <p:nvSpPr>
            <p:cNvPr id="97302" name="Text Box 30">
              <a:extLst>
                <a:ext uri="{FF2B5EF4-FFF2-40B4-BE49-F238E27FC236}">
                  <a16:creationId xmlns:a16="http://schemas.microsoft.com/office/drawing/2014/main" id="{05979111-9110-4113-84BE-7887A8E24A64}"/>
                </a:ext>
              </a:extLst>
            </p:cNvPr>
            <p:cNvSpPr txBox="1">
              <a:spLocks noChangeArrowheads="1"/>
            </p:cNvSpPr>
            <p:nvPr/>
          </p:nvSpPr>
          <p:spPr bwMode="auto">
            <a:xfrm>
              <a:off x="4171" y="1658"/>
              <a:ext cx="29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a:latin typeface="Comic Sans MS" panose="030F0702030302020204" pitchFamily="66" charset="0"/>
                </a:rPr>
                <a:t>50</a:t>
              </a:r>
              <a:endParaRPr lang="en-US" altLang="en-US" sz="2400">
                <a:latin typeface="Times New Roman" panose="02020603050405020304" pitchFamily="18" charset="0"/>
              </a:endParaRPr>
            </a:p>
          </p:txBody>
        </p:sp>
        <p:grpSp>
          <p:nvGrpSpPr>
            <p:cNvPr id="97303" name="Group 31">
              <a:extLst>
                <a:ext uri="{FF2B5EF4-FFF2-40B4-BE49-F238E27FC236}">
                  <a16:creationId xmlns:a16="http://schemas.microsoft.com/office/drawing/2014/main" id="{794394B4-A57A-4389-9AE8-C4EDB4C7AB31}"/>
                </a:ext>
              </a:extLst>
            </p:cNvPr>
            <p:cNvGrpSpPr>
              <a:grpSpLocks/>
            </p:cNvGrpSpPr>
            <p:nvPr/>
          </p:nvGrpSpPr>
          <p:grpSpPr bwMode="auto">
            <a:xfrm>
              <a:off x="4146" y="1214"/>
              <a:ext cx="316" cy="250"/>
              <a:chOff x="1740" y="2306"/>
              <a:chExt cx="316" cy="250"/>
            </a:xfrm>
          </p:grpSpPr>
          <p:sp>
            <p:nvSpPr>
              <p:cNvPr id="97306" name="Oval 32">
                <a:extLst>
                  <a:ext uri="{FF2B5EF4-FFF2-40B4-BE49-F238E27FC236}">
                    <a16:creationId xmlns:a16="http://schemas.microsoft.com/office/drawing/2014/main" id="{52DB8992-1E58-4729-B842-68B0F05C011C}"/>
                  </a:ext>
                </a:extLst>
              </p:cNvPr>
              <p:cNvSpPr>
                <a:spLocks noChangeArrowheads="1"/>
              </p:cNvSpPr>
              <p:nvPr/>
            </p:nvSpPr>
            <p:spPr bwMode="auto">
              <a:xfrm>
                <a:off x="1743" y="2420"/>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97307" name="Line 33">
                <a:extLst>
                  <a:ext uri="{FF2B5EF4-FFF2-40B4-BE49-F238E27FC236}">
                    <a16:creationId xmlns:a16="http://schemas.microsoft.com/office/drawing/2014/main" id="{AC2B8EBC-54AB-4575-B0C8-F8E929533580}"/>
                  </a:ext>
                </a:extLst>
              </p:cNvPr>
              <p:cNvSpPr>
                <a:spLocks noChangeShapeType="1"/>
              </p:cNvSpPr>
              <p:nvPr/>
            </p:nvSpPr>
            <p:spPr bwMode="auto">
              <a:xfrm>
                <a:off x="1743" y="2413"/>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7308" name="Line 34">
                <a:extLst>
                  <a:ext uri="{FF2B5EF4-FFF2-40B4-BE49-F238E27FC236}">
                    <a16:creationId xmlns:a16="http://schemas.microsoft.com/office/drawing/2014/main" id="{98CCE8B0-DACA-45BA-91BE-743F3FEE4A87}"/>
                  </a:ext>
                </a:extLst>
              </p:cNvPr>
              <p:cNvSpPr>
                <a:spLocks noChangeShapeType="1"/>
              </p:cNvSpPr>
              <p:nvPr/>
            </p:nvSpPr>
            <p:spPr bwMode="auto">
              <a:xfrm>
                <a:off x="2056" y="2413"/>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7309" name="Rectangle 35">
                <a:extLst>
                  <a:ext uri="{FF2B5EF4-FFF2-40B4-BE49-F238E27FC236}">
                    <a16:creationId xmlns:a16="http://schemas.microsoft.com/office/drawing/2014/main" id="{7216330B-62CE-4409-BC16-F9DB59D7106D}"/>
                  </a:ext>
                </a:extLst>
              </p:cNvPr>
              <p:cNvSpPr>
                <a:spLocks noChangeArrowheads="1"/>
              </p:cNvSpPr>
              <p:nvPr/>
            </p:nvSpPr>
            <p:spPr bwMode="auto">
              <a:xfrm>
                <a:off x="1743" y="2413"/>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latin typeface="Times New Roman" panose="02020603050405020304" pitchFamily="18" charset="0"/>
                </a:endParaRPr>
              </a:p>
            </p:txBody>
          </p:sp>
          <p:sp>
            <p:nvSpPr>
              <p:cNvPr id="97310" name="Oval 36">
                <a:extLst>
                  <a:ext uri="{FF2B5EF4-FFF2-40B4-BE49-F238E27FC236}">
                    <a16:creationId xmlns:a16="http://schemas.microsoft.com/office/drawing/2014/main" id="{D0495400-01CE-46EA-A3B9-82D057E0267C}"/>
                  </a:ext>
                </a:extLst>
              </p:cNvPr>
              <p:cNvSpPr>
                <a:spLocks noChangeArrowheads="1"/>
              </p:cNvSpPr>
              <p:nvPr/>
            </p:nvSpPr>
            <p:spPr bwMode="auto">
              <a:xfrm>
                <a:off x="1740" y="2354"/>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nvGrpSpPr>
              <p:cNvPr id="97311" name="Group 37">
                <a:extLst>
                  <a:ext uri="{FF2B5EF4-FFF2-40B4-BE49-F238E27FC236}">
                    <a16:creationId xmlns:a16="http://schemas.microsoft.com/office/drawing/2014/main" id="{1F7B7BAF-F67E-44AE-95C9-C4BFBF38FB3C}"/>
                  </a:ext>
                </a:extLst>
              </p:cNvPr>
              <p:cNvGrpSpPr>
                <a:grpSpLocks/>
              </p:cNvGrpSpPr>
              <p:nvPr/>
            </p:nvGrpSpPr>
            <p:grpSpPr bwMode="auto">
              <a:xfrm>
                <a:off x="1802" y="2306"/>
                <a:ext cx="199" cy="250"/>
                <a:chOff x="2957" y="2429"/>
                <a:chExt cx="202" cy="250"/>
              </a:xfrm>
            </p:grpSpPr>
            <p:sp>
              <p:nvSpPr>
                <p:cNvPr id="97312" name="Rectangle 38">
                  <a:extLst>
                    <a:ext uri="{FF2B5EF4-FFF2-40B4-BE49-F238E27FC236}">
                      <a16:creationId xmlns:a16="http://schemas.microsoft.com/office/drawing/2014/main" id="{0FF9F0EA-6186-4CD9-A11A-10BC7D4CD034}"/>
                    </a:ext>
                  </a:extLst>
                </p:cNvPr>
                <p:cNvSpPr>
                  <a:spLocks noChangeArrowheads="1"/>
                </p:cNvSpPr>
                <p:nvPr/>
              </p:nvSpPr>
              <p:spPr bwMode="auto">
                <a:xfrm>
                  <a:off x="2982" y="2490"/>
                  <a:ext cx="143"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97313" name="Text Box 39">
                  <a:extLst>
                    <a:ext uri="{FF2B5EF4-FFF2-40B4-BE49-F238E27FC236}">
                      <a16:creationId xmlns:a16="http://schemas.microsoft.com/office/drawing/2014/main" id="{4805892D-9558-4487-8242-0AE84056C1B6}"/>
                    </a:ext>
                  </a:extLst>
                </p:cNvPr>
                <p:cNvSpPr txBox="1">
                  <a:spLocks noChangeArrowheads="1"/>
                </p:cNvSpPr>
                <p:nvPr/>
              </p:nvSpPr>
              <p:spPr bwMode="auto">
                <a:xfrm>
                  <a:off x="2957" y="2429"/>
                  <a:ext cx="20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latin typeface="Comic Sans MS" panose="030F0702030302020204" pitchFamily="66" charset="0"/>
                    </a:rPr>
                    <a:t>y</a:t>
                  </a:r>
                  <a:endParaRPr lang="en-US" altLang="en-US" sz="2400">
                    <a:latin typeface="Times New Roman" panose="02020603050405020304" pitchFamily="18" charset="0"/>
                  </a:endParaRPr>
                </a:p>
              </p:txBody>
            </p:sp>
          </p:grpSp>
        </p:grpSp>
        <p:sp>
          <p:nvSpPr>
            <p:cNvPr id="97304" name="Text Box 40">
              <a:extLst>
                <a:ext uri="{FF2B5EF4-FFF2-40B4-BE49-F238E27FC236}">
                  <a16:creationId xmlns:a16="http://schemas.microsoft.com/office/drawing/2014/main" id="{B6531F28-C438-4002-9BBE-405B20C4D455}"/>
                </a:ext>
              </a:extLst>
            </p:cNvPr>
            <p:cNvSpPr txBox="1">
              <a:spLocks noChangeArrowheads="1"/>
            </p:cNvSpPr>
            <p:nvPr/>
          </p:nvSpPr>
          <p:spPr bwMode="auto">
            <a:xfrm>
              <a:off x="3784" y="1076"/>
              <a:ext cx="29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a:solidFill>
                    <a:srgbClr val="FF0000"/>
                  </a:solidFill>
                  <a:latin typeface="Comic Sans MS" panose="030F0702030302020204" pitchFamily="66" charset="0"/>
                </a:rPr>
                <a:t>60</a:t>
              </a:r>
              <a:endParaRPr lang="en-US" altLang="en-US" sz="2400">
                <a:latin typeface="Times New Roman" panose="02020603050405020304" pitchFamily="18" charset="0"/>
              </a:endParaRPr>
            </a:p>
          </p:txBody>
        </p:sp>
        <p:sp>
          <p:nvSpPr>
            <p:cNvPr id="97305" name="Line 41">
              <a:extLst>
                <a:ext uri="{FF2B5EF4-FFF2-40B4-BE49-F238E27FC236}">
                  <a16:creationId xmlns:a16="http://schemas.microsoft.com/office/drawing/2014/main" id="{E23EB692-8615-4477-8413-EB403C666098}"/>
                </a:ext>
              </a:extLst>
            </p:cNvPr>
            <p:cNvSpPr>
              <a:spLocks noChangeShapeType="1"/>
            </p:cNvSpPr>
            <p:nvPr/>
          </p:nvSpPr>
          <p:spPr bwMode="auto">
            <a:xfrm flipH="1" flipV="1">
              <a:off x="3948" y="1272"/>
              <a:ext cx="132" cy="228"/>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sp>
        <p:nvSpPr>
          <p:cNvPr id="97288" name="Rectangle 45">
            <a:extLst>
              <a:ext uri="{FF2B5EF4-FFF2-40B4-BE49-F238E27FC236}">
                <a16:creationId xmlns:a16="http://schemas.microsoft.com/office/drawing/2014/main" id="{BEB50BB4-9FA8-4DCF-9BC8-3BB04BE3D9E7}"/>
              </a:ext>
            </a:extLst>
          </p:cNvPr>
          <p:cNvSpPr>
            <a:spLocks noChangeArrowheads="1"/>
          </p:cNvSpPr>
          <p:nvPr/>
        </p:nvSpPr>
        <p:spPr bwMode="auto">
          <a:xfrm>
            <a:off x="2128839" y="4168775"/>
            <a:ext cx="7210425" cy="148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nSpc>
                <a:spcPct val="85000"/>
              </a:lnSpc>
              <a:spcBef>
                <a:spcPct val="20000"/>
              </a:spcBef>
              <a:buClr>
                <a:srgbClr val="000099"/>
              </a:buClr>
              <a:buSzPct val="65000"/>
              <a:buFont typeface="Wingdings" panose="05000000000000000000" pitchFamily="2" charset="2"/>
              <a:buNone/>
            </a:pPr>
            <a:r>
              <a:rPr lang="en-US" altLang="en-US" sz="2800" i="1">
                <a:solidFill>
                  <a:srgbClr val="CC0000"/>
                </a:solidFill>
                <a:latin typeface="Comic Sans MS" panose="030F0702030302020204" pitchFamily="66" charset="0"/>
              </a:rPr>
              <a:t>Tác động xấu ngược lại:</a:t>
            </a:r>
            <a:r>
              <a:rPr lang="en-US" altLang="en-US" sz="2000">
                <a:latin typeface="Comic Sans MS" panose="030F0702030302020204" pitchFamily="66" charset="0"/>
              </a:rPr>
              <a:t> </a:t>
            </a:r>
          </a:p>
          <a:p>
            <a:pPr>
              <a:lnSpc>
                <a:spcPct val="85000"/>
              </a:lnSpc>
              <a:spcBef>
                <a:spcPct val="20000"/>
              </a:spcBef>
              <a:buClr>
                <a:srgbClr val="000099"/>
              </a:buClr>
              <a:buSzPct val="65000"/>
              <a:buFont typeface="Wingdings" panose="05000000000000000000" pitchFamily="2" charset="2"/>
              <a:buChar char="v"/>
            </a:pPr>
            <a:r>
              <a:rPr lang="en-US" altLang="en-US" sz="2400">
                <a:latin typeface="Comic Sans MS" panose="030F0702030302020204" pitchFamily="66" charset="0"/>
              </a:rPr>
              <a:t>Nếu Z đi qua Y để tới X :</a:t>
            </a:r>
          </a:p>
          <a:p>
            <a:pPr lvl="1">
              <a:lnSpc>
                <a:spcPct val="85000"/>
              </a:lnSpc>
              <a:spcBef>
                <a:spcPct val="20000"/>
              </a:spcBef>
              <a:buClr>
                <a:srgbClr val="000099"/>
              </a:buClr>
              <a:buFont typeface="Wingdings" panose="05000000000000000000" pitchFamily="2" charset="2"/>
              <a:buChar char="§"/>
            </a:pPr>
            <a:r>
              <a:rPr lang="en-US" altLang="en-US" sz="2000">
                <a:latin typeface="Comic Sans MS" panose="030F0702030302020204" pitchFamily="66" charset="0"/>
              </a:rPr>
              <a:t>Z nói với Y khoảng cách của nó đến </a:t>
            </a:r>
            <a:r>
              <a:rPr lang="en-US" altLang="ja-JP" sz="2000">
                <a:latin typeface="Comic Sans MS" panose="030F0702030302020204" pitchFamily="66" charset="0"/>
              </a:rPr>
              <a:t>X là không xác định (vì vậy Y sẽ không đi tới X thông qua Z)</a:t>
            </a:r>
          </a:p>
          <a:p>
            <a:pPr>
              <a:lnSpc>
                <a:spcPct val="85000"/>
              </a:lnSpc>
              <a:spcBef>
                <a:spcPct val="20000"/>
              </a:spcBef>
              <a:buClr>
                <a:srgbClr val="000099"/>
              </a:buClr>
              <a:buSzPct val="65000"/>
              <a:buFont typeface="Wingdings" panose="05000000000000000000" pitchFamily="2" charset="2"/>
              <a:buChar char="v"/>
            </a:pPr>
            <a:r>
              <a:rPr lang="en-US" altLang="en-US" sz="2400">
                <a:latin typeface="Comic Sans MS" panose="030F0702030302020204" pitchFamily="66" charset="0"/>
              </a:rPr>
              <a:t>Điều này sẽ giải quyết được vấn đề đếm đến vô tận hay không?</a:t>
            </a:r>
          </a:p>
        </p:txBody>
      </p:sp>
    </p:spTree>
    <p:extLst>
      <p:ext uri="{BB962C8B-B14F-4D97-AF65-F5344CB8AC3E}">
        <p14:creationId xmlns:p14="http://schemas.microsoft.com/office/powerpoint/2010/main" val="2083413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Footer Placeholder 5">
            <a:extLst>
              <a:ext uri="{FF2B5EF4-FFF2-40B4-BE49-F238E27FC236}">
                <a16:creationId xmlns:a16="http://schemas.microsoft.com/office/drawing/2014/main" id="{ECC6D968-652E-4689-8BD4-6653B675510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Comic Sans MS" panose="030F0702030302020204" pitchFamily="66" charset="0"/>
              </a:rPr>
              <a:t>Tầng Network</a:t>
            </a:r>
          </a:p>
        </p:txBody>
      </p:sp>
      <p:sp>
        <p:nvSpPr>
          <p:cNvPr id="98307" name="Slide Number Placeholder 6">
            <a:extLst>
              <a:ext uri="{FF2B5EF4-FFF2-40B4-BE49-F238E27FC236}">
                <a16:creationId xmlns:a16="http://schemas.microsoft.com/office/drawing/2014/main" id="{274C5CE3-AB93-41BB-8160-31CAB885A8D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Comic Sans MS" panose="030F0702030302020204" pitchFamily="66" charset="0"/>
              </a:rPr>
              <a:t>4-</a:t>
            </a:r>
            <a:fld id="{97C4D1CD-9B35-470C-9FA9-5A143A350781}" type="slidenum">
              <a:rPr lang="en-US" altLang="en-US">
                <a:latin typeface="Comic Sans MS" panose="030F0702030302020204" pitchFamily="66" charset="0"/>
              </a:rPr>
              <a:pPr/>
              <a:t>84</a:t>
            </a:fld>
            <a:endParaRPr lang="en-US" altLang="en-US">
              <a:latin typeface="Comic Sans MS" panose="030F0702030302020204" pitchFamily="66" charset="0"/>
            </a:endParaRPr>
          </a:p>
        </p:txBody>
      </p:sp>
      <p:pic>
        <p:nvPicPr>
          <p:cNvPr id="98308" name="Picture 7" descr="underline_base">
            <a:extLst>
              <a:ext uri="{FF2B5EF4-FFF2-40B4-BE49-F238E27FC236}">
                <a16:creationId xmlns:a16="http://schemas.microsoft.com/office/drawing/2014/main" id="{CC3E0138-16AD-496E-A3C1-F41FB6A3E528}"/>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1" y="904875"/>
            <a:ext cx="7313613"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6261" name="Rectangle 2">
            <a:extLst>
              <a:ext uri="{FF2B5EF4-FFF2-40B4-BE49-F238E27FC236}">
                <a16:creationId xmlns:a16="http://schemas.microsoft.com/office/drawing/2014/main" id="{8FCDEC95-E991-40C0-8915-F4C0D906CB49}"/>
              </a:ext>
            </a:extLst>
          </p:cNvPr>
          <p:cNvSpPr>
            <a:spLocks noGrp="1" noChangeArrowheads="1"/>
          </p:cNvSpPr>
          <p:nvPr>
            <p:ph type="title"/>
          </p:nvPr>
        </p:nvSpPr>
        <p:spPr>
          <a:xfrm>
            <a:off x="2068513" y="452439"/>
            <a:ext cx="7772400" cy="528637"/>
          </a:xfrm>
        </p:spPr>
        <p:txBody>
          <a:bodyPr>
            <a:normAutofit fontScale="90000"/>
          </a:bodyPr>
          <a:lstStyle/>
          <a:p>
            <a:pPr>
              <a:defRPr/>
            </a:pPr>
            <a:r>
              <a:rPr lang="en-US" dirty="0"/>
              <a:t>So </a:t>
            </a:r>
            <a:r>
              <a:rPr lang="en-US" dirty="0" err="1"/>
              <a:t>sánh</a:t>
            </a:r>
            <a:r>
              <a:rPr lang="en-US" dirty="0"/>
              <a:t> </a:t>
            </a:r>
            <a:r>
              <a:rPr lang="en-US" dirty="0" err="1"/>
              <a:t>giữa</a:t>
            </a:r>
            <a:r>
              <a:rPr lang="en-US" dirty="0"/>
              <a:t> </a:t>
            </a:r>
            <a:r>
              <a:rPr lang="en-US" dirty="0" err="1"/>
              <a:t>thuật</a:t>
            </a:r>
            <a:r>
              <a:rPr lang="en-US" dirty="0"/>
              <a:t> </a:t>
            </a:r>
            <a:r>
              <a:rPr lang="en-US" dirty="0" err="1"/>
              <a:t>toán</a:t>
            </a:r>
            <a:r>
              <a:rPr lang="en-US" dirty="0"/>
              <a:t> LS </a:t>
            </a:r>
            <a:r>
              <a:rPr lang="en-US" dirty="0" err="1"/>
              <a:t>và</a:t>
            </a:r>
            <a:r>
              <a:rPr lang="en-US" dirty="0"/>
              <a:t> DV</a:t>
            </a:r>
          </a:p>
        </p:txBody>
      </p:sp>
      <p:sp>
        <p:nvSpPr>
          <p:cNvPr id="98310" name="Rectangle 3">
            <a:extLst>
              <a:ext uri="{FF2B5EF4-FFF2-40B4-BE49-F238E27FC236}">
                <a16:creationId xmlns:a16="http://schemas.microsoft.com/office/drawing/2014/main" id="{E9946A5F-2444-4361-826D-0FB45455B836}"/>
              </a:ext>
            </a:extLst>
          </p:cNvPr>
          <p:cNvSpPr>
            <a:spLocks noGrp="1" noChangeArrowheads="1"/>
          </p:cNvSpPr>
          <p:nvPr>
            <p:ph type="body" sz="half" idx="1"/>
          </p:nvPr>
        </p:nvSpPr>
        <p:spPr>
          <a:xfrm>
            <a:off x="1524000" y="1295400"/>
            <a:ext cx="4648200" cy="4648200"/>
          </a:xfrm>
        </p:spPr>
        <p:txBody>
          <a:bodyPr>
            <a:normAutofit fontScale="92500" lnSpcReduction="20000"/>
          </a:bodyPr>
          <a:lstStyle/>
          <a:p>
            <a:pPr>
              <a:buFont typeface="Wingdings" panose="05000000000000000000" pitchFamily="2" charset="2"/>
              <a:buNone/>
            </a:pPr>
            <a:r>
              <a:rPr lang="en-US" altLang="en-US" i="1">
                <a:solidFill>
                  <a:srgbClr val="CC0000"/>
                </a:solidFill>
                <a:latin typeface="Comic Sans MS" panose="030F0702030302020204" pitchFamily="66" charset="0"/>
                <a:ea typeface="ＭＳ Ｐゴシック" panose="020B0600070205080204" pitchFamily="34" charset="-128"/>
              </a:rPr>
              <a:t>Độ phức tạp của thông điệp</a:t>
            </a:r>
          </a:p>
          <a:p>
            <a:r>
              <a:rPr lang="en-US" altLang="en-US" sz="2000" b="1" i="1">
                <a:solidFill>
                  <a:srgbClr val="CC0000"/>
                </a:solidFill>
                <a:latin typeface="Comic Sans MS" panose="030F0702030302020204" pitchFamily="66" charset="0"/>
                <a:ea typeface="ＭＳ Ｐゴシック" panose="020B0600070205080204" pitchFamily="34" charset="-128"/>
              </a:rPr>
              <a:t>LS:</a:t>
            </a:r>
            <a:r>
              <a:rPr lang="en-US" altLang="en-US" sz="2000">
                <a:latin typeface="Comic Sans MS" panose="030F0702030302020204" pitchFamily="66" charset="0"/>
                <a:ea typeface="ＭＳ Ｐゴシック" panose="020B0600070205080204" pitchFamily="34" charset="-128"/>
              </a:rPr>
              <a:t> với n nodes, E kết nối, thì có O(nE) các thông điệp được gởi</a:t>
            </a:r>
          </a:p>
          <a:p>
            <a:r>
              <a:rPr lang="en-US" altLang="en-US" sz="2000" b="1" i="1">
                <a:solidFill>
                  <a:srgbClr val="CC0000"/>
                </a:solidFill>
                <a:latin typeface="Comic Sans MS" panose="030F0702030302020204" pitchFamily="66" charset="0"/>
                <a:ea typeface="ＭＳ Ｐゴシック" panose="020B0600070205080204" pitchFamily="34" charset="-128"/>
              </a:rPr>
              <a:t>DV:</a:t>
            </a:r>
            <a:r>
              <a:rPr lang="en-US" altLang="en-US" sz="2000">
                <a:solidFill>
                  <a:srgbClr val="FF0000"/>
                </a:solidFill>
                <a:latin typeface="Comic Sans MS" panose="030F0702030302020204" pitchFamily="66" charset="0"/>
                <a:ea typeface="ＭＳ Ｐゴシック" panose="020B0600070205080204" pitchFamily="34" charset="-128"/>
              </a:rPr>
              <a:t> </a:t>
            </a:r>
            <a:r>
              <a:rPr lang="en-US" altLang="en-US" sz="2000">
                <a:latin typeface="Comic Sans MS" panose="030F0702030302020204" pitchFamily="66" charset="0"/>
                <a:ea typeface="ＭＳ Ｐゴシック" panose="020B0600070205080204" pitchFamily="34" charset="-128"/>
              </a:rPr>
              <a:t>chỉ trao đổi giữa các neighbor</a:t>
            </a:r>
          </a:p>
          <a:p>
            <a:pPr lvl="1"/>
            <a:r>
              <a:rPr lang="en-US" altLang="en-US" sz="2000">
                <a:latin typeface="Comic Sans MS" panose="030F0702030302020204" pitchFamily="66" charset="0"/>
                <a:ea typeface="ＭＳ Ｐゴシック" panose="020B0600070205080204" pitchFamily="34" charset="-128"/>
              </a:rPr>
              <a:t>Thời gian hội tụ khác nhau</a:t>
            </a:r>
          </a:p>
          <a:p>
            <a:pPr>
              <a:spcBef>
                <a:spcPct val="50000"/>
              </a:spcBef>
              <a:buFont typeface="Wingdings" panose="05000000000000000000" pitchFamily="2" charset="2"/>
              <a:buNone/>
            </a:pPr>
            <a:r>
              <a:rPr lang="en-US" altLang="en-US" i="1">
                <a:solidFill>
                  <a:srgbClr val="CC0000"/>
                </a:solidFill>
                <a:latin typeface="Comic Sans MS" panose="030F0702030302020204" pitchFamily="66" charset="0"/>
                <a:ea typeface="ＭＳ Ｐゴシック" panose="020B0600070205080204" pitchFamily="34" charset="-128"/>
              </a:rPr>
              <a:t>Tốc độ hội tụ</a:t>
            </a:r>
          </a:p>
          <a:p>
            <a:r>
              <a:rPr lang="en-US" altLang="en-US" sz="2000" b="1" i="1">
                <a:solidFill>
                  <a:srgbClr val="CC0000"/>
                </a:solidFill>
                <a:latin typeface="Comic Sans MS" panose="030F0702030302020204" pitchFamily="66" charset="0"/>
                <a:ea typeface="ＭＳ Ｐゴシック" panose="020B0600070205080204" pitchFamily="34" charset="-128"/>
              </a:rPr>
              <a:t>LS:</a:t>
            </a:r>
            <a:r>
              <a:rPr lang="en-US" altLang="en-US" sz="2000">
                <a:latin typeface="Comic Sans MS" panose="030F0702030302020204" pitchFamily="66" charset="0"/>
                <a:ea typeface="ＭＳ Ｐゴシック" panose="020B0600070205080204" pitchFamily="34" charset="-128"/>
              </a:rPr>
              <a:t> thuật toán O(n</a:t>
            </a:r>
            <a:r>
              <a:rPr lang="en-US" altLang="en-US" sz="2000" b="1" baseline="30000">
                <a:latin typeface="Comic Sans MS" panose="030F0702030302020204" pitchFamily="66" charset="0"/>
                <a:ea typeface="ＭＳ Ｐゴシック" panose="020B0600070205080204" pitchFamily="34" charset="-128"/>
              </a:rPr>
              <a:t>2</a:t>
            </a:r>
            <a:r>
              <a:rPr lang="en-US" altLang="en-US" sz="2000">
                <a:latin typeface="Comic Sans MS" panose="030F0702030302020204" pitchFamily="66" charset="0"/>
                <a:ea typeface="ＭＳ Ｐゴシック" panose="020B0600070205080204" pitchFamily="34" charset="-128"/>
              </a:rPr>
              <a:t>) yêu cầu O(nE) thông điệp</a:t>
            </a:r>
          </a:p>
          <a:p>
            <a:pPr lvl="1"/>
            <a:r>
              <a:rPr lang="en-US" altLang="en-US" sz="2000">
                <a:latin typeface="Comic Sans MS" panose="030F0702030302020204" pitchFamily="66" charset="0"/>
                <a:ea typeface="ＭＳ Ｐゴシック" panose="020B0600070205080204" pitchFamily="34" charset="-128"/>
              </a:rPr>
              <a:t>Có thể có dao động</a:t>
            </a:r>
            <a:endParaRPr lang="en-US" altLang="en-US" sz="1800">
              <a:latin typeface="Comic Sans MS" panose="030F0702030302020204" pitchFamily="66" charset="0"/>
              <a:ea typeface="ＭＳ Ｐゴシック" panose="020B0600070205080204" pitchFamily="34" charset="-128"/>
            </a:endParaRPr>
          </a:p>
          <a:p>
            <a:r>
              <a:rPr lang="en-US" altLang="en-US" sz="2000" b="1" i="1">
                <a:solidFill>
                  <a:srgbClr val="CC0000"/>
                </a:solidFill>
                <a:latin typeface="Comic Sans MS" panose="030F0702030302020204" pitchFamily="66" charset="0"/>
                <a:ea typeface="ＭＳ Ｐゴシック" panose="020B0600070205080204" pitchFamily="34" charset="-128"/>
              </a:rPr>
              <a:t>DV:</a:t>
            </a:r>
            <a:r>
              <a:rPr lang="en-US" altLang="en-US" sz="2000">
                <a:latin typeface="Comic Sans MS" panose="030F0702030302020204" pitchFamily="66" charset="0"/>
                <a:ea typeface="ＭＳ Ｐゴシック" panose="020B0600070205080204" pitchFamily="34" charset="-128"/>
              </a:rPr>
              <a:t> thời gian hội tụ khác nhau</a:t>
            </a:r>
          </a:p>
          <a:p>
            <a:pPr lvl="1"/>
            <a:r>
              <a:rPr lang="en-US" altLang="en-US" sz="2000">
                <a:latin typeface="Comic Sans MS" panose="030F0702030302020204" pitchFamily="66" charset="0"/>
                <a:ea typeface="ＭＳ Ｐゴシック" panose="020B0600070205080204" pitchFamily="34" charset="-128"/>
              </a:rPr>
              <a:t>Có thể là routing loop</a:t>
            </a:r>
          </a:p>
          <a:p>
            <a:pPr lvl="1"/>
            <a:r>
              <a:rPr lang="en-US" altLang="en-US" sz="2000">
                <a:latin typeface="Comic Sans MS" panose="030F0702030302020204" pitchFamily="66" charset="0"/>
                <a:ea typeface="ＭＳ Ｐゴシック" panose="020B0600070205080204" pitchFamily="34" charset="-128"/>
              </a:rPr>
              <a:t>Vấn đề đếm đến vô hạn (count-to-infinity)</a:t>
            </a:r>
            <a:endParaRPr lang="en-US" altLang="en-US" sz="1800">
              <a:latin typeface="Comic Sans MS" panose="030F0702030302020204" pitchFamily="66" charset="0"/>
              <a:ea typeface="ＭＳ Ｐゴシック" panose="020B0600070205080204" pitchFamily="34" charset="-128"/>
            </a:endParaRPr>
          </a:p>
        </p:txBody>
      </p:sp>
      <p:sp>
        <p:nvSpPr>
          <p:cNvPr id="98311" name="Rectangle 4">
            <a:extLst>
              <a:ext uri="{FF2B5EF4-FFF2-40B4-BE49-F238E27FC236}">
                <a16:creationId xmlns:a16="http://schemas.microsoft.com/office/drawing/2014/main" id="{BB4910CD-D426-46DC-BA80-176B76FD5C06}"/>
              </a:ext>
            </a:extLst>
          </p:cNvPr>
          <p:cNvSpPr>
            <a:spLocks noGrp="1" noChangeArrowheads="1"/>
          </p:cNvSpPr>
          <p:nvPr>
            <p:ph type="body" sz="half" idx="2"/>
          </p:nvPr>
        </p:nvSpPr>
        <p:spPr>
          <a:xfrm>
            <a:off x="6267451" y="1328738"/>
            <a:ext cx="4010025" cy="4648200"/>
          </a:xfrm>
        </p:spPr>
        <p:txBody>
          <a:bodyPr>
            <a:normAutofit fontScale="92500" lnSpcReduction="20000"/>
          </a:bodyPr>
          <a:lstStyle/>
          <a:p>
            <a:pPr>
              <a:buFont typeface="Wingdings" panose="05000000000000000000" pitchFamily="2" charset="2"/>
              <a:buNone/>
            </a:pPr>
            <a:r>
              <a:rPr lang="en-US" altLang="en-US" sz="2400" i="1">
                <a:solidFill>
                  <a:srgbClr val="CC0000"/>
                </a:solidFill>
                <a:latin typeface="Comic Sans MS" panose="030F0702030302020204" pitchFamily="66" charset="0"/>
                <a:ea typeface="ＭＳ Ｐゴシック" panose="020B0600070205080204" pitchFamily="34" charset="-128"/>
              </a:rPr>
              <a:t>Sự linh hoạt:</a:t>
            </a:r>
            <a:r>
              <a:rPr lang="en-US" altLang="en-US" sz="2400">
                <a:latin typeface="Comic Sans MS" panose="030F0702030302020204" pitchFamily="66" charset="0"/>
                <a:ea typeface="ＭＳ Ｐゴシック" panose="020B0600070205080204" pitchFamily="34" charset="-128"/>
              </a:rPr>
              <a:t> điều gì xảy ra nếu router gặp sự cố?</a:t>
            </a:r>
          </a:p>
          <a:p>
            <a:pPr>
              <a:buFont typeface="Wingdings" panose="05000000000000000000" pitchFamily="2" charset="2"/>
              <a:buNone/>
            </a:pPr>
            <a:r>
              <a:rPr lang="en-US" altLang="en-US" sz="2400" i="1">
                <a:solidFill>
                  <a:srgbClr val="CC0000"/>
                </a:solidFill>
                <a:latin typeface="Comic Sans MS" panose="030F0702030302020204" pitchFamily="66" charset="0"/>
                <a:ea typeface="ＭＳ Ｐゴシック" panose="020B0600070205080204" pitchFamily="34" charset="-128"/>
              </a:rPr>
              <a:t>LS:</a:t>
            </a:r>
            <a:r>
              <a:rPr lang="en-US" altLang="en-US" sz="2400">
                <a:latin typeface="Comic Sans MS" panose="030F0702030302020204" pitchFamily="66" charset="0"/>
                <a:ea typeface="ＭＳ Ｐゴシック" panose="020B0600070205080204" pitchFamily="34" charset="-128"/>
              </a:rPr>
              <a:t> </a:t>
            </a:r>
          </a:p>
          <a:p>
            <a:pPr lvl="1"/>
            <a:r>
              <a:rPr lang="en-US" altLang="en-US" sz="2000">
                <a:latin typeface="Comic Sans MS" panose="030F0702030302020204" pitchFamily="66" charset="0"/>
                <a:ea typeface="ＭＳ Ｐゴシック" panose="020B0600070205080204" pitchFamily="34" charset="-128"/>
              </a:rPr>
              <a:t>node có thể quảng cáo sai chi phí kết nối</a:t>
            </a:r>
          </a:p>
          <a:p>
            <a:pPr lvl="1"/>
            <a:r>
              <a:rPr lang="en-US" altLang="en-US" sz="2000">
                <a:latin typeface="Comic Sans MS" panose="030F0702030302020204" pitchFamily="66" charset="0"/>
                <a:ea typeface="ＭＳ Ｐゴシック" panose="020B0600070205080204" pitchFamily="34" charset="-128"/>
              </a:rPr>
              <a:t>Mỗi node chỉ tính toán bảng </a:t>
            </a:r>
            <a:r>
              <a:rPr lang="en-US" altLang="en-US" sz="2000" i="1">
                <a:latin typeface="Comic Sans MS" panose="030F0702030302020204" pitchFamily="66" charset="0"/>
                <a:ea typeface="ＭＳ Ｐゴシック" panose="020B0600070205080204" pitchFamily="34" charset="-128"/>
              </a:rPr>
              <a:t>riêng </a:t>
            </a:r>
            <a:r>
              <a:rPr lang="en-US" altLang="en-US" sz="2000">
                <a:latin typeface="Comic Sans MS" panose="030F0702030302020204" pitchFamily="66" charset="0"/>
                <a:ea typeface="ＭＳ Ｐゴシック" panose="020B0600070205080204" pitchFamily="34" charset="-128"/>
              </a:rPr>
              <a:t>của nó</a:t>
            </a:r>
          </a:p>
          <a:p>
            <a:pPr>
              <a:buFont typeface="Wingdings" panose="05000000000000000000" pitchFamily="2" charset="2"/>
              <a:buNone/>
            </a:pPr>
            <a:r>
              <a:rPr lang="en-US" altLang="en-US" sz="2400" i="1">
                <a:solidFill>
                  <a:srgbClr val="CC0000"/>
                </a:solidFill>
                <a:latin typeface="Comic Sans MS" panose="030F0702030302020204" pitchFamily="66" charset="0"/>
                <a:ea typeface="ＭＳ Ｐゴシック" panose="020B0600070205080204" pitchFamily="34" charset="-128"/>
              </a:rPr>
              <a:t>DV:</a:t>
            </a:r>
          </a:p>
          <a:p>
            <a:pPr lvl="1"/>
            <a:r>
              <a:rPr lang="en-US" altLang="en-US" sz="2000">
                <a:latin typeface="Comic Sans MS" panose="030F0702030302020204" pitchFamily="66" charset="0"/>
                <a:ea typeface="ＭＳ Ｐゴシック" panose="020B0600070205080204" pitchFamily="34" charset="-128"/>
              </a:rPr>
              <a:t>DV node có thể quảng cáo sai về chi phí </a:t>
            </a:r>
            <a:r>
              <a:rPr lang="en-US" altLang="en-US" sz="2000" i="1">
                <a:solidFill>
                  <a:schemeClr val="accent2"/>
                </a:solidFill>
                <a:latin typeface="Comic Sans MS" panose="030F0702030302020204" pitchFamily="66" charset="0"/>
                <a:ea typeface="ＭＳ Ｐゴシック" panose="020B0600070205080204" pitchFamily="34" charset="-128"/>
              </a:rPr>
              <a:t>đường đi</a:t>
            </a:r>
          </a:p>
          <a:p>
            <a:pPr lvl="1"/>
            <a:r>
              <a:rPr lang="en-US" altLang="en-US" sz="2000">
                <a:latin typeface="Comic Sans MS" panose="030F0702030302020204" pitchFamily="66" charset="0"/>
                <a:ea typeface="ＭＳ Ｐゴシック" panose="020B0600070205080204" pitchFamily="34" charset="-128"/>
              </a:rPr>
              <a:t>Bảng của mỗi node được sử dụng bởi các node khác</a:t>
            </a:r>
            <a:endParaRPr lang="en-US" altLang="ja-JP" sz="2000">
              <a:latin typeface="Comic Sans MS" panose="030F0702030302020204" pitchFamily="66" charset="0"/>
              <a:ea typeface="ＭＳ Ｐゴシック" panose="020B0600070205080204" pitchFamily="34" charset="-128"/>
            </a:endParaRPr>
          </a:p>
          <a:p>
            <a:pPr lvl="2"/>
            <a:r>
              <a:rPr lang="en-US" altLang="en-US" sz="1800">
                <a:ea typeface="ＭＳ Ｐゴシック" panose="020B0600070205080204" pitchFamily="34" charset="-128"/>
              </a:rPr>
              <a:t>Lỗi được lan truyền thông qua mạng</a:t>
            </a:r>
          </a:p>
        </p:txBody>
      </p:sp>
    </p:spTree>
    <p:extLst>
      <p:ext uri="{BB962C8B-B14F-4D97-AF65-F5344CB8AC3E}">
        <p14:creationId xmlns:p14="http://schemas.microsoft.com/office/powerpoint/2010/main" val="9127359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Footer Placeholder 5">
            <a:extLst>
              <a:ext uri="{FF2B5EF4-FFF2-40B4-BE49-F238E27FC236}">
                <a16:creationId xmlns:a16="http://schemas.microsoft.com/office/drawing/2014/main" id="{FD8B8921-2A8E-4CB2-A4F7-47585C614308}"/>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Comic Sans MS" panose="030F0702030302020204" pitchFamily="66" charset="0"/>
              </a:rPr>
              <a:t>Tầng Network</a:t>
            </a:r>
          </a:p>
        </p:txBody>
      </p:sp>
      <p:sp>
        <p:nvSpPr>
          <p:cNvPr id="100355" name="Slide Number Placeholder 6">
            <a:extLst>
              <a:ext uri="{FF2B5EF4-FFF2-40B4-BE49-F238E27FC236}">
                <a16:creationId xmlns:a16="http://schemas.microsoft.com/office/drawing/2014/main" id="{14EA7016-64EE-4647-BE9E-C221C03F4CD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Comic Sans MS" panose="030F0702030302020204" pitchFamily="66" charset="0"/>
              </a:rPr>
              <a:t>4-</a:t>
            </a:r>
            <a:fld id="{3B00C658-F725-4BCA-A5C9-7B75030DAE2D}" type="slidenum">
              <a:rPr lang="en-US" altLang="en-US">
                <a:latin typeface="Comic Sans MS" panose="030F0702030302020204" pitchFamily="66" charset="0"/>
              </a:rPr>
              <a:pPr/>
              <a:t>85</a:t>
            </a:fld>
            <a:endParaRPr lang="en-US" altLang="en-US">
              <a:latin typeface="Comic Sans MS" panose="030F0702030302020204" pitchFamily="66" charset="0"/>
            </a:endParaRPr>
          </a:p>
        </p:txBody>
      </p:sp>
      <p:pic>
        <p:nvPicPr>
          <p:cNvPr id="100356" name="Picture 7" descr="underline_base">
            <a:extLst>
              <a:ext uri="{FF2B5EF4-FFF2-40B4-BE49-F238E27FC236}">
                <a16:creationId xmlns:a16="http://schemas.microsoft.com/office/drawing/2014/main" id="{BF6FAE7C-725E-44B5-B846-9FF98D7ECEA1}"/>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5588" y="1077120"/>
            <a:ext cx="4570412"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0357" name="Rectangle 2">
            <a:extLst>
              <a:ext uri="{FF2B5EF4-FFF2-40B4-BE49-F238E27FC236}">
                <a16:creationId xmlns:a16="http://schemas.microsoft.com/office/drawing/2014/main" id="{DB31DEED-F9CB-420C-AC03-030C810C65C1}"/>
              </a:ext>
            </a:extLst>
          </p:cNvPr>
          <p:cNvSpPr>
            <a:spLocks noGrp="1" noChangeArrowheads="1"/>
          </p:cNvSpPr>
          <p:nvPr>
            <p:ph type="title"/>
          </p:nvPr>
        </p:nvSpPr>
        <p:spPr>
          <a:xfrm>
            <a:off x="1524000" y="141289"/>
            <a:ext cx="8648700" cy="885825"/>
          </a:xfrm>
        </p:spPr>
        <p:txBody>
          <a:bodyPr>
            <a:normAutofit fontScale="90000"/>
          </a:bodyPr>
          <a:lstStyle/>
          <a:p>
            <a:r>
              <a:rPr lang="en-US" altLang="en-US" sz="4000" dirty="0" err="1">
                <a:ea typeface="ＭＳ Ｐゴシック" panose="020B0600070205080204" pitchFamily="34" charset="-128"/>
              </a:rPr>
              <a:t>Định</a:t>
            </a:r>
            <a:r>
              <a:rPr lang="en-US" altLang="en-US" sz="4000" dirty="0">
                <a:ea typeface="ＭＳ Ｐゴシック" panose="020B0600070205080204" pitchFamily="34" charset="-128"/>
              </a:rPr>
              <a:t> </a:t>
            </a:r>
            <a:r>
              <a:rPr lang="en-US" altLang="en-US" sz="4000" dirty="0" err="1">
                <a:ea typeface="ＭＳ Ｐゴシック" panose="020B0600070205080204" pitchFamily="34" charset="-128"/>
              </a:rPr>
              <a:t>tuyến</a:t>
            </a:r>
            <a:r>
              <a:rPr lang="en-US" altLang="en-US" sz="4000" dirty="0">
                <a:ea typeface="ＭＳ Ｐゴシック" panose="020B0600070205080204" pitchFamily="34" charset="-128"/>
              </a:rPr>
              <a:t> </a:t>
            </a:r>
            <a:r>
              <a:rPr lang="en-US" altLang="en-US" sz="4000" dirty="0" err="1">
                <a:ea typeface="ＭＳ Ｐゴシック" panose="020B0600070205080204" pitchFamily="34" charset="-128"/>
              </a:rPr>
              <a:t>có</a:t>
            </a:r>
            <a:r>
              <a:rPr lang="en-US" altLang="en-US" sz="4000" dirty="0">
                <a:ea typeface="ＭＳ Ｐゴシック" panose="020B0600070205080204" pitchFamily="34" charset="-128"/>
              </a:rPr>
              <a:t> </a:t>
            </a:r>
            <a:r>
              <a:rPr lang="en-US" altLang="en-US" sz="4000" dirty="0" err="1">
                <a:ea typeface="ＭＳ Ｐゴシック" panose="020B0600070205080204" pitchFamily="34" charset="-128"/>
              </a:rPr>
              <a:t>cấu</a:t>
            </a:r>
            <a:r>
              <a:rPr lang="en-US" altLang="en-US" sz="4000" dirty="0">
                <a:ea typeface="ＭＳ Ｐゴシック" panose="020B0600070205080204" pitchFamily="34" charset="-128"/>
              </a:rPr>
              <a:t> </a:t>
            </a:r>
            <a:r>
              <a:rPr lang="en-US" altLang="en-US" sz="4000" dirty="0" err="1">
                <a:ea typeface="ＭＳ Ｐゴシック" panose="020B0600070205080204" pitchFamily="34" charset="-128"/>
              </a:rPr>
              <a:t>trúc</a:t>
            </a:r>
            <a:r>
              <a:rPr lang="en-US" altLang="en-US" sz="4000" dirty="0">
                <a:ea typeface="ＭＳ Ｐゴシック" panose="020B0600070205080204" pitchFamily="34" charset="-128"/>
              </a:rPr>
              <a:t> </a:t>
            </a:r>
            <a:br>
              <a:rPr lang="en-US" altLang="en-US" sz="4000" dirty="0">
                <a:ea typeface="ＭＳ Ｐゴシック" panose="020B0600070205080204" pitchFamily="34" charset="-128"/>
              </a:rPr>
            </a:br>
            <a:r>
              <a:rPr lang="en-US" altLang="en-US" sz="4000" dirty="0">
                <a:ea typeface="ＭＳ Ｐゴシック" panose="020B0600070205080204" pitchFamily="34" charset="-128"/>
              </a:rPr>
              <a:t>(Hierarchical routing)</a:t>
            </a:r>
            <a:endParaRPr lang="en-US" altLang="en-US" dirty="0">
              <a:ea typeface="ＭＳ Ｐゴシック" panose="020B0600070205080204" pitchFamily="34" charset="-128"/>
            </a:endParaRPr>
          </a:p>
        </p:txBody>
      </p:sp>
      <p:sp>
        <p:nvSpPr>
          <p:cNvPr id="100358" name="Rectangle 3">
            <a:extLst>
              <a:ext uri="{FF2B5EF4-FFF2-40B4-BE49-F238E27FC236}">
                <a16:creationId xmlns:a16="http://schemas.microsoft.com/office/drawing/2014/main" id="{A16EC8C0-6BBA-432B-8208-40EC750BD54F}"/>
              </a:ext>
            </a:extLst>
          </p:cNvPr>
          <p:cNvSpPr>
            <a:spLocks noGrp="1" noChangeArrowheads="1"/>
          </p:cNvSpPr>
          <p:nvPr>
            <p:ph type="body" sz="half" idx="1"/>
          </p:nvPr>
        </p:nvSpPr>
        <p:spPr>
          <a:xfrm>
            <a:off x="2025008" y="3714750"/>
            <a:ext cx="3810000" cy="2266950"/>
          </a:xfrm>
        </p:spPr>
        <p:txBody>
          <a:bodyPr>
            <a:normAutofit fontScale="85000" lnSpcReduction="10000"/>
          </a:bodyPr>
          <a:lstStyle/>
          <a:p>
            <a:pPr>
              <a:buFont typeface="Wingdings" panose="05000000000000000000" pitchFamily="2" charset="2"/>
              <a:buNone/>
            </a:pPr>
            <a:r>
              <a:rPr lang="en-US" altLang="en-US" i="1" dirty="0" err="1">
                <a:solidFill>
                  <a:srgbClr val="CC0000"/>
                </a:solidFill>
                <a:latin typeface="Comic Sans MS" panose="030F0702030302020204" pitchFamily="66" charset="0"/>
                <a:ea typeface="ＭＳ Ｐゴシック" panose="020B0600070205080204" pitchFamily="34" charset="-128"/>
              </a:rPr>
              <a:t>Quy</a:t>
            </a:r>
            <a:r>
              <a:rPr lang="en-US" altLang="en-US" i="1" dirty="0">
                <a:solidFill>
                  <a:srgbClr val="CC0000"/>
                </a:solidFill>
                <a:latin typeface="Comic Sans MS" panose="030F0702030302020204" pitchFamily="66" charset="0"/>
                <a:ea typeface="ＭＳ Ｐゴシック" panose="020B0600070205080204" pitchFamily="34" charset="-128"/>
              </a:rPr>
              <a:t> </a:t>
            </a:r>
            <a:r>
              <a:rPr lang="en-US" altLang="en-US" i="1" dirty="0" err="1">
                <a:solidFill>
                  <a:srgbClr val="CC0000"/>
                </a:solidFill>
                <a:latin typeface="Comic Sans MS" panose="030F0702030302020204" pitchFamily="66" charset="0"/>
                <a:ea typeface="ＭＳ Ｐゴシック" panose="020B0600070205080204" pitchFamily="34" charset="-128"/>
              </a:rPr>
              <a:t>mô</a:t>
            </a:r>
            <a:r>
              <a:rPr lang="en-US" altLang="en-US" i="1" dirty="0">
                <a:solidFill>
                  <a:srgbClr val="CC0000"/>
                </a:solidFill>
                <a:latin typeface="Comic Sans MS" panose="030F0702030302020204" pitchFamily="66" charset="0"/>
                <a:ea typeface="ＭＳ Ｐゴシック" panose="020B0600070205080204" pitchFamily="34" charset="-128"/>
              </a:rPr>
              <a:t>:</a:t>
            </a:r>
            <a:r>
              <a:rPr lang="en-US" altLang="en-US" dirty="0">
                <a:latin typeface="Comic Sans MS" panose="030F0702030302020204" pitchFamily="66" charset="0"/>
                <a:ea typeface="ＭＳ Ｐゴシック" panose="020B0600070205080204" pitchFamily="34" charset="-128"/>
              </a:rPr>
              <a:t> </a:t>
            </a:r>
            <a:r>
              <a:rPr lang="en-US" altLang="en-US" dirty="0" err="1">
                <a:latin typeface="Comic Sans MS" panose="030F0702030302020204" pitchFamily="66" charset="0"/>
                <a:ea typeface="ＭＳ Ｐゴシック" panose="020B0600070205080204" pitchFamily="34" charset="-128"/>
              </a:rPr>
              <a:t>với</a:t>
            </a:r>
            <a:r>
              <a:rPr lang="en-US" altLang="en-US" dirty="0">
                <a:latin typeface="Comic Sans MS" panose="030F0702030302020204" pitchFamily="66" charset="0"/>
                <a:ea typeface="ＭＳ Ｐゴシック" panose="020B0600070205080204" pitchFamily="34" charset="-128"/>
              </a:rPr>
              <a:t> 600 </a:t>
            </a:r>
            <a:r>
              <a:rPr lang="en-US" altLang="en-US" dirty="0" err="1">
                <a:latin typeface="Comic Sans MS" panose="030F0702030302020204" pitchFamily="66" charset="0"/>
                <a:ea typeface="ＭＳ Ｐゴシック" panose="020B0600070205080204" pitchFamily="34" charset="-128"/>
              </a:rPr>
              <a:t>triệu</a:t>
            </a:r>
            <a:r>
              <a:rPr lang="en-US" altLang="en-US" dirty="0">
                <a:latin typeface="Comic Sans MS" panose="030F0702030302020204" pitchFamily="66" charset="0"/>
                <a:ea typeface="ＭＳ Ｐゴシック" panose="020B0600070205080204" pitchFamily="34" charset="-128"/>
              </a:rPr>
              <a:t> </a:t>
            </a:r>
            <a:r>
              <a:rPr lang="en-US" altLang="en-US" dirty="0" err="1">
                <a:latin typeface="Comic Sans MS" panose="030F0702030302020204" pitchFamily="66" charset="0"/>
                <a:ea typeface="ＭＳ Ｐゴシック" panose="020B0600070205080204" pitchFamily="34" charset="-128"/>
              </a:rPr>
              <a:t>đích</a:t>
            </a:r>
            <a:r>
              <a:rPr lang="en-US" altLang="en-US" dirty="0">
                <a:latin typeface="Comic Sans MS" panose="030F0702030302020204" pitchFamily="66" charset="0"/>
                <a:ea typeface="ＭＳ Ｐゴシック" panose="020B0600070205080204" pitchFamily="34" charset="-128"/>
              </a:rPr>
              <a:t> </a:t>
            </a:r>
            <a:r>
              <a:rPr lang="en-US" altLang="en-US" dirty="0" err="1">
                <a:latin typeface="Comic Sans MS" panose="030F0702030302020204" pitchFamily="66" charset="0"/>
                <a:ea typeface="ＭＳ Ｐゴシック" panose="020B0600070205080204" pitchFamily="34" charset="-128"/>
              </a:rPr>
              <a:t>đến</a:t>
            </a:r>
            <a:r>
              <a:rPr lang="en-US" altLang="en-US" dirty="0">
                <a:latin typeface="Comic Sans MS" panose="030F0702030302020204" pitchFamily="66" charset="0"/>
                <a:ea typeface="ＭＳ Ｐゴシック" panose="020B0600070205080204" pitchFamily="34" charset="-128"/>
              </a:rPr>
              <a:t>:</a:t>
            </a:r>
          </a:p>
          <a:p>
            <a:r>
              <a:rPr lang="en-US" altLang="en-US" sz="2400" dirty="0" err="1">
                <a:latin typeface="Comic Sans MS" panose="030F0702030302020204" pitchFamily="66" charset="0"/>
                <a:ea typeface="ＭＳ Ｐゴシック" panose="020B0600070205080204" pitchFamily="34" charset="-128"/>
              </a:rPr>
              <a:t>Không</a:t>
            </a:r>
            <a:r>
              <a:rPr lang="en-US" altLang="en-US" sz="2400" dirty="0">
                <a:latin typeface="Comic Sans MS" panose="030F0702030302020204" pitchFamily="66" charset="0"/>
                <a:ea typeface="ＭＳ Ｐゴシック" panose="020B0600070205080204" pitchFamily="34" charset="-128"/>
              </a:rPr>
              <a:t> </a:t>
            </a:r>
            <a:r>
              <a:rPr lang="en-US" altLang="en-US" sz="2400" dirty="0" err="1">
                <a:latin typeface="Comic Sans MS" panose="030F0702030302020204" pitchFamily="66" charset="0"/>
                <a:ea typeface="ＭＳ Ｐゴシック" panose="020B0600070205080204" pitchFamily="34" charset="-128"/>
              </a:rPr>
              <a:t>thể</a:t>
            </a:r>
            <a:r>
              <a:rPr lang="en-US" altLang="en-US" sz="2400" dirty="0">
                <a:latin typeface="Comic Sans MS" panose="030F0702030302020204" pitchFamily="66" charset="0"/>
                <a:ea typeface="ＭＳ Ｐゴシック" panose="020B0600070205080204" pitchFamily="34" charset="-128"/>
              </a:rPr>
              <a:t> </a:t>
            </a:r>
            <a:r>
              <a:rPr lang="en-US" altLang="en-US" sz="2400" dirty="0" err="1">
                <a:latin typeface="Comic Sans MS" panose="030F0702030302020204" pitchFamily="66" charset="0"/>
                <a:ea typeface="ＭＳ Ｐゴシック" panose="020B0600070205080204" pitchFamily="34" charset="-128"/>
              </a:rPr>
              <a:t>lưu</a:t>
            </a:r>
            <a:r>
              <a:rPr lang="en-US" altLang="en-US" sz="2400" dirty="0">
                <a:latin typeface="Comic Sans MS" panose="030F0702030302020204" pitchFamily="66" charset="0"/>
                <a:ea typeface="ＭＳ Ｐゴシック" panose="020B0600070205080204" pitchFamily="34" charset="-128"/>
              </a:rPr>
              <a:t> </a:t>
            </a:r>
            <a:r>
              <a:rPr lang="en-US" altLang="en-US" sz="2400" dirty="0" err="1">
                <a:latin typeface="Comic Sans MS" panose="030F0702030302020204" pitchFamily="66" charset="0"/>
                <a:ea typeface="ＭＳ Ｐゴシック" panose="020B0600070205080204" pitchFamily="34" charset="-128"/>
              </a:rPr>
              <a:t>trữ</a:t>
            </a:r>
            <a:r>
              <a:rPr lang="en-US" altLang="en-US" sz="2400" dirty="0">
                <a:latin typeface="Comic Sans MS" panose="030F0702030302020204" pitchFamily="66" charset="0"/>
                <a:ea typeface="ＭＳ Ｐゴシック" panose="020B0600070205080204" pitchFamily="34" charset="-128"/>
              </a:rPr>
              <a:t> </a:t>
            </a:r>
            <a:r>
              <a:rPr lang="en-US" altLang="en-US" sz="2400" dirty="0" err="1">
                <a:latin typeface="Comic Sans MS" panose="030F0702030302020204" pitchFamily="66" charset="0"/>
                <a:ea typeface="ＭＳ Ｐゴシック" panose="020B0600070205080204" pitchFamily="34" charset="-128"/>
              </a:rPr>
              <a:t>tất</a:t>
            </a:r>
            <a:r>
              <a:rPr lang="en-US" altLang="en-US" sz="2400" dirty="0">
                <a:latin typeface="Comic Sans MS" panose="030F0702030302020204" pitchFamily="66" charset="0"/>
                <a:ea typeface="ＭＳ Ｐゴシック" panose="020B0600070205080204" pitchFamily="34" charset="-128"/>
              </a:rPr>
              <a:t> </a:t>
            </a:r>
            <a:r>
              <a:rPr lang="en-US" altLang="en-US" sz="2400" dirty="0" err="1">
                <a:latin typeface="Comic Sans MS" panose="030F0702030302020204" pitchFamily="66" charset="0"/>
                <a:ea typeface="ＭＳ Ｐゴシック" panose="020B0600070205080204" pitchFamily="34" charset="-128"/>
              </a:rPr>
              <a:t>cả</a:t>
            </a:r>
            <a:r>
              <a:rPr lang="en-US" altLang="en-US" sz="2400" dirty="0">
                <a:latin typeface="Comic Sans MS" panose="030F0702030302020204" pitchFamily="66" charset="0"/>
                <a:ea typeface="ＭＳ Ｐゴシック" panose="020B0600070205080204" pitchFamily="34" charset="-128"/>
              </a:rPr>
              <a:t> </a:t>
            </a:r>
            <a:r>
              <a:rPr lang="en-US" altLang="en-US" sz="2400" dirty="0" err="1">
                <a:latin typeface="Comic Sans MS" panose="030F0702030302020204" pitchFamily="66" charset="0"/>
                <a:ea typeface="ＭＳ Ｐゴシック" panose="020B0600070205080204" pitchFamily="34" charset="-128"/>
              </a:rPr>
              <a:t>các</a:t>
            </a:r>
            <a:r>
              <a:rPr lang="en-US" altLang="en-US" sz="2400" dirty="0">
                <a:latin typeface="Comic Sans MS" panose="030F0702030302020204" pitchFamily="66" charset="0"/>
                <a:ea typeface="ＭＳ Ｐゴシック" panose="020B0600070205080204" pitchFamily="34" charset="-128"/>
              </a:rPr>
              <a:t> </a:t>
            </a:r>
            <a:r>
              <a:rPr lang="en-US" altLang="en-US" sz="2400" dirty="0" err="1">
                <a:latin typeface="Comic Sans MS" panose="030F0702030302020204" pitchFamily="66" charset="0"/>
                <a:ea typeface="ＭＳ Ｐゴシック" panose="020B0600070205080204" pitchFamily="34" charset="-128"/>
              </a:rPr>
              <a:t>đích</a:t>
            </a:r>
            <a:r>
              <a:rPr lang="en-US" altLang="en-US" sz="2400" dirty="0">
                <a:latin typeface="Comic Sans MS" panose="030F0702030302020204" pitchFamily="66" charset="0"/>
                <a:ea typeface="ＭＳ Ｐゴシック" panose="020B0600070205080204" pitchFamily="34" charset="-128"/>
              </a:rPr>
              <a:t> </a:t>
            </a:r>
            <a:r>
              <a:rPr lang="en-US" altLang="en-US" sz="2400" dirty="0" err="1">
                <a:latin typeface="Comic Sans MS" panose="030F0702030302020204" pitchFamily="66" charset="0"/>
                <a:ea typeface="ＭＳ Ｐゴシック" panose="020B0600070205080204" pitchFamily="34" charset="-128"/>
              </a:rPr>
              <a:t>đến</a:t>
            </a:r>
            <a:r>
              <a:rPr lang="en-US" altLang="en-US" sz="2400" dirty="0">
                <a:latin typeface="Comic Sans MS" panose="030F0702030302020204" pitchFamily="66" charset="0"/>
                <a:ea typeface="ＭＳ Ｐゴシック" panose="020B0600070205080204" pitchFamily="34" charset="-128"/>
              </a:rPr>
              <a:t> </a:t>
            </a:r>
            <a:r>
              <a:rPr lang="en-US" altLang="en-US" sz="2400" dirty="0" err="1">
                <a:latin typeface="Comic Sans MS" panose="030F0702030302020204" pitchFamily="66" charset="0"/>
                <a:ea typeface="ＭＳ Ｐゴシック" panose="020B0600070205080204" pitchFamily="34" charset="-128"/>
              </a:rPr>
              <a:t>trong</a:t>
            </a:r>
            <a:r>
              <a:rPr lang="en-US" altLang="en-US" sz="2400" dirty="0">
                <a:latin typeface="Comic Sans MS" panose="030F0702030302020204" pitchFamily="66" charset="0"/>
                <a:ea typeface="ＭＳ Ｐゴシック" panose="020B0600070205080204" pitchFamily="34" charset="-128"/>
              </a:rPr>
              <a:t> </a:t>
            </a:r>
            <a:r>
              <a:rPr lang="en-US" altLang="en-US" sz="2400" dirty="0" err="1">
                <a:latin typeface="Comic Sans MS" panose="030F0702030302020204" pitchFamily="66" charset="0"/>
                <a:ea typeface="ＭＳ Ｐゴシック" panose="020B0600070205080204" pitchFamily="34" charset="-128"/>
              </a:rPr>
              <a:t>các</a:t>
            </a:r>
            <a:r>
              <a:rPr lang="en-US" altLang="en-US" sz="2400" dirty="0">
                <a:latin typeface="Comic Sans MS" panose="030F0702030302020204" pitchFamily="66" charset="0"/>
                <a:ea typeface="ＭＳ Ｐゴシック" panose="020B0600070205080204" pitchFamily="34" charset="-128"/>
              </a:rPr>
              <a:t> </a:t>
            </a:r>
            <a:r>
              <a:rPr lang="en-US" altLang="en-US" sz="2400" dirty="0" err="1">
                <a:latin typeface="Comic Sans MS" panose="030F0702030302020204" pitchFamily="66" charset="0"/>
                <a:ea typeface="ＭＳ Ｐゴシック" panose="020B0600070205080204" pitchFamily="34" charset="-128"/>
              </a:rPr>
              <a:t>bảng</a:t>
            </a:r>
            <a:r>
              <a:rPr lang="en-US" altLang="en-US" sz="2400" dirty="0">
                <a:latin typeface="Comic Sans MS" panose="030F0702030302020204" pitchFamily="66" charset="0"/>
                <a:ea typeface="ＭＳ Ｐゴシック" panose="020B0600070205080204" pitchFamily="34" charset="-128"/>
              </a:rPr>
              <a:t> </a:t>
            </a:r>
            <a:r>
              <a:rPr lang="en-US" altLang="en-US" sz="2400" dirty="0" err="1">
                <a:latin typeface="Comic Sans MS" panose="030F0702030302020204" pitchFamily="66" charset="0"/>
                <a:ea typeface="ＭＳ Ｐゴシック" panose="020B0600070205080204" pitchFamily="34" charset="-128"/>
              </a:rPr>
              <a:t>định</a:t>
            </a:r>
            <a:r>
              <a:rPr lang="en-US" altLang="en-US" sz="2400" dirty="0">
                <a:latin typeface="Comic Sans MS" panose="030F0702030302020204" pitchFamily="66" charset="0"/>
                <a:ea typeface="ＭＳ Ｐゴシック" panose="020B0600070205080204" pitchFamily="34" charset="-128"/>
              </a:rPr>
              <a:t> </a:t>
            </a:r>
            <a:r>
              <a:rPr lang="en-US" altLang="en-US" sz="2400" dirty="0" err="1">
                <a:latin typeface="Comic Sans MS" panose="030F0702030302020204" pitchFamily="66" charset="0"/>
                <a:ea typeface="ＭＳ Ｐゴシック" panose="020B0600070205080204" pitchFamily="34" charset="-128"/>
              </a:rPr>
              <a:t>tuyến</a:t>
            </a:r>
            <a:endParaRPr lang="en-US" altLang="ja-JP" sz="2400" dirty="0">
              <a:latin typeface="Comic Sans MS" panose="030F0702030302020204" pitchFamily="66" charset="0"/>
              <a:ea typeface="ＭＳ Ｐゴシック" panose="020B0600070205080204" pitchFamily="34" charset="-128"/>
            </a:endParaRPr>
          </a:p>
          <a:p>
            <a:r>
              <a:rPr lang="en-US" altLang="en-US" sz="2400" dirty="0" err="1">
                <a:latin typeface="Comic Sans MS" panose="030F0702030302020204" pitchFamily="66" charset="0"/>
                <a:ea typeface="ＭＳ Ｐゴシック" panose="020B0600070205080204" pitchFamily="34" charset="-128"/>
              </a:rPr>
              <a:t>Việc</a:t>
            </a:r>
            <a:r>
              <a:rPr lang="en-US" altLang="en-US" sz="2400" dirty="0">
                <a:latin typeface="Comic Sans MS" panose="030F0702030302020204" pitchFamily="66" charset="0"/>
                <a:ea typeface="ＭＳ Ｐゴシック" panose="020B0600070205080204" pitchFamily="34" charset="-128"/>
              </a:rPr>
              <a:t> </a:t>
            </a:r>
            <a:r>
              <a:rPr lang="en-US" altLang="en-US" sz="2400" dirty="0" err="1">
                <a:latin typeface="Comic Sans MS" panose="030F0702030302020204" pitchFamily="66" charset="0"/>
                <a:ea typeface="ＭＳ Ｐゴシック" panose="020B0600070205080204" pitchFamily="34" charset="-128"/>
              </a:rPr>
              <a:t>trao</a:t>
            </a:r>
            <a:r>
              <a:rPr lang="en-US" altLang="en-US" sz="2400" dirty="0">
                <a:latin typeface="Comic Sans MS" panose="030F0702030302020204" pitchFamily="66" charset="0"/>
                <a:ea typeface="ＭＳ Ｐゴシック" panose="020B0600070205080204" pitchFamily="34" charset="-128"/>
              </a:rPr>
              <a:t> </a:t>
            </a:r>
            <a:r>
              <a:rPr lang="en-US" altLang="en-US" sz="2400" dirty="0" err="1">
                <a:latin typeface="Comic Sans MS" panose="030F0702030302020204" pitchFamily="66" charset="0"/>
                <a:ea typeface="ＭＳ Ｐゴシック" panose="020B0600070205080204" pitchFamily="34" charset="-128"/>
              </a:rPr>
              <a:t>đổi</a:t>
            </a:r>
            <a:r>
              <a:rPr lang="en-US" altLang="en-US" sz="2400" dirty="0">
                <a:latin typeface="Comic Sans MS" panose="030F0702030302020204" pitchFamily="66" charset="0"/>
                <a:ea typeface="ＭＳ Ｐゴシック" panose="020B0600070205080204" pitchFamily="34" charset="-128"/>
              </a:rPr>
              <a:t> </a:t>
            </a:r>
            <a:r>
              <a:rPr lang="en-US" altLang="en-US" sz="2400" dirty="0" err="1">
                <a:latin typeface="Comic Sans MS" panose="030F0702030302020204" pitchFamily="66" charset="0"/>
                <a:ea typeface="ＭＳ Ｐゴシック" panose="020B0600070205080204" pitchFamily="34" charset="-128"/>
              </a:rPr>
              <a:t>bảng</a:t>
            </a:r>
            <a:r>
              <a:rPr lang="en-US" altLang="en-US" sz="2400" dirty="0">
                <a:latin typeface="Comic Sans MS" panose="030F0702030302020204" pitchFamily="66" charset="0"/>
                <a:ea typeface="ＭＳ Ｐゴシック" panose="020B0600070205080204" pitchFamily="34" charset="-128"/>
              </a:rPr>
              <a:t> </a:t>
            </a:r>
            <a:r>
              <a:rPr lang="en-US" altLang="en-US" sz="2400" dirty="0" err="1">
                <a:latin typeface="Comic Sans MS" panose="030F0702030302020204" pitchFamily="66" charset="0"/>
                <a:ea typeface="ＭＳ Ｐゴシック" panose="020B0600070205080204" pitchFamily="34" charset="-128"/>
              </a:rPr>
              <a:t>định</a:t>
            </a:r>
            <a:r>
              <a:rPr lang="en-US" altLang="en-US" sz="2400" dirty="0">
                <a:latin typeface="Comic Sans MS" panose="030F0702030302020204" pitchFamily="66" charset="0"/>
                <a:ea typeface="ＭＳ Ｐゴシック" panose="020B0600070205080204" pitchFamily="34" charset="-128"/>
              </a:rPr>
              <a:t> </a:t>
            </a:r>
            <a:r>
              <a:rPr lang="en-US" altLang="en-US" sz="2400" dirty="0" err="1">
                <a:latin typeface="Comic Sans MS" panose="030F0702030302020204" pitchFamily="66" charset="0"/>
                <a:ea typeface="ＭＳ Ｐゴシック" panose="020B0600070205080204" pitchFamily="34" charset="-128"/>
              </a:rPr>
              <a:t>sẽ</a:t>
            </a:r>
            <a:r>
              <a:rPr lang="en-US" altLang="en-US" sz="2400" dirty="0">
                <a:latin typeface="Comic Sans MS" panose="030F0702030302020204" pitchFamily="66" charset="0"/>
                <a:ea typeface="ＭＳ Ｐゴシック" panose="020B0600070205080204" pitchFamily="34" charset="-128"/>
              </a:rPr>
              <a:t> </a:t>
            </a:r>
            <a:r>
              <a:rPr lang="en-US" altLang="en-US" sz="2400" dirty="0" err="1">
                <a:latin typeface="Comic Sans MS" panose="030F0702030302020204" pitchFamily="66" charset="0"/>
                <a:ea typeface="ＭＳ Ｐゴシック" panose="020B0600070205080204" pitchFamily="34" charset="-128"/>
              </a:rPr>
              <a:t>làm</a:t>
            </a:r>
            <a:r>
              <a:rPr lang="en-US" altLang="en-US" sz="2400" dirty="0">
                <a:latin typeface="Comic Sans MS" panose="030F0702030302020204" pitchFamily="66" charset="0"/>
                <a:ea typeface="ＭＳ Ｐゴシック" panose="020B0600070205080204" pitchFamily="34" charset="-128"/>
              </a:rPr>
              <a:t> </a:t>
            </a:r>
            <a:r>
              <a:rPr lang="en-US" altLang="en-US" sz="2400" dirty="0" err="1">
                <a:latin typeface="Comic Sans MS" panose="030F0702030302020204" pitchFamily="66" charset="0"/>
                <a:ea typeface="ＭＳ Ｐゴシック" panose="020B0600070205080204" pitchFamily="34" charset="-128"/>
              </a:rPr>
              <a:t>tràn</a:t>
            </a:r>
            <a:r>
              <a:rPr lang="en-US" altLang="en-US" sz="2400" dirty="0">
                <a:latin typeface="Comic Sans MS" panose="030F0702030302020204" pitchFamily="66" charset="0"/>
                <a:ea typeface="ＭＳ Ｐゴシック" panose="020B0600070205080204" pitchFamily="34" charset="-128"/>
              </a:rPr>
              <a:t> </a:t>
            </a:r>
            <a:r>
              <a:rPr lang="en-US" altLang="en-US" sz="2400" dirty="0" err="1">
                <a:latin typeface="Comic Sans MS" panose="030F0702030302020204" pitchFamily="66" charset="0"/>
                <a:ea typeface="ＭＳ Ｐゴシック" panose="020B0600070205080204" pitchFamily="34" charset="-128"/>
              </a:rPr>
              <a:t>ngập</a:t>
            </a:r>
            <a:r>
              <a:rPr lang="en-US" altLang="en-US" sz="2400" dirty="0">
                <a:latin typeface="Comic Sans MS" panose="030F0702030302020204" pitchFamily="66" charset="0"/>
                <a:ea typeface="ＭＳ Ｐゴシック" panose="020B0600070205080204" pitchFamily="34" charset="-128"/>
              </a:rPr>
              <a:t> </a:t>
            </a:r>
            <a:r>
              <a:rPr lang="en-US" altLang="en-US" sz="2400" dirty="0" err="1">
                <a:latin typeface="Comic Sans MS" panose="030F0702030302020204" pitchFamily="66" charset="0"/>
                <a:ea typeface="ＭＳ Ｐゴシック" panose="020B0600070205080204" pitchFamily="34" charset="-128"/>
              </a:rPr>
              <a:t>các</a:t>
            </a:r>
            <a:r>
              <a:rPr lang="en-US" altLang="en-US" sz="2400" dirty="0">
                <a:latin typeface="Comic Sans MS" panose="030F0702030302020204" pitchFamily="66" charset="0"/>
                <a:ea typeface="ＭＳ Ｐゴシック" panose="020B0600070205080204" pitchFamily="34" charset="-128"/>
              </a:rPr>
              <a:t> </a:t>
            </a:r>
            <a:r>
              <a:rPr lang="en-US" altLang="en-US" sz="2400" dirty="0" err="1">
                <a:latin typeface="Comic Sans MS" panose="030F0702030302020204" pitchFamily="66" charset="0"/>
                <a:ea typeface="ＭＳ Ｐゴシック" panose="020B0600070205080204" pitchFamily="34" charset="-128"/>
              </a:rPr>
              <a:t>liên</a:t>
            </a:r>
            <a:r>
              <a:rPr lang="en-US" altLang="en-US" sz="2400" dirty="0">
                <a:latin typeface="Comic Sans MS" panose="030F0702030302020204" pitchFamily="66" charset="0"/>
                <a:ea typeface="ＭＳ Ｐゴシック" panose="020B0600070205080204" pitchFamily="34" charset="-128"/>
              </a:rPr>
              <a:t> </a:t>
            </a:r>
            <a:r>
              <a:rPr lang="en-US" altLang="en-US" sz="2400" dirty="0" err="1">
                <a:latin typeface="Comic Sans MS" panose="030F0702030302020204" pitchFamily="66" charset="0"/>
                <a:ea typeface="ＭＳ Ｐゴシック" panose="020B0600070205080204" pitchFamily="34" charset="-128"/>
              </a:rPr>
              <a:t>kết</a:t>
            </a:r>
            <a:r>
              <a:rPr lang="en-US" altLang="en-US" sz="2400" dirty="0">
                <a:latin typeface="Comic Sans MS" panose="030F0702030302020204" pitchFamily="66" charset="0"/>
                <a:ea typeface="ＭＳ Ｐゴシック" panose="020B0600070205080204" pitchFamily="34" charset="-128"/>
              </a:rPr>
              <a:t>!</a:t>
            </a:r>
            <a:r>
              <a:rPr lang="en-US" altLang="en-US" dirty="0">
                <a:latin typeface="Comic Sans MS" panose="030F0702030302020204" pitchFamily="66" charset="0"/>
                <a:ea typeface="ＭＳ Ｐゴシック" panose="020B0600070205080204" pitchFamily="34" charset="-128"/>
              </a:rPr>
              <a:t> </a:t>
            </a:r>
          </a:p>
          <a:p>
            <a:endParaRPr lang="en-US" altLang="en-US" dirty="0">
              <a:latin typeface="Comic Sans MS" panose="030F0702030302020204" pitchFamily="66" charset="0"/>
              <a:ea typeface="ＭＳ Ｐゴシック" panose="020B0600070205080204" pitchFamily="34" charset="-128"/>
            </a:endParaRPr>
          </a:p>
          <a:p>
            <a:endParaRPr lang="en-US" altLang="en-US" dirty="0">
              <a:latin typeface="Comic Sans MS" panose="030F0702030302020204" pitchFamily="66" charset="0"/>
              <a:ea typeface="ＭＳ Ｐゴシック" panose="020B0600070205080204" pitchFamily="34" charset="-128"/>
            </a:endParaRPr>
          </a:p>
        </p:txBody>
      </p:sp>
      <p:sp>
        <p:nvSpPr>
          <p:cNvPr id="98311" name="Rectangle 4">
            <a:extLst>
              <a:ext uri="{FF2B5EF4-FFF2-40B4-BE49-F238E27FC236}">
                <a16:creationId xmlns:a16="http://schemas.microsoft.com/office/drawing/2014/main" id="{11D1B2D0-C168-4BAD-B9AE-A0FD74C2B546}"/>
              </a:ext>
            </a:extLst>
          </p:cNvPr>
          <p:cNvSpPr>
            <a:spLocks noGrp="1" noChangeArrowheads="1"/>
          </p:cNvSpPr>
          <p:nvPr>
            <p:ph type="body" sz="half" idx="2"/>
          </p:nvPr>
        </p:nvSpPr>
        <p:spPr>
          <a:xfrm>
            <a:off x="5972175" y="3467100"/>
            <a:ext cx="4019550" cy="2514600"/>
          </a:xfrm>
        </p:spPr>
        <p:txBody>
          <a:bodyPr>
            <a:normAutofit fontScale="92500"/>
          </a:bodyPr>
          <a:lstStyle/>
          <a:p>
            <a:pPr>
              <a:buFont typeface="Wingdings" charset="0"/>
              <a:buNone/>
              <a:defRPr/>
            </a:pPr>
            <a:r>
              <a:rPr lang="en-US" i="1" dirty="0" err="1">
                <a:solidFill>
                  <a:srgbClr val="CC0000"/>
                </a:solidFill>
                <a:latin typeface="Comic Sans MS" pitchFamily="66" charset="0"/>
                <a:cs typeface="+mn-cs"/>
              </a:rPr>
              <a:t>Quản</a:t>
            </a:r>
            <a:r>
              <a:rPr lang="en-US" i="1" dirty="0">
                <a:solidFill>
                  <a:srgbClr val="CC0000"/>
                </a:solidFill>
                <a:latin typeface="Comic Sans MS" pitchFamily="66" charset="0"/>
                <a:cs typeface="+mn-cs"/>
              </a:rPr>
              <a:t> </a:t>
            </a:r>
            <a:r>
              <a:rPr lang="en-US" i="1" dirty="0" err="1">
                <a:solidFill>
                  <a:srgbClr val="CC0000"/>
                </a:solidFill>
                <a:latin typeface="Comic Sans MS" pitchFamily="66" charset="0"/>
                <a:cs typeface="+mn-cs"/>
              </a:rPr>
              <a:t>trị</a:t>
            </a:r>
            <a:endParaRPr lang="en-US" i="1" dirty="0">
              <a:solidFill>
                <a:srgbClr val="CC0000"/>
              </a:solidFill>
              <a:latin typeface="Comic Sans MS" pitchFamily="66" charset="0"/>
              <a:cs typeface="+mn-cs"/>
            </a:endParaRPr>
          </a:p>
          <a:p>
            <a:pPr>
              <a:buFont typeface="Wingdings" charset="0"/>
              <a:buChar char="v"/>
              <a:defRPr/>
            </a:pPr>
            <a:r>
              <a:rPr lang="en-US" sz="2400" dirty="0">
                <a:latin typeface="Comic Sans MS" pitchFamily="66" charset="0"/>
              </a:rPr>
              <a:t>internet = </a:t>
            </a:r>
            <a:r>
              <a:rPr lang="en-US" sz="2400" dirty="0" err="1">
                <a:latin typeface="Comic Sans MS" pitchFamily="66" charset="0"/>
              </a:rPr>
              <a:t>mạng</a:t>
            </a:r>
            <a:r>
              <a:rPr lang="en-US" sz="2400" dirty="0">
                <a:latin typeface="Comic Sans MS" pitchFamily="66" charset="0"/>
              </a:rPr>
              <a:t> </a:t>
            </a:r>
            <a:r>
              <a:rPr lang="en-US" sz="2400" dirty="0" err="1">
                <a:latin typeface="Comic Sans MS" pitchFamily="66" charset="0"/>
              </a:rPr>
              <a:t>của</a:t>
            </a:r>
            <a:r>
              <a:rPr lang="en-US" sz="2400" dirty="0">
                <a:latin typeface="Comic Sans MS" pitchFamily="66" charset="0"/>
              </a:rPr>
              <a:t> </a:t>
            </a:r>
            <a:r>
              <a:rPr lang="en-US" sz="2400" dirty="0" err="1">
                <a:latin typeface="Comic Sans MS" pitchFamily="66" charset="0"/>
              </a:rPr>
              <a:t>các</a:t>
            </a:r>
            <a:r>
              <a:rPr lang="en-US" sz="2400" dirty="0">
                <a:latin typeface="Comic Sans MS" pitchFamily="66" charset="0"/>
              </a:rPr>
              <a:t> </a:t>
            </a:r>
            <a:r>
              <a:rPr lang="en-US" sz="2400" dirty="0" err="1">
                <a:latin typeface="Comic Sans MS" pitchFamily="66" charset="0"/>
              </a:rPr>
              <a:t>mạng</a:t>
            </a:r>
            <a:endParaRPr lang="en-US" sz="2400" dirty="0">
              <a:latin typeface="Comic Sans MS" pitchFamily="66" charset="0"/>
            </a:endParaRPr>
          </a:p>
          <a:p>
            <a:pPr>
              <a:buFont typeface="Wingdings" charset="0"/>
              <a:buChar char="v"/>
              <a:defRPr/>
            </a:pPr>
            <a:r>
              <a:rPr lang="en-US" sz="2400" dirty="0" err="1">
                <a:latin typeface="Comic Sans MS" pitchFamily="66" charset="0"/>
              </a:rPr>
              <a:t>Mỗi</a:t>
            </a:r>
            <a:r>
              <a:rPr lang="en-US" sz="2400" dirty="0">
                <a:latin typeface="Comic Sans MS" pitchFamily="66" charset="0"/>
              </a:rPr>
              <a:t> </a:t>
            </a:r>
            <a:r>
              <a:rPr lang="en-US" sz="2400" dirty="0" err="1">
                <a:latin typeface="Comic Sans MS" pitchFamily="66" charset="0"/>
              </a:rPr>
              <a:t>quản</a:t>
            </a:r>
            <a:r>
              <a:rPr lang="en-US" sz="2400" dirty="0">
                <a:latin typeface="Comic Sans MS" pitchFamily="66" charset="0"/>
              </a:rPr>
              <a:t> </a:t>
            </a:r>
            <a:r>
              <a:rPr lang="en-US" sz="2400" dirty="0" err="1">
                <a:latin typeface="Comic Sans MS" pitchFamily="66" charset="0"/>
              </a:rPr>
              <a:t>trị</a:t>
            </a:r>
            <a:r>
              <a:rPr lang="en-US" sz="2400" dirty="0">
                <a:latin typeface="Comic Sans MS" pitchFamily="66" charset="0"/>
              </a:rPr>
              <a:t> </a:t>
            </a:r>
            <a:r>
              <a:rPr lang="en-US" sz="2400" dirty="0" err="1">
                <a:latin typeface="Comic Sans MS" pitchFamily="66" charset="0"/>
              </a:rPr>
              <a:t>mạng</a:t>
            </a:r>
            <a:r>
              <a:rPr lang="en-US" sz="2400" dirty="0">
                <a:latin typeface="Comic Sans MS" pitchFamily="66" charset="0"/>
              </a:rPr>
              <a:t> </a:t>
            </a:r>
            <a:r>
              <a:rPr lang="en-US" sz="2400" dirty="0" err="1">
                <a:latin typeface="Comic Sans MS" pitchFamily="66" charset="0"/>
              </a:rPr>
              <a:t>có</a:t>
            </a:r>
            <a:r>
              <a:rPr lang="en-US" sz="2400" dirty="0">
                <a:latin typeface="Comic Sans MS" pitchFamily="66" charset="0"/>
              </a:rPr>
              <a:t> </a:t>
            </a:r>
            <a:r>
              <a:rPr lang="en-US" sz="2400" dirty="0" err="1">
                <a:latin typeface="Comic Sans MS" pitchFamily="66" charset="0"/>
              </a:rPr>
              <a:t>thể</a:t>
            </a:r>
            <a:r>
              <a:rPr lang="en-US" sz="2400" dirty="0">
                <a:latin typeface="Comic Sans MS" pitchFamily="66" charset="0"/>
              </a:rPr>
              <a:t> </a:t>
            </a:r>
            <a:r>
              <a:rPr lang="en-US" sz="2400" dirty="0" err="1">
                <a:latin typeface="Comic Sans MS" pitchFamily="66" charset="0"/>
              </a:rPr>
              <a:t>muốn</a:t>
            </a:r>
            <a:r>
              <a:rPr lang="en-US" sz="2400" dirty="0">
                <a:latin typeface="Comic Sans MS" pitchFamily="66" charset="0"/>
              </a:rPr>
              <a:t> </a:t>
            </a:r>
            <a:r>
              <a:rPr lang="en-US" sz="2400" dirty="0" err="1">
                <a:latin typeface="Comic Sans MS" pitchFamily="66" charset="0"/>
              </a:rPr>
              <a:t>điều</a:t>
            </a:r>
            <a:r>
              <a:rPr lang="en-US" sz="2400" dirty="0">
                <a:latin typeface="Comic Sans MS" pitchFamily="66" charset="0"/>
              </a:rPr>
              <a:t> </a:t>
            </a:r>
            <a:r>
              <a:rPr lang="en-US" sz="2400" dirty="0" err="1">
                <a:latin typeface="Comic Sans MS" pitchFamily="66" charset="0"/>
              </a:rPr>
              <a:t>hành</a:t>
            </a:r>
            <a:r>
              <a:rPr lang="en-US" sz="2400" dirty="0">
                <a:latin typeface="Comic Sans MS" pitchFamily="66" charset="0"/>
              </a:rPr>
              <a:t> </a:t>
            </a:r>
            <a:r>
              <a:rPr lang="en-US" sz="2400" dirty="0" err="1">
                <a:latin typeface="Comic Sans MS" pitchFamily="66" charset="0"/>
              </a:rPr>
              <a:t>định</a:t>
            </a:r>
            <a:r>
              <a:rPr lang="en-US" sz="2400" dirty="0">
                <a:latin typeface="Comic Sans MS" pitchFamily="66" charset="0"/>
              </a:rPr>
              <a:t> </a:t>
            </a:r>
            <a:r>
              <a:rPr lang="en-US" sz="2400" dirty="0" err="1">
                <a:latin typeface="Comic Sans MS" pitchFamily="66" charset="0"/>
              </a:rPr>
              <a:t>tuyến</a:t>
            </a:r>
            <a:r>
              <a:rPr lang="en-US" sz="2400" dirty="0">
                <a:latin typeface="Comic Sans MS" pitchFamily="66" charset="0"/>
              </a:rPr>
              <a:t> </a:t>
            </a:r>
            <a:r>
              <a:rPr lang="en-US" sz="2400" dirty="0" err="1">
                <a:latin typeface="Comic Sans MS" pitchFamily="66" charset="0"/>
              </a:rPr>
              <a:t>trong</a:t>
            </a:r>
            <a:r>
              <a:rPr lang="en-US" sz="2400" dirty="0">
                <a:latin typeface="Comic Sans MS" pitchFamily="66" charset="0"/>
              </a:rPr>
              <a:t> </a:t>
            </a:r>
            <a:r>
              <a:rPr lang="en-US" sz="2400" dirty="0" err="1">
                <a:latin typeface="Comic Sans MS" pitchFamily="66" charset="0"/>
              </a:rPr>
              <a:t>mạng</a:t>
            </a:r>
            <a:r>
              <a:rPr lang="en-US" sz="2400" dirty="0">
                <a:latin typeface="Comic Sans MS" pitchFamily="66" charset="0"/>
              </a:rPr>
              <a:t> </a:t>
            </a:r>
            <a:r>
              <a:rPr lang="en-US" sz="2400" dirty="0" err="1">
                <a:latin typeface="Comic Sans MS" pitchFamily="66" charset="0"/>
              </a:rPr>
              <a:t>của</a:t>
            </a:r>
            <a:r>
              <a:rPr lang="en-US" sz="2400" dirty="0">
                <a:latin typeface="Comic Sans MS" pitchFamily="66" charset="0"/>
              </a:rPr>
              <a:t> </a:t>
            </a:r>
            <a:r>
              <a:rPr lang="en-US" sz="2400" dirty="0" err="1">
                <a:latin typeface="Comic Sans MS" pitchFamily="66" charset="0"/>
              </a:rPr>
              <a:t>riêng</a:t>
            </a:r>
            <a:r>
              <a:rPr lang="en-US" sz="2400" dirty="0">
                <a:latin typeface="Comic Sans MS" pitchFamily="66" charset="0"/>
              </a:rPr>
              <a:t> </a:t>
            </a:r>
            <a:r>
              <a:rPr lang="en-US" sz="2400" dirty="0" err="1">
                <a:latin typeface="Comic Sans MS" pitchFamily="66" charset="0"/>
              </a:rPr>
              <a:t>họ</a:t>
            </a:r>
            <a:endParaRPr lang="en-US" sz="2400" dirty="0">
              <a:latin typeface="Comic Sans MS" pitchFamily="66" charset="0"/>
            </a:endParaRPr>
          </a:p>
        </p:txBody>
      </p:sp>
      <p:sp>
        <p:nvSpPr>
          <p:cNvPr id="100360" name="Rectangle 5">
            <a:extLst>
              <a:ext uri="{FF2B5EF4-FFF2-40B4-BE49-F238E27FC236}">
                <a16:creationId xmlns:a16="http://schemas.microsoft.com/office/drawing/2014/main" id="{A68AE0E6-EA84-4589-BF69-2E02C3720739}"/>
              </a:ext>
            </a:extLst>
          </p:cNvPr>
          <p:cNvSpPr>
            <a:spLocks noChangeArrowheads="1"/>
          </p:cNvSpPr>
          <p:nvPr/>
        </p:nvSpPr>
        <p:spPr bwMode="auto">
          <a:xfrm>
            <a:off x="2235200" y="1274763"/>
            <a:ext cx="7658100"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nSpc>
                <a:spcPct val="85000"/>
              </a:lnSpc>
              <a:spcBef>
                <a:spcPct val="20000"/>
              </a:spcBef>
              <a:buClr>
                <a:srgbClr val="000099"/>
              </a:buClr>
              <a:buSzPct val="65000"/>
              <a:buFont typeface="Wingdings" panose="05000000000000000000" pitchFamily="2" charset="2"/>
              <a:buNone/>
            </a:pPr>
            <a:r>
              <a:rPr lang="en-US" altLang="en-US" sz="2800">
                <a:latin typeface="Comic Sans MS" panose="030F0702030302020204" pitchFamily="66" charset="0"/>
              </a:rPr>
              <a:t>Cho tới đây, tìm hiểu về routing của chúng ta thực hiện trong môi trường lý tưởng hóa</a:t>
            </a:r>
          </a:p>
          <a:p>
            <a:pPr>
              <a:lnSpc>
                <a:spcPct val="85000"/>
              </a:lnSpc>
              <a:spcBef>
                <a:spcPct val="20000"/>
              </a:spcBef>
              <a:buClr>
                <a:srgbClr val="000099"/>
              </a:buClr>
              <a:buSzPct val="65000"/>
              <a:buFont typeface="Wingdings" panose="05000000000000000000" pitchFamily="2" charset="2"/>
              <a:buChar char="v"/>
            </a:pPr>
            <a:r>
              <a:rPr lang="en-US" altLang="en-US" sz="2800">
                <a:latin typeface="Comic Sans MS" panose="030F0702030302020204" pitchFamily="66" charset="0"/>
              </a:rPr>
              <a:t>Tất cả các router là đồng nhất</a:t>
            </a:r>
          </a:p>
          <a:p>
            <a:pPr>
              <a:lnSpc>
                <a:spcPct val="85000"/>
              </a:lnSpc>
              <a:spcBef>
                <a:spcPct val="20000"/>
              </a:spcBef>
              <a:buClr>
                <a:srgbClr val="000099"/>
              </a:buClr>
              <a:buSzPct val="65000"/>
              <a:buFont typeface="Wingdings" panose="05000000000000000000" pitchFamily="2" charset="2"/>
              <a:buChar char="v"/>
            </a:pPr>
            <a:r>
              <a:rPr lang="en-US" altLang="en-US" sz="2800">
                <a:latin typeface="Comic Sans MS" panose="030F0702030302020204" pitchFamily="66" charset="0"/>
              </a:rPr>
              <a:t>Mạng </a:t>
            </a:r>
            <a:r>
              <a:rPr lang="ja-JP" altLang="en-US" sz="2800">
                <a:latin typeface="Comic Sans MS" panose="030F0702030302020204" pitchFamily="66" charset="0"/>
              </a:rPr>
              <a:t>“</a:t>
            </a:r>
            <a:r>
              <a:rPr lang="en-US" altLang="ja-JP" sz="2800">
                <a:latin typeface="Comic Sans MS" panose="030F0702030302020204" pitchFamily="66" charset="0"/>
              </a:rPr>
              <a:t>phẳng</a:t>
            </a:r>
            <a:r>
              <a:rPr lang="ja-JP" altLang="en-US" sz="2800">
                <a:latin typeface="Comic Sans MS" panose="030F0702030302020204" pitchFamily="66" charset="0"/>
              </a:rPr>
              <a:t>”</a:t>
            </a:r>
            <a:endParaRPr lang="en-US" altLang="ja-JP" sz="2800">
              <a:latin typeface="Comic Sans MS" panose="030F0702030302020204" pitchFamily="66" charset="0"/>
            </a:endParaRPr>
          </a:p>
          <a:p>
            <a:pPr>
              <a:lnSpc>
                <a:spcPct val="85000"/>
              </a:lnSpc>
              <a:spcBef>
                <a:spcPct val="20000"/>
              </a:spcBef>
              <a:buClr>
                <a:srgbClr val="000099"/>
              </a:buClr>
              <a:buSzPct val="65000"/>
              <a:buFont typeface="Wingdings" panose="05000000000000000000" pitchFamily="2" charset="2"/>
              <a:buNone/>
            </a:pPr>
            <a:r>
              <a:rPr lang="en-US" altLang="en-US" sz="2800" i="1">
                <a:latin typeface="Comic Sans MS" panose="030F0702030302020204" pitchFamily="66" charset="0"/>
              </a:rPr>
              <a:t>… không đúng trong thực tế</a:t>
            </a:r>
            <a:endParaRPr lang="en-US" altLang="en-US" sz="2800">
              <a:latin typeface="Comic Sans MS" panose="030F0702030302020204" pitchFamily="66" charset="0"/>
            </a:endParaRPr>
          </a:p>
        </p:txBody>
      </p:sp>
    </p:spTree>
    <p:extLst>
      <p:ext uri="{BB962C8B-B14F-4D97-AF65-F5344CB8AC3E}">
        <p14:creationId xmlns:p14="http://schemas.microsoft.com/office/powerpoint/2010/main" val="42077570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Footer Placeholder 5">
            <a:extLst>
              <a:ext uri="{FF2B5EF4-FFF2-40B4-BE49-F238E27FC236}">
                <a16:creationId xmlns:a16="http://schemas.microsoft.com/office/drawing/2014/main" id="{57EBB59B-E554-4139-91C8-37E6C4FD5633}"/>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Tầng Network</a:t>
            </a:r>
          </a:p>
        </p:txBody>
      </p:sp>
      <p:sp>
        <p:nvSpPr>
          <p:cNvPr id="101379" name="Slide Number Placeholder 6">
            <a:extLst>
              <a:ext uri="{FF2B5EF4-FFF2-40B4-BE49-F238E27FC236}">
                <a16:creationId xmlns:a16="http://schemas.microsoft.com/office/drawing/2014/main" id="{01A0DBD4-4BFE-4BF4-91E5-886E9201125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4-</a:t>
            </a:r>
            <a:fld id="{8AAEBAC2-0BE2-47AF-801F-4AE5CCF05803}" type="slidenum">
              <a:rPr lang="en-US" altLang="en-US">
                <a:latin typeface="Tahoma" panose="020B0604030504040204" pitchFamily="34" charset="0"/>
              </a:rPr>
              <a:pPr/>
              <a:t>86</a:t>
            </a:fld>
            <a:endParaRPr lang="en-US" altLang="en-US">
              <a:latin typeface="Tahoma" panose="020B0604030504040204" pitchFamily="34" charset="0"/>
            </a:endParaRPr>
          </a:p>
        </p:txBody>
      </p:sp>
      <p:sp>
        <p:nvSpPr>
          <p:cNvPr id="101380" name="Rectangle 3">
            <a:extLst>
              <a:ext uri="{FF2B5EF4-FFF2-40B4-BE49-F238E27FC236}">
                <a16:creationId xmlns:a16="http://schemas.microsoft.com/office/drawing/2014/main" id="{33FE7D48-10DC-4CBE-AC6A-3E771F58DB50}"/>
              </a:ext>
            </a:extLst>
          </p:cNvPr>
          <p:cNvSpPr>
            <a:spLocks noGrp="1" noChangeArrowheads="1"/>
          </p:cNvSpPr>
          <p:nvPr>
            <p:ph type="body" sz="half" idx="1"/>
          </p:nvPr>
        </p:nvSpPr>
        <p:spPr>
          <a:xfrm>
            <a:off x="1524000" y="1495425"/>
            <a:ext cx="4724400" cy="4210050"/>
          </a:xfrm>
        </p:spPr>
        <p:txBody>
          <a:bodyPr/>
          <a:lstStyle/>
          <a:p>
            <a:r>
              <a:rPr lang="en-US" altLang="en-US">
                <a:latin typeface="Comic Sans MS" panose="030F0702030302020204" pitchFamily="66" charset="0"/>
                <a:ea typeface="ＭＳ Ｐゴシック" panose="020B0600070205080204" pitchFamily="34" charset="-128"/>
              </a:rPr>
              <a:t>Các router được gom vào các vùng,</a:t>
            </a:r>
            <a:r>
              <a:rPr lang="en-US" altLang="en-US">
                <a:solidFill>
                  <a:srgbClr val="FF0000"/>
                </a:solidFill>
                <a:latin typeface="Comic Sans MS" panose="030F0702030302020204" pitchFamily="66" charset="0"/>
                <a:ea typeface="ＭＳ Ｐゴシック" panose="020B0600070205080204" pitchFamily="34" charset="-128"/>
              </a:rPr>
              <a:t> </a:t>
            </a:r>
            <a:r>
              <a:rPr lang="ja-JP" altLang="en-US">
                <a:solidFill>
                  <a:srgbClr val="CC0000"/>
                </a:solidFill>
                <a:latin typeface="Comic Sans MS" panose="030F0702030302020204" pitchFamily="66" charset="0"/>
                <a:ea typeface="ＭＳ Ｐゴシック" panose="020B0600070205080204" pitchFamily="34" charset="-128"/>
              </a:rPr>
              <a:t>“</a:t>
            </a:r>
            <a:r>
              <a:rPr lang="en-US" altLang="ja-JP">
                <a:solidFill>
                  <a:srgbClr val="CC0000"/>
                </a:solidFill>
                <a:latin typeface="Comic Sans MS" panose="030F0702030302020204" pitchFamily="66" charset="0"/>
                <a:ea typeface="ＭＳ Ｐゴシック" panose="020B0600070205080204" pitchFamily="34" charset="-128"/>
              </a:rPr>
              <a:t>autonomous systems</a:t>
            </a:r>
            <a:r>
              <a:rPr lang="ja-JP" altLang="en-US">
                <a:solidFill>
                  <a:srgbClr val="CC0000"/>
                </a:solidFill>
                <a:latin typeface="Comic Sans MS" panose="030F0702030302020204" pitchFamily="66" charset="0"/>
                <a:ea typeface="ＭＳ Ｐゴシック" panose="020B0600070205080204" pitchFamily="34" charset="-128"/>
              </a:rPr>
              <a:t>”</a:t>
            </a:r>
            <a:r>
              <a:rPr lang="en-US" altLang="ja-JP">
                <a:solidFill>
                  <a:srgbClr val="CC0000"/>
                </a:solidFill>
                <a:latin typeface="Comic Sans MS" panose="030F0702030302020204" pitchFamily="66" charset="0"/>
                <a:ea typeface="ＭＳ Ｐゴシック" panose="020B0600070205080204" pitchFamily="34" charset="-128"/>
              </a:rPr>
              <a:t> (AS)</a:t>
            </a:r>
          </a:p>
          <a:p>
            <a:r>
              <a:rPr lang="en-US" altLang="en-US">
                <a:latin typeface="Comic Sans MS" panose="030F0702030302020204" pitchFamily="66" charset="0"/>
                <a:ea typeface="ＭＳ Ｐゴシック" panose="020B0600070205080204" pitchFamily="34" charset="-128"/>
              </a:rPr>
              <a:t>Các router trong cùng AS chạy cùng giao thức định tuyến với nhau</a:t>
            </a:r>
          </a:p>
          <a:p>
            <a:pPr lvl="1"/>
            <a:r>
              <a:rPr lang="en-AU" altLang="ja-JP">
                <a:latin typeface="Comic Sans MS" panose="030F0702030302020204" pitchFamily="66" charset="0"/>
                <a:ea typeface="ＭＳ Ｐゴシック" panose="020B0600070205080204" pitchFamily="34" charset="-128"/>
              </a:rPr>
              <a:t>giao thức </a:t>
            </a:r>
            <a:r>
              <a:rPr lang="en-AU" altLang="ja-JP">
                <a:solidFill>
                  <a:srgbClr val="CC0000"/>
                </a:solidFill>
                <a:latin typeface="Comic Sans MS" panose="030F0702030302020204" pitchFamily="66" charset="0"/>
                <a:ea typeface="ＭＳ Ｐゴシック" panose="020B0600070205080204" pitchFamily="34" charset="-128"/>
              </a:rPr>
              <a:t>định tuyến </a:t>
            </a:r>
            <a:r>
              <a:rPr lang="ja-JP" altLang="en-US">
                <a:solidFill>
                  <a:srgbClr val="CC0000"/>
                </a:solidFill>
                <a:latin typeface="Comic Sans MS" panose="030F0702030302020204" pitchFamily="66" charset="0"/>
                <a:ea typeface="ＭＳ Ｐゴシック" panose="020B0600070205080204" pitchFamily="34" charset="-128"/>
              </a:rPr>
              <a:t>“</a:t>
            </a:r>
            <a:r>
              <a:rPr lang="en-US" altLang="ja-JP">
                <a:solidFill>
                  <a:srgbClr val="CC0000"/>
                </a:solidFill>
                <a:latin typeface="Comic Sans MS" panose="030F0702030302020204" pitchFamily="66" charset="0"/>
                <a:ea typeface="ＭＳ Ｐゴシック" panose="020B0600070205080204" pitchFamily="34" charset="-128"/>
              </a:rPr>
              <a:t>intra-AS</a:t>
            </a:r>
            <a:r>
              <a:rPr lang="ja-JP" altLang="en-US">
                <a:solidFill>
                  <a:srgbClr val="CC0000"/>
                </a:solidFill>
                <a:latin typeface="Comic Sans MS" panose="030F0702030302020204" pitchFamily="66" charset="0"/>
                <a:ea typeface="ＭＳ Ｐゴシック" panose="020B0600070205080204" pitchFamily="34" charset="-128"/>
              </a:rPr>
              <a:t>”</a:t>
            </a:r>
            <a:endParaRPr lang="en-US" altLang="ja-JP">
              <a:latin typeface="Comic Sans MS" panose="030F0702030302020204" pitchFamily="66" charset="0"/>
              <a:ea typeface="ＭＳ Ｐゴシック" panose="020B0600070205080204" pitchFamily="34" charset="-128"/>
            </a:endParaRPr>
          </a:p>
          <a:p>
            <a:pPr lvl="1"/>
            <a:r>
              <a:rPr lang="en-US" altLang="en-US">
                <a:latin typeface="Comic Sans MS" panose="030F0702030302020204" pitchFamily="66" charset="0"/>
                <a:ea typeface="ＭＳ Ｐゴシック" panose="020B0600070205080204" pitchFamily="34" charset="-128"/>
              </a:rPr>
              <a:t>Các router trong các AS khác nhau có thể chạy các giao thức định tuyến intra-AS khác nhau</a:t>
            </a:r>
          </a:p>
        </p:txBody>
      </p:sp>
      <p:sp>
        <p:nvSpPr>
          <p:cNvPr id="101381" name="Rectangle 4">
            <a:extLst>
              <a:ext uri="{FF2B5EF4-FFF2-40B4-BE49-F238E27FC236}">
                <a16:creationId xmlns:a16="http://schemas.microsoft.com/office/drawing/2014/main" id="{F575420F-2ACF-4ABC-970B-13625FE5F3A4}"/>
              </a:ext>
            </a:extLst>
          </p:cNvPr>
          <p:cNvSpPr>
            <a:spLocks noGrp="1" noChangeArrowheads="1"/>
          </p:cNvSpPr>
          <p:nvPr>
            <p:ph type="body" sz="half" idx="2"/>
          </p:nvPr>
        </p:nvSpPr>
        <p:spPr>
          <a:xfrm>
            <a:off x="6453188" y="1500188"/>
            <a:ext cx="4000500" cy="4648200"/>
          </a:xfrm>
        </p:spPr>
        <p:txBody>
          <a:bodyPr/>
          <a:lstStyle/>
          <a:p>
            <a:pPr>
              <a:buFont typeface="Wingdings" panose="05000000000000000000" pitchFamily="2" charset="2"/>
              <a:buNone/>
            </a:pPr>
            <a:r>
              <a:rPr lang="en-US" altLang="en-US" i="1">
                <a:solidFill>
                  <a:srgbClr val="CC0000"/>
                </a:solidFill>
                <a:latin typeface="Comic Sans MS" panose="030F0702030302020204" pitchFamily="66" charset="0"/>
                <a:ea typeface="ＭＳ Ｐゴシック" panose="020B0600070205080204" pitchFamily="34" charset="-128"/>
              </a:rPr>
              <a:t>gateway router:</a:t>
            </a:r>
          </a:p>
          <a:p>
            <a:r>
              <a:rPr lang="en-US" altLang="en-US" sz="2400">
                <a:latin typeface="Comic Sans MS" panose="030F0702030302020204" pitchFamily="66" charset="0"/>
                <a:ea typeface="ＭＳ Ｐゴシック" panose="020B0600070205080204" pitchFamily="34" charset="-128"/>
              </a:rPr>
              <a:t>Tại “biên” (</a:t>
            </a:r>
            <a:r>
              <a:rPr lang="ja-JP" altLang="en-US" sz="2400">
                <a:latin typeface="Comic Sans MS" panose="030F0702030302020204" pitchFamily="66" charset="0"/>
                <a:ea typeface="ＭＳ Ｐゴシック" panose="020B0600070205080204" pitchFamily="34" charset="-128"/>
              </a:rPr>
              <a:t>“</a:t>
            </a:r>
            <a:r>
              <a:rPr lang="en-US" altLang="ja-JP" sz="2400">
                <a:latin typeface="Comic Sans MS" panose="030F0702030302020204" pitchFamily="66" charset="0"/>
                <a:ea typeface="ＭＳ Ｐゴシック" panose="020B0600070205080204" pitchFamily="34" charset="-128"/>
              </a:rPr>
              <a:t>edge</a:t>
            </a:r>
            <a:r>
              <a:rPr lang="ja-JP" altLang="en-US" sz="2400">
                <a:latin typeface="Comic Sans MS" panose="030F0702030302020204" pitchFamily="66" charset="0"/>
                <a:ea typeface="ＭＳ Ｐゴシック" panose="020B0600070205080204" pitchFamily="34" charset="-128"/>
              </a:rPr>
              <a:t>”</a:t>
            </a:r>
            <a:r>
              <a:rPr lang="en-US" altLang="ja-JP" sz="2400">
                <a:latin typeface="Comic Sans MS" panose="030F0702030302020204" pitchFamily="66" charset="0"/>
                <a:ea typeface="ＭＳ Ｐゴシック" panose="020B0600070205080204" pitchFamily="34" charset="-128"/>
              </a:rPr>
              <a:t>) của AS của nó</a:t>
            </a:r>
          </a:p>
          <a:p>
            <a:r>
              <a:rPr lang="en-US" altLang="en-US" sz="2400">
                <a:latin typeface="Comic Sans MS" panose="030F0702030302020204" pitchFamily="66" charset="0"/>
                <a:ea typeface="ＭＳ Ｐゴシック" panose="020B0600070205080204" pitchFamily="34" charset="-128"/>
              </a:rPr>
              <a:t>Có liên kết đến router trong AS khác</a:t>
            </a:r>
          </a:p>
        </p:txBody>
      </p:sp>
      <p:pic>
        <p:nvPicPr>
          <p:cNvPr id="101382" name="Picture 6" descr="underline_base">
            <a:extLst>
              <a:ext uri="{FF2B5EF4-FFF2-40B4-BE49-F238E27FC236}">
                <a16:creationId xmlns:a16="http://schemas.microsoft.com/office/drawing/2014/main" id="{D72833B9-724C-44B0-A571-24B8AAB27F4E}"/>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00263" y="903289"/>
            <a:ext cx="4570412"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9335" name="Rectangle 7">
            <a:extLst>
              <a:ext uri="{FF2B5EF4-FFF2-40B4-BE49-F238E27FC236}">
                <a16:creationId xmlns:a16="http://schemas.microsoft.com/office/drawing/2014/main" id="{FBC8052E-0194-4C0E-A048-D51F56975C8C}"/>
              </a:ext>
            </a:extLst>
          </p:cNvPr>
          <p:cNvSpPr>
            <a:spLocks noGrp="1" noChangeArrowheads="1"/>
          </p:cNvSpPr>
          <p:nvPr>
            <p:ph type="title"/>
          </p:nvPr>
        </p:nvSpPr>
        <p:spPr>
          <a:xfrm>
            <a:off x="2057400" y="241301"/>
            <a:ext cx="6578600" cy="885825"/>
          </a:xfrm>
        </p:spPr>
        <p:txBody>
          <a:bodyPr>
            <a:normAutofit fontScale="90000"/>
          </a:bodyPr>
          <a:lstStyle/>
          <a:p>
            <a:pPr>
              <a:defRPr/>
            </a:pPr>
            <a:r>
              <a:rPr lang="en-US" dirty="0" err="1">
                <a:ea typeface="ＭＳ Ｐゴシック" pitchFamily="34" charset="-128"/>
              </a:rPr>
              <a:t>Định</a:t>
            </a:r>
            <a:r>
              <a:rPr lang="en-US" dirty="0">
                <a:ea typeface="ＭＳ Ｐゴシック" pitchFamily="34" charset="-128"/>
              </a:rPr>
              <a:t> </a:t>
            </a:r>
            <a:r>
              <a:rPr lang="en-US" dirty="0" err="1">
                <a:ea typeface="ＭＳ Ｐゴシック" pitchFamily="34" charset="-128"/>
              </a:rPr>
              <a:t>tuyến</a:t>
            </a:r>
            <a:r>
              <a:rPr lang="en-US" dirty="0">
                <a:ea typeface="ＭＳ Ｐゴシック" pitchFamily="34" charset="-128"/>
              </a:rPr>
              <a:t> </a:t>
            </a:r>
            <a:r>
              <a:rPr lang="en-US" dirty="0" err="1">
                <a:ea typeface="ＭＳ Ｐゴシック" pitchFamily="34" charset="-128"/>
              </a:rPr>
              <a:t>có</a:t>
            </a:r>
            <a:r>
              <a:rPr lang="en-US" dirty="0">
                <a:ea typeface="ＭＳ Ｐゴシック" pitchFamily="34" charset="-128"/>
              </a:rPr>
              <a:t> </a:t>
            </a:r>
            <a:r>
              <a:rPr lang="en-US" dirty="0" err="1">
                <a:ea typeface="ＭＳ Ｐゴシック" pitchFamily="34" charset="-128"/>
              </a:rPr>
              <a:t>cấu</a:t>
            </a:r>
            <a:r>
              <a:rPr lang="en-US" dirty="0">
                <a:ea typeface="ＭＳ Ｐゴシック" pitchFamily="34" charset="-128"/>
              </a:rPr>
              <a:t> </a:t>
            </a:r>
            <a:r>
              <a:rPr lang="en-US" dirty="0" err="1">
                <a:ea typeface="ＭＳ Ｐゴシック" pitchFamily="34" charset="-128"/>
              </a:rPr>
              <a:t>trúc</a:t>
            </a:r>
            <a:r>
              <a:rPr lang="en-US" dirty="0">
                <a:ea typeface="ＭＳ Ｐゴシック" pitchFamily="34" charset="-128"/>
              </a:rPr>
              <a:t> </a:t>
            </a:r>
            <a:br>
              <a:rPr lang="en-US" dirty="0">
                <a:ea typeface="ＭＳ Ｐゴシック" pitchFamily="34" charset="-128"/>
              </a:rPr>
            </a:br>
            <a:endParaRPr lang="en-US" dirty="0">
              <a:cs typeface="+mj-cs"/>
            </a:endParaRPr>
          </a:p>
        </p:txBody>
      </p:sp>
    </p:spTree>
    <p:extLst>
      <p:ext uri="{BB962C8B-B14F-4D97-AF65-F5344CB8AC3E}">
        <p14:creationId xmlns:p14="http://schemas.microsoft.com/office/powerpoint/2010/main" val="356371048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Footer Placeholder 5">
            <a:extLst>
              <a:ext uri="{FF2B5EF4-FFF2-40B4-BE49-F238E27FC236}">
                <a16:creationId xmlns:a16="http://schemas.microsoft.com/office/drawing/2014/main" id="{B8091495-412D-4C11-A554-C41D9EF53D7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Tầng Network</a:t>
            </a:r>
          </a:p>
        </p:txBody>
      </p:sp>
      <p:sp>
        <p:nvSpPr>
          <p:cNvPr id="102403" name="Slide Number Placeholder 6">
            <a:extLst>
              <a:ext uri="{FF2B5EF4-FFF2-40B4-BE49-F238E27FC236}">
                <a16:creationId xmlns:a16="http://schemas.microsoft.com/office/drawing/2014/main" id="{4D16EDB3-26F0-4C59-BEAE-4BE39837B0E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4-</a:t>
            </a:r>
            <a:fld id="{9B034B96-F5BA-47A2-BD55-903A32D9C6CF}" type="slidenum">
              <a:rPr lang="en-US" altLang="en-US">
                <a:latin typeface="Tahoma" panose="020B0604030504040204" pitchFamily="34" charset="0"/>
              </a:rPr>
              <a:pPr/>
              <a:t>87</a:t>
            </a:fld>
            <a:endParaRPr lang="en-US" altLang="en-US">
              <a:latin typeface="Tahoma" panose="020B0604030504040204" pitchFamily="34" charset="0"/>
            </a:endParaRPr>
          </a:p>
        </p:txBody>
      </p:sp>
      <p:grpSp>
        <p:nvGrpSpPr>
          <p:cNvPr id="102404" name="Group 2">
            <a:extLst>
              <a:ext uri="{FF2B5EF4-FFF2-40B4-BE49-F238E27FC236}">
                <a16:creationId xmlns:a16="http://schemas.microsoft.com/office/drawing/2014/main" id="{C03866E7-6B35-4073-A0A2-7E490E908C21}"/>
              </a:ext>
            </a:extLst>
          </p:cNvPr>
          <p:cNvGrpSpPr>
            <a:grpSpLocks/>
          </p:cNvGrpSpPr>
          <p:nvPr/>
        </p:nvGrpSpPr>
        <p:grpSpPr bwMode="auto">
          <a:xfrm>
            <a:off x="1728788" y="1254125"/>
            <a:ext cx="6178550" cy="4376738"/>
            <a:chOff x="0" y="878"/>
            <a:chExt cx="4232" cy="2968"/>
          </a:xfrm>
        </p:grpSpPr>
        <p:sp>
          <p:nvSpPr>
            <p:cNvPr id="102408" name="Freeform 3">
              <a:extLst>
                <a:ext uri="{FF2B5EF4-FFF2-40B4-BE49-F238E27FC236}">
                  <a16:creationId xmlns:a16="http://schemas.microsoft.com/office/drawing/2014/main" id="{5FEE1C88-971D-4D2E-AD53-C3AE728C8B39}"/>
                </a:ext>
              </a:extLst>
            </p:cNvPr>
            <p:cNvSpPr>
              <a:spLocks/>
            </p:cNvSpPr>
            <p:nvPr/>
          </p:nvSpPr>
          <p:spPr bwMode="auto">
            <a:xfrm>
              <a:off x="2621" y="1050"/>
              <a:ext cx="1611" cy="1025"/>
            </a:xfrm>
            <a:custGeom>
              <a:avLst/>
              <a:gdLst>
                <a:gd name="T0" fmla="*/ 74351 w 1162"/>
                <a:gd name="T1" fmla="*/ 190681053 h 543"/>
                <a:gd name="T2" fmla="*/ 486555 w 1162"/>
                <a:gd name="T3" fmla="*/ 16079400 h 543"/>
                <a:gd name="T4" fmla="*/ 1243410 w 1162"/>
                <a:gd name="T5" fmla="*/ 92626222 h 543"/>
                <a:gd name="T6" fmla="*/ 1513546 w 1162"/>
                <a:gd name="T7" fmla="*/ 280747940 h 543"/>
                <a:gd name="T8" fmla="*/ 1386265 w 1162"/>
                <a:gd name="T9" fmla="*/ 529956671 h 543"/>
                <a:gd name="T10" fmla="*/ 774869 w 1162"/>
                <a:gd name="T11" fmla="*/ 635940611 h 543"/>
                <a:gd name="T12" fmla="*/ 115855 w 1162"/>
                <a:gd name="T13" fmla="*/ 516392578 h 543"/>
                <a:gd name="T14" fmla="*/ 74351 w 1162"/>
                <a:gd name="T15" fmla="*/ 190681053 h 543"/>
                <a:gd name="T16" fmla="*/ 0 60000 65536"/>
                <a:gd name="T17" fmla="*/ 0 60000 65536"/>
                <a:gd name="T18" fmla="*/ 0 60000 65536"/>
                <a:gd name="T19" fmla="*/ 0 60000 65536"/>
                <a:gd name="T20" fmla="*/ 0 60000 65536"/>
                <a:gd name="T21" fmla="*/ 0 60000 65536"/>
                <a:gd name="T22" fmla="*/ 0 60000 65536"/>
                <a:gd name="T23" fmla="*/ 0 60000 65536"/>
                <a:gd name="T24" fmla="*/ 0 w 1162"/>
                <a:gd name="T25" fmla="*/ 0 h 543"/>
                <a:gd name="T26" fmla="*/ 1162 w 1162"/>
                <a:gd name="T27" fmla="*/ 543 h 54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62" h="543">
                  <a:moveTo>
                    <a:pt x="56" y="162"/>
                  </a:moveTo>
                  <a:cubicBezTo>
                    <a:pt x="115" y="100"/>
                    <a:pt x="221" y="28"/>
                    <a:pt x="368" y="14"/>
                  </a:cubicBezTo>
                  <a:cubicBezTo>
                    <a:pt x="515" y="0"/>
                    <a:pt x="811" y="42"/>
                    <a:pt x="940" y="79"/>
                  </a:cubicBezTo>
                  <a:cubicBezTo>
                    <a:pt x="1069" y="116"/>
                    <a:pt x="1126" y="177"/>
                    <a:pt x="1144" y="239"/>
                  </a:cubicBezTo>
                  <a:cubicBezTo>
                    <a:pt x="1162" y="301"/>
                    <a:pt x="1141" y="401"/>
                    <a:pt x="1048" y="451"/>
                  </a:cubicBezTo>
                  <a:cubicBezTo>
                    <a:pt x="955" y="501"/>
                    <a:pt x="746" y="543"/>
                    <a:pt x="586" y="541"/>
                  </a:cubicBezTo>
                  <a:cubicBezTo>
                    <a:pt x="426" y="539"/>
                    <a:pt x="176" y="502"/>
                    <a:pt x="88" y="439"/>
                  </a:cubicBezTo>
                  <a:cubicBezTo>
                    <a:pt x="0" y="376"/>
                    <a:pt x="63" y="220"/>
                    <a:pt x="56" y="162"/>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02409" name="Freeform 4">
              <a:extLst>
                <a:ext uri="{FF2B5EF4-FFF2-40B4-BE49-F238E27FC236}">
                  <a16:creationId xmlns:a16="http://schemas.microsoft.com/office/drawing/2014/main" id="{E4103AE6-5FE0-41F2-94F8-2E08001A85FE}"/>
                </a:ext>
              </a:extLst>
            </p:cNvPr>
            <p:cNvSpPr>
              <a:spLocks/>
            </p:cNvSpPr>
            <p:nvPr/>
          </p:nvSpPr>
          <p:spPr bwMode="auto">
            <a:xfrm>
              <a:off x="0" y="878"/>
              <a:ext cx="1255" cy="1016"/>
            </a:xfrm>
            <a:custGeom>
              <a:avLst/>
              <a:gdLst>
                <a:gd name="T0" fmla="*/ 245 w 1198"/>
                <a:gd name="T1" fmla="*/ 2147483647 h 451"/>
                <a:gd name="T2" fmla="*/ 501 w 1198"/>
                <a:gd name="T3" fmla="*/ 2147483647 h 451"/>
                <a:gd name="T4" fmla="*/ 1242 w 1198"/>
                <a:gd name="T5" fmla="*/ 2147483647 h 451"/>
                <a:gd name="T6" fmla="*/ 2746 w 1198"/>
                <a:gd name="T7" fmla="*/ 1429246741 h 451"/>
                <a:gd name="T8" fmla="*/ 3285 w 1198"/>
                <a:gd name="T9" fmla="*/ 2147483647 h 451"/>
                <a:gd name="T10" fmla="*/ 2469 w 1198"/>
                <a:gd name="T11" fmla="*/ 2147483647 h 451"/>
                <a:gd name="T12" fmla="*/ 852 w 1198"/>
                <a:gd name="T13" fmla="*/ 2147483647 h 451"/>
                <a:gd name="T14" fmla="*/ 100 w 1198"/>
                <a:gd name="T15" fmla="*/ 2147483647 h 451"/>
                <a:gd name="T16" fmla="*/ 245 w 1198"/>
                <a:gd name="T17" fmla="*/ 2147483647 h 45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98"/>
                <a:gd name="T28" fmla="*/ 0 h 451"/>
                <a:gd name="T29" fmla="*/ 1198 w 1198"/>
                <a:gd name="T30" fmla="*/ 451 h 45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98" h="451">
                  <a:moveTo>
                    <a:pt x="88" y="181"/>
                  </a:moveTo>
                  <a:cubicBezTo>
                    <a:pt x="159" y="143"/>
                    <a:pt x="120" y="111"/>
                    <a:pt x="180" y="89"/>
                  </a:cubicBezTo>
                  <a:cubicBezTo>
                    <a:pt x="240" y="67"/>
                    <a:pt x="313" y="60"/>
                    <a:pt x="448" y="49"/>
                  </a:cubicBezTo>
                  <a:cubicBezTo>
                    <a:pt x="583" y="38"/>
                    <a:pt x="866" y="0"/>
                    <a:pt x="988" y="25"/>
                  </a:cubicBezTo>
                  <a:cubicBezTo>
                    <a:pt x="1110" y="50"/>
                    <a:pt x="1198" y="132"/>
                    <a:pt x="1181" y="197"/>
                  </a:cubicBezTo>
                  <a:cubicBezTo>
                    <a:pt x="1164" y="262"/>
                    <a:pt x="1034" y="375"/>
                    <a:pt x="889" y="413"/>
                  </a:cubicBezTo>
                  <a:cubicBezTo>
                    <a:pt x="744" y="451"/>
                    <a:pt x="449" y="438"/>
                    <a:pt x="307" y="425"/>
                  </a:cubicBezTo>
                  <a:cubicBezTo>
                    <a:pt x="165" y="412"/>
                    <a:pt x="72" y="378"/>
                    <a:pt x="36" y="337"/>
                  </a:cubicBezTo>
                  <a:cubicBezTo>
                    <a:pt x="0" y="296"/>
                    <a:pt x="77" y="213"/>
                    <a:pt x="88" y="181"/>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02410" name="Freeform 5">
              <a:extLst>
                <a:ext uri="{FF2B5EF4-FFF2-40B4-BE49-F238E27FC236}">
                  <a16:creationId xmlns:a16="http://schemas.microsoft.com/office/drawing/2014/main" id="{C2DD01D5-4DAA-46E2-B7E6-7B367865EFA4}"/>
                </a:ext>
              </a:extLst>
            </p:cNvPr>
            <p:cNvSpPr>
              <a:spLocks/>
            </p:cNvSpPr>
            <p:nvPr/>
          </p:nvSpPr>
          <p:spPr bwMode="auto">
            <a:xfrm>
              <a:off x="810" y="1611"/>
              <a:ext cx="2007" cy="792"/>
            </a:xfrm>
            <a:custGeom>
              <a:avLst/>
              <a:gdLst>
                <a:gd name="T0" fmla="*/ 28843 w 1583"/>
                <a:gd name="T1" fmla="*/ 6021 h 682"/>
                <a:gd name="T2" fmla="*/ 75351 w 1583"/>
                <a:gd name="T3" fmla="*/ 1992 h 682"/>
                <a:gd name="T4" fmla="*/ 145338 w 1583"/>
                <a:gd name="T5" fmla="*/ 533 h 682"/>
                <a:gd name="T6" fmla="*/ 214204 w 1583"/>
                <a:gd name="T7" fmla="*/ 5196 h 682"/>
                <a:gd name="T8" fmla="*/ 289535 w 1583"/>
                <a:gd name="T9" fmla="*/ 11477 h 682"/>
                <a:gd name="T10" fmla="*/ 235625 w 1583"/>
                <a:gd name="T11" fmla="*/ 17294 h 682"/>
                <a:gd name="T12" fmla="*/ 127803 w 1583"/>
                <a:gd name="T13" fmla="*/ 17626 h 682"/>
                <a:gd name="T14" fmla="*/ 16421 w 1583"/>
                <a:gd name="T15" fmla="*/ 16003 h 682"/>
                <a:gd name="T16" fmla="*/ 28843 w 1583"/>
                <a:gd name="T17" fmla="*/ 6021 h 68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83"/>
                <a:gd name="T28" fmla="*/ 0 h 682"/>
                <a:gd name="T29" fmla="*/ 1583 w 1583"/>
                <a:gd name="T30" fmla="*/ 682 h 68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83" h="682">
                  <a:moveTo>
                    <a:pt x="155" y="224"/>
                  </a:moveTo>
                  <a:cubicBezTo>
                    <a:pt x="208" y="137"/>
                    <a:pt x="302" y="108"/>
                    <a:pt x="407" y="74"/>
                  </a:cubicBezTo>
                  <a:cubicBezTo>
                    <a:pt x="512" y="40"/>
                    <a:pt x="660" y="0"/>
                    <a:pt x="785" y="20"/>
                  </a:cubicBezTo>
                  <a:cubicBezTo>
                    <a:pt x="910" y="40"/>
                    <a:pt x="1027" y="126"/>
                    <a:pt x="1157" y="194"/>
                  </a:cubicBezTo>
                  <a:cubicBezTo>
                    <a:pt x="1287" y="262"/>
                    <a:pt x="1545" y="353"/>
                    <a:pt x="1564" y="428"/>
                  </a:cubicBezTo>
                  <a:cubicBezTo>
                    <a:pt x="1583" y="503"/>
                    <a:pt x="1417" y="606"/>
                    <a:pt x="1272" y="644"/>
                  </a:cubicBezTo>
                  <a:cubicBezTo>
                    <a:pt x="1127" y="682"/>
                    <a:pt x="887" y="664"/>
                    <a:pt x="690" y="656"/>
                  </a:cubicBezTo>
                  <a:cubicBezTo>
                    <a:pt x="493" y="648"/>
                    <a:pt x="178" y="668"/>
                    <a:pt x="89" y="596"/>
                  </a:cubicBezTo>
                  <a:cubicBezTo>
                    <a:pt x="0" y="524"/>
                    <a:pt x="102" y="311"/>
                    <a:pt x="155" y="224"/>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02411" name="Oval 6">
              <a:extLst>
                <a:ext uri="{FF2B5EF4-FFF2-40B4-BE49-F238E27FC236}">
                  <a16:creationId xmlns:a16="http://schemas.microsoft.com/office/drawing/2014/main" id="{AE129888-6D4F-4543-BDE6-2CE2CE0E907E}"/>
                </a:ext>
              </a:extLst>
            </p:cNvPr>
            <p:cNvSpPr>
              <a:spLocks noChangeArrowheads="1"/>
            </p:cNvSpPr>
            <p:nvPr/>
          </p:nvSpPr>
          <p:spPr bwMode="auto">
            <a:xfrm>
              <a:off x="261" y="1610"/>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2412" name="Line 7">
              <a:extLst>
                <a:ext uri="{FF2B5EF4-FFF2-40B4-BE49-F238E27FC236}">
                  <a16:creationId xmlns:a16="http://schemas.microsoft.com/office/drawing/2014/main" id="{A5C6C3E2-9537-4E92-B431-4450B1EF81FC}"/>
                </a:ext>
              </a:extLst>
            </p:cNvPr>
            <p:cNvSpPr>
              <a:spLocks noChangeShapeType="1"/>
            </p:cNvSpPr>
            <p:nvPr/>
          </p:nvSpPr>
          <p:spPr bwMode="auto">
            <a:xfrm>
              <a:off x="261" y="1603"/>
              <a:ext cx="0" cy="5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2413" name="Line 8">
              <a:extLst>
                <a:ext uri="{FF2B5EF4-FFF2-40B4-BE49-F238E27FC236}">
                  <a16:creationId xmlns:a16="http://schemas.microsoft.com/office/drawing/2014/main" id="{C0C03947-7281-49F0-93CE-94BB2F080E86}"/>
                </a:ext>
              </a:extLst>
            </p:cNvPr>
            <p:cNvSpPr>
              <a:spLocks noChangeShapeType="1"/>
            </p:cNvSpPr>
            <p:nvPr/>
          </p:nvSpPr>
          <p:spPr bwMode="auto">
            <a:xfrm>
              <a:off x="574" y="1603"/>
              <a:ext cx="0" cy="5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2414" name="Rectangle 9">
              <a:extLst>
                <a:ext uri="{FF2B5EF4-FFF2-40B4-BE49-F238E27FC236}">
                  <a16:creationId xmlns:a16="http://schemas.microsoft.com/office/drawing/2014/main" id="{80492ADB-6E20-4001-B960-AC05EF3E11E7}"/>
                </a:ext>
              </a:extLst>
            </p:cNvPr>
            <p:cNvSpPr>
              <a:spLocks noChangeArrowheads="1"/>
            </p:cNvSpPr>
            <p:nvPr/>
          </p:nvSpPr>
          <p:spPr bwMode="auto">
            <a:xfrm>
              <a:off x="261" y="1603"/>
              <a:ext cx="310" cy="51"/>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102415" name="Oval 10">
              <a:extLst>
                <a:ext uri="{FF2B5EF4-FFF2-40B4-BE49-F238E27FC236}">
                  <a16:creationId xmlns:a16="http://schemas.microsoft.com/office/drawing/2014/main" id="{9D646744-A43E-460A-B34A-6B2B29A12D26}"/>
                </a:ext>
              </a:extLst>
            </p:cNvPr>
            <p:cNvSpPr>
              <a:spLocks noChangeArrowheads="1"/>
            </p:cNvSpPr>
            <p:nvPr/>
          </p:nvSpPr>
          <p:spPr bwMode="auto">
            <a:xfrm>
              <a:off x="258" y="1544"/>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2416" name="Rectangle 11">
              <a:extLst>
                <a:ext uri="{FF2B5EF4-FFF2-40B4-BE49-F238E27FC236}">
                  <a16:creationId xmlns:a16="http://schemas.microsoft.com/office/drawing/2014/main" id="{F8893248-3E01-42EB-B926-5B729C77BB78}"/>
                </a:ext>
              </a:extLst>
            </p:cNvPr>
            <p:cNvSpPr>
              <a:spLocks noChangeArrowheads="1"/>
            </p:cNvSpPr>
            <p:nvPr/>
          </p:nvSpPr>
          <p:spPr bwMode="auto">
            <a:xfrm>
              <a:off x="345" y="1557"/>
              <a:ext cx="141" cy="124"/>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2417" name="Text Box 12">
              <a:extLst>
                <a:ext uri="{FF2B5EF4-FFF2-40B4-BE49-F238E27FC236}">
                  <a16:creationId xmlns:a16="http://schemas.microsoft.com/office/drawing/2014/main" id="{8E3E9CA4-BC54-42C5-A2D2-8BC3A48ED490}"/>
                </a:ext>
              </a:extLst>
            </p:cNvPr>
            <p:cNvSpPr txBox="1">
              <a:spLocks noChangeArrowheads="1"/>
            </p:cNvSpPr>
            <p:nvPr/>
          </p:nvSpPr>
          <p:spPr bwMode="auto">
            <a:xfrm>
              <a:off x="259" y="1492"/>
              <a:ext cx="32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3b</a:t>
              </a:r>
              <a:endParaRPr lang="en-US" altLang="en-US" sz="2400"/>
            </a:p>
          </p:txBody>
        </p:sp>
        <p:sp>
          <p:nvSpPr>
            <p:cNvPr id="102418" name="Oval 13">
              <a:extLst>
                <a:ext uri="{FF2B5EF4-FFF2-40B4-BE49-F238E27FC236}">
                  <a16:creationId xmlns:a16="http://schemas.microsoft.com/office/drawing/2014/main" id="{FD3DCD3F-EEE2-4806-AD3C-9F7EA1FD71A2}"/>
                </a:ext>
              </a:extLst>
            </p:cNvPr>
            <p:cNvSpPr>
              <a:spLocks noChangeArrowheads="1"/>
            </p:cNvSpPr>
            <p:nvPr/>
          </p:nvSpPr>
          <p:spPr bwMode="auto">
            <a:xfrm>
              <a:off x="1479" y="2216"/>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2419" name="Line 14">
              <a:extLst>
                <a:ext uri="{FF2B5EF4-FFF2-40B4-BE49-F238E27FC236}">
                  <a16:creationId xmlns:a16="http://schemas.microsoft.com/office/drawing/2014/main" id="{64F7EC99-33EE-4C9E-AD80-533529EFC8A2}"/>
                </a:ext>
              </a:extLst>
            </p:cNvPr>
            <p:cNvSpPr>
              <a:spLocks noChangeShapeType="1"/>
            </p:cNvSpPr>
            <p:nvPr/>
          </p:nvSpPr>
          <p:spPr bwMode="auto">
            <a:xfrm>
              <a:off x="1479" y="2209"/>
              <a:ext cx="0" cy="5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2420" name="Line 15">
              <a:extLst>
                <a:ext uri="{FF2B5EF4-FFF2-40B4-BE49-F238E27FC236}">
                  <a16:creationId xmlns:a16="http://schemas.microsoft.com/office/drawing/2014/main" id="{9148C6F7-714D-4333-9E97-0AED74E23469}"/>
                </a:ext>
              </a:extLst>
            </p:cNvPr>
            <p:cNvSpPr>
              <a:spLocks noChangeShapeType="1"/>
            </p:cNvSpPr>
            <p:nvPr/>
          </p:nvSpPr>
          <p:spPr bwMode="auto">
            <a:xfrm>
              <a:off x="1792" y="2209"/>
              <a:ext cx="0" cy="5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2421" name="Rectangle 16">
              <a:extLst>
                <a:ext uri="{FF2B5EF4-FFF2-40B4-BE49-F238E27FC236}">
                  <a16:creationId xmlns:a16="http://schemas.microsoft.com/office/drawing/2014/main" id="{A934D95B-2002-4D3C-BD5B-33152C11240E}"/>
                </a:ext>
              </a:extLst>
            </p:cNvPr>
            <p:cNvSpPr>
              <a:spLocks noChangeArrowheads="1"/>
            </p:cNvSpPr>
            <p:nvPr/>
          </p:nvSpPr>
          <p:spPr bwMode="auto">
            <a:xfrm>
              <a:off x="1479" y="2209"/>
              <a:ext cx="310" cy="51"/>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102422" name="Oval 17">
              <a:extLst>
                <a:ext uri="{FF2B5EF4-FFF2-40B4-BE49-F238E27FC236}">
                  <a16:creationId xmlns:a16="http://schemas.microsoft.com/office/drawing/2014/main" id="{48F33448-D254-4CE6-B90C-E3FA4DDA2AFC}"/>
                </a:ext>
              </a:extLst>
            </p:cNvPr>
            <p:cNvSpPr>
              <a:spLocks noChangeArrowheads="1"/>
            </p:cNvSpPr>
            <p:nvPr/>
          </p:nvSpPr>
          <p:spPr bwMode="auto">
            <a:xfrm>
              <a:off x="1476" y="2150"/>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nvGrpSpPr>
            <p:cNvPr id="102423" name="Group 18">
              <a:extLst>
                <a:ext uri="{FF2B5EF4-FFF2-40B4-BE49-F238E27FC236}">
                  <a16:creationId xmlns:a16="http://schemas.microsoft.com/office/drawing/2014/main" id="{EA5E8427-D53B-490E-A52A-9C3AE772B0B5}"/>
                </a:ext>
              </a:extLst>
            </p:cNvPr>
            <p:cNvGrpSpPr>
              <a:grpSpLocks/>
            </p:cNvGrpSpPr>
            <p:nvPr/>
          </p:nvGrpSpPr>
          <p:grpSpPr bwMode="auto">
            <a:xfrm>
              <a:off x="1478" y="2092"/>
              <a:ext cx="321" cy="269"/>
              <a:chOff x="2897" y="2425"/>
              <a:chExt cx="323" cy="269"/>
            </a:xfrm>
          </p:grpSpPr>
          <p:sp>
            <p:nvSpPr>
              <p:cNvPr id="102526" name="Rectangle 19">
                <a:extLst>
                  <a:ext uri="{FF2B5EF4-FFF2-40B4-BE49-F238E27FC236}">
                    <a16:creationId xmlns:a16="http://schemas.microsoft.com/office/drawing/2014/main" id="{2A05C42F-61F7-4810-A9C1-2ABCA86F3C77}"/>
                  </a:ext>
                </a:extLst>
              </p:cNvPr>
              <p:cNvSpPr>
                <a:spLocks noChangeArrowheads="1"/>
              </p:cNvSpPr>
              <p:nvPr/>
            </p:nvSpPr>
            <p:spPr bwMode="auto">
              <a:xfrm>
                <a:off x="2982" y="2490"/>
                <a:ext cx="142"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2527" name="Text Box 20">
                <a:extLst>
                  <a:ext uri="{FF2B5EF4-FFF2-40B4-BE49-F238E27FC236}">
                    <a16:creationId xmlns:a16="http://schemas.microsoft.com/office/drawing/2014/main" id="{E51E0755-65E0-4F81-8687-B00F66EC1C00}"/>
                  </a:ext>
                </a:extLst>
              </p:cNvPr>
              <p:cNvSpPr txBox="1">
                <a:spLocks noChangeArrowheads="1"/>
              </p:cNvSpPr>
              <p:nvPr/>
            </p:nvSpPr>
            <p:spPr bwMode="auto">
              <a:xfrm>
                <a:off x="2897" y="2425"/>
                <a:ext cx="323"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1d</a:t>
                </a:r>
              </a:p>
            </p:txBody>
          </p:sp>
        </p:grpSp>
        <p:sp>
          <p:nvSpPr>
            <p:cNvPr id="102424" name="Oval 21">
              <a:extLst>
                <a:ext uri="{FF2B5EF4-FFF2-40B4-BE49-F238E27FC236}">
                  <a16:creationId xmlns:a16="http://schemas.microsoft.com/office/drawing/2014/main" id="{45DA6405-EA4D-4A65-97E3-E42B657FDCED}"/>
                </a:ext>
              </a:extLst>
            </p:cNvPr>
            <p:cNvSpPr>
              <a:spLocks noChangeArrowheads="1"/>
            </p:cNvSpPr>
            <p:nvPr/>
          </p:nvSpPr>
          <p:spPr bwMode="auto">
            <a:xfrm>
              <a:off x="822" y="1478"/>
              <a:ext cx="313" cy="83"/>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2425" name="Line 22">
              <a:extLst>
                <a:ext uri="{FF2B5EF4-FFF2-40B4-BE49-F238E27FC236}">
                  <a16:creationId xmlns:a16="http://schemas.microsoft.com/office/drawing/2014/main" id="{EBDA3667-2976-490C-B5EB-3C654BBED8C7}"/>
                </a:ext>
              </a:extLst>
            </p:cNvPr>
            <p:cNvSpPr>
              <a:spLocks noChangeShapeType="1"/>
            </p:cNvSpPr>
            <p:nvPr/>
          </p:nvSpPr>
          <p:spPr bwMode="auto">
            <a:xfrm>
              <a:off x="822" y="1471"/>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2426" name="Line 23">
              <a:extLst>
                <a:ext uri="{FF2B5EF4-FFF2-40B4-BE49-F238E27FC236}">
                  <a16:creationId xmlns:a16="http://schemas.microsoft.com/office/drawing/2014/main" id="{76C96B2B-B426-49E1-A349-029CA40974DD}"/>
                </a:ext>
              </a:extLst>
            </p:cNvPr>
            <p:cNvSpPr>
              <a:spLocks noChangeShapeType="1"/>
            </p:cNvSpPr>
            <p:nvPr/>
          </p:nvSpPr>
          <p:spPr bwMode="auto">
            <a:xfrm>
              <a:off x="1135" y="1471"/>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2427" name="Rectangle 24">
              <a:extLst>
                <a:ext uri="{FF2B5EF4-FFF2-40B4-BE49-F238E27FC236}">
                  <a16:creationId xmlns:a16="http://schemas.microsoft.com/office/drawing/2014/main" id="{C51813F1-A928-4FF6-927C-F895D100286C}"/>
                </a:ext>
              </a:extLst>
            </p:cNvPr>
            <p:cNvSpPr>
              <a:spLocks noChangeArrowheads="1"/>
            </p:cNvSpPr>
            <p:nvPr/>
          </p:nvSpPr>
          <p:spPr bwMode="auto">
            <a:xfrm>
              <a:off x="822" y="1471"/>
              <a:ext cx="310" cy="47"/>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102428" name="Oval 25">
              <a:extLst>
                <a:ext uri="{FF2B5EF4-FFF2-40B4-BE49-F238E27FC236}">
                  <a16:creationId xmlns:a16="http://schemas.microsoft.com/office/drawing/2014/main" id="{A6058AB2-6ABB-458B-8D39-ECB98B7BC3B7}"/>
                </a:ext>
              </a:extLst>
            </p:cNvPr>
            <p:cNvSpPr>
              <a:spLocks noChangeArrowheads="1"/>
            </p:cNvSpPr>
            <p:nvPr/>
          </p:nvSpPr>
          <p:spPr bwMode="auto">
            <a:xfrm>
              <a:off x="819" y="1412"/>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2429" name="Rectangle 26">
              <a:extLst>
                <a:ext uri="{FF2B5EF4-FFF2-40B4-BE49-F238E27FC236}">
                  <a16:creationId xmlns:a16="http://schemas.microsoft.com/office/drawing/2014/main" id="{AC07B257-9595-4BC5-B39F-1DCF04085171}"/>
                </a:ext>
              </a:extLst>
            </p:cNvPr>
            <p:cNvSpPr>
              <a:spLocks noChangeArrowheads="1"/>
            </p:cNvSpPr>
            <p:nvPr/>
          </p:nvSpPr>
          <p:spPr bwMode="auto">
            <a:xfrm>
              <a:off x="906" y="1425"/>
              <a:ext cx="142" cy="110"/>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2430" name="Text Box 27">
              <a:extLst>
                <a:ext uri="{FF2B5EF4-FFF2-40B4-BE49-F238E27FC236}">
                  <a16:creationId xmlns:a16="http://schemas.microsoft.com/office/drawing/2014/main" id="{1EAC2813-C2D7-4CC0-9D5B-AD631E151F46}"/>
                </a:ext>
              </a:extLst>
            </p:cNvPr>
            <p:cNvSpPr txBox="1">
              <a:spLocks noChangeArrowheads="1"/>
            </p:cNvSpPr>
            <p:nvPr/>
          </p:nvSpPr>
          <p:spPr bwMode="auto">
            <a:xfrm>
              <a:off x="821" y="1359"/>
              <a:ext cx="32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3a</a:t>
              </a:r>
              <a:endParaRPr lang="en-US" altLang="en-US" sz="2400"/>
            </a:p>
          </p:txBody>
        </p:sp>
        <p:sp>
          <p:nvSpPr>
            <p:cNvPr id="102431" name="Oval 28">
              <a:extLst>
                <a:ext uri="{FF2B5EF4-FFF2-40B4-BE49-F238E27FC236}">
                  <a16:creationId xmlns:a16="http://schemas.microsoft.com/office/drawing/2014/main" id="{E4AC3AD8-1239-4757-AE15-6C3265A485C9}"/>
                </a:ext>
              </a:extLst>
            </p:cNvPr>
            <p:cNvSpPr>
              <a:spLocks noChangeArrowheads="1"/>
            </p:cNvSpPr>
            <p:nvPr/>
          </p:nvSpPr>
          <p:spPr bwMode="auto">
            <a:xfrm>
              <a:off x="1443" y="1820"/>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2432" name="Line 29">
              <a:extLst>
                <a:ext uri="{FF2B5EF4-FFF2-40B4-BE49-F238E27FC236}">
                  <a16:creationId xmlns:a16="http://schemas.microsoft.com/office/drawing/2014/main" id="{74E3A06D-1D61-4D23-B103-7B9B494AA620}"/>
                </a:ext>
              </a:extLst>
            </p:cNvPr>
            <p:cNvSpPr>
              <a:spLocks noChangeShapeType="1"/>
            </p:cNvSpPr>
            <p:nvPr/>
          </p:nvSpPr>
          <p:spPr bwMode="auto">
            <a:xfrm>
              <a:off x="1443" y="1814"/>
              <a:ext cx="0" cy="5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2433" name="Line 30">
              <a:extLst>
                <a:ext uri="{FF2B5EF4-FFF2-40B4-BE49-F238E27FC236}">
                  <a16:creationId xmlns:a16="http://schemas.microsoft.com/office/drawing/2014/main" id="{5C579F38-1B63-4E85-AE7F-D8D5EA3D30F8}"/>
                </a:ext>
              </a:extLst>
            </p:cNvPr>
            <p:cNvSpPr>
              <a:spLocks noChangeShapeType="1"/>
            </p:cNvSpPr>
            <p:nvPr/>
          </p:nvSpPr>
          <p:spPr bwMode="auto">
            <a:xfrm>
              <a:off x="1756" y="1814"/>
              <a:ext cx="0" cy="5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2434" name="Rectangle 31">
              <a:extLst>
                <a:ext uri="{FF2B5EF4-FFF2-40B4-BE49-F238E27FC236}">
                  <a16:creationId xmlns:a16="http://schemas.microsoft.com/office/drawing/2014/main" id="{7A4AC993-1D61-4628-8B91-B477AA592AC3}"/>
                </a:ext>
              </a:extLst>
            </p:cNvPr>
            <p:cNvSpPr>
              <a:spLocks noChangeArrowheads="1"/>
            </p:cNvSpPr>
            <p:nvPr/>
          </p:nvSpPr>
          <p:spPr bwMode="auto">
            <a:xfrm>
              <a:off x="1443" y="1814"/>
              <a:ext cx="310" cy="48"/>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102435" name="Oval 32">
              <a:extLst>
                <a:ext uri="{FF2B5EF4-FFF2-40B4-BE49-F238E27FC236}">
                  <a16:creationId xmlns:a16="http://schemas.microsoft.com/office/drawing/2014/main" id="{7F445155-D586-48CD-9411-010060B1BD54}"/>
                </a:ext>
              </a:extLst>
            </p:cNvPr>
            <p:cNvSpPr>
              <a:spLocks noChangeArrowheads="1"/>
            </p:cNvSpPr>
            <p:nvPr/>
          </p:nvSpPr>
          <p:spPr bwMode="auto">
            <a:xfrm>
              <a:off x="1440" y="1754"/>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nvGrpSpPr>
            <p:cNvPr id="102436" name="Group 33">
              <a:extLst>
                <a:ext uri="{FF2B5EF4-FFF2-40B4-BE49-F238E27FC236}">
                  <a16:creationId xmlns:a16="http://schemas.microsoft.com/office/drawing/2014/main" id="{0722D3D9-0E29-40AE-907F-DA822BD4B0A1}"/>
                </a:ext>
              </a:extLst>
            </p:cNvPr>
            <p:cNvGrpSpPr>
              <a:grpSpLocks/>
            </p:cNvGrpSpPr>
            <p:nvPr/>
          </p:nvGrpSpPr>
          <p:grpSpPr bwMode="auto">
            <a:xfrm>
              <a:off x="1445" y="1696"/>
              <a:ext cx="310" cy="270"/>
              <a:chOff x="2899" y="2425"/>
              <a:chExt cx="319" cy="270"/>
            </a:xfrm>
          </p:grpSpPr>
          <p:sp>
            <p:nvSpPr>
              <p:cNvPr id="102524" name="Rectangle 34">
                <a:extLst>
                  <a:ext uri="{FF2B5EF4-FFF2-40B4-BE49-F238E27FC236}">
                    <a16:creationId xmlns:a16="http://schemas.microsoft.com/office/drawing/2014/main" id="{D5886798-D985-4122-9A23-20216398AE6E}"/>
                  </a:ext>
                </a:extLst>
              </p:cNvPr>
              <p:cNvSpPr>
                <a:spLocks noChangeArrowheads="1"/>
              </p:cNvSpPr>
              <p:nvPr/>
            </p:nvSpPr>
            <p:spPr bwMode="auto">
              <a:xfrm>
                <a:off x="2982" y="2490"/>
                <a:ext cx="144"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2525" name="Text Box 35">
                <a:extLst>
                  <a:ext uri="{FF2B5EF4-FFF2-40B4-BE49-F238E27FC236}">
                    <a16:creationId xmlns:a16="http://schemas.microsoft.com/office/drawing/2014/main" id="{37041D8A-B26C-4099-AB68-E5AFBEF8BAB2}"/>
                  </a:ext>
                </a:extLst>
              </p:cNvPr>
              <p:cNvSpPr txBox="1">
                <a:spLocks noChangeArrowheads="1"/>
              </p:cNvSpPr>
              <p:nvPr/>
            </p:nvSpPr>
            <p:spPr bwMode="auto">
              <a:xfrm>
                <a:off x="2899" y="2425"/>
                <a:ext cx="319"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1c</a:t>
                </a:r>
              </a:p>
            </p:txBody>
          </p:sp>
        </p:grpSp>
        <p:sp>
          <p:nvSpPr>
            <p:cNvPr id="102437" name="Line 36">
              <a:extLst>
                <a:ext uri="{FF2B5EF4-FFF2-40B4-BE49-F238E27FC236}">
                  <a16:creationId xmlns:a16="http://schemas.microsoft.com/office/drawing/2014/main" id="{2F1AE97B-DADC-4421-848A-F765EEF07020}"/>
                </a:ext>
              </a:extLst>
            </p:cNvPr>
            <p:cNvSpPr>
              <a:spLocks noChangeShapeType="1"/>
            </p:cNvSpPr>
            <p:nvPr/>
          </p:nvSpPr>
          <p:spPr bwMode="auto">
            <a:xfrm>
              <a:off x="3238" y="1632"/>
              <a:ext cx="308" cy="9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2438" name="Line 37">
              <a:extLst>
                <a:ext uri="{FF2B5EF4-FFF2-40B4-BE49-F238E27FC236}">
                  <a16:creationId xmlns:a16="http://schemas.microsoft.com/office/drawing/2014/main" id="{371A7285-4B47-475D-B198-432700B98790}"/>
                </a:ext>
              </a:extLst>
            </p:cNvPr>
            <p:cNvSpPr>
              <a:spLocks noChangeShapeType="1"/>
            </p:cNvSpPr>
            <p:nvPr/>
          </p:nvSpPr>
          <p:spPr bwMode="auto">
            <a:xfrm>
              <a:off x="3562" y="1556"/>
              <a:ext cx="91" cy="11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2439" name="Line 38">
              <a:extLst>
                <a:ext uri="{FF2B5EF4-FFF2-40B4-BE49-F238E27FC236}">
                  <a16:creationId xmlns:a16="http://schemas.microsoft.com/office/drawing/2014/main" id="{07CDB59F-7C11-45C8-BD3C-62CF40BDBE54}"/>
                </a:ext>
              </a:extLst>
            </p:cNvPr>
            <p:cNvSpPr>
              <a:spLocks noChangeShapeType="1"/>
            </p:cNvSpPr>
            <p:nvPr/>
          </p:nvSpPr>
          <p:spPr bwMode="auto">
            <a:xfrm flipV="1">
              <a:off x="3170" y="1512"/>
              <a:ext cx="114" cy="7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2440" name="Freeform 39">
              <a:extLst>
                <a:ext uri="{FF2B5EF4-FFF2-40B4-BE49-F238E27FC236}">
                  <a16:creationId xmlns:a16="http://schemas.microsoft.com/office/drawing/2014/main" id="{112620F9-78F5-4DE8-B515-FBBF31EAE417}"/>
                </a:ext>
              </a:extLst>
            </p:cNvPr>
            <p:cNvSpPr>
              <a:spLocks/>
            </p:cNvSpPr>
            <p:nvPr/>
          </p:nvSpPr>
          <p:spPr bwMode="auto">
            <a:xfrm>
              <a:off x="1790" y="2146"/>
              <a:ext cx="264" cy="82"/>
            </a:xfrm>
            <a:custGeom>
              <a:avLst/>
              <a:gdLst>
                <a:gd name="T0" fmla="*/ 0 w 264"/>
                <a:gd name="T1" fmla="*/ 82 h 82"/>
                <a:gd name="T2" fmla="*/ 264 w 264"/>
                <a:gd name="T3" fmla="*/ 0 h 82"/>
                <a:gd name="T4" fmla="*/ 0 60000 65536"/>
                <a:gd name="T5" fmla="*/ 0 60000 65536"/>
                <a:gd name="T6" fmla="*/ 0 w 264"/>
                <a:gd name="T7" fmla="*/ 0 h 82"/>
                <a:gd name="T8" fmla="*/ 264 w 264"/>
                <a:gd name="T9" fmla="*/ 82 h 82"/>
              </a:gdLst>
              <a:ahLst/>
              <a:cxnLst>
                <a:cxn ang="T4">
                  <a:pos x="T0" y="T1"/>
                </a:cxn>
                <a:cxn ang="T5">
                  <a:pos x="T2" y="T3"/>
                </a:cxn>
              </a:cxnLst>
              <a:rect l="T6" t="T7" r="T8" b="T9"/>
              <a:pathLst>
                <a:path w="264" h="82">
                  <a:moveTo>
                    <a:pt x="0" y="82"/>
                  </a:moveTo>
                  <a:lnTo>
                    <a:pt x="264" y="0"/>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02441" name="Freeform 40">
              <a:extLst>
                <a:ext uri="{FF2B5EF4-FFF2-40B4-BE49-F238E27FC236}">
                  <a16:creationId xmlns:a16="http://schemas.microsoft.com/office/drawing/2014/main" id="{B04795D9-709E-4159-8D87-44F62556465C}"/>
                </a:ext>
              </a:extLst>
            </p:cNvPr>
            <p:cNvSpPr>
              <a:spLocks/>
            </p:cNvSpPr>
            <p:nvPr/>
          </p:nvSpPr>
          <p:spPr bwMode="auto">
            <a:xfrm>
              <a:off x="1330" y="2110"/>
              <a:ext cx="152" cy="118"/>
            </a:xfrm>
            <a:custGeom>
              <a:avLst/>
              <a:gdLst>
                <a:gd name="T0" fmla="*/ 0 w 152"/>
                <a:gd name="T1" fmla="*/ 0 h 118"/>
                <a:gd name="T2" fmla="*/ 152 w 152"/>
                <a:gd name="T3" fmla="*/ 118 h 118"/>
                <a:gd name="T4" fmla="*/ 0 60000 65536"/>
                <a:gd name="T5" fmla="*/ 0 60000 65536"/>
                <a:gd name="T6" fmla="*/ 0 w 152"/>
                <a:gd name="T7" fmla="*/ 0 h 118"/>
                <a:gd name="T8" fmla="*/ 152 w 152"/>
                <a:gd name="T9" fmla="*/ 118 h 118"/>
              </a:gdLst>
              <a:ahLst/>
              <a:cxnLst>
                <a:cxn ang="T4">
                  <a:pos x="T0" y="T1"/>
                </a:cxn>
                <a:cxn ang="T5">
                  <a:pos x="T2" y="T3"/>
                </a:cxn>
              </a:cxnLst>
              <a:rect l="T6" t="T7" r="T8" b="T9"/>
              <a:pathLst>
                <a:path w="152" h="118">
                  <a:moveTo>
                    <a:pt x="0" y="0"/>
                  </a:moveTo>
                  <a:lnTo>
                    <a:pt x="152" y="118"/>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02442" name="Freeform 41">
              <a:extLst>
                <a:ext uri="{FF2B5EF4-FFF2-40B4-BE49-F238E27FC236}">
                  <a16:creationId xmlns:a16="http://schemas.microsoft.com/office/drawing/2014/main" id="{9E9E753E-20AA-4A7F-95AD-C7D7E62E2D71}"/>
                </a:ext>
              </a:extLst>
            </p:cNvPr>
            <p:cNvSpPr>
              <a:spLocks/>
            </p:cNvSpPr>
            <p:nvPr/>
          </p:nvSpPr>
          <p:spPr bwMode="auto">
            <a:xfrm>
              <a:off x="1454" y="2040"/>
              <a:ext cx="564" cy="82"/>
            </a:xfrm>
            <a:custGeom>
              <a:avLst/>
              <a:gdLst>
                <a:gd name="T0" fmla="*/ 0 w 564"/>
                <a:gd name="T1" fmla="*/ 0 h 82"/>
                <a:gd name="T2" fmla="*/ 564 w 564"/>
                <a:gd name="T3" fmla="*/ 82 h 82"/>
                <a:gd name="T4" fmla="*/ 0 60000 65536"/>
                <a:gd name="T5" fmla="*/ 0 60000 65536"/>
                <a:gd name="T6" fmla="*/ 0 w 564"/>
                <a:gd name="T7" fmla="*/ 0 h 82"/>
                <a:gd name="T8" fmla="*/ 564 w 564"/>
                <a:gd name="T9" fmla="*/ 82 h 82"/>
              </a:gdLst>
              <a:ahLst/>
              <a:cxnLst>
                <a:cxn ang="T4">
                  <a:pos x="T0" y="T1"/>
                </a:cxn>
                <a:cxn ang="T5">
                  <a:pos x="T2" y="T3"/>
                </a:cxn>
              </a:cxnLst>
              <a:rect l="T6" t="T7" r="T8" b="T9"/>
              <a:pathLst>
                <a:path w="564" h="82">
                  <a:moveTo>
                    <a:pt x="0" y="0"/>
                  </a:moveTo>
                  <a:lnTo>
                    <a:pt x="564" y="82"/>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02443" name="Freeform 42">
              <a:extLst>
                <a:ext uri="{FF2B5EF4-FFF2-40B4-BE49-F238E27FC236}">
                  <a16:creationId xmlns:a16="http://schemas.microsoft.com/office/drawing/2014/main" id="{607E9C53-D95A-43F5-A25B-F908AA1A1F39}"/>
                </a:ext>
              </a:extLst>
            </p:cNvPr>
            <p:cNvSpPr>
              <a:spLocks/>
            </p:cNvSpPr>
            <p:nvPr/>
          </p:nvSpPr>
          <p:spPr bwMode="auto">
            <a:xfrm>
              <a:off x="1392" y="1878"/>
              <a:ext cx="76" cy="94"/>
            </a:xfrm>
            <a:custGeom>
              <a:avLst/>
              <a:gdLst>
                <a:gd name="T0" fmla="*/ 0 w 76"/>
                <a:gd name="T1" fmla="*/ 94 h 94"/>
                <a:gd name="T2" fmla="*/ 76 w 76"/>
                <a:gd name="T3" fmla="*/ 0 h 94"/>
                <a:gd name="T4" fmla="*/ 0 60000 65536"/>
                <a:gd name="T5" fmla="*/ 0 60000 65536"/>
                <a:gd name="T6" fmla="*/ 0 w 76"/>
                <a:gd name="T7" fmla="*/ 0 h 94"/>
                <a:gd name="T8" fmla="*/ 76 w 76"/>
                <a:gd name="T9" fmla="*/ 94 h 94"/>
              </a:gdLst>
              <a:ahLst/>
              <a:cxnLst>
                <a:cxn ang="T4">
                  <a:pos x="T0" y="T1"/>
                </a:cxn>
                <a:cxn ang="T5">
                  <a:pos x="T2" y="T3"/>
                </a:cxn>
              </a:cxnLst>
              <a:rect l="T6" t="T7" r="T8" b="T9"/>
              <a:pathLst>
                <a:path w="76" h="94">
                  <a:moveTo>
                    <a:pt x="0" y="94"/>
                  </a:moveTo>
                  <a:lnTo>
                    <a:pt x="76" y="0"/>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02444" name="Freeform 43">
              <a:extLst>
                <a:ext uri="{FF2B5EF4-FFF2-40B4-BE49-F238E27FC236}">
                  <a16:creationId xmlns:a16="http://schemas.microsoft.com/office/drawing/2014/main" id="{563370DE-5CB7-4FB0-B5B7-552CB30EF396}"/>
                </a:ext>
              </a:extLst>
            </p:cNvPr>
            <p:cNvSpPr>
              <a:spLocks/>
            </p:cNvSpPr>
            <p:nvPr/>
          </p:nvSpPr>
          <p:spPr bwMode="auto">
            <a:xfrm>
              <a:off x="566" y="1502"/>
              <a:ext cx="252" cy="114"/>
            </a:xfrm>
            <a:custGeom>
              <a:avLst/>
              <a:gdLst>
                <a:gd name="T0" fmla="*/ 0 w 252"/>
                <a:gd name="T1" fmla="*/ 114 h 114"/>
                <a:gd name="T2" fmla="*/ 252 w 252"/>
                <a:gd name="T3" fmla="*/ 0 h 114"/>
                <a:gd name="T4" fmla="*/ 0 60000 65536"/>
                <a:gd name="T5" fmla="*/ 0 60000 65536"/>
                <a:gd name="T6" fmla="*/ 0 w 252"/>
                <a:gd name="T7" fmla="*/ 0 h 114"/>
                <a:gd name="T8" fmla="*/ 252 w 252"/>
                <a:gd name="T9" fmla="*/ 114 h 114"/>
              </a:gdLst>
              <a:ahLst/>
              <a:cxnLst>
                <a:cxn ang="T4">
                  <a:pos x="T0" y="T1"/>
                </a:cxn>
                <a:cxn ang="T5">
                  <a:pos x="T2" y="T3"/>
                </a:cxn>
              </a:cxnLst>
              <a:rect l="T6" t="T7" r="T8" b="T9"/>
              <a:pathLst>
                <a:path w="252" h="114">
                  <a:moveTo>
                    <a:pt x="0" y="114"/>
                  </a:moveTo>
                  <a:lnTo>
                    <a:pt x="252" y="0"/>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02445" name="Freeform 44">
              <a:extLst>
                <a:ext uri="{FF2B5EF4-FFF2-40B4-BE49-F238E27FC236}">
                  <a16:creationId xmlns:a16="http://schemas.microsoft.com/office/drawing/2014/main" id="{6F15CAB6-4462-460B-908A-8F9E2DC5EE77}"/>
                </a:ext>
              </a:extLst>
            </p:cNvPr>
            <p:cNvSpPr>
              <a:spLocks/>
            </p:cNvSpPr>
            <p:nvPr/>
          </p:nvSpPr>
          <p:spPr bwMode="auto">
            <a:xfrm>
              <a:off x="1002" y="1562"/>
              <a:ext cx="444" cy="258"/>
            </a:xfrm>
            <a:custGeom>
              <a:avLst/>
              <a:gdLst>
                <a:gd name="T0" fmla="*/ 0 w 444"/>
                <a:gd name="T1" fmla="*/ 0 h 258"/>
                <a:gd name="T2" fmla="*/ 444 w 444"/>
                <a:gd name="T3" fmla="*/ 258 h 258"/>
                <a:gd name="T4" fmla="*/ 0 60000 65536"/>
                <a:gd name="T5" fmla="*/ 0 60000 65536"/>
                <a:gd name="T6" fmla="*/ 0 w 444"/>
                <a:gd name="T7" fmla="*/ 0 h 258"/>
                <a:gd name="T8" fmla="*/ 444 w 444"/>
                <a:gd name="T9" fmla="*/ 258 h 258"/>
              </a:gdLst>
              <a:ahLst/>
              <a:cxnLst>
                <a:cxn ang="T4">
                  <a:pos x="T0" y="T1"/>
                </a:cxn>
                <a:cxn ang="T5">
                  <a:pos x="T2" y="T3"/>
                </a:cxn>
              </a:cxnLst>
              <a:rect l="T6" t="T7" r="T8" b="T9"/>
              <a:pathLst>
                <a:path w="444" h="258">
                  <a:moveTo>
                    <a:pt x="0" y="0"/>
                  </a:moveTo>
                  <a:lnTo>
                    <a:pt x="444" y="258"/>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02446" name="Freeform 45">
              <a:extLst>
                <a:ext uri="{FF2B5EF4-FFF2-40B4-BE49-F238E27FC236}">
                  <a16:creationId xmlns:a16="http://schemas.microsoft.com/office/drawing/2014/main" id="{52A80FB1-CF8E-4B38-B200-A8F7A50229A2}"/>
                </a:ext>
              </a:extLst>
            </p:cNvPr>
            <p:cNvSpPr>
              <a:spLocks/>
            </p:cNvSpPr>
            <p:nvPr/>
          </p:nvSpPr>
          <p:spPr bwMode="auto">
            <a:xfrm>
              <a:off x="2326" y="1680"/>
              <a:ext cx="654" cy="420"/>
            </a:xfrm>
            <a:custGeom>
              <a:avLst/>
              <a:gdLst>
                <a:gd name="T0" fmla="*/ 0 w 654"/>
                <a:gd name="T1" fmla="*/ 420 h 420"/>
                <a:gd name="T2" fmla="*/ 654 w 654"/>
                <a:gd name="T3" fmla="*/ 0 h 420"/>
                <a:gd name="T4" fmla="*/ 0 60000 65536"/>
                <a:gd name="T5" fmla="*/ 0 60000 65536"/>
                <a:gd name="T6" fmla="*/ 0 w 654"/>
                <a:gd name="T7" fmla="*/ 0 h 420"/>
                <a:gd name="T8" fmla="*/ 654 w 654"/>
                <a:gd name="T9" fmla="*/ 420 h 420"/>
              </a:gdLst>
              <a:ahLst/>
              <a:cxnLst>
                <a:cxn ang="T4">
                  <a:pos x="T0" y="T1"/>
                </a:cxn>
                <a:cxn ang="T5">
                  <a:pos x="T2" y="T3"/>
                </a:cxn>
              </a:cxnLst>
              <a:rect l="T6" t="T7" r="T8" b="T9"/>
              <a:pathLst>
                <a:path w="654" h="420">
                  <a:moveTo>
                    <a:pt x="0" y="420"/>
                  </a:moveTo>
                  <a:lnTo>
                    <a:pt x="654" y="0"/>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02447" name="Oval 46">
              <a:extLst>
                <a:ext uri="{FF2B5EF4-FFF2-40B4-BE49-F238E27FC236}">
                  <a16:creationId xmlns:a16="http://schemas.microsoft.com/office/drawing/2014/main" id="{CEEB70F3-6585-4FA9-9547-58040B9E7BCA}"/>
                </a:ext>
              </a:extLst>
            </p:cNvPr>
            <p:cNvSpPr>
              <a:spLocks noChangeArrowheads="1"/>
            </p:cNvSpPr>
            <p:nvPr/>
          </p:nvSpPr>
          <p:spPr bwMode="auto">
            <a:xfrm>
              <a:off x="2925" y="1617"/>
              <a:ext cx="313" cy="82"/>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2448" name="Line 47">
              <a:extLst>
                <a:ext uri="{FF2B5EF4-FFF2-40B4-BE49-F238E27FC236}">
                  <a16:creationId xmlns:a16="http://schemas.microsoft.com/office/drawing/2014/main" id="{2DE6FEA8-17F5-40BE-AC27-5F465F0F21C3}"/>
                </a:ext>
              </a:extLst>
            </p:cNvPr>
            <p:cNvSpPr>
              <a:spLocks noChangeShapeType="1"/>
            </p:cNvSpPr>
            <p:nvPr/>
          </p:nvSpPr>
          <p:spPr bwMode="auto">
            <a:xfrm>
              <a:off x="2925" y="1609"/>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2449" name="Line 48">
              <a:extLst>
                <a:ext uri="{FF2B5EF4-FFF2-40B4-BE49-F238E27FC236}">
                  <a16:creationId xmlns:a16="http://schemas.microsoft.com/office/drawing/2014/main" id="{FCD5A2C3-D395-431F-A483-E6FA1EF7EBD2}"/>
                </a:ext>
              </a:extLst>
            </p:cNvPr>
            <p:cNvSpPr>
              <a:spLocks noChangeShapeType="1"/>
            </p:cNvSpPr>
            <p:nvPr/>
          </p:nvSpPr>
          <p:spPr bwMode="auto">
            <a:xfrm>
              <a:off x="3238" y="1609"/>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2450" name="Rectangle 49">
              <a:extLst>
                <a:ext uri="{FF2B5EF4-FFF2-40B4-BE49-F238E27FC236}">
                  <a16:creationId xmlns:a16="http://schemas.microsoft.com/office/drawing/2014/main" id="{5ED3758C-080C-468C-921C-C7D7A25C2984}"/>
                </a:ext>
              </a:extLst>
            </p:cNvPr>
            <p:cNvSpPr>
              <a:spLocks noChangeArrowheads="1"/>
            </p:cNvSpPr>
            <p:nvPr/>
          </p:nvSpPr>
          <p:spPr bwMode="auto">
            <a:xfrm>
              <a:off x="2925" y="1609"/>
              <a:ext cx="310" cy="50"/>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102451" name="Oval 50">
              <a:extLst>
                <a:ext uri="{FF2B5EF4-FFF2-40B4-BE49-F238E27FC236}">
                  <a16:creationId xmlns:a16="http://schemas.microsoft.com/office/drawing/2014/main" id="{BC5D0495-FF18-446C-ABDB-76FF1DC17DFF}"/>
                </a:ext>
              </a:extLst>
            </p:cNvPr>
            <p:cNvSpPr>
              <a:spLocks noChangeArrowheads="1"/>
            </p:cNvSpPr>
            <p:nvPr/>
          </p:nvSpPr>
          <p:spPr bwMode="auto">
            <a:xfrm>
              <a:off x="2922" y="1550"/>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2452" name="Rectangle 51">
              <a:extLst>
                <a:ext uri="{FF2B5EF4-FFF2-40B4-BE49-F238E27FC236}">
                  <a16:creationId xmlns:a16="http://schemas.microsoft.com/office/drawing/2014/main" id="{2262C09B-DB36-440B-BC09-2750EF659E33}"/>
                </a:ext>
              </a:extLst>
            </p:cNvPr>
            <p:cNvSpPr>
              <a:spLocks noChangeArrowheads="1"/>
            </p:cNvSpPr>
            <p:nvPr/>
          </p:nvSpPr>
          <p:spPr bwMode="auto">
            <a:xfrm>
              <a:off x="3009" y="1563"/>
              <a:ext cx="141" cy="12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2453" name="Text Box 52">
              <a:extLst>
                <a:ext uri="{FF2B5EF4-FFF2-40B4-BE49-F238E27FC236}">
                  <a16:creationId xmlns:a16="http://schemas.microsoft.com/office/drawing/2014/main" id="{7B4994C9-D2B6-4480-A2F2-C5F8E8354B2E}"/>
                </a:ext>
              </a:extLst>
            </p:cNvPr>
            <p:cNvSpPr txBox="1">
              <a:spLocks noChangeArrowheads="1"/>
            </p:cNvSpPr>
            <p:nvPr/>
          </p:nvSpPr>
          <p:spPr bwMode="auto">
            <a:xfrm>
              <a:off x="2923" y="1498"/>
              <a:ext cx="32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2a</a:t>
              </a:r>
              <a:endParaRPr lang="en-US" altLang="en-US" sz="2400"/>
            </a:p>
          </p:txBody>
        </p:sp>
        <p:sp>
          <p:nvSpPr>
            <p:cNvPr id="102454" name="Text Box 53">
              <a:extLst>
                <a:ext uri="{FF2B5EF4-FFF2-40B4-BE49-F238E27FC236}">
                  <a16:creationId xmlns:a16="http://schemas.microsoft.com/office/drawing/2014/main" id="{95925E19-DBF9-4B6D-9BBB-7B1D4E237665}"/>
                </a:ext>
              </a:extLst>
            </p:cNvPr>
            <p:cNvSpPr txBox="1">
              <a:spLocks noChangeArrowheads="1"/>
            </p:cNvSpPr>
            <p:nvPr/>
          </p:nvSpPr>
          <p:spPr bwMode="auto">
            <a:xfrm>
              <a:off x="597" y="1585"/>
              <a:ext cx="456"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2000"/>
                <a:t>AS3</a:t>
              </a:r>
              <a:endParaRPr lang="en-US" altLang="en-US"/>
            </a:p>
          </p:txBody>
        </p:sp>
        <p:sp>
          <p:nvSpPr>
            <p:cNvPr id="102455" name="Text Box 54">
              <a:extLst>
                <a:ext uri="{FF2B5EF4-FFF2-40B4-BE49-F238E27FC236}">
                  <a16:creationId xmlns:a16="http://schemas.microsoft.com/office/drawing/2014/main" id="{B554D823-6960-4880-928B-52C5B74E90B8}"/>
                </a:ext>
              </a:extLst>
            </p:cNvPr>
            <p:cNvSpPr txBox="1">
              <a:spLocks noChangeArrowheads="1"/>
            </p:cNvSpPr>
            <p:nvPr/>
          </p:nvSpPr>
          <p:spPr bwMode="auto">
            <a:xfrm>
              <a:off x="2380" y="2042"/>
              <a:ext cx="456"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2000"/>
                <a:t>AS1</a:t>
              </a:r>
              <a:endParaRPr lang="en-US" altLang="en-US"/>
            </a:p>
          </p:txBody>
        </p:sp>
        <p:sp>
          <p:nvSpPr>
            <p:cNvPr id="102456" name="Text Box 55">
              <a:extLst>
                <a:ext uri="{FF2B5EF4-FFF2-40B4-BE49-F238E27FC236}">
                  <a16:creationId xmlns:a16="http://schemas.microsoft.com/office/drawing/2014/main" id="{776EF6F3-DFBB-408B-AC6D-2880D30C78AC}"/>
                </a:ext>
              </a:extLst>
            </p:cNvPr>
            <p:cNvSpPr txBox="1">
              <a:spLocks noChangeArrowheads="1"/>
            </p:cNvSpPr>
            <p:nvPr/>
          </p:nvSpPr>
          <p:spPr bwMode="auto">
            <a:xfrm>
              <a:off x="3207" y="1787"/>
              <a:ext cx="42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AS2</a:t>
              </a:r>
            </a:p>
          </p:txBody>
        </p:sp>
        <p:sp>
          <p:nvSpPr>
            <p:cNvPr id="102457" name="Oval 56">
              <a:extLst>
                <a:ext uri="{FF2B5EF4-FFF2-40B4-BE49-F238E27FC236}">
                  <a16:creationId xmlns:a16="http://schemas.microsoft.com/office/drawing/2014/main" id="{ED8E77F9-4B8B-454C-9AC8-3DB77EF9C20A}"/>
                </a:ext>
              </a:extLst>
            </p:cNvPr>
            <p:cNvSpPr>
              <a:spLocks noChangeArrowheads="1"/>
            </p:cNvSpPr>
            <p:nvPr/>
          </p:nvSpPr>
          <p:spPr bwMode="auto">
            <a:xfrm>
              <a:off x="1137" y="2030"/>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2458" name="Line 57">
              <a:extLst>
                <a:ext uri="{FF2B5EF4-FFF2-40B4-BE49-F238E27FC236}">
                  <a16:creationId xmlns:a16="http://schemas.microsoft.com/office/drawing/2014/main" id="{7EA5D3BC-22DB-4DBC-A082-28B9A4375094}"/>
                </a:ext>
              </a:extLst>
            </p:cNvPr>
            <p:cNvSpPr>
              <a:spLocks noChangeShapeType="1"/>
            </p:cNvSpPr>
            <p:nvPr/>
          </p:nvSpPr>
          <p:spPr bwMode="auto">
            <a:xfrm>
              <a:off x="1137" y="2023"/>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2459" name="Line 58">
              <a:extLst>
                <a:ext uri="{FF2B5EF4-FFF2-40B4-BE49-F238E27FC236}">
                  <a16:creationId xmlns:a16="http://schemas.microsoft.com/office/drawing/2014/main" id="{03DB085E-B5AB-4999-8233-29B133AB92FE}"/>
                </a:ext>
              </a:extLst>
            </p:cNvPr>
            <p:cNvSpPr>
              <a:spLocks noChangeShapeType="1"/>
            </p:cNvSpPr>
            <p:nvPr/>
          </p:nvSpPr>
          <p:spPr bwMode="auto">
            <a:xfrm>
              <a:off x="1451" y="2023"/>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2460" name="Rectangle 59">
              <a:extLst>
                <a:ext uri="{FF2B5EF4-FFF2-40B4-BE49-F238E27FC236}">
                  <a16:creationId xmlns:a16="http://schemas.microsoft.com/office/drawing/2014/main" id="{0131C51C-24D4-49D9-A408-D6F195C07203}"/>
                </a:ext>
              </a:extLst>
            </p:cNvPr>
            <p:cNvSpPr>
              <a:spLocks noChangeArrowheads="1"/>
            </p:cNvSpPr>
            <p:nvPr/>
          </p:nvSpPr>
          <p:spPr bwMode="auto">
            <a:xfrm>
              <a:off x="1137" y="2023"/>
              <a:ext cx="310" cy="47"/>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102461" name="Oval 60">
              <a:extLst>
                <a:ext uri="{FF2B5EF4-FFF2-40B4-BE49-F238E27FC236}">
                  <a16:creationId xmlns:a16="http://schemas.microsoft.com/office/drawing/2014/main" id="{7444734D-A1BE-49DF-8833-0AC39CAF46E7}"/>
                </a:ext>
              </a:extLst>
            </p:cNvPr>
            <p:cNvSpPr>
              <a:spLocks noChangeArrowheads="1"/>
            </p:cNvSpPr>
            <p:nvPr/>
          </p:nvSpPr>
          <p:spPr bwMode="auto">
            <a:xfrm>
              <a:off x="1134" y="1969"/>
              <a:ext cx="313" cy="96"/>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2462" name="Rectangle 61">
              <a:extLst>
                <a:ext uri="{FF2B5EF4-FFF2-40B4-BE49-F238E27FC236}">
                  <a16:creationId xmlns:a16="http://schemas.microsoft.com/office/drawing/2014/main" id="{5D99E0F0-8D53-4B4F-B4F7-08937CEB1FC3}"/>
                </a:ext>
              </a:extLst>
            </p:cNvPr>
            <p:cNvSpPr>
              <a:spLocks noChangeArrowheads="1"/>
            </p:cNvSpPr>
            <p:nvPr/>
          </p:nvSpPr>
          <p:spPr bwMode="auto">
            <a:xfrm>
              <a:off x="1219" y="1995"/>
              <a:ext cx="142" cy="96"/>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2463" name="Text Box 62">
              <a:extLst>
                <a:ext uri="{FF2B5EF4-FFF2-40B4-BE49-F238E27FC236}">
                  <a16:creationId xmlns:a16="http://schemas.microsoft.com/office/drawing/2014/main" id="{AB60855F-7F3A-4512-A94E-7618EE50D02D}"/>
                </a:ext>
              </a:extLst>
            </p:cNvPr>
            <p:cNvSpPr txBox="1">
              <a:spLocks noChangeArrowheads="1"/>
            </p:cNvSpPr>
            <p:nvPr/>
          </p:nvSpPr>
          <p:spPr bwMode="auto">
            <a:xfrm>
              <a:off x="1137" y="1909"/>
              <a:ext cx="32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1a</a:t>
              </a:r>
              <a:endParaRPr lang="en-US" altLang="en-US" sz="2400"/>
            </a:p>
          </p:txBody>
        </p:sp>
        <p:grpSp>
          <p:nvGrpSpPr>
            <p:cNvPr id="102464" name="Group 63">
              <a:extLst>
                <a:ext uri="{FF2B5EF4-FFF2-40B4-BE49-F238E27FC236}">
                  <a16:creationId xmlns:a16="http://schemas.microsoft.com/office/drawing/2014/main" id="{7B7D4271-6E08-4F61-B718-7E1D85BA3ADC}"/>
                </a:ext>
              </a:extLst>
            </p:cNvPr>
            <p:cNvGrpSpPr>
              <a:grpSpLocks/>
            </p:cNvGrpSpPr>
            <p:nvPr/>
          </p:nvGrpSpPr>
          <p:grpSpPr bwMode="auto">
            <a:xfrm>
              <a:off x="3270" y="1384"/>
              <a:ext cx="316" cy="269"/>
              <a:chOff x="4320" y="1936"/>
              <a:chExt cx="316" cy="269"/>
            </a:xfrm>
          </p:grpSpPr>
          <p:sp>
            <p:nvSpPr>
              <p:cNvPr id="102517" name="Oval 64">
                <a:extLst>
                  <a:ext uri="{FF2B5EF4-FFF2-40B4-BE49-F238E27FC236}">
                    <a16:creationId xmlns:a16="http://schemas.microsoft.com/office/drawing/2014/main" id="{BDCDC0E6-F7CA-43A0-9A70-BF84B7E7C555}"/>
                  </a:ext>
                </a:extLst>
              </p:cNvPr>
              <p:cNvSpPr>
                <a:spLocks noChangeArrowheads="1"/>
              </p:cNvSpPr>
              <p:nvPr/>
            </p:nvSpPr>
            <p:spPr bwMode="auto">
              <a:xfrm>
                <a:off x="4323" y="2054"/>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2518" name="Line 65">
                <a:extLst>
                  <a:ext uri="{FF2B5EF4-FFF2-40B4-BE49-F238E27FC236}">
                    <a16:creationId xmlns:a16="http://schemas.microsoft.com/office/drawing/2014/main" id="{838B2E0A-08B9-42B2-9EC1-927D4C246C2B}"/>
                  </a:ext>
                </a:extLst>
              </p:cNvPr>
              <p:cNvSpPr>
                <a:spLocks noChangeShapeType="1"/>
              </p:cNvSpPr>
              <p:nvPr/>
            </p:nvSpPr>
            <p:spPr bwMode="auto">
              <a:xfrm>
                <a:off x="4323" y="2047"/>
                <a:ext cx="0" cy="5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2519" name="Line 66">
                <a:extLst>
                  <a:ext uri="{FF2B5EF4-FFF2-40B4-BE49-F238E27FC236}">
                    <a16:creationId xmlns:a16="http://schemas.microsoft.com/office/drawing/2014/main" id="{9A234E3D-3757-40EB-8EB5-C12482BE904F}"/>
                  </a:ext>
                </a:extLst>
              </p:cNvPr>
              <p:cNvSpPr>
                <a:spLocks noChangeShapeType="1"/>
              </p:cNvSpPr>
              <p:nvPr/>
            </p:nvSpPr>
            <p:spPr bwMode="auto">
              <a:xfrm>
                <a:off x="4636" y="2047"/>
                <a:ext cx="0" cy="5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2520" name="Rectangle 67">
                <a:extLst>
                  <a:ext uri="{FF2B5EF4-FFF2-40B4-BE49-F238E27FC236}">
                    <a16:creationId xmlns:a16="http://schemas.microsoft.com/office/drawing/2014/main" id="{95852E74-EDAE-435F-A0AF-781C72CD50A5}"/>
                  </a:ext>
                </a:extLst>
              </p:cNvPr>
              <p:cNvSpPr>
                <a:spLocks noChangeArrowheads="1"/>
              </p:cNvSpPr>
              <p:nvPr/>
            </p:nvSpPr>
            <p:spPr bwMode="auto">
              <a:xfrm>
                <a:off x="4323" y="2047"/>
                <a:ext cx="310" cy="51"/>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102521" name="Oval 68">
                <a:extLst>
                  <a:ext uri="{FF2B5EF4-FFF2-40B4-BE49-F238E27FC236}">
                    <a16:creationId xmlns:a16="http://schemas.microsoft.com/office/drawing/2014/main" id="{250BEB49-D709-4D31-88CF-9F5CFE265A0D}"/>
                  </a:ext>
                </a:extLst>
              </p:cNvPr>
              <p:cNvSpPr>
                <a:spLocks noChangeArrowheads="1"/>
              </p:cNvSpPr>
              <p:nvPr/>
            </p:nvSpPr>
            <p:spPr bwMode="auto">
              <a:xfrm>
                <a:off x="4320" y="1988"/>
                <a:ext cx="313" cy="97"/>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2522" name="Rectangle 69">
                <a:extLst>
                  <a:ext uri="{FF2B5EF4-FFF2-40B4-BE49-F238E27FC236}">
                    <a16:creationId xmlns:a16="http://schemas.microsoft.com/office/drawing/2014/main" id="{ABB3679B-AAF8-437C-AD63-6E2EAE257738}"/>
                  </a:ext>
                </a:extLst>
              </p:cNvPr>
              <p:cNvSpPr>
                <a:spLocks noChangeArrowheads="1"/>
              </p:cNvSpPr>
              <p:nvPr/>
            </p:nvSpPr>
            <p:spPr bwMode="auto">
              <a:xfrm>
                <a:off x="4407" y="2001"/>
                <a:ext cx="141" cy="118"/>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2523" name="Text Box 70">
                <a:extLst>
                  <a:ext uri="{FF2B5EF4-FFF2-40B4-BE49-F238E27FC236}">
                    <a16:creationId xmlns:a16="http://schemas.microsoft.com/office/drawing/2014/main" id="{EA7E8E50-72EA-4A1B-8346-09EBD1C7DFD5}"/>
                  </a:ext>
                </a:extLst>
              </p:cNvPr>
              <p:cNvSpPr txBox="1">
                <a:spLocks noChangeArrowheads="1"/>
              </p:cNvSpPr>
              <p:nvPr/>
            </p:nvSpPr>
            <p:spPr bwMode="auto">
              <a:xfrm>
                <a:off x="4325" y="1936"/>
                <a:ext cx="31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2c</a:t>
                </a:r>
                <a:endParaRPr lang="en-US" altLang="en-US" sz="2400"/>
              </a:p>
            </p:txBody>
          </p:sp>
        </p:grpSp>
        <p:grpSp>
          <p:nvGrpSpPr>
            <p:cNvPr id="102465" name="Group 71">
              <a:extLst>
                <a:ext uri="{FF2B5EF4-FFF2-40B4-BE49-F238E27FC236}">
                  <a16:creationId xmlns:a16="http://schemas.microsoft.com/office/drawing/2014/main" id="{AE18CD2F-6574-4C93-9794-8D516E458F3B}"/>
                </a:ext>
              </a:extLst>
            </p:cNvPr>
            <p:cNvGrpSpPr>
              <a:grpSpLocks/>
            </p:cNvGrpSpPr>
            <p:nvPr/>
          </p:nvGrpSpPr>
          <p:grpSpPr bwMode="auto">
            <a:xfrm>
              <a:off x="3546" y="1606"/>
              <a:ext cx="321" cy="269"/>
              <a:chOff x="4596" y="2158"/>
              <a:chExt cx="321" cy="269"/>
            </a:xfrm>
          </p:grpSpPr>
          <p:sp>
            <p:nvSpPr>
              <p:cNvPr id="102510" name="Oval 72">
                <a:extLst>
                  <a:ext uri="{FF2B5EF4-FFF2-40B4-BE49-F238E27FC236}">
                    <a16:creationId xmlns:a16="http://schemas.microsoft.com/office/drawing/2014/main" id="{5591B4B8-6DD3-4DAE-B969-E2A114A126F1}"/>
                  </a:ext>
                </a:extLst>
              </p:cNvPr>
              <p:cNvSpPr>
                <a:spLocks noChangeArrowheads="1"/>
              </p:cNvSpPr>
              <p:nvPr/>
            </p:nvSpPr>
            <p:spPr bwMode="auto">
              <a:xfrm>
                <a:off x="4599" y="2276"/>
                <a:ext cx="311"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2511" name="Line 73">
                <a:extLst>
                  <a:ext uri="{FF2B5EF4-FFF2-40B4-BE49-F238E27FC236}">
                    <a16:creationId xmlns:a16="http://schemas.microsoft.com/office/drawing/2014/main" id="{0D3B55C5-F656-48A8-998A-4AC376CF46FA}"/>
                  </a:ext>
                </a:extLst>
              </p:cNvPr>
              <p:cNvSpPr>
                <a:spLocks noChangeShapeType="1"/>
              </p:cNvSpPr>
              <p:nvPr/>
            </p:nvSpPr>
            <p:spPr bwMode="auto">
              <a:xfrm>
                <a:off x="4599" y="2269"/>
                <a:ext cx="0" cy="5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2512" name="Line 74">
                <a:extLst>
                  <a:ext uri="{FF2B5EF4-FFF2-40B4-BE49-F238E27FC236}">
                    <a16:creationId xmlns:a16="http://schemas.microsoft.com/office/drawing/2014/main" id="{F1640FE1-62B0-4E04-A691-500700FA608D}"/>
                  </a:ext>
                </a:extLst>
              </p:cNvPr>
              <p:cNvSpPr>
                <a:spLocks noChangeShapeType="1"/>
              </p:cNvSpPr>
              <p:nvPr/>
            </p:nvSpPr>
            <p:spPr bwMode="auto">
              <a:xfrm>
                <a:off x="4910" y="2269"/>
                <a:ext cx="0" cy="5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2513" name="Rectangle 75">
                <a:extLst>
                  <a:ext uri="{FF2B5EF4-FFF2-40B4-BE49-F238E27FC236}">
                    <a16:creationId xmlns:a16="http://schemas.microsoft.com/office/drawing/2014/main" id="{477FA6A9-2BC8-43A9-AC11-E54E82AC15B2}"/>
                  </a:ext>
                </a:extLst>
              </p:cNvPr>
              <p:cNvSpPr>
                <a:spLocks noChangeArrowheads="1"/>
              </p:cNvSpPr>
              <p:nvPr/>
            </p:nvSpPr>
            <p:spPr bwMode="auto">
              <a:xfrm>
                <a:off x="4599" y="2269"/>
                <a:ext cx="310" cy="51"/>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102514" name="Oval 76">
                <a:extLst>
                  <a:ext uri="{FF2B5EF4-FFF2-40B4-BE49-F238E27FC236}">
                    <a16:creationId xmlns:a16="http://schemas.microsoft.com/office/drawing/2014/main" id="{5607CFF1-E8E2-4BAF-A727-CAF331B7AAA2}"/>
                  </a:ext>
                </a:extLst>
              </p:cNvPr>
              <p:cNvSpPr>
                <a:spLocks noChangeArrowheads="1"/>
              </p:cNvSpPr>
              <p:nvPr/>
            </p:nvSpPr>
            <p:spPr bwMode="auto">
              <a:xfrm>
                <a:off x="4596" y="2208"/>
                <a:ext cx="313" cy="97"/>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2515" name="Rectangle 77">
                <a:extLst>
                  <a:ext uri="{FF2B5EF4-FFF2-40B4-BE49-F238E27FC236}">
                    <a16:creationId xmlns:a16="http://schemas.microsoft.com/office/drawing/2014/main" id="{97E09117-CBA3-4280-8068-3729B30F0DD0}"/>
                  </a:ext>
                </a:extLst>
              </p:cNvPr>
              <p:cNvSpPr>
                <a:spLocks noChangeArrowheads="1"/>
              </p:cNvSpPr>
              <p:nvPr/>
            </p:nvSpPr>
            <p:spPr bwMode="auto">
              <a:xfrm>
                <a:off x="4683" y="2221"/>
                <a:ext cx="141" cy="11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2516" name="Text Box 78">
                <a:extLst>
                  <a:ext uri="{FF2B5EF4-FFF2-40B4-BE49-F238E27FC236}">
                    <a16:creationId xmlns:a16="http://schemas.microsoft.com/office/drawing/2014/main" id="{43E9FAB7-C54E-4036-9A70-D1F6C0DAAB78}"/>
                  </a:ext>
                </a:extLst>
              </p:cNvPr>
              <p:cNvSpPr txBox="1">
                <a:spLocks noChangeArrowheads="1"/>
              </p:cNvSpPr>
              <p:nvPr/>
            </p:nvSpPr>
            <p:spPr bwMode="auto">
              <a:xfrm>
                <a:off x="4598" y="2158"/>
                <a:ext cx="319"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2b</a:t>
                </a:r>
                <a:endParaRPr lang="en-US" altLang="en-US" sz="2400"/>
              </a:p>
            </p:txBody>
          </p:sp>
        </p:grpSp>
        <p:grpSp>
          <p:nvGrpSpPr>
            <p:cNvPr id="102466" name="Group 79">
              <a:extLst>
                <a:ext uri="{FF2B5EF4-FFF2-40B4-BE49-F238E27FC236}">
                  <a16:creationId xmlns:a16="http://schemas.microsoft.com/office/drawing/2014/main" id="{DCD095CE-8180-435F-A950-01DB2B6C617A}"/>
                </a:ext>
              </a:extLst>
            </p:cNvPr>
            <p:cNvGrpSpPr>
              <a:grpSpLocks/>
            </p:cNvGrpSpPr>
            <p:nvPr/>
          </p:nvGrpSpPr>
          <p:grpSpPr bwMode="auto">
            <a:xfrm>
              <a:off x="2015" y="1976"/>
              <a:ext cx="321" cy="269"/>
              <a:chOff x="2015" y="1976"/>
              <a:chExt cx="321" cy="269"/>
            </a:xfrm>
          </p:grpSpPr>
          <p:sp>
            <p:nvSpPr>
              <p:cNvPr id="102502" name="Oval 80">
                <a:extLst>
                  <a:ext uri="{FF2B5EF4-FFF2-40B4-BE49-F238E27FC236}">
                    <a16:creationId xmlns:a16="http://schemas.microsoft.com/office/drawing/2014/main" id="{BA90E908-CCDC-4B7E-BA5B-1E6A5F494040}"/>
                  </a:ext>
                </a:extLst>
              </p:cNvPr>
              <p:cNvSpPr>
                <a:spLocks noChangeArrowheads="1"/>
              </p:cNvSpPr>
              <p:nvPr/>
            </p:nvSpPr>
            <p:spPr bwMode="auto">
              <a:xfrm>
                <a:off x="2019" y="2102"/>
                <a:ext cx="311"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2503" name="Line 81">
                <a:extLst>
                  <a:ext uri="{FF2B5EF4-FFF2-40B4-BE49-F238E27FC236}">
                    <a16:creationId xmlns:a16="http://schemas.microsoft.com/office/drawing/2014/main" id="{A02319D3-7B3C-4D05-A66B-1D659DA378A0}"/>
                  </a:ext>
                </a:extLst>
              </p:cNvPr>
              <p:cNvSpPr>
                <a:spLocks noChangeShapeType="1"/>
              </p:cNvSpPr>
              <p:nvPr/>
            </p:nvSpPr>
            <p:spPr bwMode="auto">
              <a:xfrm>
                <a:off x="2019" y="2097"/>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2504" name="Line 82">
                <a:extLst>
                  <a:ext uri="{FF2B5EF4-FFF2-40B4-BE49-F238E27FC236}">
                    <a16:creationId xmlns:a16="http://schemas.microsoft.com/office/drawing/2014/main" id="{6C68C387-9A03-4347-9698-14AB654BE626}"/>
                  </a:ext>
                </a:extLst>
              </p:cNvPr>
              <p:cNvSpPr>
                <a:spLocks noChangeShapeType="1"/>
              </p:cNvSpPr>
              <p:nvPr/>
            </p:nvSpPr>
            <p:spPr bwMode="auto">
              <a:xfrm>
                <a:off x="2330" y="2097"/>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2505" name="Rectangle 83">
                <a:extLst>
                  <a:ext uri="{FF2B5EF4-FFF2-40B4-BE49-F238E27FC236}">
                    <a16:creationId xmlns:a16="http://schemas.microsoft.com/office/drawing/2014/main" id="{64F20222-93FD-4023-ACF1-7A07CA8F36F3}"/>
                  </a:ext>
                </a:extLst>
              </p:cNvPr>
              <p:cNvSpPr>
                <a:spLocks noChangeArrowheads="1"/>
              </p:cNvSpPr>
              <p:nvPr/>
            </p:nvSpPr>
            <p:spPr bwMode="auto">
              <a:xfrm>
                <a:off x="2019" y="2097"/>
                <a:ext cx="310" cy="47"/>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102506" name="Oval 84">
                <a:extLst>
                  <a:ext uri="{FF2B5EF4-FFF2-40B4-BE49-F238E27FC236}">
                    <a16:creationId xmlns:a16="http://schemas.microsoft.com/office/drawing/2014/main" id="{8C25A0DD-BE30-4FD1-A739-95EB382B2EE0}"/>
                  </a:ext>
                </a:extLst>
              </p:cNvPr>
              <p:cNvSpPr>
                <a:spLocks noChangeArrowheads="1"/>
              </p:cNvSpPr>
              <p:nvPr/>
            </p:nvSpPr>
            <p:spPr bwMode="auto">
              <a:xfrm>
                <a:off x="2016" y="2036"/>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nvGrpSpPr>
              <p:cNvPr id="102507" name="Group 85">
                <a:extLst>
                  <a:ext uri="{FF2B5EF4-FFF2-40B4-BE49-F238E27FC236}">
                    <a16:creationId xmlns:a16="http://schemas.microsoft.com/office/drawing/2014/main" id="{145E39E1-8C4D-439F-ACF7-99A943C400AC}"/>
                  </a:ext>
                </a:extLst>
              </p:cNvPr>
              <p:cNvGrpSpPr>
                <a:grpSpLocks/>
              </p:cNvGrpSpPr>
              <p:nvPr/>
            </p:nvGrpSpPr>
            <p:grpSpPr bwMode="auto">
              <a:xfrm>
                <a:off x="2015" y="1976"/>
                <a:ext cx="321" cy="269"/>
                <a:chOff x="2894" y="2425"/>
                <a:chExt cx="328" cy="269"/>
              </a:xfrm>
            </p:grpSpPr>
            <p:sp>
              <p:nvSpPr>
                <p:cNvPr id="102508" name="Rectangle 86">
                  <a:extLst>
                    <a:ext uri="{FF2B5EF4-FFF2-40B4-BE49-F238E27FC236}">
                      <a16:creationId xmlns:a16="http://schemas.microsoft.com/office/drawing/2014/main" id="{DA43F49F-F96D-4980-BE0A-9D254DFAA009}"/>
                    </a:ext>
                  </a:extLst>
                </p:cNvPr>
                <p:cNvSpPr>
                  <a:spLocks noChangeArrowheads="1"/>
                </p:cNvSpPr>
                <p:nvPr/>
              </p:nvSpPr>
              <p:spPr bwMode="auto">
                <a:xfrm>
                  <a:off x="2982" y="2490"/>
                  <a:ext cx="144"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2509" name="Text Box 87">
                  <a:extLst>
                    <a:ext uri="{FF2B5EF4-FFF2-40B4-BE49-F238E27FC236}">
                      <a16:creationId xmlns:a16="http://schemas.microsoft.com/office/drawing/2014/main" id="{C805D339-9A9A-4AC1-AEA9-A86D190B3458}"/>
                    </a:ext>
                  </a:extLst>
                </p:cNvPr>
                <p:cNvSpPr txBox="1">
                  <a:spLocks noChangeArrowheads="1"/>
                </p:cNvSpPr>
                <p:nvPr/>
              </p:nvSpPr>
              <p:spPr bwMode="auto">
                <a:xfrm>
                  <a:off x="2894" y="2425"/>
                  <a:ext cx="328"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1b</a:t>
                  </a:r>
                  <a:endParaRPr lang="en-US" altLang="en-US" sz="2400"/>
                </a:p>
              </p:txBody>
            </p:sp>
          </p:grpSp>
        </p:grpSp>
        <p:sp>
          <p:nvSpPr>
            <p:cNvPr id="102467" name="Freeform 88">
              <a:extLst>
                <a:ext uri="{FF2B5EF4-FFF2-40B4-BE49-F238E27FC236}">
                  <a16:creationId xmlns:a16="http://schemas.microsoft.com/office/drawing/2014/main" id="{203CA873-2948-4C87-B3B9-D09B4B9A5C05}"/>
                </a:ext>
              </a:extLst>
            </p:cNvPr>
            <p:cNvSpPr>
              <a:spLocks/>
            </p:cNvSpPr>
            <p:nvPr/>
          </p:nvSpPr>
          <p:spPr bwMode="auto">
            <a:xfrm>
              <a:off x="1457" y="2302"/>
              <a:ext cx="1848" cy="414"/>
            </a:xfrm>
            <a:custGeom>
              <a:avLst/>
              <a:gdLst>
                <a:gd name="T0" fmla="*/ 0 w 1848"/>
                <a:gd name="T1" fmla="*/ 414 h 414"/>
                <a:gd name="T2" fmla="*/ 84 w 1848"/>
                <a:gd name="T3" fmla="*/ 0 h 414"/>
                <a:gd name="T4" fmla="*/ 384 w 1848"/>
                <a:gd name="T5" fmla="*/ 6 h 414"/>
                <a:gd name="T6" fmla="*/ 1848 w 1848"/>
                <a:gd name="T7" fmla="*/ 414 h 414"/>
                <a:gd name="T8" fmla="*/ 0 w 1848"/>
                <a:gd name="T9" fmla="*/ 414 h 414"/>
                <a:gd name="T10" fmla="*/ 0 60000 65536"/>
                <a:gd name="T11" fmla="*/ 0 60000 65536"/>
                <a:gd name="T12" fmla="*/ 0 60000 65536"/>
                <a:gd name="T13" fmla="*/ 0 60000 65536"/>
                <a:gd name="T14" fmla="*/ 0 60000 65536"/>
                <a:gd name="T15" fmla="*/ 0 w 1848"/>
                <a:gd name="T16" fmla="*/ 0 h 414"/>
                <a:gd name="T17" fmla="*/ 1848 w 1848"/>
                <a:gd name="T18" fmla="*/ 414 h 414"/>
              </a:gdLst>
              <a:ahLst/>
              <a:cxnLst>
                <a:cxn ang="T10">
                  <a:pos x="T0" y="T1"/>
                </a:cxn>
                <a:cxn ang="T11">
                  <a:pos x="T2" y="T3"/>
                </a:cxn>
                <a:cxn ang="T12">
                  <a:pos x="T4" y="T5"/>
                </a:cxn>
                <a:cxn ang="T13">
                  <a:pos x="T6" y="T7"/>
                </a:cxn>
                <a:cxn ang="T14">
                  <a:pos x="T8" y="T9"/>
                </a:cxn>
              </a:cxnLst>
              <a:rect l="T15" t="T16" r="T17" b="T18"/>
              <a:pathLst>
                <a:path w="1848" h="414">
                  <a:moveTo>
                    <a:pt x="0" y="414"/>
                  </a:moveTo>
                  <a:lnTo>
                    <a:pt x="84" y="0"/>
                  </a:lnTo>
                  <a:lnTo>
                    <a:pt x="384" y="6"/>
                  </a:lnTo>
                  <a:lnTo>
                    <a:pt x="1848" y="414"/>
                  </a:lnTo>
                  <a:lnTo>
                    <a:pt x="0" y="414"/>
                  </a:lnTo>
                  <a:close/>
                </a:path>
              </a:pathLst>
            </a:custGeom>
            <a:gradFill rotWithShape="1">
              <a:gsLst>
                <a:gs pos="0">
                  <a:srgbClr val="DDDDDD"/>
                </a:gs>
                <a:gs pos="100000">
                  <a:srgbClr val="5F5F5F"/>
                </a:gs>
              </a:gsLst>
              <a:lin ang="5400000" scaled="1"/>
            </a:gradFill>
            <a:ln w="9525">
              <a:solidFill>
                <a:srgbClr val="DDDDDD"/>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02468" name="Rectangle 89">
              <a:extLst>
                <a:ext uri="{FF2B5EF4-FFF2-40B4-BE49-F238E27FC236}">
                  <a16:creationId xmlns:a16="http://schemas.microsoft.com/office/drawing/2014/main" id="{130DB2B4-00F9-48E5-9088-D66D25FBBCC8}"/>
                </a:ext>
              </a:extLst>
            </p:cNvPr>
            <p:cNvSpPr>
              <a:spLocks noChangeArrowheads="1"/>
            </p:cNvSpPr>
            <p:nvPr/>
          </p:nvSpPr>
          <p:spPr bwMode="auto">
            <a:xfrm>
              <a:off x="1462" y="2729"/>
              <a:ext cx="1833" cy="111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nvGrpSpPr>
            <p:cNvPr id="102469" name="Group 90">
              <a:extLst>
                <a:ext uri="{FF2B5EF4-FFF2-40B4-BE49-F238E27FC236}">
                  <a16:creationId xmlns:a16="http://schemas.microsoft.com/office/drawing/2014/main" id="{1B2A05B9-0F39-4916-A309-B2EFCFB3D4BF}"/>
                </a:ext>
              </a:extLst>
            </p:cNvPr>
            <p:cNvGrpSpPr>
              <a:grpSpLocks/>
            </p:cNvGrpSpPr>
            <p:nvPr/>
          </p:nvGrpSpPr>
          <p:grpSpPr bwMode="auto">
            <a:xfrm>
              <a:off x="1578" y="2818"/>
              <a:ext cx="797" cy="479"/>
              <a:chOff x="1595" y="2898"/>
              <a:chExt cx="797" cy="479"/>
            </a:xfrm>
          </p:grpSpPr>
          <p:sp>
            <p:nvSpPr>
              <p:cNvPr id="102500" name="Oval 91">
                <a:extLst>
                  <a:ext uri="{FF2B5EF4-FFF2-40B4-BE49-F238E27FC236}">
                    <a16:creationId xmlns:a16="http://schemas.microsoft.com/office/drawing/2014/main" id="{1B3FAF95-A1E7-42C9-AB7E-91F75F3FEFEA}"/>
                  </a:ext>
                </a:extLst>
              </p:cNvPr>
              <p:cNvSpPr>
                <a:spLocks noChangeArrowheads="1"/>
              </p:cNvSpPr>
              <p:nvPr/>
            </p:nvSpPr>
            <p:spPr bwMode="auto">
              <a:xfrm>
                <a:off x="1595" y="2898"/>
                <a:ext cx="736" cy="479"/>
              </a:xfrm>
              <a:prstGeom prst="ellipse">
                <a:avLst/>
              </a:prstGeom>
              <a:noFill/>
              <a:ln w="9525">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2501" name="Text Box 92">
                <a:extLst>
                  <a:ext uri="{FF2B5EF4-FFF2-40B4-BE49-F238E27FC236}">
                    <a16:creationId xmlns:a16="http://schemas.microsoft.com/office/drawing/2014/main" id="{7247238A-E934-41EA-8A73-F5092ED46C2B}"/>
                  </a:ext>
                </a:extLst>
              </p:cNvPr>
              <p:cNvSpPr txBox="1">
                <a:spLocks noChangeArrowheads="1"/>
              </p:cNvSpPr>
              <p:nvPr/>
            </p:nvSpPr>
            <p:spPr bwMode="auto">
              <a:xfrm>
                <a:off x="1733" y="2933"/>
                <a:ext cx="659"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200">
                    <a:solidFill>
                      <a:srgbClr val="000099"/>
                    </a:solidFill>
                  </a:rPr>
                  <a:t>Thuật toán </a:t>
                </a:r>
              </a:p>
              <a:p>
                <a:pPr eaLnBrk="1" hangingPunct="1"/>
                <a:r>
                  <a:rPr lang="en-US" altLang="en-US" sz="1200">
                    <a:solidFill>
                      <a:srgbClr val="000099"/>
                    </a:solidFill>
                  </a:rPr>
                  <a:t>định tuyến</a:t>
                </a:r>
              </a:p>
              <a:p>
                <a:pPr eaLnBrk="1" hangingPunct="1"/>
                <a:r>
                  <a:rPr lang="en-US" altLang="en-US" sz="1200">
                    <a:solidFill>
                      <a:srgbClr val="000099"/>
                    </a:solidFill>
                  </a:rPr>
                  <a:t>Intra-AS</a:t>
                </a:r>
              </a:p>
            </p:txBody>
          </p:sp>
        </p:grpSp>
        <p:grpSp>
          <p:nvGrpSpPr>
            <p:cNvPr id="102470" name="Group 93">
              <a:extLst>
                <a:ext uri="{FF2B5EF4-FFF2-40B4-BE49-F238E27FC236}">
                  <a16:creationId xmlns:a16="http://schemas.microsoft.com/office/drawing/2014/main" id="{DCA1D2CF-3167-4344-BBF5-8EC2C6B0277E}"/>
                </a:ext>
              </a:extLst>
            </p:cNvPr>
            <p:cNvGrpSpPr>
              <a:grpSpLocks/>
            </p:cNvGrpSpPr>
            <p:nvPr/>
          </p:nvGrpSpPr>
          <p:grpSpPr bwMode="auto">
            <a:xfrm>
              <a:off x="2402" y="2828"/>
              <a:ext cx="766" cy="477"/>
              <a:chOff x="2402" y="2828"/>
              <a:chExt cx="766" cy="477"/>
            </a:xfrm>
          </p:grpSpPr>
          <p:sp>
            <p:nvSpPr>
              <p:cNvPr id="102498" name="Oval 94">
                <a:extLst>
                  <a:ext uri="{FF2B5EF4-FFF2-40B4-BE49-F238E27FC236}">
                    <a16:creationId xmlns:a16="http://schemas.microsoft.com/office/drawing/2014/main" id="{BF2EF8FE-EF25-4DAA-A12F-9A9D52041DD0}"/>
                  </a:ext>
                </a:extLst>
              </p:cNvPr>
              <p:cNvSpPr>
                <a:spLocks noChangeArrowheads="1"/>
              </p:cNvSpPr>
              <p:nvPr/>
            </p:nvSpPr>
            <p:spPr bwMode="auto">
              <a:xfrm>
                <a:off x="2402" y="2828"/>
                <a:ext cx="736" cy="477"/>
              </a:xfrm>
              <a:prstGeom prst="ellipse">
                <a:avLst/>
              </a:pr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2499" name="Text Box 95">
                <a:extLst>
                  <a:ext uri="{FF2B5EF4-FFF2-40B4-BE49-F238E27FC236}">
                    <a16:creationId xmlns:a16="http://schemas.microsoft.com/office/drawing/2014/main" id="{E96CE2A8-94EB-469A-8EAA-AF9206D2CAFA}"/>
                  </a:ext>
                </a:extLst>
              </p:cNvPr>
              <p:cNvSpPr txBox="1">
                <a:spLocks noChangeArrowheads="1"/>
              </p:cNvSpPr>
              <p:nvPr/>
            </p:nvSpPr>
            <p:spPr bwMode="auto">
              <a:xfrm>
                <a:off x="2539" y="2862"/>
                <a:ext cx="629"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200">
                    <a:solidFill>
                      <a:srgbClr val="FF0000"/>
                    </a:solidFill>
                  </a:rPr>
                  <a:t>Thuật toán</a:t>
                </a:r>
              </a:p>
              <a:p>
                <a:pPr eaLnBrk="1" hangingPunct="1"/>
                <a:r>
                  <a:rPr lang="en-US" altLang="en-US" sz="1200">
                    <a:solidFill>
                      <a:srgbClr val="FF0000"/>
                    </a:solidFill>
                  </a:rPr>
                  <a:t>định tuyến</a:t>
                </a:r>
              </a:p>
              <a:p>
                <a:pPr eaLnBrk="1" hangingPunct="1"/>
                <a:r>
                  <a:rPr lang="en-US" altLang="en-US" sz="1200">
                    <a:solidFill>
                      <a:srgbClr val="FF0000"/>
                    </a:solidFill>
                  </a:rPr>
                  <a:t>Inter-AS</a:t>
                </a:r>
              </a:p>
            </p:txBody>
          </p:sp>
        </p:grpSp>
        <p:sp>
          <p:nvSpPr>
            <p:cNvPr id="102471" name="Rectangle 96">
              <a:extLst>
                <a:ext uri="{FF2B5EF4-FFF2-40B4-BE49-F238E27FC236}">
                  <a16:creationId xmlns:a16="http://schemas.microsoft.com/office/drawing/2014/main" id="{F8BE0D93-947A-4243-B0F3-0863286A0E1F}"/>
                </a:ext>
              </a:extLst>
            </p:cNvPr>
            <p:cNvSpPr>
              <a:spLocks noChangeArrowheads="1"/>
            </p:cNvSpPr>
            <p:nvPr/>
          </p:nvSpPr>
          <p:spPr bwMode="auto">
            <a:xfrm>
              <a:off x="1932" y="3447"/>
              <a:ext cx="780" cy="266"/>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1400"/>
                <a:t>Bảng</a:t>
              </a:r>
            </a:p>
            <a:p>
              <a:pPr algn="ctr" eaLnBrk="1" hangingPunct="1"/>
              <a:r>
                <a:rPr lang="en-US" altLang="en-US" sz="1400"/>
                <a:t>Forwarding</a:t>
              </a:r>
            </a:p>
          </p:txBody>
        </p:sp>
        <p:sp>
          <p:nvSpPr>
            <p:cNvPr id="102472" name="Freeform 97">
              <a:extLst>
                <a:ext uri="{FF2B5EF4-FFF2-40B4-BE49-F238E27FC236}">
                  <a16:creationId xmlns:a16="http://schemas.microsoft.com/office/drawing/2014/main" id="{2466332C-9C81-42F1-9665-AB0B5F4E025A}"/>
                </a:ext>
              </a:extLst>
            </p:cNvPr>
            <p:cNvSpPr>
              <a:spLocks/>
            </p:cNvSpPr>
            <p:nvPr/>
          </p:nvSpPr>
          <p:spPr bwMode="auto">
            <a:xfrm>
              <a:off x="1648" y="3217"/>
              <a:ext cx="275" cy="345"/>
            </a:xfrm>
            <a:custGeom>
              <a:avLst/>
              <a:gdLst>
                <a:gd name="T0" fmla="*/ 0 w 275"/>
                <a:gd name="T1" fmla="*/ 0 h 345"/>
                <a:gd name="T2" fmla="*/ 71 w 275"/>
                <a:gd name="T3" fmla="*/ 230 h 345"/>
                <a:gd name="T4" fmla="*/ 275 w 275"/>
                <a:gd name="T5" fmla="*/ 345 h 345"/>
                <a:gd name="T6" fmla="*/ 0 60000 65536"/>
                <a:gd name="T7" fmla="*/ 0 60000 65536"/>
                <a:gd name="T8" fmla="*/ 0 60000 65536"/>
                <a:gd name="T9" fmla="*/ 0 w 275"/>
                <a:gd name="T10" fmla="*/ 0 h 345"/>
                <a:gd name="T11" fmla="*/ 275 w 275"/>
                <a:gd name="T12" fmla="*/ 345 h 345"/>
              </a:gdLst>
              <a:ahLst/>
              <a:cxnLst>
                <a:cxn ang="T6">
                  <a:pos x="T0" y="T1"/>
                </a:cxn>
                <a:cxn ang="T7">
                  <a:pos x="T2" y="T3"/>
                </a:cxn>
                <a:cxn ang="T8">
                  <a:pos x="T4" y="T5"/>
                </a:cxn>
              </a:cxnLst>
              <a:rect l="T9" t="T10" r="T11" b="T12"/>
              <a:pathLst>
                <a:path w="275" h="345">
                  <a:moveTo>
                    <a:pt x="0" y="0"/>
                  </a:moveTo>
                  <a:cubicBezTo>
                    <a:pt x="12" y="86"/>
                    <a:pt x="25" y="173"/>
                    <a:pt x="71" y="230"/>
                  </a:cubicBezTo>
                  <a:cubicBezTo>
                    <a:pt x="117" y="287"/>
                    <a:pt x="241" y="326"/>
                    <a:pt x="275" y="345"/>
                  </a:cubicBezTo>
                </a:path>
              </a:pathLst>
            </a:custGeom>
            <a:noFill/>
            <a:ln w="9525">
              <a:solidFill>
                <a:schemeClr val="accent2"/>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02473" name="Freeform 98">
              <a:extLst>
                <a:ext uri="{FF2B5EF4-FFF2-40B4-BE49-F238E27FC236}">
                  <a16:creationId xmlns:a16="http://schemas.microsoft.com/office/drawing/2014/main" id="{2BE51004-608F-4337-BF6D-79EFF6034852}"/>
                </a:ext>
              </a:extLst>
            </p:cNvPr>
            <p:cNvSpPr>
              <a:spLocks/>
            </p:cNvSpPr>
            <p:nvPr/>
          </p:nvSpPr>
          <p:spPr bwMode="auto">
            <a:xfrm>
              <a:off x="2712" y="3217"/>
              <a:ext cx="354" cy="372"/>
            </a:xfrm>
            <a:custGeom>
              <a:avLst/>
              <a:gdLst>
                <a:gd name="T0" fmla="*/ 354 w 354"/>
                <a:gd name="T1" fmla="*/ 0 h 372"/>
                <a:gd name="T2" fmla="*/ 248 w 354"/>
                <a:gd name="T3" fmla="*/ 274 h 372"/>
                <a:gd name="T4" fmla="*/ 0 w 354"/>
                <a:gd name="T5" fmla="*/ 372 h 372"/>
                <a:gd name="T6" fmla="*/ 0 60000 65536"/>
                <a:gd name="T7" fmla="*/ 0 60000 65536"/>
                <a:gd name="T8" fmla="*/ 0 60000 65536"/>
                <a:gd name="T9" fmla="*/ 0 w 354"/>
                <a:gd name="T10" fmla="*/ 0 h 372"/>
                <a:gd name="T11" fmla="*/ 354 w 354"/>
                <a:gd name="T12" fmla="*/ 372 h 372"/>
              </a:gdLst>
              <a:ahLst/>
              <a:cxnLst>
                <a:cxn ang="T6">
                  <a:pos x="T0" y="T1"/>
                </a:cxn>
                <a:cxn ang="T7">
                  <a:pos x="T2" y="T3"/>
                </a:cxn>
                <a:cxn ang="T8">
                  <a:pos x="T4" y="T5"/>
                </a:cxn>
              </a:cxnLst>
              <a:rect l="T9" t="T10" r="T11" b="T12"/>
              <a:pathLst>
                <a:path w="354" h="372">
                  <a:moveTo>
                    <a:pt x="354" y="0"/>
                  </a:moveTo>
                  <a:cubicBezTo>
                    <a:pt x="330" y="106"/>
                    <a:pt x="307" y="212"/>
                    <a:pt x="248" y="274"/>
                  </a:cubicBezTo>
                  <a:cubicBezTo>
                    <a:pt x="189" y="336"/>
                    <a:pt x="41" y="354"/>
                    <a:pt x="0" y="372"/>
                  </a:cubicBezTo>
                </a:path>
              </a:pathLst>
            </a:custGeom>
            <a:noFill/>
            <a:ln w="9525">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nvGrpSpPr>
            <p:cNvPr id="102474" name="Group 99">
              <a:extLst>
                <a:ext uri="{FF2B5EF4-FFF2-40B4-BE49-F238E27FC236}">
                  <a16:creationId xmlns:a16="http://schemas.microsoft.com/office/drawing/2014/main" id="{97E93DD6-EE47-458E-A6C4-C5F1613DAD4C}"/>
                </a:ext>
              </a:extLst>
            </p:cNvPr>
            <p:cNvGrpSpPr>
              <a:grpSpLocks/>
            </p:cNvGrpSpPr>
            <p:nvPr/>
          </p:nvGrpSpPr>
          <p:grpSpPr bwMode="auto">
            <a:xfrm>
              <a:off x="419" y="1222"/>
              <a:ext cx="316" cy="271"/>
              <a:chOff x="2016" y="1976"/>
              <a:chExt cx="316" cy="271"/>
            </a:xfrm>
          </p:grpSpPr>
          <p:sp>
            <p:nvSpPr>
              <p:cNvPr id="102490" name="Oval 100">
                <a:extLst>
                  <a:ext uri="{FF2B5EF4-FFF2-40B4-BE49-F238E27FC236}">
                    <a16:creationId xmlns:a16="http://schemas.microsoft.com/office/drawing/2014/main" id="{8957603A-B306-42AC-A164-3042A779D4F0}"/>
                  </a:ext>
                </a:extLst>
              </p:cNvPr>
              <p:cNvSpPr>
                <a:spLocks noChangeArrowheads="1"/>
              </p:cNvSpPr>
              <p:nvPr/>
            </p:nvSpPr>
            <p:spPr bwMode="auto">
              <a:xfrm>
                <a:off x="2019" y="2102"/>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2491" name="Line 101">
                <a:extLst>
                  <a:ext uri="{FF2B5EF4-FFF2-40B4-BE49-F238E27FC236}">
                    <a16:creationId xmlns:a16="http://schemas.microsoft.com/office/drawing/2014/main" id="{4BBE87D1-495C-45B4-8889-D1DA049BD8DD}"/>
                  </a:ext>
                </a:extLst>
              </p:cNvPr>
              <p:cNvSpPr>
                <a:spLocks noChangeShapeType="1"/>
              </p:cNvSpPr>
              <p:nvPr/>
            </p:nvSpPr>
            <p:spPr bwMode="auto">
              <a:xfrm>
                <a:off x="2019" y="2095"/>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2492" name="Line 102">
                <a:extLst>
                  <a:ext uri="{FF2B5EF4-FFF2-40B4-BE49-F238E27FC236}">
                    <a16:creationId xmlns:a16="http://schemas.microsoft.com/office/drawing/2014/main" id="{A8527F9F-AE0D-4A03-AA48-355FF77CF313}"/>
                  </a:ext>
                </a:extLst>
              </p:cNvPr>
              <p:cNvSpPr>
                <a:spLocks noChangeShapeType="1"/>
              </p:cNvSpPr>
              <p:nvPr/>
            </p:nvSpPr>
            <p:spPr bwMode="auto">
              <a:xfrm>
                <a:off x="2332" y="2095"/>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2493" name="Rectangle 103">
                <a:extLst>
                  <a:ext uri="{FF2B5EF4-FFF2-40B4-BE49-F238E27FC236}">
                    <a16:creationId xmlns:a16="http://schemas.microsoft.com/office/drawing/2014/main" id="{DC371796-6DFF-4266-807E-78DBD92A56A5}"/>
                  </a:ext>
                </a:extLst>
              </p:cNvPr>
              <p:cNvSpPr>
                <a:spLocks noChangeArrowheads="1"/>
              </p:cNvSpPr>
              <p:nvPr/>
            </p:nvSpPr>
            <p:spPr bwMode="auto">
              <a:xfrm>
                <a:off x="2019" y="2095"/>
                <a:ext cx="310" cy="50"/>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102494" name="Oval 104">
                <a:extLst>
                  <a:ext uri="{FF2B5EF4-FFF2-40B4-BE49-F238E27FC236}">
                    <a16:creationId xmlns:a16="http://schemas.microsoft.com/office/drawing/2014/main" id="{B4CB8AFF-9ED2-4238-8590-7097EED17772}"/>
                  </a:ext>
                </a:extLst>
              </p:cNvPr>
              <p:cNvSpPr>
                <a:spLocks noChangeArrowheads="1"/>
              </p:cNvSpPr>
              <p:nvPr/>
            </p:nvSpPr>
            <p:spPr bwMode="auto">
              <a:xfrm>
                <a:off x="2016" y="2037"/>
                <a:ext cx="313" cy="94"/>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nvGrpSpPr>
              <p:cNvPr id="102495" name="Group 105">
                <a:extLst>
                  <a:ext uri="{FF2B5EF4-FFF2-40B4-BE49-F238E27FC236}">
                    <a16:creationId xmlns:a16="http://schemas.microsoft.com/office/drawing/2014/main" id="{DB047009-4FBB-401D-A6F3-A6CF77022790}"/>
                  </a:ext>
                </a:extLst>
              </p:cNvPr>
              <p:cNvGrpSpPr>
                <a:grpSpLocks/>
              </p:cNvGrpSpPr>
              <p:nvPr/>
            </p:nvGrpSpPr>
            <p:grpSpPr bwMode="auto">
              <a:xfrm>
                <a:off x="2019" y="1976"/>
                <a:ext cx="312" cy="271"/>
                <a:chOff x="2897" y="2425"/>
                <a:chExt cx="319" cy="271"/>
              </a:xfrm>
            </p:grpSpPr>
            <p:sp>
              <p:nvSpPr>
                <p:cNvPr id="102496" name="Rectangle 106">
                  <a:extLst>
                    <a:ext uri="{FF2B5EF4-FFF2-40B4-BE49-F238E27FC236}">
                      <a16:creationId xmlns:a16="http://schemas.microsoft.com/office/drawing/2014/main" id="{EC04A455-8EF3-409A-98BB-D7BFF294A41F}"/>
                    </a:ext>
                  </a:extLst>
                </p:cNvPr>
                <p:cNvSpPr>
                  <a:spLocks noChangeArrowheads="1"/>
                </p:cNvSpPr>
                <p:nvPr/>
              </p:nvSpPr>
              <p:spPr bwMode="auto">
                <a:xfrm>
                  <a:off x="2982" y="2490"/>
                  <a:ext cx="142" cy="130"/>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2497" name="Text Box 107">
                  <a:extLst>
                    <a:ext uri="{FF2B5EF4-FFF2-40B4-BE49-F238E27FC236}">
                      <a16:creationId xmlns:a16="http://schemas.microsoft.com/office/drawing/2014/main" id="{09BE85BC-E5FE-4141-AC1F-28AC28837A12}"/>
                    </a:ext>
                  </a:extLst>
                </p:cNvPr>
                <p:cNvSpPr txBox="1">
                  <a:spLocks noChangeArrowheads="1"/>
                </p:cNvSpPr>
                <p:nvPr/>
              </p:nvSpPr>
              <p:spPr bwMode="auto">
                <a:xfrm>
                  <a:off x="2897" y="2425"/>
                  <a:ext cx="319"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3c</a:t>
                  </a:r>
                  <a:endParaRPr lang="en-US" altLang="en-US" sz="2400"/>
                </a:p>
              </p:txBody>
            </p:sp>
          </p:grpSp>
        </p:grpSp>
        <p:sp>
          <p:nvSpPr>
            <p:cNvPr id="102475" name="Line 108">
              <a:extLst>
                <a:ext uri="{FF2B5EF4-FFF2-40B4-BE49-F238E27FC236}">
                  <a16:creationId xmlns:a16="http://schemas.microsoft.com/office/drawing/2014/main" id="{8810B027-8A85-4C13-83B8-1CD8B04C378F}"/>
                </a:ext>
              </a:extLst>
            </p:cNvPr>
            <p:cNvSpPr>
              <a:spLocks noChangeShapeType="1"/>
            </p:cNvSpPr>
            <p:nvPr/>
          </p:nvSpPr>
          <p:spPr bwMode="auto">
            <a:xfrm flipH="1">
              <a:off x="443" y="1436"/>
              <a:ext cx="62" cy="10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476" name="Line 109">
              <a:extLst>
                <a:ext uri="{FF2B5EF4-FFF2-40B4-BE49-F238E27FC236}">
                  <a16:creationId xmlns:a16="http://schemas.microsoft.com/office/drawing/2014/main" id="{E2EACE45-ACEC-4D87-8F7B-2A3E5BB5799E}"/>
                </a:ext>
              </a:extLst>
            </p:cNvPr>
            <p:cNvSpPr>
              <a:spLocks noChangeShapeType="1"/>
            </p:cNvSpPr>
            <p:nvPr/>
          </p:nvSpPr>
          <p:spPr bwMode="auto">
            <a:xfrm>
              <a:off x="136" y="1482"/>
              <a:ext cx="145" cy="11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477" name="Line 110">
              <a:extLst>
                <a:ext uri="{FF2B5EF4-FFF2-40B4-BE49-F238E27FC236}">
                  <a16:creationId xmlns:a16="http://schemas.microsoft.com/office/drawing/2014/main" id="{5C71693F-9A94-45F2-8558-1A5736EC9DEB}"/>
                </a:ext>
              </a:extLst>
            </p:cNvPr>
            <p:cNvSpPr>
              <a:spLocks noChangeShapeType="1"/>
            </p:cNvSpPr>
            <p:nvPr/>
          </p:nvSpPr>
          <p:spPr bwMode="auto">
            <a:xfrm flipH="1">
              <a:off x="635" y="1127"/>
              <a:ext cx="136" cy="15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478" name="Line 111">
              <a:extLst>
                <a:ext uri="{FF2B5EF4-FFF2-40B4-BE49-F238E27FC236}">
                  <a16:creationId xmlns:a16="http://schemas.microsoft.com/office/drawing/2014/main" id="{AE6CB8B0-B948-44C0-8C9D-A841E65806AC}"/>
                </a:ext>
              </a:extLst>
            </p:cNvPr>
            <p:cNvSpPr>
              <a:spLocks noChangeShapeType="1"/>
            </p:cNvSpPr>
            <p:nvPr/>
          </p:nvSpPr>
          <p:spPr bwMode="auto">
            <a:xfrm>
              <a:off x="356" y="1118"/>
              <a:ext cx="120" cy="17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479" name="Line 112">
              <a:extLst>
                <a:ext uri="{FF2B5EF4-FFF2-40B4-BE49-F238E27FC236}">
                  <a16:creationId xmlns:a16="http://schemas.microsoft.com/office/drawing/2014/main" id="{F21DE4E5-E9CC-442C-8FCC-B38BD4D00BCC}"/>
                </a:ext>
              </a:extLst>
            </p:cNvPr>
            <p:cNvSpPr>
              <a:spLocks noChangeShapeType="1"/>
            </p:cNvSpPr>
            <p:nvPr/>
          </p:nvSpPr>
          <p:spPr bwMode="auto">
            <a:xfrm flipH="1">
              <a:off x="1016" y="1211"/>
              <a:ext cx="70" cy="20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480" name="Line 113">
              <a:extLst>
                <a:ext uri="{FF2B5EF4-FFF2-40B4-BE49-F238E27FC236}">
                  <a16:creationId xmlns:a16="http://schemas.microsoft.com/office/drawing/2014/main" id="{D683ECE7-F8ED-400B-92D2-895942166EB1}"/>
                </a:ext>
              </a:extLst>
            </p:cNvPr>
            <p:cNvSpPr>
              <a:spLocks noChangeShapeType="1"/>
            </p:cNvSpPr>
            <p:nvPr/>
          </p:nvSpPr>
          <p:spPr bwMode="auto">
            <a:xfrm>
              <a:off x="3854" y="1728"/>
              <a:ext cx="22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481" name="Line 114">
              <a:extLst>
                <a:ext uri="{FF2B5EF4-FFF2-40B4-BE49-F238E27FC236}">
                  <a16:creationId xmlns:a16="http://schemas.microsoft.com/office/drawing/2014/main" id="{46F5DFCF-9CAD-43BF-B600-F73961F3929E}"/>
                </a:ext>
              </a:extLst>
            </p:cNvPr>
            <p:cNvSpPr>
              <a:spLocks noChangeShapeType="1"/>
            </p:cNvSpPr>
            <p:nvPr/>
          </p:nvSpPr>
          <p:spPr bwMode="auto">
            <a:xfrm flipV="1">
              <a:off x="3795" y="1415"/>
              <a:ext cx="262" cy="25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482" name="Line 115">
              <a:extLst>
                <a:ext uri="{FF2B5EF4-FFF2-40B4-BE49-F238E27FC236}">
                  <a16:creationId xmlns:a16="http://schemas.microsoft.com/office/drawing/2014/main" id="{F3FEDF07-9165-41F4-87F1-3D6E1ECBD93C}"/>
                </a:ext>
              </a:extLst>
            </p:cNvPr>
            <p:cNvSpPr>
              <a:spLocks noChangeShapeType="1"/>
            </p:cNvSpPr>
            <p:nvPr/>
          </p:nvSpPr>
          <p:spPr bwMode="auto">
            <a:xfrm flipH="1" flipV="1">
              <a:off x="3244" y="1245"/>
              <a:ext cx="127" cy="20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483" name="Line 116">
              <a:extLst>
                <a:ext uri="{FF2B5EF4-FFF2-40B4-BE49-F238E27FC236}">
                  <a16:creationId xmlns:a16="http://schemas.microsoft.com/office/drawing/2014/main" id="{12064328-A3AB-40E4-9A61-5F5B544AC9C4}"/>
                </a:ext>
              </a:extLst>
            </p:cNvPr>
            <p:cNvSpPr>
              <a:spLocks noChangeShapeType="1"/>
            </p:cNvSpPr>
            <p:nvPr/>
          </p:nvSpPr>
          <p:spPr bwMode="auto">
            <a:xfrm flipH="1" flipV="1">
              <a:off x="2932" y="1347"/>
              <a:ext cx="136" cy="18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484" name="Line 117">
              <a:extLst>
                <a:ext uri="{FF2B5EF4-FFF2-40B4-BE49-F238E27FC236}">
                  <a16:creationId xmlns:a16="http://schemas.microsoft.com/office/drawing/2014/main" id="{ED0973D0-B3C4-4DF0-94DD-90C25BB286D3}"/>
                </a:ext>
              </a:extLst>
            </p:cNvPr>
            <p:cNvSpPr>
              <a:spLocks noChangeShapeType="1"/>
            </p:cNvSpPr>
            <p:nvPr/>
          </p:nvSpPr>
          <p:spPr bwMode="auto">
            <a:xfrm flipH="1">
              <a:off x="1042" y="2092"/>
              <a:ext cx="135" cy="11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485" name="Line 118">
              <a:extLst>
                <a:ext uri="{FF2B5EF4-FFF2-40B4-BE49-F238E27FC236}">
                  <a16:creationId xmlns:a16="http://schemas.microsoft.com/office/drawing/2014/main" id="{94FE5421-7E87-40E9-885E-0B75CBF6CB4A}"/>
                </a:ext>
              </a:extLst>
            </p:cNvPr>
            <p:cNvSpPr>
              <a:spLocks noChangeShapeType="1"/>
            </p:cNvSpPr>
            <p:nvPr/>
          </p:nvSpPr>
          <p:spPr bwMode="auto">
            <a:xfrm flipH="1" flipV="1">
              <a:off x="1008" y="1991"/>
              <a:ext cx="127" cy="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486" name="Line 119">
              <a:extLst>
                <a:ext uri="{FF2B5EF4-FFF2-40B4-BE49-F238E27FC236}">
                  <a16:creationId xmlns:a16="http://schemas.microsoft.com/office/drawing/2014/main" id="{A5262558-AE56-471A-B810-1C75AB0A078C}"/>
                </a:ext>
              </a:extLst>
            </p:cNvPr>
            <p:cNvSpPr>
              <a:spLocks noChangeShapeType="1"/>
            </p:cNvSpPr>
            <p:nvPr/>
          </p:nvSpPr>
          <p:spPr bwMode="auto">
            <a:xfrm flipH="1">
              <a:off x="1279" y="2262"/>
              <a:ext cx="212" cy="1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487" name="Line 120">
              <a:extLst>
                <a:ext uri="{FF2B5EF4-FFF2-40B4-BE49-F238E27FC236}">
                  <a16:creationId xmlns:a16="http://schemas.microsoft.com/office/drawing/2014/main" id="{A4EC7195-AD5B-4990-8F7C-95F2118331D8}"/>
                </a:ext>
              </a:extLst>
            </p:cNvPr>
            <p:cNvSpPr>
              <a:spLocks noChangeShapeType="1"/>
            </p:cNvSpPr>
            <p:nvPr/>
          </p:nvSpPr>
          <p:spPr bwMode="auto">
            <a:xfrm flipV="1">
              <a:off x="1762" y="1804"/>
              <a:ext cx="229" cy="1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488" name="Line 121">
              <a:extLst>
                <a:ext uri="{FF2B5EF4-FFF2-40B4-BE49-F238E27FC236}">
                  <a16:creationId xmlns:a16="http://schemas.microsoft.com/office/drawing/2014/main" id="{1CF7DC02-4CB0-4A57-B001-2BDF752D2465}"/>
                </a:ext>
              </a:extLst>
            </p:cNvPr>
            <p:cNvSpPr>
              <a:spLocks noChangeShapeType="1"/>
            </p:cNvSpPr>
            <p:nvPr/>
          </p:nvSpPr>
          <p:spPr bwMode="auto">
            <a:xfrm>
              <a:off x="2219" y="2177"/>
              <a:ext cx="119" cy="11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489" name="Line 122">
              <a:extLst>
                <a:ext uri="{FF2B5EF4-FFF2-40B4-BE49-F238E27FC236}">
                  <a16:creationId xmlns:a16="http://schemas.microsoft.com/office/drawing/2014/main" id="{E68DF016-93E0-4240-9065-0EBE5984B821}"/>
                </a:ext>
              </a:extLst>
            </p:cNvPr>
            <p:cNvSpPr>
              <a:spLocks noChangeShapeType="1"/>
            </p:cNvSpPr>
            <p:nvPr/>
          </p:nvSpPr>
          <p:spPr bwMode="auto">
            <a:xfrm>
              <a:off x="1737" y="1880"/>
              <a:ext cx="145" cy="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00357" name="Rectangle 123">
            <a:extLst>
              <a:ext uri="{FF2B5EF4-FFF2-40B4-BE49-F238E27FC236}">
                <a16:creationId xmlns:a16="http://schemas.microsoft.com/office/drawing/2014/main" id="{E252C250-F577-4AE0-92E1-A3E5AC8CEB3B}"/>
              </a:ext>
            </a:extLst>
          </p:cNvPr>
          <p:cNvSpPr>
            <a:spLocks noGrp="1" noChangeArrowheads="1"/>
          </p:cNvSpPr>
          <p:nvPr>
            <p:ph type="title"/>
          </p:nvPr>
        </p:nvSpPr>
        <p:spPr>
          <a:xfrm>
            <a:off x="1946275" y="228600"/>
            <a:ext cx="7772400" cy="839788"/>
          </a:xfrm>
        </p:spPr>
        <p:txBody>
          <a:bodyPr/>
          <a:lstStyle/>
          <a:p>
            <a:pPr>
              <a:defRPr/>
            </a:pPr>
            <a:r>
              <a:rPr lang="en-US" dirty="0" err="1">
                <a:cs typeface="+mj-cs"/>
              </a:rPr>
              <a:t>Kết</a:t>
            </a:r>
            <a:r>
              <a:rPr lang="en-US" dirty="0">
                <a:cs typeface="+mj-cs"/>
              </a:rPr>
              <a:t> </a:t>
            </a:r>
            <a:r>
              <a:rPr lang="en-US" dirty="0" err="1">
                <a:cs typeface="+mj-cs"/>
              </a:rPr>
              <a:t>nối</a:t>
            </a:r>
            <a:r>
              <a:rPr lang="en-US" dirty="0">
                <a:cs typeface="+mj-cs"/>
              </a:rPr>
              <a:t> </a:t>
            </a:r>
            <a:r>
              <a:rPr lang="en-US" dirty="0" err="1">
                <a:cs typeface="+mj-cs"/>
              </a:rPr>
              <a:t>các</a:t>
            </a:r>
            <a:r>
              <a:rPr lang="en-US" dirty="0">
                <a:cs typeface="+mj-cs"/>
              </a:rPr>
              <a:t> AS</a:t>
            </a:r>
          </a:p>
        </p:txBody>
      </p:sp>
      <p:sp>
        <p:nvSpPr>
          <p:cNvPr id="100358" name="Rectangle 124">
            <a:extLst>
              <a:ext uri="{FF2B5EF4-FFF2-40B4-BE49-F238E27FC236}">
                <a16:creationId xmlns:a16="http://schemas.microsoft.com/office/drawing/2014/main" id="{6F440B41-DD13-43A8-B23E-BDFE37E589EC}"/>
              </a:ext>
            </a:extLst>
          </p:cNvPr>
          <p:cNvSpPr>
            <a:spLocks noGrp="1" noChangeArrowheads="1"/>
          </p:cNvSpPr>
          <p:nvPr>
            <p:ph type="body" sz="half" idx="2"/>
          </p:nvPr>
        </p:nvSpPr>
        <p:spPr>
          <a:xfrm>
            <a:off x="6638926" y="3044826"/>
            <a:ext cx="4029075" cy="3400425"/>
          </a:xfrm>
        </p:spPr>
        <p:txBody>
          <a:bodyPr/>
          <a:lstStyle/>
          <a:p>
            <a:pPr>
              <a:buFont typeface="Wingdings" charset="0"/>
              <a:buChar char="v"/>
              <a:defRPr/>
            </a:pPr>
            <a:r>
              <a:rPr lang="en-US" sz="2400" dirty="0" err="1">
                <a:latin typeface="Comic Sans MS" pitchFamily="66" charset="0"/>
              </a:rPr>
              <a:t>Bảng</a:t>
            </a:r>
            <a:r>
              <a:rPr lang="en-US" sz="2400" dirty="0">
                <a:latin typeface="Comic Sans MS" pitchFamily="66" charset="0"/>
              </a:rPr>
              <a:t> forwarding </a:t>
            </a:r>
            <a:r>
              <a:rPr lang="en-US" sz="2400" dirty="0" err="1">
                <a:latin typeface="Comic Sans MS" pitchFamily="66" charset="0"/>
              </a:rPr>
              <a:t>được</a:t>
            </a:r>
            <a:r>
              <a:rPr lang="en-US" sz="2400" dirty="0">
                <a:latin typeface="Comic Sans MS" pitchFamily="66" charset="0"/>
              </a:rPr>
              <a:t> </a:t>
            </a:r>
            <a:r>
              <a:rPr lang="en-US" sz="2400" dirty="0" err="1">
                <a:latin typeface="Comic Sans MS" pitchFamily="66" charset="0"/>
              </a:rPr>
              <a:t>cấu</a:t>
            </a:r>
            <a:r>
              <a:rPr lang="en-US" sz="2400" dirty="0">
                <a:latin typeface="Comic Sans MS" pitchFamily="66" charset="0"/>
              </a:rPr>
              <a:t> </a:t>
            </a:r>
            <a:r>
              <a:rPr lang="en-US" sz="2400" dirty="0" err="1">
                <a:latin typeface="Comic Sans MS" pitchFamily="66" charset="0"/>
              </a:rPr>
              <a:t>hình</a:t>
            </a:r>
            <a:r>
              <a:rPr lang="en-US" sz="2400" dirty="0">
                <a:latin typeface="Comic Sans MS" pitchFamily="66" charset="0"/>
              </a:rPr>
              <a:t> </a:t>
            </a:r>
            <a:r>
              <a:rPr lang="en-US" sz="2400" dirty="0" err="1">
                <a:latin typeface="Comic Sans MS" pitchFamily="66" charset="0"/>
              </a:rPr>
              <a:t>bởi</a:t>
            </a:r>
            <a:r>
              <a:rPr lang="en-US" sz="2400" dirty="0">
                <a:latin typeface="Comic Sans MS" pitchFamily="66" charset="0"/>
              </a:rPr>
              <a:t> </a:t>
            </a:r>
            <a:r>
              <a:rPr lang="en-US" sz="2400" dirty="0" err="1">
                <a:latin typeface="Comic Sans MS" pitchFamily="66" charset="0"/>
              </a:rPr>
              <a:t>cả</a:t>
            </a:r>
            <a:r>
              <a:rPr lang="en-US" sz="2400" dirty="0">
                <a:latin typeface="Comic Sans MS" pitchFamily="66" charset="0"/>
              </a:rPr>
              <a:t> </a:t>
            </a:r>
            <a:r>
              <a:rPr lang="en-US" sz="2400" dirty="0" err="1">
                <a:latin typeface="Comic Sans MS" pitchFamily="66" charset="0"/>
              </a:rPr>
              <a:t>thuật</a:t>
            </a:r>
            <a:r>
              <a:rPr lang="en-US" sz="2400" dirty="0">
                <a:latin typeface="Comic Sans MS" pitchFamily="66" charset="0"/>
              </a:rPr>
              <a:t> </a:t>
            </a:r>
            <a:r>
              <a:rPr lang="en-US" sz="2400" dirty="0" err="1">
                <a:latin typeface="Comic Sans MS" pitchFamily="66" charset="0"/>
              </a:rPr>
              <a:t>toán</a:t>
            </a:r>
            <a:r>
              <a:rPr lang="en-US" sz="2400" dirty="0">
                <a:latin typeface="Comic Sans MS" pitchFamily="66" charset="0"/>
              </a:rPr>
              <a:t> </a:t>
            </a:r>
            <a:r>
              <a:rPr lang="en-US" sz="2400" dirty="0" err="1">
                <a:latin typeface="Comic Sans MS" pitchFamily="66" charset="0"/>
              </a:rPr>
              <a:t>định</a:t>
            </a:r>
            <a:r>
              <a:rPr lang="en-US" sz="2400" dirty="0">
                <a:latin typeface="Comic Sans MS" pitchFamily="66" charset="0"/>
              </a:rPr>
              <a:t> </a:t>
            </a:r>
            <a:r>
              <a:rPr lang="en-US" sz="2400" dirty="0" err="1">
                <a:latin typeface="Comic Sans MS" pitchFamily="66" charset="0"/>
              </a:rPr>
              <a:t>tuyến</a:t>
            </a:r>
            <a:r>
              <a:rPr lang="en-US" sz="2400" dirty="0">
                <a:latin typeface="Comic Sans MS" pitchFamily="66" charset="0"/>
              </a:rPr>
              <a:t> intra- </a:t>
            </a:r>
            <a:r>
              <a:rPr lang="en-US" sz="2400" dirty="0" err="1">
                <a:latin typeface="Comic Sans MS" pitchFamily="66" charset="0"/>
              </a:rPr>
              <a:t>và</a:t>
            </a:r>
            <a:r>
              <a:rPr lang="en-US" sz="2400" dirty="0">
                <a:latin typeface="Comic Sans MS" pitchFamily="66" charset="0"/>
              </a:rPr>
              <a:t> inter-AS</a:t>
            </a:r>
          </a:p>
          <a:p>
            <a:pPr lvl="1">
              <a:buFont typeface="Wingdings" charset="0"/>
              <a:buChar char="§"/>
              <a:defRPr/>
            </a:pPr>
            <a:r>
              <a:rPr lang="en-US" dirty="0">
                <a:latin typeface="Comic Sans MS" pitchFamily="66" charset="0"/>
              </a:rPr>
              <a:t>intra-AS </a:t>
            </a:r>
            <a:r>
              <a:rPr lang="en-US" dirty="0" err="1">
                <a:latin typeface="Comic Sans MS" pitchFamily="66" charset="0"/>
              </a:rPr>
              <a:t>thiết</a:t>
            </a:r>
            <a:r>
              <a:rPr lang="en-US" dirty="0">
                <a:latin typeface="Comic Sans MS" pitchFamily="66" charset="0"/>
              </a:rPr>
              <a:t> </a:t>
            </a:r>
            <a:r>
              <a:rPr lang="en-US" dirty="0" err="1">
                <a:latin typeface="Comic Sans MS" pitchFamily="66" charset="0"/>
              </a:rPr>
              <a:t>lặp</a:t>
            </a:r>
            <a:r>
              <a:rPr lang="en-US" dirty="0">
                <a:latin typeface="Comic Sans MS" pitchFamily="66" charset="0"/>
              </a:rPr>
              <a:t> </a:t>
            </a:r>
            <a:r>
              <a:rPr lang="en-US" dirty="0" err="1">
                <a:latin typeface="Comic Sans MS" pitchFamily="66" charset="0"/>
              </a:rPr>
              <a:t>các</a:t>
            </a:r>
            <a:r>
              <a:rPr lang="en-US" dirty="0">
                <a:latin typeface="Comic Sans MS" pitchFamily="66" charset="0"/>
              </a:rPr>
              <a:t> </a:t>
            </a:r>
            <a:r>
              <a:rPr lang="en-US" dirty="0" err="1">
                <a:latin typeface="Comic Sans MS" pitchFamily="66" charset="0"/>
              </a:rPr>
              <a:t>mục</a:t>
            </a:r>
            <a:r>
              <a:rPr lang="en-US" dirty="0">
                <a:latin typeface="Comic Sans MS" pitchFamily="66" charset="0"/>
              </a:rPr>
              <a:t> </a:t>
            </a:r>
            <a:r>
              <a:rPr lang="en-US" dirty="0" err="1">
                <a:latin typeface="Comic Sans MS" pitchFamily="66" charset="0"/>
              </a:rPr>
              <a:t>cho</a:t>
            </a:r>
            <a:r>
              <a:rPr lang="en-US" dirty="0">
                <a:latin typeface="Comic Sans MS" pitchFamily="66" charset="0"/>
              </a:rPr>
              <a:t> </a:t>
            </a:r>
            <a:r>
              <a:rPr lang="en-US" dirty="0" err="1">
                <a:latin typeface="Comic Sans MS" pitchFamily="66" charset="0"/>
              </a:rPr>
              <a:t>các</a:t>
            </a:r>
            <a:r>
              <a:rPr lang="en-US" dirty="0">
                <a:latin typeface="Comic Sans MS" pitchFamily="66" charset="0"/>
              </a:rPr>
              <a:t> </a:t>
            </a:r>
            <a:r>
              <a:rPr lang="en-US" dirty="0" err="1">
                <a:latin typeface="Comic Sans MS" pitchFamily="66" charset="0"/>
              </a:rPr>
              <a:t>đích</a:t>
            </a:r>
            <a:r>
              <a:rPr lang="en-US" dirty="0">
                <a:latin typeface="Comic Sans MS" pitchFamily="66" charset="0"/>
              </a:rPr>
              <a:t> </a:t>
            </a:r>
            <a:r>
              <a:rPr lang="en-US" dirty="0" err="1">
                <a:latin typeface="Comic Sans MS" pitchFamily="66" charset="0"/>
              </a:rPr>
              <a:t>đến</a:t>
            </a:r>
            <a:r>
              <a:rPr lang="en-US" dirty="0">
                <a:latin typeface="Comic Sans MS" pitchFamily="66" charset="0"/>
              </a:rPr>
              <a:t> </a:t>
            </a:r>
            <a:r>
              <a:rPr lang="en-US" dirty="0" err="1">
                <a:latin typeface="Comic Sans MS" pitchFamily="66" charset="0"/>
              </a:rPr>
              <a:t>nội</a:t>
            </a:r>
            <a:r>
              <a:rPr lang="en-US" dirty="0">
                <a:latin typeface="Comic Sans MS" pitchFamily="66" charset="0"/>
              </a:rPr>
              <a:t> </a:t>
            </a:r>
            <a:r>
              <a:rPr lang="en-US" dirty="0" err="1">
                <a:latin typeface="Comic Sans MS" pitchFamily="66" charset="0"/>
              </a:rPr>
              <a:t>mạng</a:t>
            </a:r>
            <a:endParaRPr lang="en-US" dirty="0">
              <a:latin typeface="Comic Sans MS" pitchFamily="66" charset="0"/>
            </a:endParaRPr>
          </a:p>
          <a:p>
            <a:pPr lvl="1">
              <a:buFont typeface="Wingdings" charset="0"/>
              <a:buChar char="§"/>
              <a:defRPr/>
            </a:pPr>
            <a:r>
              <a:rPr lang="en-US" dirty="0">
                <a:latin typeface="Comic Sans MS" pitchFamily="66" charset="0"/>
              </a:rPr>
              <a:t>inter-AS &amp; intra-AS </a:t>
            </a:r>
            <a:r>
              <a:rPr lang="en-US" dirty="0" err="1">
                <a:latin typeface="Comic Sans MS" pitchFamily="66" charset="0"/>
              </a:rPr>
              <a:t>thiết</a:t>
            </a:r>
            <a:r>
              <a:rPr lang="en-US" dirty="0">
                <a:latin typeface="Comic Sans MS" pitchFamily="66" charset="0"/>
              </a:rPr>
              <a:t> </a:t>
            </a:r>
            <a:r>
              <a:rPr lang="en-US" dirty="0" err="1">
                <a:latin typeface="Comic Sans MS" pitchFamily="66" charset="0"/>
              </a:rPr>
              <a:t>lập</a:t>
            </a:r>
            <a:r>
              <a:rPr lang="en-US" dirty="0">
                <a:latin typeface="Comic Sans MS" pitchFamily="66" charset="0"/>
              </a:rPr>
              <a:t> </a:t>
            </a:r>
            <a:r>
              <a:rPr lang="en-US" dirty="0" err="1">
                <a:latin typeface="Comic Sans MS" pitchFamily="66" charset="0"/>
              </a:rPr>
              <a:t>các</a:t>
            </a:r>
            <a:r>
              <a:rPr lang="en-US" dirty="0">
                <a:latin typeface="Comic Sans MS" pitchFamily="66" charset="0"/>
              </a:rPr>
              <a:t> </a:t>
            </a:r>
            <a:r>
              <a:rPr lang="en-US" dirty="0" err="1">
                <a:latin typeface="Comic Sans MS" pitchFamily="66" charset="0"/>
              </a:rPr>
              <a:t>mục</a:t>
            </a:r>
            <a:r>
              <a:rPr lang="en-US" dirty="0">
                <a:latin typeface="Comic Sans MS" pitchFamily="66" charset="0"/>
              </a:rPr>
              <a:t> </a:t>
            </a:r>
            <a:r>
              <a:rPr lang="en-US" dirty="0" err="1">
                <a:latin typeface="Comic Sans MS" pitchFamily="66" charset="0"/>
              </a:rPr>
              <a:t>cho</a:t>
            </a:r>
            <a:r>
              <a:rPr lang="en-US" dirty="0">
                <a:latin typeface="Comic Sans MS" pitchFamily="66" charset="0"/>
              </a:rPr>
              <a:t> </a:t>
            </a:r>
            <a:r>
              <a:rPr lang="en-US" dirty="0" err="1">
                <a:latin typeface="Comic Sans MS" pitchFamily="66" charset="0"/>
              </a:rPr>
              <a:t>các</a:t>
            </a:r>
            <a:r>
              <a:rPr lang="en-US" dirty="0">
                <a:latin typeface="Comic Sans MS" pitchFamily="66" charset="0"/>
              </a:rPr>
              <a:t> </a:t>
            </a:r>
            <a:r>
              <a:rPr lang="en-US" dirty="0" err="1">
                <a:latin typeface="Comic Sans MS" pitchFamily="66" charset="0"/>
              </a:rPr>
              <a:t>đích</a:t>
            </a:r>
            <a:r>
              <a:rPr lang="en-US" dirty="0">
                <a:latin typeface="Comic Sans MS" pitchFamily="66" charset="0"/>
              </a:rPr>
              <a:t> </a:t>
            </a:r>
            <a:r>
              <a:rPr lang="en-US" dirty="0" err="1">
                <a:latin typeface="Comic Sans MS" pitchFamily="66" charset="0"/>
              </a:rPr>
              <a:t>đến</a:t>
            </a:r>
            <a:r>
              <a:rPr lang="en-US" dirty="0">
                <a:latin typeface="Comic Sans MS" pitchFamily="66" charset="0"/>
              </a:rPr>
              <a:t> </a:t>
            </a:r>
            <a:r>
              <a:rPr lang="en-US" dirty="0" err="1">
                <a:latin typeface="Comic Sans MS" pitchFamily="66" charset="0"/>
              </a:rPr>
              <a:t>ngoại</a:t>
            </a:r>
            <a:endParaRPr lang="en-US" dirty="0">
              <a:latin typeface="Comic Sans MS" pitchFamily="66" charset="0"/>
            </a:endParaRPr>
          </a:p>
        </p:txBody>
      </p:sp>
      <p:pic>
        <p:nvPicPr>
          <p:cNvPr id="102407" name="Picture 126" descr="underline_base">
            <a:extLst>
              <a:ext uri="{FF2B5EF4-FFF2-40B4-BE49-F238E27FC236}">
                <a16:creationId xmlns:a16="http://schemas.microsoft.com/office/drawing/2014/main" id="{40E27D5E-DD70-49F8-8244-A8B6CFCFE90F}"/>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6438" y="884239"/>
            <a:ext cx="5027612"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9608264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Footer Placeholder 5">
            <a:extLst>
              <a:ext uri="{FF2B5EF4-FFF2-40B4-BE49-F238E27FC236}">
                <a16:creationId xmlns:a16="http://schemas.microsoft.com/office/drawing/2014/main" id="{C4088A08-CF0F-411D-98A2-3EB9CD604B52}"/>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Tầng Network</a:t>
            </a:r>
          </a:p>
        </p:txBody>
      </p:sp>
      <p:sp>
        <p:nvSpPr>
          <p:cNvPr id="103427" name="Slide Number Placeholder 6">
            <a:extLst>
              <a:ext uri="{FF2B5EF4-FFF2-40B4-BE49-F238E27FC236}">
                <a16:creationId xmlns:a16="http://schemas.microsoft.com/office/drawing/2014/main" id="{BEAAF2FE-C817-4845-B492-D5E1EEE8A0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4-</a:t>
            </a:r>
            <a:fld id="{C60D04EA-E936-40C2-A3EC-0E347514A45D}" type="slidenum">
              <a:rPr lang="en-US" altLang="en-US">
                <a:latin typeface="Tahoma" panose="020B0604030504040204" pitchFamily="34" charset="0"/>
              </a:rPr>
              <a:pPr/>
              <a:t>88</a:t>
            </a:fld>
            <a:endParaRPr lang="en-US" altLang="en-US">
              <a:latin typeface="Tahoma" panose="020B0604030504040204" pitchFamily="34" charset="0"/>
            </a:endParaRPr>
          </a:p>
        </p:txBody>
      </p:sp>
      <p:sp>
        <p:nvSpPr>
          <p:cNvPr id="101380" name="Rectangle 2">
            <a:extLst>
              <a:ext uri="{FF2B5EF4-FFF2-40B4-BE49-F238E27FC236}">
                <a16:creationId xmlns:a16="http://schemas.microsoft.com/office/drawing/2014/main" id="{97888386-8BA9-4070-B748-F4814C0E8580}"/>
              </a:ext>
            </a:extLst>
          </p:cNvPr>
          <p:cNvSpPr>
            <a:spLocks noGrp="1" noChangeArrowheads="1"/>
          </p:cNvSpPr>
          <p:nvPr>
            <p:ph type="title"/>
          </p:nvPr>
        </p:nvSpPr>
        <p:spPr>
          <a:xfrm>
            <a:off x="2081213" y="0"/>
            <a:ext cx="7772400" cy="1143000"/>
          </a:xfrm>
        </p:spPr>
        <p:txBody>
          <a:bodyPr/>
          <a:lstStyle/>
          <a:p>
            <a:pPr>
              <a:defRPr/>
            </a:pPr>
            <a:r>
              <a:rPr lang="en-US" dirty="0" err="1">
                <a:cs typeface="+mj-cs"/>
              </a:rPr>
              <a:t>Tác</a:t>
            </a:r>
            <a:r>
              <a:rPr lang="en-US" dirty="0">
                <a:cs typeface="+mj-cs"/>
              </a:rPr>
              <a:t> </a:t>
            </a:r>
            <a:r>
              <a:rPr lang="en-US" dirty="0" err="1">
                <a:cs typeface="+mj-cs"/>
              </a:rPr>
              <a:t>vụ</a:t>
            </a:r>
            <a:r>
              <a:rPr lang="en-US" dirty="0">
                <a:cs typeface="+mj-cs"/>
              </a:rPr>
              <a:t> Inter-AS</a:t>
            </a:r>
          </a:p>
        </p:txBody>
      </p:sp>
      <p:sp>
        <p:nvSpPr>
          <p:cNvPr id="101381" name="Rectangle 3">
            <a:extLst>
              <a:ext uri="{FF2B5EF4-FFF2-40B4-BE49-F238E27FC236}">
                <a16:creationId xmlns:a16="http://schemas.microsoft.com/office/drawing/2014/main" id="{246B4AB9-907C-4DBC-80C8-54347290EC35}"/>
              </a:ext>
            </a:extLst>
          </p:cNvPr>
          <p:cNvSpPr>
            <a:spLocks noGrp="1" noChangeArrowheads="1"/>
          </p:cNvSpPr>
          <p:nvPr>
            <p:ph type="body" sz="half" idx="1"/>
          </p:nvPr>
        </p:nvSpPr>
        <p:spPr>
          <a:xfrm>
            <a:off x="2055813" y="1195388"/>
            <a:ext cx="3810000" cy="2921000"/>
          </a:xfrm>
        </p:spPr>
        <p:txBody>
          <a:bodyPr/>
          <a:lstStyle/>
          <a:p>
            <a:pPr>
              <a:buFont typeface="Wingdings" charset="0"/>
              <a:buChar char="v"/>
              <a:defRPr/>
            </a:pPr>
            <a:r>
              <a:rPr lang="en-US" sz="2400" dirty="0" err="1">
                <a:latin typeface="Comic Sans MS" pitchFamily="66" charset="0"/>
              </a:rPr>
              <a:t>Giả</a:t>
            </a:r>
            <a:r>
              <a:rPr lang="en-US" sz="2400" dirty="0">
                <a:latin typeface="Comic Sans MS" pitchFamily="66" charset="0"/>
              </a:rPr>
              <a:t> </a:t>
            </a:r>
            <a:r>
              <a:rPr lang="en-US" sz="2400" dirty="0" err="1">
                <a:latin typeface="Comic Sans MS" pitchFamily="66" charset="0"/>
              </a:rPr>
              <a:t>sử</a:t>
            </a:r>
            <a:r>
              <a:rPr lang="en-US" sz="2400" dirty="0">
                <a:latin typeface="Comic Sans MS" pitchFamily="66" charset="0"/>
              </a:rPr>
              <a:t> router </a:t>
            </a:r>
            <a:r>
              <a:rPr lang="en-US" sz="2400" dirty="0" err="1">
                <a:latin typeface="Comic Sans MS" pitchFamily="66" charset="0"/>
              </a:rPr>
              <a:t>trong</a:t>
            </a:r>
            <a:r>
              <a:rPr lang="en-US" sz="2400" dirty="0">
                <a:latin typeface="Comic Sans MS" pitchFamily="66" charset="0"/>
              </a:rPr>
              <a:t> AS1 </a:t>
            </a:r>
            <a:r>
              <a:rPr lang="en-US" sz="2400" dirty="0" err="1">
                <a:latin typeface="Comic Sans MS" pitchFamily="66" charset="0"/>
              </a:rPr>
              <a:t>nhận</a:t>
            </a:r>
            <a:r>
              <a:rPr lang="en-US" sz="2400" dirty="0">
                <a:latin typeface="Comic Sans MS" pitchFamily="66" charset="0"/>
              </a:rPr>
              <a:t> </a:t>
            </a:r>
            <a:r>
              <a:rPr lang="en-US" sz="2400" dirty="0" err="1">
                <a:latin typeface="Comic Sans MS" pitchFamily="66" charset="0"/>
              </a:rPr>
              <a:t>được</a:t>
            </a:r>
            <a:r>
              <a:rPr lang="en-US" sz="2400" dirty="0">
                <a:latin typeface="Comic Sans MS" pitchFamily="66" charset="0"/>
              </a:rPr>
              <a:t> datagram </a:t>
            </a:r>
            <a:r>
              <a:rPr lang="en-US" sz="2400" dirty="0" err="1">
                <a:latin typeface="Comic Sans MS" pitchFamily="66" charset="0"/>
              </a:rPr>
              <a:t>với</a:t>
            </a:r>
            <a:r>
              <a:rPr lang="en-US" sz="2400" dirty="0">
                <a:latin typeface="Comic Sans MS" pitchFamily="66" charset="0"/>
              </a:rPr>
              <a:t> </a:t>
            </a:r>
            <a:r>
              <a:rPr lang="en-US" sz="2400" dirty="0" err="1">
                <a:latin typeface="Comic Sans MS" pitchFamily="66" charset="0"/>
              </a:rPr>
              <a:t>đích</a:t>
            </a:r>
            <a:r>
              <a:rPr lang="en-US" sz="2400" dirty="0">
                <a:latin typeface="Comic Sans MS" pitchFamily="66" charset="0"/>
              </a:rPr>
              <a:t> </a:t>
            </a:r>
            <a:r>
              <a:rPr lang="en-US" sz="2400" dirty="0" err="1">
                <a:latin typeface="Comic Sans MS" pitchFamily="66" charset="0"/>
              </a:rPr>
              <a:t>đến</a:t>
            </a:r>
            <a:r>
              <a:rPr lang="en-US" sz="2400" dirty="0">
                <a:latin typeface="Comic Sans MS" pitchFamily="66" charset="0"/>
              </a:rPr>
              <a:t> </a:t>
            </a:r>
            <a:r>
              <a:rPr lang="en-US" sz="2400" dirty="0" err="1">
                <a:latin typeface="Comic Sans MS" pitchFamily="66" charset="0"/>
              </a:rPr>
              <a:t>nằm</a:t>
            </a:r>
            <a:r>
              <a:rPr lang="en-US" sz="2400" dirty="0">
                <a:latin typeface="Comic Sans MS" pitchFamily="66" charset="0"/>
              </a:rPr>
              <a:t> </a:t>
            </a:r>
            <a:r>
              <a:rPr lang="en-US" sz="2400" dirty="0" err="1">
                <a:latin typeface="Comic Sans MS" pitchFamily="66" charset="0"/>
              </a:rPr>
              <a:t>ngoài</a:t>
            </a:r>
            <a:r>
              <a:rPr lang="en-US" sz="2400" dirty="0">
                <a:latin typeface="Comic Sans MS" pitchFamily="66" charset="0"/>
              </a:rPr>
              <a:t> AS1:</a:t>
            </a:r>
          </a:p>
          <a:p>
            <a:pPr lvl="1">
              <a:buFont typeface="Wingdings" charset="0"/>
              <a:buChar char="§"/>
              <a:defRPr/>
            </a:pPr>
            <a:r>
              <a:rPr lang="en-US" dirty="0">
                <a:latin typeface="Comic Sans MS" pitchFamily="66" charset="0"/>
              </a:rPr>
              <a:t>router </a:t>
            </a:r>
            <a:r>
              <a:rPr lang="en-US" dirty="0" err="1">
                <a:latin typeface="Comic Sans MS" pitchFamily="66" charset="0"/>
              </a:rPr>
              <a:t>nên</a:t>
            </a:r>
            <a:r>
              <a:rPr lang="en-US" dirty="0">
                <a:latin typeface="Comic Sans MS" pitchFamily="66" charset="0"/>
              </a:rPr>
              <a:t> </a:t>
            </a:r>
            <a:r>
              <a:rPr lang="en-US" dirty="0" err="1">
                <a:latin typeface="Comic Sans MS" pitchFamily="66" charset="0"/>
              </a:rPr>
              <a:t>chuyển</a:t>
            </a:r>
            <a:r>
              <a:rPr lang="en-US" dirty="0">
                <a:latin typeface="Comic Sans MS" pitchFamily="66" charset="0"/>
              </a:rPr>
              <a:t> packet </a:t>
            </a:r>
            <a:r>
              <a:rPr lang="en-US" dirty="0" err="1">
                <a:latin typeface="Comic Sans MS" pitchFamily="66" charset="0"/>
              </a:rPr>
              <a:t>đến</a:t>
            </a:r>
            <a:r>
              <a:rPr lang="en-US" dirty="0">
                <a:latin typeface="Comic Sans MS" pitchFamily="66" charset="0"/>
              </a:rPr>
              <a:t> router gateway , </a:t>
            </a:r>
            <a:r>
              <a:rPr lang="en-US" dirty="0" err="1">
                <a:latin typeface="Comic Sans MS" pitchFamily="66" charset="0"/>
              </a:rPr>
              <a:t>nhưng</a:t>
            </a:r>
            <a:r>
              <a:rPr lang="en-US" dirty="0">
                <a:latin typeface="Comic Sans MS" pitchFamily="66" charset="0"/>
              </a:rPr>
              <a:t> </a:t>
            </a:r>
            <a:r>
              <a:rPr lang="en-US" dirty="0" err="1">
                <a:latin typeface="Comic Sans MS" pitchFamily="66" charset="0"/>
              </a:rPr>
              <a:t>là</a:t>
            </a:r>
            <a:r>
              <a:rPr lang="en-US" dirty="0">
                <a:latin typeface="Comic Sans MS" pitchFamily="66" charset="0"/>
              </a:rPr>
              <a:t> </a:t>
            </a:r>
            <a:r>
              <a:rPr lang="en-US" dirty="0" err="1">
                <a:latin typeface="Comic Sans MS" pitchFamily="66" charset="0"/>
              </a:rPr>
              <a:t>cái</a:t>
            </a:r>
            <a:r>
              <a:rPr lang="en-US" dirty="0">
                <a:latin typeface="Comic Sans MS" pitchFamily="66" charset="0"/>
              </a:rPr>
              <a:t> </a:t>
            </a:r>
            <a:r>
              <a:rPr lang="en-US" dirty="0" err="1">
                <a:latin typeface="Comic Sans MS" pitchFamily="66" charset="0"/>
              </a:rPr>
              <a:t>nào</a:t>
            </a:r>
            <a:r>
              <a:rPr lang="en-US" dirty="0">
                <a:latin typeface="Comic Sans MS" pitchFamily="66" charset="0"/>
              </a:rPr>
              <a:t>?</a:t>
            </a:r>
          </a:p>
        </p:txBody>
      </p:sp>
      <p:sp>
        <p:nvSpPr>
          <p:cNvPr id="101382" name="Rectangle 4">
            <a:extLst>
              <a:ext uri="{FF2B5EF4-FFF2-40B4-BE49-F238E27FC236}">
                <a16:creationId xmlns:a16="http://schemas.microsoft.com/office/drawing/2014/main" id="{DD3FFAF6-F210-41DA-9E5F-AF258B0EA989}"/>
              </a:ext>
            </a:extLst>
          </p:cNvPr>
          <p:cNvSpPr>
            <a:spLocks noGrp="1" noChangeArrowheads="1"/>
          </p:cNvSpPr>
          <p:nvPr>
            <p:ph type="body" sz="half" idx="2"/>
          </p:nvPr>
        </p:nvSpPr>
        <p:spPr>
          <a:xfrm>
            <a:off x="6162675" y="1195388"/>
            <a:ext cx="3810000" cy="4648200"/>
          </a:xfrm>
        </p:spPr>
        <p:txBody>
          <a:bodyPr/>
          <a:lstStyle/>
          <a:p>
            <a:pPr marL="457200" indent="-457200">
              <a:buNone/>
              <a:defRPr/>
            </a:pPr>
            <a:r>
              <a:rPr lang="en-US" sz="2400" i="1" dirty="0">
                <a:solidFill>
                  <a:srgbClr val="CC0000"/>
                </a:solidFill>
                <a:latin typeface="Comic Sans MS" pitchFamily="66" charset="0"/>
              </a:rPr>
              <a:t>AS1 </a:t>
            </a:r>
            <a:r>
              <a:rPr lang="en-US" sz="2400" i="1" dirty="0" err="1">
                <a:solidFill>
                  <a:srgbClr val="CC0000"/>
                </a:solidFill>
                <a:latin typeface="Comic Sans MS" pitchFamily="66" charset="0"/>
              </a:rPr>
              <a:t>phải</a:t>
            </a:r>
            <a:r>
              <a:rPr lang="en-US" sz="2400" i="1" dirty="0">
                <a:solidFill>
                  <a:srgbClr val="CC0000"/>
                </a:solidFill>
                <a:latin typeface="Comic Sans MS" pitchFamily="66" charset="0"/>
              </a:rPr>
              <a:t>:</a:t>
            </a:r>
          </a:p>
          <a:p>
            <a:pPr marL="457200" indent="-457200">
              <a:buFont typeface="ZapfDingbats" charset="0"/>
              <a:buAutoNum type="arabicPeriod"/>
              <a:defRPr/>
            </a:pPr>
            <a:r>
              <a:rPr lang="en-US" sz="2400" dirty="0" err="1">
                <a:latin typeface="Comic Sans MS" pitchFamily="66" charset="0"/>
              </a:rPr>
              <a:t>Học</a:t>
            </a:r>
            <a:r>
              <a:rPr lang="en-US" sz="2400" dirty="0">
                <a:latin typeface="Comic Sans MS" pitchFamily="66" charset="0"/>
              </a:rPr>
              <a:t> </a:t>
            </a:r>
            <a:r>
              <a:rPr lang="en-US" sz="2400" dirty="0" err="1">
                <a:latin typeface="Comic Sans MS" pitchFamily="66" charset="0"/>
              </a:rPr>
              <a:t>các</a:t>
            </a:r>
            <a:r>
              <a:rPr lang="en-US" sz="2400" dirty="0">
                <a:latin typeface="Comic Sans MS" pitchFamily="66" charset="0"/>
              </a:rPr>
              <a:t> </a:t>
            </a:r>
            <a:r>
              <a:rPr lang="en-US" sz="2400" dirty="0" err="1">
                <a:latin typeface="Comic Sans MS" pitchFamily="66" charset="0"/>
              </a:rPr>
              <a:t>đích</a:t>
            </a:r>
            <a:r>
              <a:rPr lang="en-US" sz="2400" dirty="0">
                <a:latin typeface="Comic Sans MS" pitchFamily="66" charset="0"/>
              </a:rPr>
              <a:t> </a:t>
            </a:r>
            <a:r>
              <a:rPr lang="en-US" sz="2400" dirty="0" err="1">
                <a:latin typeface="Comic Sans MS" pitchFamily="66" charset="0"/>
              </a:rPr>
              <a:t>đến</a:t>
            </a:r>
            <a:r>
              <a:rPr lang="en-US" sz="2400" dirty="0">
                <a:latin typeface="Comic Sans MS" pitchFamily="66" charset="0"/>
              </a:rPr>
              <a:t> </a:t>
            </a:r>
            <a:r>
              <a:rPr lang="en-US" sz="2400" dirty="0" err="1">
                <a:latin typeface="Comic Sans MS" pitchFamily="66" charset="0"/>
              </a:rPr>
              <a:t>nào</a:t>
            </a:r>
            <a:r>
              <a:rPr lang="en-US" sz="2400" dirty="0">
                <a:latin typeface="Comic Sans MS" pitchFamily="66" charset="0"/>
              </a:rPr>
              <a:t> </a:t>
            </a:r>
            <a:r>
              <a:rPr lang="en-US" sz="2400" dirty="0" err="1">
                <a:latin typeface="Comic Sans MS" pitchFamily="66" charset="0"/>
              </a:rPr>
              <a:t>có</a:t>
            </a:r>
            <a:r>
              <a:rPr lang="en-US" sz="2400" dirty="0">
                <a:latin typeface="Comic Sans MS" pitchFamily="66" charset="0"/>
              </a:rPr>
              <a:t> </a:t>
            </a:r>
            <a:r>
              <a:rPr lang="en-US" sz="2400" dirty="0" err="1">
                <a:latin typeface="Comic Sans MS" pitchFamily="66" charset="0"/>
              </a:rPr>
              <a:t>thể</a:t>
            </a:r>
            <a:r>
              <a:rPr lang="en-US" sz="2400" dirty="0">
                <a:latin typeface="Comic Sans MS" pitchFamily="66" charset="0"/>
              </a:rPr>
              <a:t> </a:t>
            </a:r>
            <a:r>
              <a:rPr lang="en-US" sz="2400" dirty="0" err="1">
                <a:latin typeface="Comic Sans MS" pitchFamily="66" charset="0"/>
              </a:rPr>
              <a:t>tới</a:t>
            </a:r>
            <a:r>
              <a:rPr lang="en-US" sz="2400" dirty="0">
                <a:latin typeface="Comic Sans MS" pitchFamily="66" charset="0"/>
              </a:rPr>
              <a:t> </a:t>
            </a:r>
            <a:r>
              <a:rPr lang="en-US" sz="2400" dirty="0" err="1">
                <a:latin typeface="Comic Sans MS" pitchFamily="66" charset="0"/>
              </a:rPr>
              <a:t>được</a:t>
            </a:r>
            <a:r>
              <a:rPr lang="en-US" sz="2400" dirty="0">
                <a:latin typeface="Comic Sans MS" pitchFamily="66" charset="0"/>
              </a:rPr>
              <a:t> </a:t>
            </a:r>
            <a:r>
              <a:rPr lang="en-US" sz="2400" dirty="0" err="1">
                <a:latin typeface="Comic Sans MS" pitchFamily="66" charset="0"/>
              </a:rPr>
              <a:t>thông</a:t>
            </a:r>
            <a:r>
              <a:rPr lang="en-US" sz="2400" dirty="0">
                <a:latin typeface="Comic Sans MS" pitchFamily="66" charset="0"/>
              </a:rPr>
              <a:t> qua AS2 </a:t>
            </a:r>
            <a:r>
              <a:rPr lang="en-US" sz="2400" dirty="0" err="1">
                <a:latin typeface="Comic Sans MS" pitchFamily="66" charset="0"/>
              </a:rPr>
              <a:t>và</a:t>
            </a:r>
            <a:r>
              <a:rPr lang="en-US" sz="2400" dirty="0">
                <a:latin typeface="Comic Sans MS" pitchFamily="66" charset="0"/>
              </a:rPr>
              <a:t> AS3</a:t>
            </a:r>
          </a:p>
          <a:p>
            <a:pPr marL="457200" indent="-457200">
              <a:buFont typeface="ZapfDingbats" charset="0"/>
              <a:buAutoNum type="arabicPeriod"/>
              <a:defRPr/>
            </a:pPr>
            <a:r>
              <a:rPr lang="en-US" sz="2400" dirty="0" err="1">
                <a:latin typeface="Comic Sans MS" pitchFamily="66" charset="0"/>
              </a:rPr>
              <a:t>Lan</a:t>
            </a:r>
            <a:r>
              <a:rPr lang="en-US" sz="2400" dirty="0">
                <a:latin typeface="Comic Sans MS" pitchFamily="66" charset="0"/>
              </a:rPr>
              <a:t> </a:t>
            </a:r>
            <a:r>
              <a:rPr lang="en-US" sz="2400" dirty="0" err="1">
                <a:latin typeface="Comic Sans MS" pitchFamily="66" charset="0"/>
              </a:rPr>
              <a:t>truyền</a:t>
            </a:r>
            <a:r>
              <a:rPr lang="en-US" sz="2400" dirty="0">
                <a:latin typeface="Comic Sans MS" pitchFamily="66" charset="0"/>
              </a:rPr>
              <a:t> </a:t>
            </a:r>
            <a:r>
              <a:rPr lang="en-US" sz="2400" dirty="0" err="1">
                <a:latin typeface="Comic Sans MS" pitchFamily="66" charset="0"/>
              </a:rPr>
              <a:t>thông</a:t>
            </a:r>
            <a:r>
              <a:rPr lang="en-US" sz="2400" dirty="0">
                <a:latin typeface="Comic Sans MS" pitchFamily="66" charset="0"/>
              </a:rPr>
              <a:t> tin </a:t>
            </a:r>
            <a:r>
              <a:rPr lang="en-US" sz="2400" dirty="0" err="1">
                <a:latin typeface="Comic Sans MS" pitchFamily="66" charset="0"/>
              </a:rPr>
              <a:t>này</a:t>
            </a:r>
            <a:r>
              <a:rPr lang="en-US" sz="2400" dirty="0">
                <a:latin typeface="Comic Sans MS" pitchFamily="66" charset="0"/>
              </a:rPr>
              <a:t> </a:t>
            </a:r>
            <a:r>
              <a:rPr lang="en-US" sz="2400" dirty="0" err="1">
                <a:latin typeface="Comic Sans MS" pitchFamily="66" charset="0"/>
              </a:rPr>
              <a:t>đến</a:t>
            </a:r>
            <a:r>
              <a:rPr lang="en-US" sz="2400" dirty="0">
                <a:latin typeface="Comic Sans MS" pitchFamily="66" charset="0"/>
              </a:rPr>
              <a:t> </a:t>
            </a:r>
            <a:r>
              <a:rPr lang="en-US" sz="2400" dirty="0" err="1">
                <a:latin typeface="Comic Sans MS" pitchFamily="66" charset="0"/>
              </a:rPr>
              <a:t>tất</a:t>
            </a:r>
            <a:r>
              <a:rPr lang="en-US" sz="2400" dirty="0">
                <a:latin typeface="Comic Sans MS" pitchFamily="66" charset="0"/>
              </a:rPr>
              <a:t> </a:t>
            </a:r>
            <a:r>
              <a:rPr lang="en-US" sz="2400" dirty="0" err="1">
                <a:latin typeface="Comic Sans MS" pitchFamily="66" charset="0"/>
              </a:rPr>
              <a:t>cả</a:t>
            </a:r>
            <a:r>
              <a:rPr lang="en-US" sz="2400" dirty="0">
                <a:latin typeface="Comic Sans MS" pitchFamily="66" charset="0"/>
              </a:rPr>
              <a:t> </a:t>
            </a:r>
            <a:r>
              <a:rPr lang="en-US" sz="2400" dirty="0" err="1">
                <a:latin typeface="Comic Sans MS" pitchFamily="66" charset="0"/>
              </a:rPr>
              <a:t>các</a:t>
            </a:r>
            <a:r>
              <a:rPr lang="en-US" sz="2400" dirty="0">
                <a:latin typeface="Comic Sans MS" pitchFamily="66" charset="0"/>
              </a:rPr>
              <a:t> router </a:t>
            </a:r>
            <a:r>
              <a:rPr lang="en-US" sz="2400" dirty="0" err="1">
                <a:latin typeface="Comic Sans MS" pitchFamily="66" charset="0"/>
              </a:rPr>
              <a:t>trong</a:t>
            </a:r>
            <a:r>
              <a:rPr lang="en-US" sz="2400" dirty="0">
                <a:latin typeface="Comic Sans MS" pitchFamily="66" charset="0"/>
              </a:rPr>
              <a:t> AS1</a:t>
            </a:r>
          </a:p>
          <a:p>
            <a:pPr marL="457200" indent="-457200">
              <a:buNone/>
              <a:defRPr/>
            </a:pPr>
            <a:r>
              <a:rPr lang="en-US" sz="2400" i="1" dirty="0" err="1">
                <a:solidFill>
                  <a:srgbClr val="CC0000"/>
                </a:solidFill>
                <a:latin typeface="Comic Sans MS" pitchFamily="66" charset="0"/>
              </a:rPr>
              <a:t>Công</a:t>
            </a:r>
            <a:r>
              <a:rPr lang="en-US" sz="2400" i="1" dirty="0">
                <a:solidFill>
                  <a:srgbClr val="CC0000"/>
                </a:solidFill>
                <a:latin typeface="Comic Sans MS" pitchFamily="66" charset="0"/>
              </a:rPr>
              <a:t> </a:t>
            </a:r>
            <a:r>
              <a:rPr lang="en-US" sz="2400" i="1" dirty="0" err="1">
                <a:solidFill>
                  <a:srgbClr val="CC0000"/>
                </a:solidFill>
                <a:latin typeface="Comic Sans MS" pitchFamily="66" charset="0"/>
              </a:rPr>
              <a:t>việc</a:t>
            </a:r>
            <a:r>
              <a:rPr lang="en-US" sz="2400" i="1" dirty="0">
                <a:solidFill>
                  <a:srgbClr val="CC0000"/>
                </a:solidFill>
                <a:latin typeface="Comic Sans MS" pitchFamily="66" charset="0"/>
              </a:rPr>
              <a:t> </a:t>
            </a:r>
            <a:r>
              <a:rPr lang="en-US" sz="2400" i="1" dirty="0" err="1">
                <a:solidFill>
                  <a:srgbClr val="CC0000"/>
                </a:solidFill>
                <a:latin typeface="Comic Sans MS" pitchFamily="66" charset="0"/>
              </a:rPr>
              <a:t>của</a:t>
            </a:r>
            <a:r>
              <a:rPr lang="en-US" sz="2400" i="1" dirty="0">
                <a:solidFill>
                  <a:srgbClr val="CC0000"/>
                </a:solidFill>
                <a:latin typeface="Comic Sans MS" pitchFamily="66" charset="0"/>
              </a:rPr>
              <a:t> </a:t>
            </a:r>
            <a:r>
              <a:rPr lang="en-US" sz="2400" i="1" dirty="0" err="1">
                <a:solidFill>
                  <a:srgbClr val="CC0000"/>
                </a:solidFill>
                <a:latin typeface="Comic Sans MS" pitchFamily="66" charset="0"/>
              </a:rPr>
              <a:t>định</a:t>
            </a:r>
            <a:r>
              <a:rPr lang="en-US" sz="2400" i="1" dirty="0">
                <a:solidFill>
                  <a:srgbClr val="CC0000"/>
                </a:solidFill>
                <a:latin typeface="Comic Sans MS" pitchFamily="66" charset="0"/>
              </a:rPr>
              <a:t> </a:t>
            </a:r>
            <a:r>
              <a:rPr lang="en-US" sz="2400" i="1" dirty="0" err="1">
                <a:solidFill>
                  <a:srgbClr val="CC0000"/>
                </a:solidFill>
                <a:latin typeface="Comic Sans MS" pitchFamily="66" charset="0"/>
              </a:rPr>
              <a:t>tuyến</a:t>
            </a:r>
            <a:r>
              <a:rPr lang="en-US" sz="2400" i="1" dirty="0">
                <a:solidFill>
                  <a:srgbClr val="CC0000"/>
                </a:solidFill>
                <a:latin typeface="Comic Sans MS" pitchFamily="66" charset="0"/>
              </a:rPr>
              <a:t> inter-AS!</a:t>
            </a:r>
          </a:p>
        </p:txBody>
      </p:sp>
      <p:sp>
        <p:nvSpPr>
          <p:cNvPr id="103431" name="Freeform 5">
            <a:extLst>
              <a:ext uri="{FF2B5EF4-FFF2-40B4-BE49-F238E27FC236}">
                <a16:creationId xmlns:a16="http://schemas.microsoft.com/office/drawing/2014/main" id="{B1AA1628-E116-4DBC-A580-A96B6CEB8D45}"/>
              </a:ext>
            </a:extLst>
          </p:cNvPr>
          <p:cNvSpPr>
            <a:spLocks/>
          </p:cNvSpPr>
          <p:nvPr/>
        </p:nvSpPr>
        <p:spPr bwMode="auto">
          <a:xfrm>
            <a:off x="8801101" y="4562475"/>
            <a:ext cx="1171575" cy="1758950"/>
          </a:xfrm>
          <a:custGeom>
            <a:avLst/>
            <a:gdLst>
              <a:gd name="T0" fmla="*/ 2147483647 w 738"/>
              <a:gd name="T1" fmla="*/ 2147483647 h 1108"/>
              <a:gd name="T2" fmla="*/ 2147483647 w 738"/>
              <a:gd name="T3" fmla="*/ 2147483647 h 1108"/>
              <a:gd name="T4" fmla="*/ 2147483647 w 738"/>
              <a:gd name="T5" fmla="*/ 2147483647 h 1108"/>
              <a:gd name="T6" fmla="*/ 2147483647 w 738"/>
              <a:gd name="T7" fmla="*/ 2147483647 h 1108"/>
              <a:gd name="T8" fmla="*/ 2147483647 w 738"/>
              <a:gd name="T9" fmla="*/ 2147483647 h 1108"/>
              <a:gd name="T10" fmla="*/ 2147483647 w 738"/>
              <a:gd name="T11" fmla="*/ 2147483647 h 1108"/>
              <a:gd name="T12" fmla="*/ 2147483647 w 738"/>
              <a:gd name="T13" fmla="*/ 2147483647 h 1108"/>
              <a:gd name="T14" fmla="*/ 2147483647 w 738"/>
              <a:gd name="T15" fmla="*/ 2147483647 h 1108"/>
              <a:gd name="T16" fmla="*/ 0 60000 65536"/>
              <a:gd name="T17" fmla="*/ 0 60000 65536"/>
              <a:gd name="T18" fmla="*/ 0 60000 65536"/>
              <a:gd name="T19" fmla="*/ 0 60000 65536"/>
              <a:gd name="T20" fmla="*/ 0 60000 65536"/>
              <a:gd name="T21" fmla="*/ 0 60000 65536"/>
              <a:gd name="T22" fmla="*/ 0 60000 65536"/>
              <a:gd name="T23" fmla="*/ 0 60000 65536"/>
              <a:gd name="T24" fmla="*/ 0 w 738"/>
              <a:gd name="T25" fmla="*/ 0 h 1108"/>
              <a:gd name="T26" fmla="*/ 738 w 738"/>
              <a:gd name="T27" fmla="*/ 1108 h 110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38" h="1108">
                <a:moveTo>
                  <a:pt x="32" y="394"/>
                </a:moveTo>
                <a:cubicBezTo>
                  <a:pt x="66" y="301"/>
                  <a:pt x="108" y="228"/>
                  <a:pt x="213" y="172"/>
                </a:cubicBezTo>
                <a:cubicBezTo>
                  <a:pt x="318" y="116"/>
                  <a:pt x="588" y="0"/>
                  <a:pt x="663" y="56"/>
                </a:cubicBezTo>
                <a:cubicBezTo>
                  <a:pt x="738" y="112"/>
                  <a:pt x="659" y="346"/>
                  <a:pt x="661" y="509"/>
                </a:cubicBezTo>
                <a:cubicBezTo>
                  <a:pt x="663" y="672"/>
                  <a:pt x="731" y="956"/>
                  <a:pt x="677" y="1032"/>
                </a:cubicBezTo>
                <a:cubicBezTo>
                  <a:pt x="623" y="1108"/>
                  <a:pt x="442" y="999"/>
                  <a:pt x="338" y="962"/>
                </a:cubicBezTo>
                <a:cubicBezTo>
                  <a:pt x="234" y="925"/>
                  <a:pt x="102" y="904"/>
                  <a:pt x="51" y="809"/>
                </a:cubicBezTo>
                <a:cubicBezTo>
                  <a:pt x="0" y="715"/>
                  <a:pt x="36" y="481"/>
                  <a:pt x="32" y="394"/>
                </a:cubicBezTo>
                <a:close/>
              </a:path>
            </a:pathLst>
          </a:custGeom>
          <a:gradFill rotWithShape="1">
            <a:gsLst>
              <a:gs pos="0">
                <a:srgbClr val="66CCFF"/>
              </a:gs>
              <a:gs pos="100000">
                <a:srgbClr val="FFFF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03432" name="Freeform 6">
            <a:extLst>
              <a:ext uri="{FF2B5EF4-FFF2-40B4-BE49-F238E27FC236}">
                <a16:creationId xmlns:a16="http://schemas.microsoft.com/office/drawing/2014/main" id="{2A22AC23-D135-4010-9EAC-8B9E05EB1AD1}"/>
              </a:ext>
            </a:extLst>
          </p:cNvPr>
          <p:cNvSpPr>
            <a:spLocks/>
          </p:cNvSpPr>
          <p:nvPr/>
        </p:nvSpPr>
        <p:spPr bwMode="auto">
          <a:xfrm>
            <a:off x="6754814" y="4872039"/>
            <a:ext cx="1944687" cy="1292225"/>
          </a:xfrm>
          <a:custGeom>
            <a:avLst/>
            <a:gdLst>
              <a:gd name="T0" fmla="*/ 2147483647 w 1162"/>
              <a:gd name="T1" fmla="*/ 2147483647 h 543"/>
              <a:gd name="T2" fmla="*/ 2147483647 w 1162"/>
              <a:gd name="T3" fmla="*/ 2147483647 h 543"/>
              <a:gd name="T4" fmla="*/ 2147483647 w 1162"/>
              <a:gd name="T5" fmla="*/ 2147483647 h 543"/>
              <a:gd name="T6" fmla="*/ 2147483647 w 1162"/>
              <a:gd name="T7" fmla="*/ 2147483647 h 543"/>
              <a:gd name="T8" fmla="*/ 2147483647 w 1162"/>
              <a:gd name="T9" fmla="*/ 2147483647 h 543"/>
              <a:gd name="T10" fmla="*/ 2147483647 w 1162"/>
              <a:gd name="T11" fmla="*/ 2147483647 h 543"/>
              <a:gd name="T12" fmla="*/ 2147483647 w 1162"/>
              <a:gd name="T13" fmla="*/ 2147483647 h 543"/>
              <a:gd name="T14" fmla="*/ 2147483647 w 1162"/>
              <a:gd name="T15" fmla="*/ 2147483647 h 543"/>
              <a:gd name="T16" fmla="*/ 0 60000 65536"/>
              <a:gd name="T17" fmla="*/ 0 60000 65536"/>
              <a:gd name="T18" fmla="*/ 0 60000 65536"/>
              <a:gd name="T19" fmla="*/ 0 60000 65536"/>
              <a:gd name="T20" fmla="*/ 0 60000 65536"/>
              <a:gd name="T21" fmla="*/ 0 60000 65536"/>
              <a:gd name="T22" fmla="*/ 0 60000 65536"/>
              <a:gd name="T23" fmla="*/ 0 60000 65536"/>
              <a:gd name="T24" fmla="*/ 0 w 1162"/>
              <a:gd name="T25" fmla="*/ 0 h 543"/>
              <a:gd name="T26" fmla="*/ 1162 w 1162"/>
              <a:gd name="T27" fmla="*/ 543 h 54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62" h="543">
                <a:moveTo>
                  <a:pt x="56" y="162"/>
                </a:moveTo>
                <a:cubicBezTo>
                  <a:pt x="115" y="100"/>
                  <a:pt x="221" y="28"/>
                  <a:pt x="368" y="14"/>
                </a:cubicBezTo>
                <a:cubicBezTo>
                  <a:pt x="515" y="0"/>
                  <a:pt x="811" y="42"/>
                  <a:pt x="940" y="79"/>
                </a:cubicBezTo>
                <a:cubicBezTo>
                  <a:pt x="1069" y="116"/>
                  <a:pt x="1126" y="177"/>
                  <a:pt x="1144" y="239"/>
                </a:cubicBezTo>
                <a:cubicBezTo>
                  <a:pt x="1162" y="301"/>
                  <a:pt x="1141" y="401"/>
                  <a:pt x="1048" y="451"/>
                </a:cubicBezTo>
                <a:cubicBezTo>
                  <a:pt x="955" y="501"/>
                  <a:pt x="746" y="543"/>
                  <a:pt x="586" y="541"/>
                </a:cubicBezTo>
                <a:cubicBezTo>
                  <a:pt x="426" y="539"/>
                  <a:pt x="176" y="502"/>
                  <a:pt x="88" y="439"/>
                </a:cubicBezTo>
                <a:cubicBezTo>
                  <a:pt x="0" y="376"/>
                  <a:pt x="63" y="220"/>
                  <a:pt x="56" y="162"/>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03433" name="Freeform 7">
            <a:extLst>
              <a:ext uri="{FF2B5EF4-FFF2-40B4-BE49-F238E27FC236}">
                <a16:creationId xmlns:a16="http://schemas.microsoft.com/office/drawing/2014/main" id="{39ABD0A7-B3E0-4EE7-B9AA-2871AFC5026A}"/>
              </a:ext>
            </a:extLst>
          </p:cNvPr>
          <p:cNvSpPr>
            <a:spLocks/>
          </p:cNvSpPr>
          <p:nvPr/>
        </p:nvSpPr>
        <p:spPr bwMode="auto">
          <a:xfrm>
            <a:off x="3001964" y="4164014"/>
            <a:ext cx="1679575" cy="1411287"/>
          </a:xfrm>
          <a:custGeom>
            <a:avLst/>
            <a:gdLst>
              <a:gd name="T0" fmla="*/ 2147483647 w 1198"/>
              <a:gd name="T1" fmla="*/ 2147483647 h 451"/>
              <a:gd name="T2" fmla="*/ 2147483647 w 1198"/>
              <a:gd name="T3" fmla="*/ 2147483647 h 451"/>
              <a:gd name="T4" fmla="*/ 2147483647 w 1198"/>
              <a:gd name="T5" fmla="*/ 2147483647 h 451"/>
              <a:gd name="T6" fmla="*/ 2147483647 w 1198"/>
              <a:gd name="T7" fmla="*/ 2147483647 h 451"/>
              <a:gd name="T8" fmla="*/ 2147483647 w 1198"/>
              <a:gd name="T9" fmla="*/ 2147483647 h 451"/>
              <a:gd name="T10" fmla="*/ 2147483647 w 1198"/>
              <a:gd name="T11" fmla="*/ 2147483647 h 451"/>
              <a:gd name="T12" fmla="*/ 2147483647 w 1198"/>
              <a:gd name="T13" fmla="*/ 2147483647 h 451"/>
              <a:gd name="T14" fmla="*/ 2147483647 w 1198"/>
              <a:gd name="T15" fmla="*/ 2147483647 h 451"/>
              <a:gd name="T16" fmla="*/ 2147483647 w 1198"/>
              <a:gd name="T17" fmla="*/ 2147483647 h 45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98"/>
              <a:gd name="T28" fmla="*/ 0 h 451"/>
              <a:gd name="T29" fmla="*/ 1198 w 1198"/>
              <a:gd name="T30" fmla="*/ 451 h 45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98" h="451">
                <a:moveTo>
                  <a:pt x="88" y="181"/>
                </a:moveTo>
                <a:cubicBezTo>
                  <a:pt x="159" y="143"/>
                  <a:pt x="120" y="111"/>
                  <a:pt x="180" y="89"/>
                </a:cubicBezTo>
                <a:cubicBezTo>
                  <a:pt x="240" y="67"/>
                  <a:pt x="313" y="60"/>
                  <a:pt x="448" y="49"/>
                </a:cubicBezTo>
                <a:cubicBezTo>
                  <a:pt x="583" y="38"/>
                  <a:pt x="866" y="0"/>
                  <a:pt x="988" y="25"/>
                </a:cubicBezTo>
                <a:cubicBezTo>
                  <a:pt x="1110" y="50"/>
                  <a:pt x="1198" y="132"/>
                  <a:pt x="1181" y="197"/>
                </a:cubicBezTo>
                <a:cubicBezTo>
                  <a:pt x="1164" y="262"/>
                  <a:pt x="1034" y="375"/>
                  <a:pt x="889" y="413"/>
                </a:cubicBezTo>
                <a:cubicBezTo>
                  <a:pt x="744" y="451"/>
                  <a:pt x="449" y="438"/>
                  <a:pt x="307" y="425"/>
                </a:cubicBezTo>
                <a:cubicBezTo>
                  <a:pt x="165" y="412"/>
                  <a:pt x="72" y="378"/>
                  <a:pt x="36" y="337"/>
                </a:cubicBezTo>
                <a:cubicBezTo>
                  <a:pt x="0" y="296"/>
                  <a:pt x="77" y="213"/>
                  <a:pt x="88" y="181"/>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03434" name="Freeform 8">
            <a:extLst>
              <a:ext uri="{FF2B5EF4-FFF2-40B4-BE49-F238E27FC236}">
                <a16:creationId xmlns:a16="http://schemas.microsoft.com/office/drawing/2014/main" id="{7D06B7B8-0B60-4795-BD64-CE73DAB4E878}"/>
              </a:ext>
            </a:extLst>
          </p:cNvPr>
          <p:cNvSpPr>
            <a:spLocks/>
          </p:cNvSpPr>
          <p:nvPr/>
        </p:nvSpPr>
        <p:spPr bwMode="auto">
          <a:xfrm>
            <a:off x="3632200" y="4908551"/>
            <a:ext cx="400050" cy="180975"/>
          </a:xfrm>
          <a:custGeom>
            <a:avLst/>
            <a:gdLst>
              <a:gd name="T0" fmla="*/ 0 w 252"/>
              <a:gd name="T1" fmla="*/ 2147483647 h 114"/>
              <a:gd name="T2" fmla="*/ 2147483647 w 252"/>
              <a:gd name="T3" fmla="*/ 0 h 114"/>
              <a:gd name="T4" fmla="*/ 0 60000 65536"/>
              <a:gd name="T5" fmla="*/ 0 60000 65536"/>
              <a:gd name="T6" fmla="*/ 0 w 252"/>
              <a:gd name="T7" fmla="*/ 0 h 114"/>
              <a:gd name="T8" fmla="*/ 252 w 252"/>
              <a:gd name="T9" fmla="*/ 114 h 114"/>
            </a:gdLst>
            <a:ahLst/>
            <a:cxnLst>
              <a:cxn ang="T4">
                <a:pos x="T0" y="T1"/>
              </a:cxn>
              <a:cxn ang="T5">
                <a:pos x="T2" y="T3"/>
              </a:cxn>
            </a:cxnLst>
            <a:rect l="T6" t="T7" r="T8" b="T9"/>
            <a:pathLst>
              <a:path w="252" h="114">
                <a:moveTo>
                  <a:pt x="0" y="114"/>
                </a:moveTo>
                <a:lnTo>
                  <a:pt x="252"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03435" name="Text Box 9">
            <a:extLst>
              <a:ext uri="{FF2B5EF4-FFF2-40B4-BE49-F238E27FC236}">
                <a16:creationId xmlns:a16="http://schemas.microsoft.com/office/drawing/2014/main" id="{FCF941E7-0228-4C5C-8AD2-FC41B78CD057}"/>
              </a:ext>
            </a:extLst>
          </p:cNvPr>
          <p:cNvSpPr txBox="1">
            <a:spLocks noChangeArrowheads="1"/>
          </p:cNvSpPr>
          <p:nvPr/>
        </p:nvSpPr>
        <p:spPr bwMode="auto">
          <a:xfrm>
            <a:off x="3576638" y="5129214"/>
            <a:ext cx="6651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2000"/>
              <a:t>AS3</a:t>
            </a:r>
            <a:endParaRPr lang="en-US" altLang="en-US"/>
          </a:p>
        </p:txBody>
      </p:sp>
      <p:sp>
        <p:nvSpPr>
          <p:cNvPr id="103436" name="Text Box 10">
            <a:extLst>
              <a:ext uri="{FF2B5EF4-FFF2-40B4-BE49-F238E27FC236}">
                <a16:creationId xmlns:a16="http://schemas.microsoft.com/office/drawing/2014/main" id="{0C251CB3-8CB2-42EB-9166-C37BD933FDDA}"/>
              </a:ext>
            </a:extLst>
          </p:cNvPr>
          <p:cNvSpPr txBox="1">
            <a:spLocks noChangeArrowheads="1"/>
          </p:cNvSpPr>
          <p:nvPr/>
        </p:nvSpPr>
        <p:spPr bwMode="auto">
          <a:xfrm>
            <a:off x="7391400" y="5794376"/>
            <a:ext cx="6159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AS2</a:t>
            </a:r>
          </a:p>
        </p:txBody>
      </p:sp>
      <p:sp>
        <p:nvSpPr>
          <p:cNvPr id="103437" name="Line 11">
            <a:extLst>
              <a:ext uri="{FF2B5EF4-FFF2-40B4-BE49-F238E27FC236}">
                <a16:creationId xmlns:a16="http://schemas.microsoft.com/office/drawing/2014/main" id="{14130E8A-3896-4E10-B650-2683F0626A7E}"/>
              </a:ext>
            </a:extLst>
          </p:cNvPr>
          <p:cNvSpPr>
            <a:spLocks noChangeShapeType="1"/>
          </p:cNvSpPr>
          <p:nvPr/>
        </p:nvSpPr>
        <p:spPr bwMode="auto">
          <a:xfrm flipV="1">
            <a:off x="7270751" y="5283200"/>
            <a:ext cx="434975" cy="1920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438" name="Line 12">
            <a:extLst>
              <a:ext uri="{FF2B5EF4-FFF2-40B4-BE49-F238E27FC236}">
                <a16:creationId xmlns:a16="http://schemas.microsoft.com/office/drawing/2014/main" id="{53908A2B-9483-472C-B855-1ACE44DBF393}"/>
              </a:ext>
            </a:extLst>
          </p:cNvPr>
          <p:cNvSpPr>
            <a:spLocks noChangeShapeType="1"/>
          </p:cNvSpPr>
          <p:nvPr/>
        </p:nvSpPr>
        <p:spPr bwMode="auto">
          <a:xfrm flipH="1" flipV="1">
            <a:off x="3848100" y="4641851"/>
            <a:ext cx="241300" cy="1746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439" name="Line 13">
            <a:extLst>
              <a:ext uri="{FF2B5EF4-FFF2-40B4-BE49-F238E27FC236}">
                <a16:creationId xmlns:a16="http://schemas.microsoft.com/office/drawing/2014/main" id="{6C4BDAEF-48DC-41F4-AC03-135866EADD85}"/>
              </a:ext>
            </a:extLst>
          </p:cNvPr>
          <p:cNvSpPr>
            <a:spLocks noChangeShapeType="1"/>
          </p:cNvSpPr>
          <p:nvPr/>
        </p:nvSpPr>
        <p:spPr bwMode="auto">
          <a:xfrm flipH="1">
            <a:off x="3406775" y="4635500"/>
            <a:ext cx="147638" cy="37623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03440" name="Group 14">
            <a:extLst>
              <a:ext uri="{FF2B5EF4-FFF2-40B4-BE49-F238E27FC236}">
                <a16:creationId xmlns:a16="http://schemas.microsoft.com/office/drawing/2014/main" id="{F169E820-879C-43E4-B6A1-1DBAE2697D92}"/>
              </a:ext>
            </a:extLst>
          </p:cNvPr>
          <p:cNvGrpSpPr>
            <a:grpSpLocks/>
          </p:cNvGrpSpPr>
          <p:nvPr/>
        </p:nvGrpSpPr>
        <p:grpSpPr bwMode="auto">
          <a:xfrm>
            <a:off x="3143250" y="4903789"/>
            <a:ext cx="501650" cy="396875"/>
            <a:chOff x="873" y="3243"/>
            <a:chExt cx="316" cy="250"/>
          </a:xfrm>
        </p:grpSpPr>
        <p:sp>
          <p:nvSpPr>
            <p:cNvPr id="103538" name="Oval 15">
              <a:extLst>
                <a:ext uri="{FF2B5EF4-FFF2-40B4-BE49-F238E27FC236}">
                  <a16:creationId xmlns:a16="http://schemas.microsoft.com/office/drawing/2014/main" id="{AC3A6B54-2073-4E83-9DEA-B7816FE80DA5}"/>
                </a:ext>
              </a:extLst>
            </p:cNvPr>
            <p:cNvSpPr>
              <a:spLocks noChangeArrowheads="1"/>
            </p:cNvSpPr>
            <p:nvPr/>
          </p:nvSpPr>
          <p:spPr bwMode="auto">
            <a:xfrm>
              <a:off x="876" y="3361"/>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3539" name="Line 16">
              <a:extLst>
                <a:ext uri="{FF2B5EF4-FFF2-40B4-BE49-F238E27FC236}">
                  <a16:creationId xmlns:a16="http://schemas.microsoft.com/office/drawing/2014/main" id="{E147FAED-F70B-4D7D-8C0C-F88A65BFA297}"/>
                </a:ext>
              </a:extLst>
            </p:cNvPr>
            <p:cNvSpPr>
              <a:spLocks noChangeShapeType="1"/>
            </p:cNvSpPr>
            <p:nvPr/>
          </p:nvSpPr>
          <p:spPr bwMode="auto">
            <a:xfrm>
              <a:off x="876" y="3354"/>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3540" name="Line 17">
              <a:extLst>
                <a:ext uri="{FF2B5EF4-FFF2-40B4-BE49-F238E27FC236}">
                  <a16:creationId xmlns:a16="http://schemas.microsoft.com/office/drawing/2014/main" id="{BF559A68-3556-4710-AB8B-E444727E6E2C}"/>
                </a:ext>
              </a:extLst>
            </p:cNvPr>
            <p:cNvSpPr>
              <a:spLocks noChangeShapeType="1"/>
            </p:cNvSpPr>
            <p:nvPr/>
          </p:nvSpPr>
          <p:spPr bwMode="auto">
            <a:xfrm>
              <a:off x="1189" y="3354"/>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3541" name="Rectangle 18">
              <a:extLst>
                <a:ext uri="{FF2B5EF4-FFF2-40B4-BE49-F238E27FC236}">
                  <a16:creationId xmlns:a16="http://schemas.microsoft.com/office/drawing/2014/main" id="{B660CB84-A9C8-49B7-B3C4-15E0A4D25B52}"/>
                </a:ext>
              </a:extLst>
            </p:cNvPr>
            <p:cNvSpPr>
              <a:spLocks noChangeArrowheads="1"/>
            </p:cNvSpPr>
            <p:nvPr/>
          </p:nvSpPr>
          <p:spPr bwMode="auto">
            <a:xfrm>
              <a:off x="876" y="3354"/>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103542" name="Oval 19">
              <a:extLst>
                <a:ext uri="{FF2B5EF4-FFF2-40B4-BE49-F238E27FC236}">
                  <a16:creationId xmlns:a16="http://schemas.microsoft.com/office/drawing/2014/main" id="{E151C43A-B739-4056-8A0C-43A3CDF80F23}"/>
                </a:ext>
              </a:extLst>
            </p:cNvPr>
            <p:cNvSpPr>
              <a:spLocks noChangeArrowheads="1"/>
            </p:cNvSpPr>
            <p:nvPr/>
          </p:nvSpPr>
          <p:spPr bwMode="auto">
            <a:xfrm>
              <a:off x="873" y="3295"/>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3543" name="Rectangle 20">
              <a:extLst>
                <a:ext uri="{FF2B5EF4-FFF2-40B4-BE49-F238E27FC236}">
                  <a16:creationId xmlns:a16="http://schemas.microsoft.com/office/drawing/2014/main" id="{2C42BD05-B295-43C3-83FF-DED3EF6A8DB4}"/>
                </a:ext>
              </a:extLst>
            </p:cNvPr>
            <p:cNvSpPr>
              <a:spLocks noChangeArrowheads="1"/>
            </p:cNvSpPr>
            <p:nvPr/>
          </p:nvSpPr>
          <p:spPr bwMode="auto">
            <a:xfrm>
              <a:off x="960" y="3308"/>
              <a:ext cx="141" cy="124"/>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3544" name="Text Box 21">
              <a:extLst>
                <a:ext uri="{FF2B5EF4-FFF2-40B4-BE49-F238E27FC236}">
                  <a16:creationId xmlns:a16="http://schemas.microsoft.com/office/drawing/2014/main" id="{288F0F4C-9117-47E2-B4B5-44C0BF63D839}"/>
                </a:ext>
              </a:extLst>
            </p:cNvPr>
            <p:cNvSpPr txBox="1">
              <a:spLocks noChangeArrowheads="1"/>
            </p:cNvSpPr>
            <p:nvPr/>
          </p:nvSpPr>
          <p:spPr bwMode="auto">
            <a:xfrm>
              <a:off x="887" y="3243"/>
              <a:ext cx="29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3b</a:t>
              </a:r>
              <a:endParaRPr lang="en-US" altLang="en-US" sz="2400"/>
            </a:p>
          </p:txBody>
        </p:sp>
      </p:grpSp>
      <p:grpSp>
        <p:nvGrpSpPr>
          <p:cNvPr id="103441" name="Group 22">
            <a:extLst>
              <a:ext uri="{FF2B5EF4-FFF2-40B4-BE49-F238E27FC236}">
                <a16:creationId xmlns:a16="http://schemas.microsoft.com/office/drawing/2014/main" id="{AD553BE2-EFD2-4445-985A-BEEDF77B3CA1}"/>
              </a:ext>
            </a:extLst>
          </p:cNvPr>
          <p:cNvGrpSpPr>
            <a:grpSpLocks/>
          </p:cNvGrpSpPr>
          <p:nvPr/>
        </p:nvGrpSpPr>
        <p:grpSpPr bwMode="auto">
          <a:xfrm>
            <a:off x="3413125" y="4327526"/>
            <a:ext cx="501650" cy="396875"/>
            <a:chOff x="2016" y="1976"/>
            <a:chExt cx="316" cy="250"/>
          </a:xfrm>
        </p:grpSpPr>
        <p:sp>
          <p:nvSpPr>
            <p:cNvPr id="103530" name="Oval 23">
              <a:extLst>
                <a:ext uri="{FF2B5EF4-FFF2-40B4-BE49-F238E27FC236}">
                  <a16:creationId xmlns:a16="http://schemas.microsoft.com/office/drawing/2014/main" id="{4FF70BB2-BB0F-4B22-98B6-8D0EFBE610D4}"/>
                </a:ext>
              </a:extLst>
            </p:cNvPr>
            <p:cNvSpPr>
              <a:spLocks noChangeArrowheads="1"/>
            </p:cNvSpPr>
            <p:nvPr/>
          </p:nvSpPr>
          <p:spPr bwMode="auto">
            <a:xfrm>
              <a:off x="2019" y="2102"/>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3531" name="Line 24">
              <a:extLst>
                <a:ext uri="{FF2B5EF4-FFF2-40B4-BE49-F238E27FC236}">
                  <a16:creationId xmlns:a16="http://schemas.microsoft.com/office/drawing/2014/main" id="{46DEB27F-79CE-4D4D-B6E1-1AC34B40652C}"/>
                </a:ext>
              </a:extLst>
            </p:cNvPr>
            <p:cNvSpPr>
              <a:spLocks noChangeShapeType="1"/>
            </p:cNvSpPr>
            <p:nvPr/>
          </p:nvSpPr>
          <p:spPr bwMode="auto">
            <a:xfrm>
              <a:off x="2019" y="2095"/>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3532" name="Line 25">
              <a:extLst>
                <a:ext uri="{FF2B5EF4-FFF2-40B4-BE49-F238E27FC236}">
                  <a16:creationId xmlns:a16="http://schemas.microsoft.com/office/drawing/2014/main" id="{E157E02C-424D-45E2-B2CC-9029D6919E5E}"/>
                </a:ext>
              </a:extLst>
            </p:cNvPr>
            <p:cNvSpPr>
              <a:spLocks noChangeShapeType="1"/>
            </p:cNvSpPr>
            <p:nvPr/>
          </p:nvSpPr>
          <p:spPr bwMode="auto">
            <a:xfrm>
              <a:off x="2332" y="2095"/>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3533" name="Rectangle 26">
              <a:extLst>
                <a:ext uri="{FF2B5EF4-FFF2-40B4-BE49-F238E27FC236}">
                  <a16:creationId xmlns:a16="http://schemas.microsoft.com/office/drawing/2014/main" id="{A78E1C91-D6B3-4378-B997-B287D29113C9}"/>
                </a:ext>
              </a:extLst>
            </p:cNvPr>
            <p:cNvSpPr>
              <a:spLocks noChangeArrowheads="1"/>
            </p:cNvSpPr>
            <p:nvPr/>
          </p:nvSpPr>
          <p:spPr bwMode="auto">
            <a:xfrm>
              <a:off x="2019" y="2095"/>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103534" name="Oval 27">
              <a:extLst>
                <a:ext uri="{FF2B5EF4-FFF2-40B4-BE49-F238E27FC236}">
                  <a16:creationId xmlns:a16="http://schemas.microsoft.com/office/drawing/2014/main" id="{24EDE1F7-365E-450F-BF96-B57AAD5AA069}"/>
                </a:ext>
              </a:extLst>
            </p:cNvPr>
            <p:cNvSpPr>
              <a:spLocks noChangeArrowheads="1"/>
            </p:cNvSpPr>
            <p:nvPr/>
          </p:nvSpPr>
          <p:spPr bwMode="auto">
            <a:xfrm>
              <a:off x="2016" y="2036"/>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nvGrpSpPr>
            <p:cNvPr id="103535" name="Group 28">
              <a:extLst>
                <a:ext uri="{FF2B5EF4-FFF2-40B4-BE49-F238E27FC236}">
                  <a16:creationId xmlns:a16="http://schemas.microsoft.com/office/drawing/2014/main" id="{89E4983F-4DFA-48B7-97A9-8CCE35904395}"/>
                </a:ext>
              </a:extLst>
            </p:cNvPr>
            <p:cNvGrpSpPr>
              <a:grpSpLocks/>
            </p:cNvGrpSpPr>
            <p:nvPr/>
          </p:nvGrpSpPr>
          <p:grpSpPr bwMode="auto">
            <a:xfrm>
              <a:off x="2032" y="1976"/>
              <a:ext cx="285" cy="250"/>
              <a:chOff x="2912" y="2425"/>
              <a:chExt cx="290" cy="250"/>
            </a:xfrm>
          </p:grpSpPr>
          <p:sp>
            <p:nvSpPr>
              <p:cNvPr id="103536" name="Rectangle 29">
                <a:extLst>
                  <a:ext uri="{FF2B5EF4-FFF2-40B4-BE49-F238E27FC236}">
                    <a16:creationId xmlns:a16="http://schemas.microsoft.com/office/drawing/2014/main" id="{14EDBFF7-AC82-41F8-9C5F-831E163D9677}"/>
                  </a:ext>
                </a:extLst>
              </p:cNvPr>
              <p:cNvSpPr>
                <a:spLocks noChangeArrowheads="1"/>
              </p:cNvSpPr>
              <p:nvPr/>
            </p:nvSpPr>
            <p:spPr bwMode="auto">
              <a:xfrm>
                <a:off x="2982" y="2490"/>
                <a:ext cx="142"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3537" name="Text Box 30">
                <a:extLst>
                  <a:ext uri="{FF2B5EF4-FFF2-40B4-BE49-F238E27FC236}">
                    <a16:creationId xmlns:a16="http://schemas.microsoft.com/office/drawing/2014/main" id="{EA59FAFF-1303-488E-92B6-14FB70CBECD5}"/>
                  </a:ext>
                </a:extLst>
              </p:cNvPr>
              <p:cNvSpPr txBox="1">
                <a:spLocks noChangeArrowheads="1"/>
              </p:cNvSpPr>
              <p:nvPr/>
            </p:nvSpPr>
            <p:spPr bwMode="auto">
              <a:xfrm>
                <a:off x="2912" y="2425"/>
                <a:ext cx="29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3c</a:t>
                </a:r>
                <a:endParaRPr lang="en-US" altLang="en-US" sz="2400"/>
              </a:p>
            </p:txBody>
          </p:sp>
        </p:grpSp>
      </p:grpSp>
      <p:grpSp>
        <p:nvGrpSpPr>
          <p:cNvPr id="103442" name="Group 31">
            <a:extLst>
              <a:ext uri="{FF2B5EF4-FFF2-40B4-BE49-F238E27FC236}">
                <a16:creationId xmlns:a16="http://schemas.microsoft.com/office/drawing/2014/main" id="{1AD1639E-6527-4267-82B7-0E1E21716656}"/>
              </a:ext>
            </a:extLst>
          </p:cNvPr>
          <p:cNvGrpSpPr>
            <a:grpSpLocks/>
          </p:cNvGrpSpPr>
          <p:nvPr/>
        </p:nvGrpSpPr>
        <p:grpSpPr bwMode="auto">
          <a:xfrm>
            <a:off x="3990975" y="4702176"/>
            <a:ext cx="501650" cy="396875"/>
            <a:chOff x="1434" y="3104"/>
            <a:chExt cx="316" cy="250"/>
          </a:xfrm>
        </p:grpSpPr>
        <p:grpSp>
          <p:nvGrpSpPr>
            <p:cNvPr id="103522" name="Group 32">
              <a:extLst>
                <a:ext uri="{FF2B5EF4-FFF2-40B4-BE49-F238E27FC236}">
                  <a16:creationId xmlns:a16="http://schemas.microsoft.com/office/drawing/2014/main" id="{95E7659E-96A4-4E97-A6E5-432030451790}"/>
                </a:ext>
              </a:extLst>
            </p:cNvPr>
            <p:cNvGrpSpPr>
              <a:grpSpLocks/>
            </p:cNvGrpSpPr>
            <p:nvPr/>
          </p:nvGrpSpPr>
          <p:grpSpPr bwMode="auto">
            <a:xfrm>
              <a:off x="1434" y="3163"/>
              <a:ext cx="316" cy="147"/>
              <a:chOff x="1434" y="3163"/>
              <a:chExt cx="316" cy="147"/>
            </a:xfrm>
          </p:grpSpPr>
          <p:sp>
            <p:nvSpPr>
              <p:cNvPr id="103524" name="Oval 33">
                <a:extLst>
                  <a:ext uri="{FF2B5EF4-FFF2-40B4-BE49-F238E27FC236}">
                    <a16:creationId xmlns:a16="http://schemas.microsoft.com/office/drawing/2014/main" id="{D72BA9BC-7B31-4E9D-A10D-079892A4EFCB}"/>
                  </a:ext>
                </a:extLst>
              </p:cNvPr>
              <p:cNvSpPr>
                <a:spLocks noChangeArrowheads="1"/>
              </p:cNvSpPr>
              <p:nvPr/>
            </p:nvSpPr>
            <p:spPr bwMode="auto">
              <a:xfrm>
                <a:off x="1437" y="3229"/>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3525" name="Line 34">
                <a:extLst>
                  <a:ext uri="{FF2B5EF4-FFF2-40B4-BE49-F238E27FC236}">
                    <a16:creationId xmlns:a16="http://schemas.microsoft.com/office/drawing/2014/main" id="{FD10DD11-AF64-4B9A-B201-EB52E966740D}"/>
                  </a:ext>
                </a:extLst>
              </p:cNvPr>
              <p:cNvSpPr>
                <a:spLocks noChangeShapeType="1"/>
              </p:cNvSpPr>
              <p:nvPr/>
            </p:nvSpPr>
            <p:spPr bwMode="auto">
              <a:xfrm>
                <a:off x="1437" y="3222"/>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3526" name="Line 35">
                <a:extLst>
                  <a:ext uri="{FF2B5EF4-FFF2-40B4-BE49-F238E27FC236}">
                    <a16:creationId xmlns:a16="http://schemas.microsoft.com/office/drawing/2014/main" id="{9444A08E-AF9E-4D12-A728-4DDCCB0352CD}"/>
                  </a:ext>
                </a:extLst>
              </p:cNvPr>
              <p:cNvSpPr>
                <a:spLocks noChangeShapeType="1"/>
              </p:cNvSpPr>
              <p:nvPr/>
            </p:nvSpPr>
            <p:spPr bwMode="auto">
              <a:xfrm>
                <a:off x="1750" y="3222"/>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3527" name="Rectangle 36">
                <a:extLst>
                  <a:ext uri="{FF2B5EF4-FFF2-40B4-BE49-F238E27FC236}">
                    <a16:creationId xmlns:a16="http://schemas.microsoft.com/office/drawing/2014/main" id="{335E7CBD-6DDB-49AE-AD7F-F7DA32890E1A}"/>
                  </a:ext>
                </a:extLst>
              </p:cNvPr>
              <p:cNvSpPr>
                <a:spLocks noChangeArrowheads="1"/>
              </p:cNvSpPr>
              <p:nvPr/>
            </p:nvSpPr>
            <p:spPr bwMode="auto">
              <a:xfrm>
                <a:off x="1437" y="3222"/>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103528" name="Oval 37">
                <a:extLst>
                  <a:ext uri="{FF2B5EF4-FFF2-40B4-BE49-F238E27FC236}">
                    <a16:creationId xmlns:a16="http://schemas.microsoft.com/office/drawing/2014/main" id="{4C477903-B75A-4CBD-89A7-671AA89FCEC7}"/>
                  </a:ext>
                </a:extLst>
              </p:cNvPr>
              <p:cNvSpPr>
                <a:spLocks noChangeArrowheads="1"/>
              </p:cNvSpPr>
              <p:nvPr/>
            </p:nvSpPr>
            <p:spPr bwMode="auto">
              <a:xfrm>
                <a:off x="1434" y="3163"/>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3529" name="Rectangle 38">
                <a:extLst>
                  <a:ext uri="{FF2B5EF4-FFF2-40B4-BE49-F238E27FC236}">
                    <a16:creationId xmlns:a16="http://schemas.microsoft.com/office/drawing/2014/main" id="{BE473AFC-9F92-4E48-881D-0E1E2470EF66}"/>
                  </a:ext>
                </a:extLst>
              </p:cNvPr>
              <p:cNvSpPr>
                <a:spLocks noChangeArrowheads="1"/>
              </p:cNvSpPr>
              <p:nvPr/>
            </p:nvSpPr>
            <p:spPr bwMode="auto">
              <a:xfrm>
                <a:off x="1521" y="3176"/>
                <a:ext cx="142" cy="110"/>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sp>
          <p:nvSpPr>
            <p:cNvPr id="103523" name="Text Box 39">
              <a:extLst>
                <a:ext uri="{FF2B5EF4-FFF2-40B4-BE49-F238E27FC236}">
                  <a16:creationId xmlns:a16="http://schemas.microsoft.com/office/drawing/2014/main" id="{54454750-E07E-49D0-B12D-6A74B6AF5921}"/>
                </a:ext>
              </a:extLst>
            </p:cNvPr>
            <p:cNvSpPr txBox="1">
              <a:spLocks noChangeArrowheads="1"/>
            </p:cNvSpPr>
            <p:nvPr/>
          </p:nvSpPr>
          <p:spPr bwMode="auto">
            <a:xfrm>
              <a:off x="1448" y="3104"/>
              <a:ext cx="29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3a</a:t>
              </a:r>
              <a:endParaRPr lang="en-US" altLang="en-US" sz="2400"/>
            </a:p>
          </p:txBody>
        </p:sp>
      </p:grpSp>
      <p:grpSp>
        <p:nvGrpSpPr>
          <p:cNvPr id="103443" name="Group 40">
            <a:extLst>
              <a:ext uri="{FF2B5EF4-FFF2-40B4-BE49-F238E27FC236}">
                <a16:creationId xmlns:a16="http://schemas.microsoft.com/office/drawing/2014/main" id="{48E2C236-CD4F-4429-9FBB-4939B3DCDC20}"/>
              </a:ext>
            </a:extLst>
          </p:cNvPr>
          <p:cNvGrpSpPr>
            <a:grpSpLocks/>
          </p:cNvGrpSpPr>
          <p:nvPr/>
        </p:nvGrpSpPr>
        <p:grpSpPr bwMode="auto">
          <a:xfrm>
            <a:off x="4019550" y="5227638"/>
            <a:ext cx="2660650" cy="1122362"/>
            <a:chOff x="1572" y="3293"/>
            <a:chExt cx="1676" cy="707"/>
          </a:xfrm>
        </p:grpSpPr>
        <p:sp>
          <p:nvSpPr>
            <p:cNvPr id="103479" name="Freeform 41">
              <a:extLst>
                <a:ext uri="{FF2B5EF4-FFF2-40B4-BE49-F238E27FC236}">
                  <a16:creationId xmlns:a16="http://schemas.microsoft.com/office/drawing/2014/main" id="{10587384-6BA6-4490-9673-6571B02E49D1}"/>
                </a:ext>
              </a:extLst>
            </p:cNvPr>
            <p:cNvSpPr>
              <a:spLocks/>
            </p:cNvSpPr>
            <p:nvPr/>
          </p:nvSpPr>
          <p:spPr bwMode="auto">
            <a:xfrm>
              <a:off x="1572" y="3293"/>
              <a:ext cx="1676" cy="707"/>
            </a:xfrm>
            <a:custGeom>
              <a:avLst/>
              <a:gdLst>
                <a:gd name="T0" fmla="*/ 542 w 1583"/>
                <a:gd name="T1" fmla="*/ 496 h 682"/>
                <a:gd name="T2" fmla="*/ 1429 w 1583"/>
                <a:gd name="T3" fmla="*/ 163 h 682"/>
                <a:gd name="T4" fmla="*/ 2760 w 1583"/>
                <a:gd name="T5" fmla="*/ 43 h 682"/>
                <a:gd name="T6" fmla="*/ 4060 w 1583"/>
                <a:gd name="T7" fmla="*/ 429 h 682"/>
                <a:gd name="T8" fmla="*/ 5490 w 1583"/>
                <a:gd name="T9" fmla="*/ 943 h 682"/>
                <a:gd name="T10" fmla="*/ 4465 w 1583"/>
                <a:gd name="T11" fmla="*/ 1418 h 682"/>
                <a:gd name="T12" fmla="*/ 2421 w 1583"/>
                <a:gd name="T13" fmla="*/ 1448 h 682"/>
                <a:gd name="T14" fmla="*/ 313 w 1583"/>
                <a:gd name="T15" fmla="*/ 1313 h 682"/>
                <a:gd name="T16" fmla="*/ 542 w 1583"/>
                <a:gd name="T17" fmla="*/ 496 h 68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83"/>
                <a:gd name="T28" fmla="*/ 0 h 682"/>
                <a:gd name="T29" fmla="*/ 1583 w 1583"/>
                <a:gd name="T30" fmla="*/ 682 h 68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83" h="682">
                  <a:moveTo>
                    <a:pt x="155" y="224"/>
                  </a:moveTo>
                  <a:cubicBezTo>
                    <a:pt x="208" y="137"/>
                    <a:pt x="302" y="108"/>
                    <a:pt x="407" y="74"/>
                  </a:cubicBezTo>
                  <a:cubicBezTo>
                    <a:pt x="512" y="40"/>
                    <a:pt x="660" y="0"/>
                    <a:pt x="785" y="20"/>
                  </a:cubicBezTo>
                  <a:cubicBezTo>
                    <a:pt x="910" y="40"/>
                    <a:pt x="1027" y="126"/>
                    <a:pt x="1157" y="194"/>
                  </a:cubicBezTo>
                  <a:cubicBezTo>
                    <a:pt x="1287" y="262"/>
                    <a:pt x="1545" y="353"/>
                    <a:pt x="1564" y="428"/>
                  </a:cubicBezTo>
                  <a:cubicBezTo>
                    <a:pt x="1583" y="503"/>
                    <a:pt x="1417" y="606"/>
                    <a:pt x="1272" y="644"/>
                  </a:cubicBezTo>
                  <a:cubicBezTo>
                    <a:pt x="1127" y="682"/>
                    <a:pt x="887" y="664"/>
                    <a:pt x="690" y="656"/>
                  </a:cubicBezTo>
                  <a:cubicBezTo>
                    <a:pt x="493" y="648"/>
                    <a:pt x="178" y="668"/>
                    <a:pt x="89" y="596"/>
                  </a:cubicBezTo>
                  <a:cubicBezTo>
                    <a:pt x="0" y="524"/>
                    <a:pt x="102" y="311"/>
                    <a:pt x="155" y="224"/>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03480" name="Text Box 42">
              <a:extLst>
                <a:ext uri="{FF2B5EF4-FFF2-40B4-BE49-F238E27FC236}">
                  <a16:creationId xmlns:a16="http://schemas.microsoft.com/office/drawing/2014/main" id="{B5EEBE28-EE07-4445-BE05-1052AF60B6B0}"/>
                </a:ext>
              </a:extLst>
            </p:cNvPr>
            <p:cNvSpPr txBox="1">
              <a:spLocks noChangeArrowheads="1"/>
            </p:cNvSpPr>
            <p:nvPr/>
          </p:nvSpPr>
          <p:spPr bwMode="auto">
            <a:xfrm>
              <a:off x="1719" y="3724"/>
              <a:ext cx="41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2000"/>
                <a:t>AS1</a:t>
              </a:r>
              <a:endParaRPr lang="en-US" altLang="en-US"/>
            </a:p>
          </p:txBody>
        </p:sp>
        <p:sp>
          <p:nvSpPr>
            <p:cNvPr id="103481" name="Line 43">
              <a:extLst>
                <a:ext uri="{FF2B5EF4-FFF2-40B4-BE49-F238E27FC236}">
                  <a16:creationId xmlns:a16="http://schemas.microsoft.com/office/drawing/2014/main" id="{91281631-5397-403E-B1CA-6AA99FFA3B7F}"/>
                </a:ext>
              </a:extLst>
            </p:cNvPr>
            <p:cNvSpPr>
              <a:spLocks noChangeShapeType="1"/>
            </p:cNvSpPr>
            <p:nvPr/>
          </p:nvSpPr>
          <p:spPr bwMode="auto">
            <a:xfrm flipH="1">
              <a:off x="2134" y="3469"/>
              <a:ext cx="93" cy="10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482" name="Line 44">
              <a:extLst>
                <a:ext uri="{FF2B5EF4-FFF2-40B4-BE49-F238E27FC236}">
                  <a16:creationId xmlns:a16="http://schemas.microsoft.com/office/drawing/2014/main" id="{A4658A8F-F8D4-4087-8B51-CD22A3ADB4A5}"/>
                </a:ext>
              </a:extLst>
            </p:cNvPr>
            <p:cNvSpPr>
              <a:spLocks noChangeShapeType="1"/>
            </p:cNvSpPr>
            <p:nvPr/>
          </p:nvSpPr>
          <p:spPr bwMode="auto">
            <a:xfrm>
              <a:off x="2388" y="3491"/>
              <a:ext cx="3" cy="28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483" name="Line 45">
              <a:extLst>
                <a:ext uri="{FF2B5EF4-FFF2-40B4-BE49-F238E27FC236}">
                  <a16:creationId xmlns:a16="http://schemas.microsoft.com/office/drawing/2014/main" id="{78C4B52B-EE8A-4A8F-85A9-F1C9E49C4088}"/>
                </a:ext>
              </a:extLst>
            </p:cNvPr>
            <p:cNvSpPr>
              <a:spLocks noChangeShapeType="1"/>
            </p:cNvSpPr>
            <p:nvPr/>
          </p:nvSpPr>
          <p:spPr bwMode="auto">
            <a:xfrm>
              <a:off x="2490" y="3461"/>
              <a:ext cx="313" cy="21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484" name="Line 46">
              <a:extLst>
                <a:ext uri="{FF2B5EF4-FFF2-40B4-BE49-F238E27FC236}">
                  <a16:creationId xmlns:a16="http://schemas.microsoft.com/office/drawing/2014/main" id="{B76912C8-1411-44E7-8E12-13BA9D04AAF5}"/>
                </a:ext>
              </a:extLst>
            </p:cNvPr>
            <p:cNvSpPr>
              <a:spLocks noChangeShapeType="1"/>
            </p:cNvSpPr>
            <p:nvPr/>
          </p:nvSpPr>
          <p:spPr bwMode="auto">
            <a:xfrm flipH="1">
              <a:off x="2566" y="3749"/>
              <a:ext cx="237" cy="7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485" name="Line 47">
              <a:extLst>
                <a:ext uri="{FF2B5EF4-FFF2-40B4-BE49-F238E27FC236}">
                  <a16:creationId xmlns:a16="http://schemas.microsoft.com/office/drawing/2014/main" id="{F5245FA5-CB7E-40C9-867B-15BD5C0F1907}"/>
                </a:ext>
              </a:extLst>
            </p:cNvPr>
            <p:cNvSpPr>
              <a:spLocks noChangeShapeType="1"/>
            </p:cNvSpPr>
            <p:nvPr/>
          </p:nvSpPr>
          <p:spPr bwMode="auto">
            <a:xfrm flipH="1" flipV="1">
              <a:off x="2202" y="3638"/>
              <a:ext cx="568" cy="5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486" name="Line 48">
              <a:extLst>
                <a:ext uri="{FF2B5EF4-FFF2-40B4-BE49-F238E27FC236}">
                  <a16:creationId xmlns:a16="http://schemas.microsoft.com/office/drawing/2014/main" id="{776961AE-2120-4147-ABCC-211348B2D6EC}"/>
                </a:ext>
              </a:extLst>
            </p:cNvPr>
            <p:cNvSpPr>
              <a:spLocks noChangeShapeType="1"/>
            </p:cNvSpPr>
            <p:nvPr/>
          </p:nvSpPr>
          <p:spPr bwMode="auto">
            <a:xfrm>
              <a:off x="2143" y="3689"/>
              <a:ext cx="127" cy="8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03487" name="Group 49">
              <a:extLst>
                <a:ext uri="{FF2B5EF4-FFF2-40B4-BE49-F238E27FC236}">
                  <a16:creationId xmlns:a16="http://schemas.microsoft.com/office/drawing/2014/main" id="{6B4B9B97-3DE8-4BF2-B6A5-A7DBBF1A6189}"/>
                </a:ext>
              </a:extLst>
            </p:cNvPr>
            <p:cNvGrpSpPr>
              <a:grpSpLocks/>
            </p:cNvGrpSpPr>
            <p:nvPr/>
          </p:nvGrpSpPr>
          <p:grpSpPr bwMode="auto">
            <a:xfrm>
              <a:off x="2202" y="3293"/>
              <a:ext cx="316" cy="250"/>
              <a:chOff x="2055" y="3447"/>
              <a:chExt cx="316" cy="250"/>
            </a:xfrm>
          </p:grpSpPr>
          <p:sp>
            <p:nvSpPr>
              <p:cNvPr id="103514" name="Oval 50">
                <a:extLst>
                  <a:ext uri="{FF2B5EF4-FFF2-40B4-BE49-F238E27FC236}">
                    <a16:creationId xmlns:a16="http://schemas.microsoft.com/office/drawing/2014/main" id="{5CA77E8F-37A8-4879-8EA0-24231621C854}"/>
                  </a:ext>
                </a:extLst>
              </p:cNvPr>
              <p:cNvSpPr>
                <a:spLocks noChangeArrowheads="1"/>
              </p:cNvSpPr>
              <p:nvPr/>
            </p:nvSpPr>
            <p:spPr bwMode="auto">
              <a:xfrm>
                <a:off x="2058" y="3571"/>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3515" name="Line 51">
                <a:extLst>
                  <a:ext uri="{FF2B5EF4-FFF2-40B4-BE49-F238E27FC236}">
                    <a16:creationId xmlns:a16="http://schemas.microsoft.com/office/drawing/2014/main" id="{BF7FBC36-5CA6-4439-963B-B3E9065F35C9}"/>
                  </a:ext>
                </a:extLst>
              </p:cNvPr>
              <p:cNvSpPr>
                <a:spLocks noChangeShapeType="1"/>
              </p:cNvSpPr>
              <p:nvPr/>
            </p:nvSpPr>
            <p:spPr bwMode="auto">
              <a:xfrm>
                <a:off x="2058" y="3564"/>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3516" name="Line 52">
                <a:extLst>
                  <a:ext uri="{FF2B5EF4-FFF2-40B4-BE49-F238E27FC236}">
                    <a16:creationId xmlns:a16="http://schemas.microsoft.com/office/drawing/2014/main" id="{095F39F5-9261-4A56-BB94-29CDD44F0B7C}"/>
                  </a:ext>
                </a:extLst>
              </p:cNvPr>
              <p:cNvSpPr>
                <a:spLocks noChangeShapeType="1"/>
              </p:cNvSpPr>
              <p:nvPr/>
            </p:nvSpPr>
            <p:spPr bwMode="auto">
              <a:xfrm>
                <a:off x="2371" y="3564"/>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3517" name="Rectangle 53">
                <a:extLst>
                  <a:ext uri="{FF2B5EF4-FFF2-40B4-BE49-F238E27FC236}">
                    <a16:creationId xmlns:a16="http://schemas.microsoft.com/office/drawing/2014/main" id="{A5A81B01-CBF6-462E-867C-25E2606DBB2E}"/>
                  </a:ext>
                </a:extLst>
              </p:cNvPr>
              <p:cNvSpPr>
                <a:spLocks noChangeArrowheads="1"/>
              </p:cNvSpPr>
              <p:nvPr/>
            </p:nvSpPr>
            <p:spPr bwMode="auto">
              <a:xfrm>
                <a:off x="2058" y="3564"/>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103518" name="Oval 54">
                <a:extLst>
                  <a:ext uri="{FF2B5EF4-FFF2-40B4-BE49-F238E27FC236}">
                    <a16:creationId xmlns:a16="http://schemas.microsoft.com/office/drawing/2014/main" id="{4E1AB90D-DEDD-4364-95C5-E770B50B3007}"/>
                  </a:ext>
                </a:extLst>
              </p:cNvPr>
              <p:cNvSpPr>
                <a:spLocks noChangeArrowheads="1"/>
              </p:cNvSpPr>
              <p:nvPr/>
            </p:nvSpPr>
            <p:spPr bwMode="auto">
              <a:xfrm>
                <a:off x="2055" y="3505"/>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nvGrpSpPr>
              <p:cNvPr id="103519" name="Group 55">
                <a:extLst>
                  <a:ext uri="{FF2B5EF4-FFF2-40B4-BE49-F238E27FC236}">
                    <a16:creationId xmlns:a16="http://schemas.microsoft.com/office/drawing/2014/main" id="{C59334DC-063A-4408-B63C-04792BC8C89A}"/>
                  </a:ext>
                </a:extLst>
              </p:cNvPr>
              <p:cNvGrpSpPr>
                <a:grpSpLocks/>
              </p:cNvGrpSpPr>
              <p:nvPr/>
            </p:nvGrpSpPr>
            <p:grpSpPr bwMode="auto">
              <a:xfrm>
                <a:off x="2072" y="3447"/>
                <a:ext cx="285" cy="250"/>
                <a:chOff x="2912" y="2425"/>
                <a:chExt cx="292" cy="250"/>
              </a:xfrm>
            </p:grpSpPr>
            <p:sp>
              <p:nvSpPr>
                <p:cNvPr id="103520" name="Rectangle 56">
                  <a:extLst>
                    <a:ext uri="{FF2B5EF4-FFF2-40B4-BE49-F238E27FC236}">
                      <a16:creationId xmlns:a16="http://schemas.microsoft.com/office/drawing/2014/main" id="{23B2387F-3917-4281-9225-E51FF9C36E1A}"/>
                    </a:ext>
                  </a:extLst>
                </p:cNvPr>
                <p:cNvSpPr>
                  <a:spLocks noChangeArrowheads="1"/>
                </p:cNvSpPr>
                <p:nvPr/>
              </p:nvSpPr>
              <p:spPr bwMode="auto">
                <a:xfrm>
                  <a:off x="2982" y="2490"/>
                  <a:ext cx="144"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3521" name="Text Box 57">
                  <a:extLst>
                    <a:ext uri="{FF2B5EF4-FFF2-40B4-BE49-F238E27FC236}">
                      <a16:creationId xmlns:a16="http://schemas.microsoft.com/office/drawing/2014/main" id="{18890121-DD40-4510-8039-14B107DF5C21}"/>
                    </a:ext>
                  </a:extLst>
                </p:cNvPr>
                <p:cNvSpPr txBox="1">
                  <a:spLocks noChangeArrowheads="1"/>
                </p:cNvSpPr>
                <p:nvPr/>
              </p:nvSpPr>
              <p:spPr bwMode="auto">
                <a:xfrm>
                  <a:off x="2912" y="2425"/>
                  <a:ext cx="29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1c</a:t>
                  </a:r>
                </a:p>
              </p:txBody>
            </p:sp>
          </p:grpSp>
        </p:grpSp>
        <p:grpSp>
          <p:nvGrpSpPr>
            <p:cNvPr id="103488" name="Group 58">
              <a:extLst>
                <a:ext uri="{FF2B5EF4-FFF2-40B4-BE49-F238E27FC236}">
                  <a16:creationId xmlns:a16="http://schemas.microsoft.com/office/drawing/2014/main" id="{3E8C198B-BED0-46A8-8A09-BDC03FFFA7BF}"/>
                </a:ext>
              </a:extLst>
            </p:cNvPr>
            <p:cNvGrpSpPr>
              <a:grpSpLocks/>
            </p:cNvGrpSpPr>
            <p:nvPr/>
          </p:nvGrpSpPr>
          <p:grpSpPr bwMode="auto">
            <a:xfrm>
              <a:off x="1896" y="3507"/>
              <a:ext cx="316" cy="250"/>
              <a:chOff x="1749" y="3661"/>
              <a:chExt cx="316" cy="250"/>
            </a:xfrm>
          </p:grpSpPr>
          <p:sp>
            <p:nvSpPr>
              <p:cNvPr id="103507" name="Oval 59">
                <a:extLst>
                  <a:ext uri="{FF2B5EF4-FFF2-40B4-BE49-F238E27FC236}">
                    <a16:creationId xmlns:a16="http://schemas.microsoft.com/office/drawing/2014/main" id="{D6377291-22C2-4AEA-B2F7-BDB8315377BC}"/>
                  </a:ext>
                </a:extLst>
              </p:cNvPr>
              <p:cNvSpPr>
                <a:spLocks noChangeArrowheads="1"/>
              </p:cNvSpPr>
              <p:nvPr/>
            </p:nvSpPr>
            <p:spPr bwMode="auto">
              <a:xfrm>
                <a:off x="1752" y="3781"/>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3508" name="Line 60">
                <a:extLst>
                  <a:ext uri="{FF2B5EF4-FFF2-40B4-BE49-F238E27FC236}">
                    <a16:creationId xmlns:a16="http://schemas.microsoft.com/office/drawing/2014/main" id="{A3B05E51-C359-48F1-87F8-2E536E84DD23}"/>
                  </a:ext>
                </a:extLst>
              </p:cNvPr>
              <p:cNvSpPr>
                <a:spLocks noChangeShapeType="1"/>
              </p:cNvSpPr>
              <p:nvPr/>
            </p:nvSpPr>
            <p:spPr bwMode="auto">
              <a:xfrm>
                <a:off x="1752" y="3774"/>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3509" name="Line 61">
                <a:extLst>
                  <a:ext uri="{FF2B5EF4-FFF2-40B4-BE49-F238E27FC236}">
                    <a16:creationId xmlns:a16="http://schemas.microsoft.com/office/drawing/2014/main" id="{A248279E-D2DB-4C81-B06F-50AD4F8BE85D}"/>
                  </a:ext>
                </a:extLst>
              </p:cNvPr>
              <p:cNvSpPr>
                <a:spLocks noChangeShapeType="1"/>
              </p:cNvSpPr>
              <p:nvPr/>
            </p:nvSpPr>
            <p:spPr bwMode="auto">
              <a:xfrm>
                <a:off x="2065" y="3774"/>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3510" name="Rectangle 62">
                <a:extLst>
                  <a:ext uri="{FF2B5EF4-FFF2-40B4-BE49-F238E27FC236}">
                    <a16:creationId xmlns:a16="http://schemas.microsoft.com/office/drawing/2014/main" id="{DB716802-B762-411E-B78E-C05BEA3EC2D6}"/>
                  </a:ext>
                </a:extLst>
              </p:cNvPr>
              <p:cNvSpPr>
                <a:spLocks noChangeArrowheads="1"/>
              </p:cNvSpPr>
              <p:nvPr/>
            </p:nvSpPr>
            <p:spPr bwMode="auto">
              <a:xfrm>
                <a:off x="1752" y="3774"/>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103511" name="Oval 63">
                <a:extLst>
                  <a:ext uri="{FF2B5EF4-FFF2-40B4-BE49-F238E27FC236}">
                    <a16:creationId xmlns:a16="http://schemas.microsoft.com/office/drawing/2014/main" id="{A495FC22-3239-4694-B542-1769CB500EFE}"/>
                  </a:ext>
                </a:extLst>
              </p:cNvPr>
              <p:cNvSpPr>
                <a:spLocks noChangeArrowheads="1"/>
              </p:cNvSpPr>
              <p:nvPr/>
            </p:nvSpPr>
            <p:spPr bwMode="auto">
              <a:xfrm>
                <a:off x="1749" y="3719"/>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3512" name="Rectangle 64">
                <a:extLst>
                  <a:ext uri="{FF2B5EF4-FFF2-40B4-BE49-F238E27FC236}">
                    <a16:creationId xmlns:a16="http://schemas.microsoft.com/office/drawing/2014/main" id="{977827EA-BF2A-4185-959D-71B7B8FB3BAE}"/>
                  </a:ext>
                </a:extLst>
              </p:cNvPr>
              <p:cNvSpPr>
                <a:spLocks noChangeArrowheads="1"/>
              </p:cNvSpPr>
              <p:nvPr/>
            </p:nvSpPr>
            <p:spPr bwMode="auto">
              <a:xfrm>
                <a:off x="1834" y="3746"/>
                <a:ext cx="142" cy="96"/>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3513" name="Text Box 65">
                <a:extLst>
                  <a:ext uri="{FF2B5EF4-FFF2-40B4-BE49-F238E27FC236}">
                    <a16:creationId xmlns:a16="http://schemas.microsoft.com/office/drawing/2014/main" id="{DF43B38F-7813-4C84-8278-E4D0E0561019}"/>
                  </a:ext>
                </a:extLst>
              </p:cNvPr>
              <p:cNvSpPr txBox="1">
                <a:spLocks noChangeArrowheads="1"/>
              </p:cNvSpPr>
              <p:nvPr/>
            </p:nvSpPr>
            <p:spPr bwMode="auto">
              <a:xfrm>
                <a:off x="1765" y="3661"/>
                <a:ext cx="29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1a</a:t>
                </a:r>
                <a:endParaRPr lang="en-US" altLang="en-US" sz="2400"/>
              </a:p>
            </p:txBody>
          </p:sp>
        </p:grpSp>
        <p:grpSp>
          <p:nvGrpSpPr>
            <p:cNvPr id="103489" name="Group 66">
              <a:extLst>
                <a:ext uri="{FF2B5EF4-FFF2-40B4-BE49-F238E27FC236}">
                  <a16:creationId xmlns:a16="http://schemas.microsoft.com/office/drawing/2014/main" id="{D225F3DC-0E0E-4629-B868-E3B99A839C11}"/>
                </a:ext>
              </a:extLst>
            </p:cNvPr>
            <p:cNvGrpSpPr>
              <a:grpSpLocks/>
            </p:cNvGrpSpPr>
            <p:nvPr/>
          </p:nvGrpSpPr>
          <p:grpSpPr bwMode="auto">
            <a:xfrm>
              <a:off x="2238" y="3689"/>
              <a:ext cx="316" cy="250"/>
              <a:chOff x="2091" y="3843"/>
              <a:chExt cx="316" cy="250"/>
            </a:xfrm>
          </p:grpSpPr>
          <p:sp>
            <p:nvSpPr>
              <p:cNvPr id="103499" name="Oval 67">
                <a:extLst>
                  <a:ext uri="{FF2B5EF4-FFF2-40B4-BE49-F238E27FC236}">
                    <a16:creationId xmlns:a16="http://schemas.microsoft.com/office/drawing/2014/main" id="{C7204D19-9B68-4748-BF91-FF348263BF5F}"/>
                  </a:ext>
                </a:extLst>
              </p:cNvPr>
              <p:cNvSpPr>
                <a:spLocks noChangeArrowheads="1"/>
              </p:cNvSpPr>
              <p:nvPr/>
            </p:nvSpPr>
            <p:spPr bwMode="auto">
              <a:xfrm>
                <a:off x="2094" y="3967"/>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3500" name="Line 68">
                <a:extLst>
                  <a:ext uri="{FF2B5EF4-FFF2-40B4-BE49-F238E27FC236}">
                    <a16:creationId xmlns:a16="http://schemas.microsoft.com/office/drawing/2014/main" id="{395531E6-AB6C-492C-B73E-81FEEB50BB27}"/>
                  </a:ext>
                </a:extLst>
              </p:cNvPr>
              <p:cNvSpPr>
                <a:spLocks noChangeShapeType="1"/>
              </p:cNvSpPr>
              <p:nvPr/>
            </p:nvSpPr>
            <p:spPr bwMode="auto">
              <a:xfrm>
                <a:off x="2094" y="3960"/>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3501" name="Line 69">
                <a:extLst>
                  <a:ext uri="{FF2B5EF4-FFF2-40B4-BE49-F238E27FC236}">
                    <a16:creationId xmlns:a16="http://schemas.microsoft.com/office/drawing/2014/main" id="{A31B916C-C7C9-4530-B45D-8FDEB3716733}"/>
                  </a:ext>
                </a:extLst>
              </p:cNvPr>
              <p:cNvSpPr>
                <a:spLocks noChangeShapeType="1"/>
              </p:cNvSpPr>
              <p:nvPr/>
            </p:nvSpPr>
            <p:spPr bwMode="auto">
              <a:xfrm>
                <a:off x="2407" y="3960"/>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3502" name="Rectangle 70">
                <a:extLst>
                  <a:ext uri="{FF2B5EF4-FFF2-40B4-BE49-F238E27FC236}">
                    <a16:creationId xmlns:a16="http://schemas.microsoft.com/office/drawing/2014/main" id="{E8106CB8-1F33-4551-A043-DF636238EE36}"/>
                  </a:ext>
                </a:extLst>
              </p:cNvPr>
              <p:cNvSpPr>
                <a:spLocks noChangeArrowheads="1"/>
              </p:cNvSpPr>
              <p:nvPr/>
            </p:nvSpPr>
            <p:spPr bwMode="auto">
              <a:xfrm>
                <a:off x="2094" y="3960"/>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103503" name="Oval 71">
                <a:extLst>
                  <a:ext uri="{FF2B5EF4-FFF2-40B4-BE49-F238E27FC236}">
                    <a16:creationId xmlns:a16="http://schemas.microsoft.com/office/drawing/2014/main" id="{D6D98163-6885-441D-8027-A6205C27B655}"/>
                  </a:ext>
                </a:extLst>
              </p:cNvPr>
              <p:cNvSpPr>
                <a:spLocks noChangeArrowheads="1"/>
              </p:cNvSpPr>
              <p:nvPr/>
            </p:nvSpPr>
            <p:spPr bwMode="auto">
              <a:xfrm>
                <a:off x="2091" y="3901"/>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nvGrpSpPr>
              <p:cNvPr id="103504" name="Group 72">
                <a:extLst>
                  <a:ext uri="{FF2B5EF4-FFF2-40B4-BE49-F238E27FC236}">
                    <a16:creationId xmlns:a16="http://schemas.microsoft.com/office/drawing/2014/main" id="{FC05CD7D-AA50-416A-BBF5-5802B6C37321}"/>
                  </a:ext>
                </a:extLst>
              </p:cNvPr>
              <p:cNvGrpSpPr>
                <a:grpSpLocks/>
              </p:cNvGrpSpPr>
              <p:nvPr/>
            </p:nvGrpSpPr>
            <p:grpSpPr bwMode="auto">
              <a:xfrm>
                <a:off x="2106" y="3843"/>
                <a:ext cx="294" cy="250"/>
                <a:chOff x="2910" y="2425"/>
                <a:chExt cx="296" cy="250"/>
              </a:xfrm>
            </p:grpSpPr>
            <p:sp>
              <p:nvSpPr>
                <p:cNvPr id="103505" name="Rectangle 73">
                  <a:extLst>
                    <a:ext uri="{FF2B5EF4-FFF2-40B4-BE49-F238E27FC236}">
                      <a16:creationId xmlns:a16="http://schemas.microsoft.com/office/drawing/2014/main" id="{B2AFEFAF-9C90-4B1C-845C-604E73DD2A5B}"/>
                    </a:ext>
                  </a:extLst>
                </p:cNvPr>
                <p:cNvSpPr>
                  <a:spLocks noChangeArrowheads="1"/>
                </p:cNvSpPr>
                <p:nvPr/>
              </p:nvSpPr>
              <p:spPr bwMode="auto">
                <a:xfrm>
                  <a:off x="2982" y="2490"/>
                  <a:ext cx="144"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3506" name="Text Box 74">
                  <a:extLst>
                    <a:ext uri="{FF2B5EF4-FFF2-40B4-BE49-F238E27FC236}">
                      <a16:creationId xmlns:a16="http://schemas.microsoft.com/office/drawing/2014/main" id="{85D8051C-8760-4AA1-96A8-D3E6C581B762}"/>
                    </a:ext>
                  </a:extLst>
                </p:cNvPr>
                <p:cNvSpPr txBox="1">
                  <a:spLocks noChangeArrowheads="1"/>
                </p:cNvSpPr>
                <p:nvPr/>
              </p:nvSpPr>
              <p:spPr bwMode="auto">
                <a:xfrm>
                  <a:off x="2910" y="2425"/>
                  <a:ext cx="2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1d</a:t>
                  </a:r>
                </a:p>
              </p:txBody>
            </p:sp>
          </p:grpSp>
        </p:grpSp>
        <p:grpSp>
          <p:nvGrpSpPr>
            <p:cNvPr id="103490" name="Group 75">
              <a:extLst>
                <a:ext uri="{FF2B5EF4-FFF2-40B4-BE49-F238E27FC236}">
                  <a16:creationId xmlns:a16="http://schemas.microsoft.com/office/drawing/2014/main" id="{B87C6EF8-F8F0-4497-8478-176CFFB69C1C}"/>
                </a:ext>
              </a:extLst>
            </p:cNvPr>
            <p:cNvGrpSpPr>
              <a:grpSpLocks/>
            </p:cNvGrpSpPr>
            <p:nvPr/>
          </p:nvGrpSpPr>
          <p:grpSpPr bwMode="auto">
            <a:xfrm>
              <a:off x="2778" y="3573"/>
              <a:ext cx="316" cy="250"/>
              <a:chOff x="2016" y="1976"/>
              <a:chExt cx="316" cy="250"/>
            </a:xfrm>
          </p:grpSpPr>
          <p:sp>
            <p:nvSpPr>
              <p:cNvPr id="103491" name="Oval 76">
                <a:extLst>
                  <a:ext uri="{FF2B5EF4-FFF2-40B4-BE49-F238E27FC236}">
                    <a16:creationId xmlns:a16="http://schemas.microsoft.com/office/drawing/2014/main" id="{B80194A5-5F52-4C4D-97CE-11A901BE7283}"/>
                  </a:ext>
                </a:extLst>
              </p:cNvPr>
              <p:cNvSpPr>
                <a:spLocks noChangeArrowheads="1"/>
              </p:cNvSpPr>
              <p:nvPr/>
            </p:nvSpPr>
            <p:spPr bwMode="auto">
              <a:xfrm>
                <a:off x="2019" y="2102"/>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3492" name="Line 77">
                <a:extLst>
                  <a:ext uri="{FF2B5EF4-FFF2-40B4-BE49-F238E27FC236}">
                    <a16:creationId xmlns:a16="http://schemas.microsoft.com/office/drawing/2014/main" id="{12EAB7D2-7F2B-4F2B-B141-CC30CA60A0BA}"/>
                  </a:ext>
                </a:extLst>
              </p:cNvPr>
              <p:cNvSpPr>
                <a:spLocks noChangeShapeType="1"/>
              </p:cNvSpPr>
              <p:nvPr/>
            </p:nvSpPr>
            <p:spPr bwMode="auto">
              <a:xfrm>
                <a:off x="2019" y="2095"/>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3493" name="Line 78">
                <a:extLst>
                  <a:ext uri="{FF2B5EF4-FFF2-40B4-BE49-F238E27FC236}">
                    <a16:creationId xmlns:a16="http://schemas.microsoft.com/office/drawing/2014/main" id="{1C0EDF08-D5EC-4960-B77C-BD5997A67376}"/>
                  </a:ext>
                </a:extLst>
              </p:cNvPr>
              <p:cNvSpPr>
                <a:spLocks noChangeShapeType="1"/>
              </p:cNvSpPr>
              <p:nvPr/>
            </p:nvSpPr>
            <p:spPr bwMode="auto">
              <a:xfrm>
                <a:off x="2332" y="2095"/>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3494" name="Rectangle 79">
                <a:extLst>
                  <a:ext uri="{FF2B5EF4-FFF2-40B4-BE49-F238E27FC236}">
                    <a16:creationId xmlns:a16="http://schemas.microsoft.com/office/drawing/2014/main" id="{5B373586-C55A-4970-BB69-BC8C91AFBB59}"/>
                  </a:ext>
                </a:extLst>
              </p:cNvPr>
              <p:cNvSpPr>
                <a:spLocks noChangeArrowheads="1"/>
              </p:cNvSpPr>
              <p:nvPr/>
            </p:nvSpPr>
            <p:spPr bwMode="auto">
              <a:xfrm>
                <a:off x="2019" y="2095"/>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103495" name="Oval 80">
                <a:extLst>
                  <a:ext uri="{FF2B5EF4-FFF2-40B4-BE49-F238E27FC236}">
                    <a16:creationId xmlns:a16="http://schemas.microsoft.com/office/drawing/2014/main" id="{16E0578C-EAB3-4B58-915F-C38A147EFE56}"/>
                  </a:ext>
                </a:extLst>
              </p:cNvPr>
              <p:cNvSpPr>
                <a:spLocks noChangeArrowheads="1"/>
              </p:cNvSpPr>
              <p:nvPr/>
            </p:nvSpPr>
            <p:spPr bwMode="auto">
              <a:xfrm>
                <a:off x="2016" y="2036"/>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nvGrpSpPr>
              <p:cNvPr id="103496" name="Group 81">
                <a:extLst>
                  <a:ext uri="{FF2B5EF4-FFF2-40B4-BE49-F238E27FC236}">
                    <a16:creationId xmlns:a16="http://schemas.microsoft.com/office/drawing/2014/main" id="{F80209BD-00A9-4A7F-8A78-E527A3CDB8CD}"/>
                  </a:ext>
                </a:extLst>
              </p:cNvPr>
              <p:cNvGrpSpPr>
                <a:grpSpLocks/>
              </p:cNvGrpSpPr>
              <p:nvPr/>
            </p:nvGrpSpPr>
            <p:grpSpPr bwMode="auto">
              <a:xfrm>
                <a:off x="2029" y="1976"/>
                <a:ext cx="294" cy="250"/>
                <a:chOff x="2909" y="2425"/>
                <a:chExt cx="299" cy="250"/>
              </a:xfrm>
            </p:grpSpPr>
            <p:sp>
              <p:nvSpPr>
                <p:cNvPr id="103497" name="Rectangle 82">
                  <a:extLst>
                    <a:ext uri="{FF2B5EF4-FFF2-40B4-BE49-F238E27FC236}">
                      <a16:creationId xmlns:a16="http://schemas.microsoft.com/office/drawing/2014/main" id="{9C38D7EC-AD73-419B-9AB7-01C34F62997A}"/>
                    </a:ext>
                  </a:extLst>
                </p:cNvPr>
                <p:cNvSpPr>
                  <a:spLocks noChangeArrowheads="1"/>
                </p:cNvSpPr>
                <p:nvPr/>
              </p:nvSpPr>
              <p:spPr bwMode="auto">
                <a:xfrm>
                  <a:off x="2982" y="2490"/>
                  <a:ext cx="142"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3498" name="Text Box 83">
                  <a:extLst>
                    <a:ext uri="{FF2B5EF4-FFF2-40B4-BE49-F238E27FC236}">
                      <a16:creationId xmlns:a16="http://schemas.microsoft.com/office/drawing/2014/main" id="{B5EE3016-FE47-4635-A435-B20F1A15D5DF}"/>
                    </a:ext>
                  </a:extLst>
                </p:cNvPr>
                <p:cNvSpPr txBox="1">
                  <a:spLocks noChangeArrowheads="1"/>
                </p:cNvSpPr>
                <p:nvPr/>
              </p:nvSpPr>
              <p:spPr bwMode="auto">
                <a:xfrm>
                  <a:off x="2909" y="2425"/>
                  <a:ext cx="29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1b</a:t>
                  </a:r>
                  <a:endParaRPr lang="en-US" altLang="en-US" sz="2400"/>
                </a:p>
              </p:txBody>
            </p:sp>
          </p:grpSp>
        </p:grpSp>
      </p:grpSp>
      <p:grpSp>
        <p:nvGrpSpPr>
          <p:cNvPr id="103444" name="Group 84">
            <a:extLst>
              <a:ext uri="{FF2B5EF4-FFF2-40B4-BE49-F238E27FC236}">
                <a16:creationId xmlns:a16="http://schemas.microsoft.com/office/drawing/2014/main" id="{F7CD5F41-987B-44D7-BADD-2E1A65E3442D}"/>
              </a:ext>
            </a:extLst>
          </p:cNvPr>
          <p:cNvGrpSpPr>
            <a:grpSpLocks/>
          </p:cNvGrpSpPr>
          <p:nvPr/>
        </p:nvGrpSpPr>
        <p:grpSpPr bwMode="auto">
          <a:xfrm>
            <a:off x="6938963" y="5324476"/>
            <a:ext cx="501650" cy="396875"/>
            <a:chOff x="3537" y="3473"/>
            <a:chExt cx="316" cy="250"/>
          </a:xfrm>
        </p:grpSpPr>
        <p:sp>
          <p:nvSpPr>
            <p:cNvPr id="103472" name="Oval 85">
              <a:extLst>
                <a:ext uri="{FF2B5EF4-FFF2-40B4-BE49-F238E27FC236}">
                  <a16:creationId xmlns:a16="http://schemas.microsoft.com/office/drawing/2014/main" id="{BEEDEA57-9213-4C3D-9639-66A810FC7E1C}"/>
                </a:ext>
              </a:extLst>
            </p:cNvPr>
            <p:cNvSpPr>
              <a:spLocks noChangeArrowheads="1"/>
            </p:cNvSpPr>
            <p:nvPr/>
          </p:nvSpPr>
          <p:spPr bwMode="auto">
            <a:xfrm>
              <a:off x="3540" y="3598"/>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3473" name="Line 86">
              <a:extLst>
                <a:ext uri="{FF2B5EF4-FFF2-40B4-BE49-F238E27FC236}">
                  <a16:creationId xmlns:a16="http://schemas.microsoft.com/office/drawing/2014/main" id="{CC1030AE-92AA-422B-A676-280A72E2558F}"/>
                </a:ext>
              </a:extLst>
            </p:cNvPr>
            <p:cNvSpPr>
              <a:spLocks noChangeShapeType="1"/>
            </p:cNvSpPr>
            <p:nvPr/>
          </p:nvSpPr>
          <p:spPr bwMode="auto">
            <a:xfrm>
              <a:off x="3540" y="3591"/>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3474" name="Line 87">
              <a:extLst>
                <a:ext uri="{FF2B5EF4-FFF2-40B4-BE49-F238E27FC236}">
                  <a16:creationId xmlns:a16="http://schemas.microsoft.com/office/drawing/2014/main" id="{42C2A7C4-216E-4EDF-93FA-EA4E09323A5B}"/>
                </a:ext>
              </a:extLst>
            </p:cNvPr>
            <p:cNvSpPr>
              <a:spLocks noChangeShapeType="1"/>
            </p:cNvSpPr>
            <p:nvPr/>
          </p:nvSpPr>
          <p:spPr bwMode="auto">
            <a:xfrm>
              <a:off x="3853" y="3591"/>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3475" name="Rectangle 88">
              <a:extLst>
                <a:ext uri="{FF2B5EF4-FFF2-40B4-BE49-F238E27FC236}">
                  <a16:creationId xmlns:a16="http://schemas.microsoft.com/office/drawing/2014/main" id="{DB030D6B-C3B4-4C33-A4C4-D5A140DF1B30}"/>
                </a:ext>
              </a:extLst>
            </p:cNvPr>
            <p:cNvSpPr>
              <a:spLocks noChangeArrowheads="1"/>
            </p:cNvSpPr>
            <p:nvPr/>
          </p:nvSpPr>
          <p:spPr bwMode="auto">
            <a:xfrm>
              <a:off x="3540" y="3591"/>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103476" name="Oval 89">
              <a:extLst>
                <a:ext uri="{FF2B5EF4-FFF2-40B4-BE49-F238E27FC236}">
                  <a16:creationId xmlns:a16="http://schemas.microsoft.com/office/drawing/2014/main" id="{25568688-E029-4FB3-AAE1-27F2EEB45556}"/>
                </a:ext>
              </a:extLst>
            </p:cNvPr>
            <p:cNvSpPr>
              <a:spLocks noChangeArrowheads="1"/>
            </p:cNvSpPr>
            <p:nvPr/>
          </p:nvSpPr>
          <p:spPr bwMode="auto">
            <a:xfrm>
              <a:off x="3537" y="3532"/>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3477" name="Rectangle 90">
              <a:extLst>
                <a:ext uri="{FF2B5EF4-FFF2-40B4-BE49-F238E27FC236}">
                  <a16:creationId xmlns:a16="http://schemas.microsoft.com/office/drawing/2014/main" id="{33B7C8FA-7FF3-4F0A-86C0-ED267A241521}"/>
                </a:ext>
              </a:extLst>
            </p:cNvPr>
            <p:cNvSpPr>
              <a:spLocks noChangeArrowheads="1"/>
            </p:cNvSpPr>
            <p:nvPr/>
          </p:nvSpPr>
          <p:spPr bwMode="auto">
            <a:xfrm>
              <a:off x="3624" y="3545"/>
              <a:ext cx="141" cy="120"/>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3478" name="Text Box 91">
              <a:extLst>
                <a:ext uri="{FF2B5EF4-FFF2-40B4-BE49-F238E27FC236}">
                  <a16:creationId xmlns:a16="http://schemas.microsoft.com/office/drawing/2014/main" id="{784E9737-5D15-494D-B576-F94181326918}"/>
                </a:ext>
              </a:extLst>
            </p:cNvPr>
            <p:cNvSpPr txBox="1">
              <a:spLocks noChangeArrowheads="1"/>
            </p:cNvSpPr>
            <p:nvPr/>
          </p:nvSpPr>
          <p:spPr bwMode="auto">
            <a:xfrm>
              <a:off x="3551" y="3473"/>
              <a:ext cx="29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2a</a:t>
              </a:r>
              <a:endParaRPr lang="en-US" altLang="en-US" sz="2400"/>
            </a:p>
          </p:txBody>
        </p:sp>
      </p:grpSp>
      <p:sp>
        <p:nvSpPr>
          <p:cNvPr id="103445" name="Line 92">
            <a:extLst>
              <a:ext uri="{FF2B5EF4-FFF2-40B4-BE49-F238E27FC236}">
                <a16:creationId xmlns:a16="http://schemas.microsoft.com/office/drawing/2014/main" id="{D1BD28D8-121D-427B-AD26-00FCEE8A6CE5}"/>
              </a:ext>
            </a:extLst>
          </p:cNvPr>
          <p:cNvSpPr>
            <a:spLocks noChangeShapeType="1"/>
          </p:cNvSpPr>
          <p:nvPr/>
        </p:nvSpPr>
        <p:spPr bwMode="auto">
          <a:xfrm>
            <a:off x="8159750" y="5241925"/>
            <a:ext cx="8572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03446" name="Line 93">
            <a:extLst>
              <a:ext uri="{FF2B5EF4-FFF2-40B4-BE49-F238E27FC236}">
                <a16:creationId xmlns:a16="http://schemas.microsoft.com/office/drawing/2014/main" id="{B202ABBB-9622-443E-A941-03488AAFCAAE}"/>
              </a:ext>
            </a:extLst>
          </p:cNvPr>
          <p:cNvSpPr>
            <a:spLocks noChangeShapeType="1"/>
          </p:cNvSpPr>
          <p:nvPr/>
        </p:nvSpPr>
        <p:spPr bwMode="auto">
          <a:xfrm>
            <a:off x="8413751" y="5707063"/>
            <a:ext cx="73501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03447" name="Line 94">
            <a:extLst>
              <a:ext uri="{FF2B5EF4-FFF2-40B4-BE49-F238E27FC236}">
                <a16:creationId xmlns:a16="http://schemas.microsoft.com/office/drawing/2014/main" id="{B8F47175-3205-42CC-9269-4F01679BBA30}"/>
              </a:ext>
            </a:extLst>
          </p:cNvPr>
          <p:cNvSpPr>
            <a:spLocks noChangeShapeType="1"/>
          </p:cNvSpPr>
          <p:nvPr/>
        </p:nvSpPr>
        <p:spPr bwMode="auto">
          <a:xfrm>
            <a:off x="7445375" y="5553075"/>
            <a:ext cx="488950" cy="1524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3448" name="Line 95">
            <a:extLst>
              <a:ext uri="{FF2B5EF4-FFF2-40B4-BE49-F238E27FC236}">
                <a16:creationId xmlns:a16="http://schemas.microsoft.com/office/drawing/2014/main" id="{E55FAAB1-8AC3-44EA-A6F1-845EB27A59C4}"/>
              </a:ext>
            </a:extLst>
          </p:cNvPr>
          <p:cNvSpPr>
            <a:spLocks noChangeShapeType="1"/>
          </p:cNvSpPr>
          <p:nvPr/>
        </p:nvSpPr>
        <p:spPr bwMode="auto">
          <a:xfrm>
            <a:off x="8054976" y="5351463"/>
            <a:ext cx="68263" cy="2286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03449" name="Group 96">
            <a:extLst>
              <a:ext uri="{FF2B5EF4-FFF2-40B4-BE49-F238E27FC236}">
                <a16:creationId xmlns:a16="http://schemas.microsoft.com/office/drawing/2014/main" id="{964ED0CB-D451-43F2-8A19-1C3411700A4C}"/>
              </a:ext>
            </a:extLst>
          </p:cNvPr>
          <p:cNvGrpSpPr>
            <a:grpSpLocks/>
          </p:cNvGrpSpPr>
          <p:nvPr/>
        </p:nvGrpSpPr>
        <p:grpSpPr bwMode="auto">
          <a:xfrm>
            <a:off x="7666038" y="5046664"/>
            <a:ext cx="501650" cy="396875"/>
            <a:chOff x="4320" y="1936"/>
            <a:chExt cx="316" cy="250"/>
          </a:xfrm>
        </p:grpSpPr>
        <p:sp>
          <p:nvSpPr>
            <p:cNvPr id="103465" name="Oval 97">
              <a:extLst>
                <a:ext uri="{FF2B5EF4-FFF2-40B4-BE49-F238E27FC236}">
                  <a16:creationId xmlns:a16="http://schemas.microsoft.com/office/drawing/2014/main" id="{CEA18112-B17E-4FAA-8199-BA4BA27BF8EC}"/>
                </a:ext>
              </a:extLst>
            </p:cNvPr>
            <p:cNvSpPr>
              <a:spLocks noChangeArrowheads="1"/>
            </p:cNvSpPr>
            <p:nvPr/>
          </p:nvSpPr>
          <p:spPr bwMode="auto">
            <a:xfrm>
              <a:off x="4323" y="2054"/>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3466" name="Line 98">
              <a:extLst>
                <a:ext uri="{FF2B5EF4-FFF2-40B4-BE49-F238E27FC236}">
                  <a16:creationId xmlns:a16="http://schemas.microsoft.com/office/drawing/2014/main" id="{344125B8-DC3F-498E-BF10-19AC8035EBA6}"/>
                </a:ext>
              </a:extLst>
            </p:cNvPr>
            <p:cNvSpPr>
              <a:spLocks noChangeShapeType="1"/>
            </p:cNvSpPr>
            <p:nvPr/>
          </p:nvSpPr>
          <p:spPr bwMode="auto">
            <a:xfrm>
              <a:off x="4323" y="2047"/>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3467" name="Line 99">
              <a:extLst>
                <a:ext uri="{FF2B5EF4-FFF2-40B4-BE49-F238E27FC236}">
                  <a16:creationId xmlns:a16="http://schemas.microsoft.com/office/drawing/2014/main" id="{D0041F9C-CB91-4C60-9DC3-EB24A16726CA}"/>
                </a:ext>
              </a:extLst>
            </p:cNvPr>
            <p:cNvSpPr>
              <a:spLocks noChangeShapeType="1"/>
            </p:cNvSpPr>
            <p:nvPr/>
          </p:nvSpPr>
          <p:spPr bwMode="auto">
            <a:xfrm>
              <a:off x="4636" y="2047"/>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3468" name="Rectangle 100">
              <a:extLst>
                <a:ext uri="{FF2B5EF4-FFF2-40B4-BE49-F238E27FC236}">
                  <a16:creationId xmlns:a16="http://schemas.microsoft.com/office/drawing/2014/main" id="{933264E6-9701-4EDD-9BDE-CB0287343F71}"/>
                </a:ext>
              </a:extLst>
            </p:cNvPr>
            <p:cNvSpPr>
              <a:spLocks noChangeArrowheads="1"/>
            </p:cNvSpPr>
            <p:nvPr/>
          </p:nvSpPr>
          <p:spPr bwMode="auto">
            <a:xfrm>
              <a:off x="4323" y="2047"/>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103469" name="Oval 101">
              <a:extLst>
                <a:ext uri="{FF2B5EF4-FFF2-40B4-BE49-F238E27FC236}">
                  <a16:creationId xmlns:a16="http://schemas.microsoft.com/office/drawing/2014/main" id="{19446063-AE3E-4630-A700-A08319BA4B2F}"/>
                </a:ext>
              </a:extLst>
            </p:cNvPr>
            <p:cNvSpPr>
              <a:spLocks noChangeArrowheads="1"/>
            </p:cNvSpPr>
            <p:nvPr/>
          </p:nvSpPr>
          <p:spPr bwMode="auto">
            <a:xfrm>
              <a:off x="4320" y="1988"/>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3470" name="Rectangle 102">
              <a:extLst>
                <a:ext uri="{FF2B5EF4-FFF2-40B4-BE49-F238E27FC236}">
                  <a16:creationId xmlns:a16="http://schemas.microsoft.com/office/drawing/2014/main" id="{2C3B5B44-BA8E-4CFB-AB3B-DED1E594ABD6}"/>
                </a:ext>
              </a:extLst>
            </p:cNvPr>
            <p:cNvSpPr>
              <a:spLocks noChangeArrowheads="1"/>
            </p:cNvSpPr>
            <p:nvPr/>
          </p:nvSpPr>
          <p:spPr bwMode="auto">
            <a:xfrm>
              <a:off x="4407" y="2001"/>
              <a:ext cx="141" cy="118"/>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3471" name="Text Box 103">
              <a:extLst>
                <a:ext uri="{FF2B5EF4-FFF2-40B4-BE49-F238E27FC236}">
                  <a16:creationId xmlns:a16="http://schemas.microsoft.com/office/drawing/2014/main" id="{944CF4B1-B356-4C9B-B616-3E99E68A3BB5}"/>
                </a:ext>
              </a:extLst>
            </p:cNvPr>
            <p:cNvSpPr txBox="1">
              <a:spLocks noChangeArrowheads="1"/>
            </p:cNvSpPr>
            <p:nvPr/>
          </p:nvSpPr>
          <p:spPr bwMode="auto">
            <a:xfrm>
              <a:off x="4338" y="1936"/>
              <a:ext cx="28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2c</a:t>
              </a:r>
              <a:endParaRPr lang="en-US" altLang="en-US" sz="2400"/>
            </a:p>
          </p:txBody>
        </p:sp>
      </p:grpSp>
      <p:grpSp>
        <p:nvGrpSpPr>
          <p:cNvPr id="103450" name="Group 104">
            <a:extLst>
              <a:ext uri="{FF2B5EF4-FFF2-40B4-BE49-F238E27FC236}">
                <a16:creationId xmlns:a16="http://schemas.microsoft.com/office/drawing/2014/main" id="{18C7DB1C-F009-4B89-A6D5-9B1B2F4C06E3}"/>
              </a:ext>
            </a:extLst>
          </p:cNvPr>
          <p:cNvGrpSpPr>
            <a:grpSpLocks/>
          </p:cNvGrpSpPr>
          <p:nvPr/>
        </p:nvGrpSpPr>
        <p:grpSpPr bwMode="auto">
          <a:xfrm>
            <a:off x="7929563" y="5502276"/>
            <a:ext cx="501650" cy="396875"/>
            <a:chOff x="4596" y="2158"/>
            <a:chExt cx="316" cy="250"/>
          </a:xfrm>
        </p:grpSpPr>
        <p:sp>
          <p:nvSpPr>
            <p:cNvPr id="103458" name="Oval 105">
              <a:extLst>
                <a:ext uri="{FF2B5EF4-FFF2-40B4-BE49-F238E27FC236}">
                  <a16:creationId xmlns:a16="http://schemas.microsoft.com/office/drawing/2014/main" id="{C290AE93-97E3-46FB-96AF-FEB95A021E9A}"/>
                </a:ext>
              </a:extLst>
            </p:cNvPr>
            <p:cNvSpPr>
              <a:spLocks noChangeArrowheads="1"/>
            </p:cNvSpPr>
            <p:nvPr/>
          </p:nvSpPr>
          <p:spPr bwMode="auto">
            <a:xfrm>
              <a:off x="4599" y="2276"/>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3459" name="Line 106">
              <a:extLst>
                <a:ext uri="{FF2B5EF4-FFF2-40B4-BE49-F238E27FC236}">
                  <a16:creationId xmlns:a16="http://schemas.microsoft.com/office/drawing/2014/main" id="{979902A0-F20D-46B8-9918-9551C8C544CB}"/>
                </a:ext>
              </a:extLst>
            </p:cNvPr>
            <p:cNvSpPr>
              <a:spLocks noChangeShapeType="1"/>
            </p:cNvSpPr>
            <p:nvPr/>
          </p:nvSpPr>
          <p:spPr bwMode="auto">
            <a:xfrm>
              <a:off x="4599" y="2269"/>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3460" name="Line 107">
              <a:extLst>
                <a:ext uri="{FF2B5EF4-FFF2-40B4-BE49-F238E27FC236}">
                  <a16:creationId xmlns:a16="http://schemas.microsoft.com/office/drawing/2014/main" id="{7EFB4891-1DD9-4F4D-9F60-2BAF3A724408}"/>
                </a:ext>
              </a:extLst>
            </p:cNvPr>
            <p:cNvSpPr>
              <a:spLocks noChangeShapeType="1"/>
            </p:cNvSpPr>
            <p:nvPr/>
          </p:nvSpPr>
          <p:spPr bwMode="auto">
            <a:xfrm>
              <a:off x="4912" y="2269"/>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3461" name="Rectangle 108">
              <a:extLst>
                <a:ext uri="{FF2B5EF4-FFF2-40B4-BE49-F238E27FC236}">
                  <a16:creationId xmlns:a16="http://schemas.microsoft.com/office/drawing/2014/main" id="{B9117C76-4028-41D1-9C5A-74838B5F3537}"/>
                </a:ext>
              </a:extLst>
            </p:cNvPr>
            <p:cNvSpPr>
              <a:spLocks noChangeArrowheads="1"/>
            </p:cNvSpPr>
            <p:nvPr/>
          </p:nvSpPr>
          <p:spPr bwMode="auto">
            <a:xfrm>
              <a:off x="4599" y="2269"/>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103462" name="Oval 109">
              <a:extLst>
                <a:ext uri="{FF2B5EF4-FFF2-40B4-BE49-F238E27FC236}">
                  <a16:creationId xmlns:a16="http://schemas.microsoft.com/office/drawing/2014/main" id="{7936FEBB-BF20-43BA-BCA7-CB437D3F1A77}"/>
                </a:ext>
              </a:extLst>
            </p:cNvPr>
            <p:cNvSpPr>
              <a:spLocks noChangeArrowheads="1"/>
            </p:cNvSpPr>
            <p:nvPr/>
          </p:nvSpPr>
          <p:spPr bwMode="auto">
            <a:xfrm>
              <a:off x="4596" y="2210"/>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3463" name="Rectangle 110">
              <a:extLst>
                <a:ext uri="{FF2B5EF4-FFF2-40B4-BE49-F238E27FC236}">
                  <a16:creationId xmlns:a16="http://schemas.microsoft.com/office/drawing/2014/main" id="{D9329FB3-BAEF-4943-876E-4DDDE0E5F6DF}"/>
                </a:ext>
              </a:extLst>
            </p:cNvPr>
            <p:cNvSpPr>
              <a:spLocks noChangeArrowheads="1"/>
            </p:cNvSpPr>
            <p:nvPr/>
          </p:nvSpPr>
          <p:spPr bwMode="auto">
            <a:xfrm>
              <a:off x="4683" y="2223"/>
              <a:ext cx="142" cy="110"/>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3464" name="Text Box 111">
              <a:extLst>
                <a:ext uri="{FF2B5EF4-FFF2-40B4-BE49-F238E27FC236}">
                  <a16:creationId xmlns:a16="http://schemas.microsoft.com/office/drawing/2014/main" id="{CF5DBCBA-275F-4CC3-BB5E-7C85B41190CB}"/>
                </a:ext>
              </a:extLst>
            </p:cNvPr>
            <p:cNvSpPr txBox="1">
              <a:spLocks noChangeArrowheads="1"/>
            </p:cNvSpPr>
            <p:nvPr/>
          </p:nvSpPr>
          <p:spPr bwMode="auto">
            <a:xfrm>
              <a:off x="4610" y="2158"/>
              <a:ext cx="29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2b</a:t>
              </a:r>
              <a:endParaRPr lang="en-US" altLang="en-US" sz="2400"/>
            </a:p>
          </p:txBody>
        </p:sp>
      </p:grpSp>
      <p:sp>
        <p:nvSpPr>
          <p:cNvPr id="103451" name="Text Box 112">
            <a:extLst>
              <a:ext uri="{FF2B5EF4-FFF2-40B4-BE49-F238E27FC236}">
                <a16:creationId xmlns:a16="http://schemas.microsoft.com/office/drawing/2014/main" id="{EB38AC3A-6953-45E0-BE22-FA60BA4F9AB2}"/>
              </a:ext>
            </a:extLst>
          </p:cNvPr>
          <p:cNvSpPr txBox="1">
            <a:spLocks noChangeArrowheads="1"/>
          </p:cNvSpPr>
          <p:nvPr/>
        </p:nvSpPr>
        <p:spPr bwMode="auto">
          <a:xfrm>
            <a:off x="9180514" y="5159375"/>
            <a:ext cx="90120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400"/>
              <a:t>other</a:t>
            </a:r>
          </a:p>
          <a:p>
            <a:r>
              <a:rPr lang="en-US" altLang="en-US" sz="1400"/>
              <a:t>networks</a:t>
            </a:r>
          </a:p>
        </p:txBody>
      </p:sp>
      <p:sp>
        <p:nvSpPr>
          <p:cNvPr id="103452" name="Freeform 113">
            <a:extLst>
              <a:ext uri="{FF2B5EF4-FFF2-40B4-BE49-F238E27FC236}">
                <a16:creationId xmlns:a16="http://schemas.microsoft.com/office/drawing/2014/main" id="{5D9752BB-8ABF-4C81-AF1D-FA9681160567}"/>
              </a:ext>
            </a:extLst>
          </p:cNvPr>
          <p:cNvSpPr>
            <a:spLocks/>
          </p:cNvSpPr>
          <p:nvPr/>
        </p:nvSpPr>
        <p:spPr bwMode="auto">
          <a:xfrm flipH="1">
            <a:off x="1816101" y="4772025"/>
            <a:ext cx="1171575" cy="1758950"/>
          </a:xfrm>
          <a:custGeom>
            <a:avLst/>
            <a:gdLst>
              <a:gd name="T0" fmla="*/ 2147483647 w 738"/>
              <a:gd name="T1" fmla="*/ 2147483647 h 1108"/>
              <a:gd name="T2" fmla="*/ 2147483647 w 738"/>
              <a:gd name="T3" fmla="*/ 2147483647 h 1108"/>
              <a:gd name="T4" fmla="*/ 2147483647 w 738"/>
              <a:gd name="T5" fmla="*/ 2147483647 h 1108"/>
              <a:gd name="T6" fmla="*/ 2147483647 w 738"/>
              <a:gd name="T7" fmla="*/ 2147483647 h 1108"/>
              <a:gd name="T8" fmla="*/ 2147483647 w 738"/>
              <a:gd name="T9" fmla="*/ 2147483647 h 1108"/>
              <a:gd name="T10" fmla="*/ 2147483647 w 738"/>
              <a:gd name="T11" fmla="*/ 2147483647 h 1108"/>
              <a:gd name="T12" fmla="*/ 2147483647 w 738"/>
              <a:gd name="T13" fmla="*/ 2147483647 h 1108"/>
              <a:gd name="T14" fmla="*/ 2147483647 w 738"/>
              <a:gd name="T15" fmla="*/ 2147483647 h 1108"/>
              <a:gd name="T16" fmla="*/ 0 60000 65536"/>
              <a:gd name="T17" fmla="*/ 0 60000 65536"/>
              <a:gd name="T18" fmla="*/ 0 60000 65536"/>
              <a:gd name="T19" fmla="*/ 0 60000 65536"/>
              <a:gd name="T20" fmla="*/ 0 60000 65536"/>
              <a:gd name="T21" fmla="*/ 0 60000 65536"/>
              <a:gd name="T22" fmla="*/ 0 60000 65536"/>
              <a:gd name="T23" fmla="*/ 0 60000 65536"/>
              <a:gd name="T24" fmla="*/ 0 w 738"/>
              <a:gd name="T25" fmla="*/ 0 h 1108"/>
              <a:gd name="T26" fmla="*/ 738 w 738"/>
              <a:gd name="T27" fmla="*/ 1108 h 110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38" h="1108">
                <a:moveTo>
                  <a:pt x="32" y="394"/>
                </a:moveTo>
                <a:cubicBezTo>
                  <a:pt x="66" y="301"/>
                  <a:pt x="108" y="228"/>
                  <a:pt x="213" y="172"/>
                </a:cubicBezTo>
                <a:cubicBezTo>
                  <a:pt x="318" y="116"/>
                  <a:pt x="588" y="0"/>
                  <a:pt x="663" y="56"/>
                </a:cubicBezTo>
                <a:cubicBezTo>
                  <a:pt x="738" y="112"/>
                  <a:pt x="659" y="346"/>
                  <a:pt x="661" y="509"/>
                </a:cubicBezTo>
                <a:cubicBezTo>
                  <a:pt x="663" y="672"/>
                  <a:pt x="731" y="956"/>
                  <a:pt x="677" y="1032"/>
                </a:cubicBezTo>
                <a:cubicBezTo>
                  <a:pt x="623" y="1108"/>
                  <a:pt x="442" y="999"/>
                  <a:pt x="338" y="962"/>
                </a:cubicBezTo>
                <a:cubicBezTo>
                  <a:pt x="234" y="925"/>
                  <a:pt x="102" y="904"/>
                  <a:pt x="51" y="809"/>
                </a:cubicBezTo>
                <a:cubicBezTo>
                  <a:pt x="0" y="715"/>
                  <a:pt x="36" y="481"/>
                  <a:pt x="32" y="394"/>
                </a:cubicBezTo>
                <a:close/>
              </a:path>
            </a:pathLst>
          </a:custGeom>
          <a:gradFill rotWithShape="1">
            <a:gsLst>
              <a:gs pos="0">
                <a:srgbClr val="66CCFF"/>
              </a:gs>
              <a:gs pos="100000">
                <a:srgbClr val="FFFF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03453" name="Text Box 114">
            <a:extLst>
              <a:ext uri="{FF2B5EF4-FFF2-40B4-BE49-F238E27FC236}">
                <a16:creationId xmlns:a16="http://schemas.microsoft.com/office/drawing/2014/main" id="{A9B63DE3-2A5D-42BD-B561-E59871B56971}"/>
              </a:ext>
            </a:extLst>
          </p:cNvPr>
          <p:cNvSpPr txBox="1">
            <a:spLocks noChangeArrowheads="1"/>
          </p:cNvSpPr>
          <p:nvPr/>
        </p:nvSpPr>
        <p:spPr bwMode="auto">
          <a:xfrm>
            <a:off x="1873251" y="5556250"/>
            <a:ext cx="90120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400"/>
              <a:t>other</a:t>
            </a:r>
          </a:p>
          <a:p>
            <a:r>
              <a:rPr lang="en-US" altLang="en-US" sz="1400"/>
              <a:t>networks</a:t>
            </a:r>
          </a:p>
        </p:txBody>
      </p:sp>
      <p:sp>
        <p:nvSpPr>
          <p:cNvPr id="103454" name="Line 115">
            <a:extLst>
              <a:ext uri="{FF2B5EF4-FFF2-40B4-BE49-F238E27FC236}">
                <a16:creationId xmlns:a16="http://schemas.microsoft.com/office/drawing/2014/main" id="{C267888A-5FE7-45C3-857A-E85A5393EFE9}"/>
              </a:ext>
            </a:extLst>
          </p:cNvPr>
          <p:cNvSpPr>
            <a:spLocks noChangeShapeType="1"/>
          </p:cNvSpPr>
          <p:nvPr/>
        </p:nvSpPr>
        <p:spPr bwMode="auto">
          <a:xfrm flipH="1">
            <a:off x="2673351" y="5118100"/>
            <a:ext cx="468313" cy="268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03455" name="Freeform 116">
            <a:extLst>
              <a:ext uri="{FF2B5EF4-FFF2-40B4-BE49-F238E27FC236}">
                <a16:creationId xmlns:a16="http://schemas.microsoft.com/office/drawing/2014/main" id="{8BB8646C-EFF7-4982-8327-419223D50506}"/>
              </a:ext>
            </a:extLst>
          </p:cNvPr>
          <p:cNvSpPr>
            <a:spLocks/>
          </p:cNvSpPr>
          <p:nvPr/>
        </p:nvSpPr>
        <p:spPr bwMode="auto">
          <a:xfrm>
            <a:off x="6437314" y="5607050"/>
            <a:ext cx="523875" cy="261938"/>
          </a:xfrm>
          <a:custGeom>
            <a:avLst/>
            <a:gdLst>
              <a:gd name="T0" fmla="*/ 0 w 654"/>
              <a:gd name="T1" fmla="*/ 2147483647 h 420"/>
              <a:gd name="T2" fmla="*/ 2147483647 w 654"/>
              <a:gd name="T3" fmla="*/ 0 h 420"/>
              <a:gd name="T4" fmla="*/ 0 60000 65536"/>
              <a:gd name="T5" fmla="*/ 0 60000 65536"/>
              <a:gd name="T6" fmla="*/ 0 w 654"/>
              <a:gd name="T7" fmla="*/ 0 h 420"/>
              <a:gd name="T8" fmla="*/ 654 w 654"/>
              <a:gd name="T9" fmla="*/ 420 h 420"/>
            </a:gdLst>
            <a:ahLst/>
            <a:cxnLst>
              <a:cxn ang="T4">
                <a:pos x="T0" y="T1"/>
              </a:cxn>
              <a:cxn ang="T5">
                <a:pos x="T2" y="T3"/>
              </a:cxn>
            </a:cxnLst>
            <a:rect l="T6" t="T7" r="T8" b="T9"/>
            <a:pathLst>
              <a:path w="654" h="420">
                <a:moveTo>
                  <a:pt x="0" y="420"/>
                </a:moveTo>
                <a:lnTo>
                  <a:pt x="654"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03456" name="Freeform 117">
            <a:extLst>
              <a:ext uri="{FF2B5EF4-FFF2-40B4-BE49-F238E27FC236}">
                <a16:creationId xmlns:a16="http://schemas.microsoft.com/office/drawing/2014/main" id="{5C064974-82EB-4E01-945C-156B71D8FFD3}"/>
              </a:ext>
            </a:extLst>
          </p:cNvPr>
          <p:cNvSpPr>
            <a:spLocks/>
          </p:cNvSpPr>
          <p:nvPr/>
        </p:nvSpPr>
        <p:spPr bwMode="auto">
          <a:xfrm>
            <a:off x="4324350" y="5014914"/>
            <a:ext cx="704850" cy="409575"/>
          </a:xfrm>
          <a:custGeom>
            <a:avLst/>
            <a:gdLst>
              <a:gd name="T0" fmla="*/ 0 w 444"/>
              <a:gd name="T1" fmla="*/ 0 h 258"/>
              <a:gd name="T2" fmla="*/ 2147483647 w 444"/>
              <a:gd name="T3" fmla="*/ 2147483647 h 258"/>
              <a:gd name="T4" fmla="*/ 0 60000 65536"/>
              <a:gd name="T5" fmla="*/ 0 60000 65536"/>
              <a:gd name="T6" fmla="*/ 0 w 444"/>
              <a:gd name="T7" fmla="*/ 0 h 258"/>
              <a:gd name="T8" fmla="*/ 444 w 444"/>
              <a:gd name="T9" fmla="*/ 258 h 258"/>
            </a:gdLst>
            <a:ahLst/>
            <a:cxnLst>
              <a:cxn ang="T4">
                <a:pos x="T0" y="T1"/>
              </a:cxn>
              <a:cxn ang="T5">
                <a:pos x="T2" y="T3"/>
              </a:cxn>
            </a:cxnLst>
            <a:rect l="T6" t="T7" r="T8" b="T9"/>
            <a:pathLst>
              <a:path w="444" h="258">
                <a:moveTo>
                  <a:pt x="0" y="0"/>
                </a:moveTo>
                <a:lnTo>
                  <a:pt x="444" y="258"/>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pic>
        <p:nvPicPr>
          <p:cNvPr id="103457" name="Picture 118" descr="underline_base">
            <a:extLst>
              <a:ext uri="{FF2B5EF4-FFF2-40B4-BE49-F238E27FC236}">
                <a16:creationId xmlns:a16="http://schemas.microsoft.com/office/drawing/2014/main" id="{8772A629-A401-4F97-BB56-17B899CE8818}"/>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79626" y="800100"/>
            <a:ext cx="3656013"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0493938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Footer Placeholder 4">
            <a:extLst>
              <a:ext uri="{FF2B5EF4-FFF2-40B4-BE49-F238E27FC236}">
                <a16:creationId xmlns:a16="http://schemas.microsoft.com/office/drawing/2014/main" id="{26AD5337-BABC-4D0B-8579-C6B023FD07BF}"/>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Tầng Network</a:t>
            </a:r>
          </a:p>
        </p:txBody>
      </p:sp>
      <p:sp>
        <p:nvSpPr>
          <p:cNvPr id="104451" name="Slide Number Placeholder 5">
            <a:extLst>
              <a:ext uri="{FF2B5EF4-FFF2-40B4-BE49-F238E27FC236}">
                <a16:creationId xmlns:a16="http://schemas.microsoft.com/office/drawing/2014/main" id="{5AF1B7C9-A9F0-4A94-A4F0-915E009F270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4-</a:t>
            </a:r>
            <a:fld id="{20E148D1-3AE9-4039-98F8-3649DEE486DB}" type="slidenum">
              <a:rPr lang="en-US" altLang="en-US">
                <a:latin typeface="Tahoma" panose="020B0604030504040204" pitchFamily="34" charset="0"/>
              </a:rPr>
              <a:pPr/>
              <a:t>89</a:t>
            </a:fld>
            <a:endParaRPr lang="en-US" altLang="en-US">
              <a:latin typeface="Tahoma" panose="020B0604030504040204" pitchFamily="34" charset="0"/>
            </a:endParaRPr>
          </a:p>
        </p:txBody>
      </p:sp>
      <p:sp>
        <p:nvSpPr>
          <p:cNvPr id="102404" name="Rectangle 2">
            <a:extLst>
              <a:ext uri="{FF2B5EF4-FFF2-40B4-BE49-F238E27FC236}">
                <a16:creationId xmlns:a16="http://schemas.microsoft.com/office/drawing/2014/main" id="{B4152987-579E-490F-8FC6-2D1FCD3BA8D8}"/>
              </a:ext>
            </a:extLst>
          </p:cNvPr>
          <p:cNvSpPr>
            <a:spLocks noGrp="1" noChangeArrowheads="1"/>
          </p:cNvSpPr>
          <p:nvPr>
            <p:ph type="title"/>
          </p:nvPr>
        </p:nvSpPr>
        <p:spPr>
          <a:xfrm>
            <a:off x="1524000" y="44450"/>
            <a:ext cx="9144000" cy="1143000"/>
          </a:xfrm>
        </p:spPr>
        <p:txBody>
          <a:bodyPr/>
          <a:lstStyle/>
          <a:p>
            <a:pPr>
              <a:defRPr/>
            </a:pPr>
            <a:r>
              <a:rPr lang="en-US" sz="3200" dirty="0" err="1"/>
              <a:t>Ví</a:t>
            </a:r>
            <a:r>
              <a:rPr lang="en-US" sz="3200" dirty="0"/>
              <a:t> </a:t>
            </a:r>
            <a:r>
              <a:rPr lang="en-US" sz="3200" dirty="0" err="1"/>
              <a:t>dụ</a:t>
            </a:r>
            <a:r>
              <a:rPr lang="en-US" sz="3200" dirty="0"/>
              <a:t>: </a:t>
            </a:r>
            <a:r>
              <a:rPr lang="en-US" sz="3200" dirty="0" err="1"/>
              <a:t>thiết</a:t>
            </a:r>
            <a:r>
              <a:rPr lang="en-US" sz="3200" dirty="0"/>
              <a:t> </a:t>
            </a:r>
            <a:r>
              <a:rPr lang="en-US" sz="3200" dirty="0" err="1"/>
              <a:t>lập</a:t>
            </a:r>
            <a:r>
              <a:rPr lang="en-US" sz="3200" dirty="0"/>
              <a:t> </a:t>
            </a:r>
            <a:r>
              <a:rPr lang="en-US" sz="3200" dirty="0" err="1"/>
              <a:t>bảng</a:t>
            </a:r>
            <a:r>
              <a:rPr lang="en-US" sz="3200" dirty="0"/>
              <a:t> forwarding </a:t>
            </a:r>
            <a:r>
              <a:rPr lang="en-US" sz="3200" dirty="0" err="1"/>
              <a:t>trong</a:t>
            </a:r>
            <a:r>
              <a:rPr lang="en-US" sz="3200" dirty="0"/>
              <a:t> router 1d</a:t>
            </a:r>
          </a:p>
        </p:txBody>
      </p:sp>
      <p:sp>
        <p:nvSpPr>
          <p:cNvPr id="104453" name="Rectangle 3">
            <a:extLst>
              <a:ext uri="{FF2B5EF4-FFF2-40B4-BE49-F238E27FC236}">
                <a16:creationId xmlns:a16="http://schemas.microsoft.com/office/drawing/2014/main" id="{A0FBAA3A-526D-4048-B2E8-B5C1A5A4DCE2}"/>
              </a:ext>
            </a:extLst>
          </p:cNvPr>
          <p:cNvSpPr>
            <a:spLocks noGrp="1" noChangeArrowheads="1"/>
          </p:cNvSpPr>
          <p:nvPr>
            <p:ph type="body" idx="1"/>
          </p:nvPr>
        </p:nvSpPr>
        <p:spPr>
          <a:xfrm>
            <a:off x="1982789" y="969963"/>
            <a:ext cx="8505825" cy="3346450"/>
          </a:xfrm>
        </p:spPr>
        <p:txBody>
          <a:bodyPr/>
          <a:lstStyle/>
          <a:p>
            <a:r>
              <a:rPr lang="en-US" altLang="en-US" sz="2400" dirty="0" err="1">
                <a:latin typeface="Comic Sans MS" panose="030F0702030302020204" pitchFamily="66" charset="0"/>
                <a:ea typeface="ＭＳ Ｐゴシック" panose="020B0600070205080204" pitchFamily="34" charset="-128"/>
              </a:rPr>
              <a:t>Giả</a:t>
            </a:r>
            <a:r>
              <a:rPr lang="en-US" altLang="en-US" sz="2400" dirty="0">
                <a:latin typeface="Comic Sans MS" panose="030F0702030302020204" pitchFamily="66" charset="0"/>
                <a:ea typeface="ＭＳ Ｐゴシック" panose="020B0600070205080204" pitchFamily="34" charset="-128"/>
              </a:rPr>
              <a:t> </a:t>
            </a:r>
            <a:r>
              <a:rPr lang="en-US" altLang="en-US" sz="2400" dirty="0" err="1">
                <a:latin typeface="Comic Sans MS" panose="030F0702030302020204" pitchFamily="66" charset="0"/>
                <a:ea typeface="ＭＳ Ｐゴシック" panose="020B0600070205080204" pitchFamily="34" charset="-128"/>
              </a:rPr>
              <a:t>sử</a:t>
            </a:r>
            <a:r>
              <a:rPr lang="en-US" altLang="en-US" sz="2400" dirty="0">
                <a:latin typeface="Comic Sans MS" panose="030F0702030302020204" pitchFamily="66" charset="0"/>
                <a:ea typeface="ＭＳ Ｐゴシック" panose="020B0600070205080204" pitchFamily="34" charset="-128"/>
              </a:rPr>
              <a:t> </a:t>
            </a:r>
            <a:r>
              <a:rPr lang="en-US" altLang="en-US" sz="2400" dirty="0" err="1">
                <a:latin typeface="Comic Sans MS" panose="030F0702030302020204" pitchFamily="66" charset="0"/>
                <a:ea typeface="ＭＳ Ｐゴシック" panose="020B0600070205080204" pitchFamily="34" charset="-128"/>
              </a:rPr>
              <a:t>AS1</a:t>
            </a:r>
            <a:r>
              <a:rPr lang="en-US" altLang="en-US" sz="2400" dirty="0">
                <a:latin typeface="Comic Sans MS" panose="030F0702030302020204" pitchFamily="66" charset="0"/>
                <a:ea typeface="ＭＳ Ｐゴシック" panose="020B0600070205080204" pitchFamily="34" charset="-128"/>
              </a:rPr>
              <a:t> </a:t>
            </a:r>
            <a:r>
              <a:rPr lang="en-US" altLang="en-US" sz="2400" dirty="0" err="1">
                <a:latin typeface="Comic Sans MS" panose="030F0702030302020204" pitchFamily="66" charset="0"/>
                <a:ea typeface="ＭＳ Ｐゴシック" panose="020B0600070205080204" pitchFamily="34" charset="-128"/>
              </a:rPr>
              <a:t>học</a:t>
            </a:r>
            <a:r>
              <a:rPr lang="en-US" altLang="en-US" sz="2400" dirty="0">
                <a:latin typeface="Comic Sans MS" panose="030F0702030302020204" pitchFamily="66" charset="0"/>
                <a:ea typeface="ＭＳ Ｐゴシック" panose="020B0600070205080204" pitchFamily="34" charset="-128"/>
              </a:rPr>
              <a:t> (</a:t>
            </a:r>
            <a:r>
              <a:rPr lang="en-US" altLang="en-US" sz="2400" dirty="0" err="1">
                <a:latin typeface="Comic Sans MS" panose="030F0702030302020204" pitchFamily="66" charset="0"/>
                <a:ea typeface="ＭＳ Ｐゴシック" panose="020B0600070205080204" pitchFamily="34" charset="-128"/>
              </a:rPr>
              <a:t>thông</a:t>
            </a:r>
            <a:r>
              <a:rPr lang="en-US" altLang="en-US" sz="2400" dirty="0">
                <a:latin typeface="Comic Sans MS" panose="030F0702030302020204" pitchFamily="66" charset="0"/>
                <a:ea typeface="ＭＳ Ｐゴシック" panose="020B0600070205080204" pitchFamily="34" charset="-128"/>
              </a:rPr>
              <a:t> qua </a:t>
            </a:r>
            <a:r>
              <a:rPr lang="en-US" altLang="en-US" sz="2400" dirty="0" err="1">
                <a:latin typeface="Comic Sans MS" panose="030F0702030302020204" pitchFamily="66" charset="0"/>
                <a:ea typeface="ＭＳ Ｐゴシック" panose="020B0600070205080204" pitchFamily="34" charset="-128"/>
              </a:rPr>
              <a:t>giao</a:t>
            </a:r>
            <a:r>
              <a:rPr lang="en-US" altLang="en-US" sz="2400" dirty="0">
                <a:latin typeface="Comic Sans MS" panose="030F0702030302020204" pitchFamily="66" charset="0"/>
                <a:ea typeface="ＭＳ Ｐゴシック" panose="020B0600070205080204" pitchFamily="34" charset="-128"/>
              </a:rPr>
              <a:t> </a:t>
            </a:r>
            <a:r>
              <a:rPr lang="en-US" altLang="en-US" sz="2400" dirty="0" err="1">
                <a:latin typeface="Comic Sans MS" panose="030F0702030302020204" pitchFamily="66" charset="0"/>
                <a:ea typeface="ＭＳ Ｐゴシック" panose="020B0600070205080204" pitchFamily="34" charset="-128"/>
              </a:rPr>
              <a:t>thức</a:t>
            </a:r>
            <a:r>
              <a:rPr lang="en-US" altLang="en-US" sz="2400" dirty="0">
                <a:latin typeface="Comic Sans MS" panose="030F0702030302020204" pitchFamily="66" charset="0"/>
                <a:ea typeface="ＭＳ Ｐゴシック" panose="020B0600070205080204" pitchFamily="34" charset="-128"/>
              </a:rPr>
              <a:t> inter-AS) </a:t>
            </a:r>
            <a:r>
              <a:rPr lang="en-US" altLang="en-US" sz="2400" dirty="0" err="1">
                <a:latin typeface="Comic Sans MS" panose="030F0702030302020204" pitchFamily="66" charset="0"/>
                <a:ea typeface="ＭＳ Ｐゴシック" panose="020B0600070205080204" pitchFamily="34" charset="-128"/>
              </a:rPr>
              <a:t>mà</a:t>
            </a:r>
            <a:r>
              <a:rPr lang="en-US" altLang="en-US" sz="2400" dirty="0">
                <a:latin typeface="Comic Sans MS" panose="030F0702030302020204" pitchFamily="66" charset="0"/>
                <a:ea typeface="ＭＳ Ｐゴシック" panose="020B0600070205080204" pitchFamily="34" charset="-128"/>
              </a:rPr>
              <a:t> subnet </a:t>
            </a:r>
            <a:r>
              <a:rPr lang="en-US" altLang="en-US" sz="2400" i="1" dirty="0">
                <a:solidFill>
                  <a:srgbClr val="CC0000"/>
                </a:solidFill>
                <a:latin typeface="Comic Sans MS" panose="030F0702030302020204" pitchFamily="66" charset="0"/>
                <a:ea typeface="ＭＳ Ｐゴシック" panose="020B0600070205080204" pitchFamily="34" charset="-128"/>
              </a:rPr>
              <a:t>x</a:t>
            </a:r>
            <a:r>
              <a:rPr lang="en-US" altLang="en-US" sz="2400" dirty="0">
                <a:latin typeface="Comic Sans MS" panose="030F0702030302020204" pitchFamily="66" charset="0"/>
                <a:ea typeface="ＭＳ Ｐゴシック" panose="020B0600070205080204" pitchFamily="34" charset="-128"/>
              </a:rPr>
              <a:t> </a:t>
            </a:r>
            <a:r>
              <a:rPr lang="en-US" altLang="en-US" sz="2400" dirty="0" err="1">
                <a:latin typeface="Comic Sans MS" panose="030F0702030302020204" pitchFamily="66" charset="0"/>
                <a:ea typeface="ＭＳ Ｐゴシック" panose="020B0600070205080204" pitchFamily="34" charset="-128"/>
              </a:rPr>
              <a:t>có</a:t>
            </a:r>
            <a:r>
              <a:rPr lang="en-US" altLang="en-US" sz="2400" dirty="0">
                <a:latin typeface="Comic Sans MS" panose="030F0702030302020204" pitchFamily="66" charset="0"/>
                <a:ea typeface="ＭＳ Ｐゴシック" panose="020B0600070205080204" pitchFamily="34" charset="-128"/>
              </a:rPr>
              <a:t> </a:t>
            </a:r>
            <a:r>
              <a:rPr lang="en-US" altLang="en-US" sz="2400" dirty="0" err="1">
                <a:latin typeface="Comic Sans MS" panose="030F0702030302020204" pitchFamily="66" charset="0"/>
                <a:ea typeface="ＭＳ Ｐゴシック" panose="020B0600070205080204" pitchFamily="34" charset="-128"/>
              </a:rPr>
              <a:t>thể</a:t>
            </a:r>
            <a:r>
              <a:rPr lang="en-US" altLang="en-US" sz="2400" dirty="0">
                <a:latin typeface="Comic Sans MS" panose="030F0702030302020204" pitchFamily="66" charset="0"/>
                <a:ea typeface="ＭＳ Ｐゴシック" panose="020B0600070205080204" pitchFamily="34" charset="-128"/>
              </a:rPr>
              <a:t> </a:t>
            </a:r>
            <a:r>
              <a:rPr lang="en-US" altLang="en-US" sz="2400" dirty="0" err="1">
                <a:latin typeface="Comic Sans MS" panose="030F0702030302020204" pitchFamily="66" charset="0"/>
                <a:ea typeface="ＭＳ Ｐゴシック" panose="020B0600070205080204" pitchFamily="34" charset="-128"/>
              </a:rPr>
              <a:t>chạm</a:t>
            </a:r>
            <a:r>
              <a:rPr lang="en-US" altLang="en-US" sz="2400" dirty="0">
                <a:latin typeface="Comic Sans MS" panose="030F0702030302020204" pitchFamily="66" charset="0"/>
                <a:ea typeface="ＭＳ Ｐゴシック" panose="020B0600070205080204" pitchFamily="34" charset="-128"/>
              </a:rPr>
              <a:t> </a:t>
            </a:r>
            <a:r>
              <a:rPr lang="en-US" altLang="en-US" sz="2400" dirty="0" err="1">
                <a:latin typeface="Comic Sans MS" panose="030F0702030302020204" pitchFamily="66" charset="0"/>
                <a:ea typeface="ＭＳ Ｐゴシック" panose="020B0600070205080204" pitchFamily="34" charset="-128"/>
              </a:rPr>
              <a:t>tới</a:t>
            </a:r>
            <a:r>
              <a:rPr lang="en-US" altLang="en-US" sz="2400" dirty="0">
                <a:latin typeface="Comic Sans MS" panose="030F0702030302020204" pitchFamily="66" charset="0"/>
                <a:ea typeface="ＭＳ Ｐゴシック" panose="020B0600070205080204" pitchFamily="34" charset="-128"/>
              </a:rPr>
              <a:t> </a:t>
            </a:r>
            <a:r>
              <a:rPr lang="en-US" altLang="en-US" sz="2400" dirty="0" err="1">
                <a:latin typeface="Comic Sans MS" panose="030F0702030302020204" pitchFamily="66" charset="0"/>
                <a:ea typeface="ＭＳ Ｐゴシック" panose="020B0600070205080204" pitchFamily="34" charset="-128"/>
              </a:rPr>
              <a:t>thông</a:t>
            </a:r>
            <a:r>
              <a:rPr lang="en-US" altLang="en-US" sz="2400" dirty="0">
                <a:latin typeface="Comic Sans MS" panose="030F0702030302020204" pitchFamily="66" charset="0"/>
                <a:ea typeface="ＭＳ Ｐゴシック" panose="020B0600070205080204" pitchFamily="34" charset="-128"/>
              </a:rPr>
              <a:t> qua </a:t>
            </a:r>
            <a:r>
              <a:rPr lang="en-US" altLang="en-US" sz="2400" dirty="0" err="1">
                <a:latin typeface="Comic Sans MS" panose="030F0702030302020204" pitchFamily="66" charset="0"/>
                <a:ea typeface="ＭＳ Ｐゴシック" panose="020B0600070205080204" pitchFamily="34" charset="-128"/>
              </a:rPr>
              <a:t>AS3</a:t>
            </a:r>
            <a:r>
              <a:rPr lang="en-US" altLang="en-US" sz="2400" dirty="0">
                <a:latin typeface="Comic Sans MS" panose="030F0702030302020204" pitchFamily="66" charset="0"/>
                <a:ea typeface="ＭＳ Ｐゴシック" panose="020B0600070205080204" pitchFamily="34" charset="-128"/>
              </a:rPr>
              <a:t> (gateway </a:t>
            </a:r>
            <a:r>
              <a:rPr lang="en-US" altLang="en-US" sz="2400" dirty="0" err="1">
                <a:latin typeface="Comic Sans MS" panose="030F0702030302020204" pitchFamily="66" charset="0"/>
                <a:ea typeface="ＭＳ Ｐゴシック" panose="020B0600070205080204" pitchFamily="34" charset="-128"/>
              </a:rPr>
              <a:t>1c</a:t>
            </a:r>
            <a:r>
              <a:rPr lang="en-US" altLang="en-US" sz="2400" dirty="0">
                <a:latin typeface="Comic Sans MS" panose="030F0702030302020204" pitchFamily="66" charset="0"/>
                <a:ea typeface="ＭＳ Ｐゴシック" panose="020B0600070205080204" pitchFamily="34" charset="-128"/>
              </a:rPr>
              <a:t>), </a:t>
            </a:r>
            <a:r>
              <a:rPr lang="en-US" altLang="en-US" sz="2400" dirty="0" err="1">
                <a:latin typeface="Comic Sans MS" panose="030F0702030302020204" pitchFamily="66" charset="0"/>
                <a:ea typeface="ＭＳ Ｐゴシック" panose="020B0600070205080204" pitchFamily="34" charset="-128"/>
              </a:rPr>
              <a:t>nhưng</a:t>
            </a:r>
            <a:r>
              <a:rPr lang="en-US" altLang="en-US" sz="2400" dirty="0">
                <a:latin typeface="Comic Sans MS" panose="030F0702030302020204" pitchFamily="66" charset="0"/>
                <a:ea typeface="ＭＳ Ｐゴシック" panose="020B0600070205080204" pitchFamily="34" charset="-128"/>
              </a:rPr>
              <a:t> </a:t>
            </a:r>
            <a:r>
              <a:rPr lang="en-US" altLang="en-US" sz="2400" dirty="0" err="1">
                <a:latin typeface="Comic Sans MS" panose="030F0702030302020204" pitchFamily="66" charset="0"/>
                <a:ea typeface="ＭＳ Ｐゴシック" panose="020B0600070205080204" pitchFamily="34" charset="-128"/>
              </a:rPr>
              <a:t>không</a:t>
            </a:r>
            <a:r>
              <a:rPr lang="en-US" altLang="en-US" sz="2400" dirty="0">
                <a:latin typeface="Comic Sans MS" panose="030F0702030302020204" pitchFamily="66" charset="0"/>
                <a:ea typeface="ＭＳ Ｐゴシック" panose="020B0600070205080204" pitchFamily="34" charset="-128"/>
              </a:rPr>
              <a:t> qua </a:t>
            </a:r>
            <a:r>
              <a:rPr lang="en-US" altLang="en-US" sz="2400" dirty="0" err="1">
                <a:latin typeface="Comic Sans MS" panose="030F0702030302020204" pitchFamily="66" charset="0"/>
                <a:ea typeface="ＭＳ Ｐゴシック" panose="020B0600070205080204" pitchFamily="34" charset="-128"/>
              </a:rPr>
              <a:t>AS2</a:t>
            </a:r>
            <a:endParaRPr lang="en-US" altLang="en-US" sz="2400" dirty="0">
              <a:latin typeface="Comic Sans MS" panose="030F0702030302020204" pitchFamily="66" charset="0"/>
              <a:ea typeface="ＭＳ Ｐゴシック" panose="020B0600070205080204" pitchFamily="34" charset="-128"/>
            </a:endParaRPr>
          </a:p>
          <a:p>
            <a:pPr lvl="1"/>
            <a:r>
              <a:rPr lang="en-US" altLang="en-US" dirty="0" err="1">
                <a:latin typeface="Comic Sans MS" panose="030F0702030302020204" pitchFamily="66" charset="0"/>
                <a:ea typeface="ＭＳ Ｐゴシック" panose="020B0600070205080204" pitchFamily="34" charset="-128"/>
              </a:rPr>
              <a:t>Giao</a:t>
            </a:r>
            <a:r>
              <a:rPr lang="en-US" altLang="en-US" dirty="0">
                <a:latin typeface="Comic Sans MS" panose="030F0702030302020204" pitchFamily="66" charset="0"/>
                <a:ea typeface="ＭＳ Ｐゴシック" panose="020B0600070205080204" pitchFamily="34" charset="-128"/>
              </a:rPr>
              <a:t> </a:t>
            </a:r>
            <a:r>
              <a:rPr lang="en-US" altLang="en-US" dirty="0" err="1">
                <a:latin typeface="Comic Sans MS" panose="030F0702030302020204" pitchFamily="66" charset="0"/>
                <a:ea typeface="ＭＳ Ｐゴシック" panose="020B0600070205080204" pitchFamily="34" charset="-128"/>
              </a:rPr>
              <a:t>thức</a:t>
            </a:r>
            <a:r>
              <a:rPr lang="en-US" altLang="en-US" dirty="0">
                <a:latin typeface="Comic Sans MS" panose="030F0702030302020204" pitchFamily="66" charset="0"/>
                <a:ea typeface="ＭＳ Ｐゴシック" panose="020B0600070205080204" pitchFamily="34" charset="-128"/>
              </a:rPr>
              <a:t> inter-AS </a:t>
            </a:r>
            <a:r>
              <a:rPr lang="en-US" altLang="en-US" dirty="0" err="1">
                <a:latin typeface="Comic Sans MS" panose="030F0702030302020204" pitchFamily="66" charset="0"/>
                <a:ea typeface="ＭＳ Ｐゴシック" panose="020B0600070205080204" pitchFamily="34" charset="-128"/>
              </a:rPr>
              <a:t>lan</a:t>
            </a:r>
            <a:r>
              <a:rPr lang="en-US" altLang="en-US" dirty="0">
                <a:latin typeface="Comic Sans MS" panose="030F0702030302020204" pitchFamily="66" charset="0"/>
                <a:ea typeface="ＭＳ Ｐゴシック" panose="020B0600070205080204" pitchFamily="34" charset="-128"/>
              </a:rPr>
              <a:t> </a:t>
            </a:r>
            <a:r>
              <a:rPr lang="en-US" altLang="en-US" dirty="0" err="1">
                <a:latin typeface="Comic Sans MS" panose="030F0702030302020204" pitchFamily="66" charset="0"/>
                <a:ea typeface="ＭＳ Ｐゴシック" panose="020B0600070205080204" pitchFamily="34" charset="-128"/>
              </a:rPr>
              <a:t>truyền</a:t>
            </a:r>
            <a:r>
              <a:rPr lang="en-US" altLang="en-US" dirty="0">
                <a:latin typeface="Comic Sans MS" panose="030F0702030302020204" pitchFamily="66" charset="0"/>
                <a:ea typeface="ＭＳ Ｐゴシック" panose="020B0600070205080204" pitchFamily="34" charset="-128"/>
              </a:rPr>
              <a:t> </a:t>
            </a:r>
            <a:r>
              <a:rPr lang="en-US" altLang="en-US" dirty="0" err="1">
                <a:latin typeface="Comic Sans MS" panose="030F0702030302020204" pitchFamily="66" charset="0"/>
                <a:ea typeface="ＭＳ Ｐゴシック" panose="020B0600070205080204" pitchFamily="34" charset="-128"/>
              </a:rPr>
              <a:t>thông</a:t>
            </a:r>
            <a:r>
              <a:rPr lang="en-US" altLang="en-US" dirty="0">
                <a:latin typeface="Comic Sans MS" panose="030F0702030302020204" pitchFamily="66" charset="0"/>
                <a:ea typeface="ＭＳ Ｐゴシック" panose="020B0600070205080204" pitchFamily="34" charset="-128"/>
              </a:rPr>
              <a:t> tin </a:t>
            </a:r>
            <a:r>
              <a:rPr lang="en-US" altLang="en-US" dirty="0" err="1">
                <a:latin typeface="Comic Sans MS" panose="030F0702030302020204" pitchFamily="66" charset="0"/>
                <a:ea typeface="ＭＳ Ｐゴシック" panose="020B0600070205080204" pitchFamily="34" charset="-128"/>
              </a:rPr>
              <a:t>này</a:t>
            </a:r>
            <a:r>
              <a:rPr lang="en-US" altLang="en-US" dirty="0">
                <a:latin typeface="Comic Sans MS" panose="030F0702030302020204" pitchFamily="66" charset="0"/>
                <a:ea typeface="ＭＳ Ｐゴシック" panose="020B0600070205080204" pitchFamily="34" charset="-128"/>
              </a:rPr>
              <a:t> </a:t>
            </a:r>
            <a:r>
              <a:rPr lang="en-US" altLang="en-US" dirty="0" err="1">
                <a:latin typeface="Comic Sans MS" panose="030F0702030302020204" pitchFamily="66" charset="0"/>
                <a:ea typeface="ＭＳ Ｐゴシック" panose="020B0600070205080204" pitchFamily="34" charset="-128"/>
              </a:rPr>
              <a:t>đến</a:t>
            </a:r>
            <a:r>
              <a:rPr lang="en-US" altLang="en-US" dirty="0">
                <a:latin typeface="Comic Sans MS" panose="030F0702030302020204" pitchFamily="66" charset="0"/>
                <a:ea typeface="ＭＳ Ｐゴシック" panose="020B0600070205080204" pitchFamily="34" charset="-128"/>
              </a:rPr>
              <a:t> </a:t>
            </a:r>
            <a:r>
              <a:rPr lang="en-US" altLang="en-US" dirty="0" err="1">
                <a:latin typeface="Comic Sans MS" panose="030F0702030302020204" pitchFamily="66" charset="0"/>
                <a:ea typeface="ＭＳ Ｐゴシック" panose="020B0600070205080204" pitchFamily="34" charset="-128"/>
              </a:rPr>
              <a:t>tất</a:t>
            </a:r>
            <a:r>
              <a:rPr lang="en-US" altLang="en-US" dirty="0">
                <a:latin typeface="Comic Sans MS" panose="030F0702030302020204" pitchFamily="66" charset="0"/>
                <a:ea typeface="ＭＳ Ｐゴシック" panose="020B0600070205080204" pitchFamily="34" charset="-128"/>
              </a:rPr>
              <a:t> </a:t>
            </a:r>
            <a:r>
              <a:rPr lang="en-US" altLang="en-US" dirty="0" err="1">
                <a:latin typeface="Comic Sans MS" panose="030F0702030302020204" pitchFamily="66" charset="0"/>
                <a:ea typeface="ＭＳ Ｐゴシック" panose="020B0600070205080204" pitchFamily="34" charset="-128"/>
              </a:rPr>
              <a:t>cả</a:t>
            </a:r>
            <a:r>
              <a:rPr lang="en-US" altLang="en-US" dirty="0">
                <a:latin typeface="Comic Sans MS" panose="030F0702030302020204" pitchFamily="66" charset="0"/>
                <a:ea typeface="ＭＳ Ｐゴシック" panose="020B0600070205080204" pitchFamily="34" charset="-128"/>
              </a:rPr>
              <a:t> </a:t>
            </a:r>
            <a:r>
              <a:rPr lang="en-US" altLang="en-US" dirty="0" err="1">
                <a:latin typeface="Comic Sans MS" panose="030F0702030302020204" pitchFamily="66" charset="0"/>
                <a:ea typeface="ＭＳ Ｐゴシック" panose="020B0600070205080204" pitchFamily="34" charset="-128"/>
              </a:rPr>
              <a:t>các</a:t>
            </a:r>
            <a:r>
              <a:rPr lang="en-US" altLang="en-US" dirty="0">
                <a:latin typeface="Comic Sans MS" panose="030F0702030302020204" pitchFamily="66" charset="0"/>
                <a:ea typeface="ＭＳ Ｐゴシック" panose="020B0600070205080204" pitchFamily="34" charset="-128"/>
              </a:rPr>
              <a:t> router </a:t>
            </a:r>
            <a:r>
              <a:rPr lang="en-US" altLang="en-US" dirty="0" err="1">
                <a:latin typeface="Comic Sans MS" panose="030F0702030302020204" pitchFamily="66" charset="0"/>
                <a:ea typeface="ＭＳ Ｐゴシック" panose="020B0600070205080204" pitchFamily="34" charset="-128"/>
              </a:rPr>
              <a:t>nội</a:t>
            </a:r>
            <a:r>
              <a:rPr lang="en-US" altLang="en-US" dirty="0">
                <a:latin typeface="Comic Sans MS" panose="030F0702030302020204" pitchFamily="66" charset="0"/>
                <a:ea typeface="ＭＳ Ｐゴシック" panose="020B0600070205080204" pitchFamily="34" charset="-128"/>
              </a:rPr>
              <a:t> </a:t>
            </a:r>
            <a:r>
              <a:rPr lang="en-US" altLang="en-US" dirty="0" err="1">
                <a:latin typeface="Comic Sans MS" panose="030F0702030302020204" pitchFamily="66" charset="0"/>
                <a:ea typeface="ＭＳ Ｐゴシック" panose="020B0600070205080204" pitchFamily="34" charset="-128"/>
              </a:rPr>
              <a:t>mạng</a:t>
            </a:r>
            <a:endParaRPr lang="en-US" altLang="en-US" dirty="0">
              <a:latin typeface="Comic Sans MS" panose="030F0702030302020204" pitchFamily="66" charset="0"/>
              <a:ea typeface="ＭＳ Ｐゴシック" panose="020B0600070205080204" pitchFamily="34" charset="-128"/>
            </a:endParaRPr>
          </a:p>
          <a:p>
            <a:r>
              <a:rPr lang="en-US" altLang="en-US" sz="2400" dirty="0">
                <a:latin typeface="Comic Sans MS" panose="030F0702030302020204" pitchFamily="66" charset="0"/>
                <a:ea typeface="ＭＳ Ｐゴシック" panose="020B0600070205080204" pitchFamily="34" charset="-128"/>
              </a:rPr>
              <a:t>router </a:t>
            </a:r>
            <a:r>
              <a:rPr lang="en-US" altLang="en-US" sz="2400" dirty="0" err="1">
                <a:latin typeface="Comic Sans MS" panose="030F0702030302020204" pitchFamily="66" charset="0"/>
                <a:ea typeface="ＭＳ Ｐゴシック" panose="020B0600070205080204" pitchFamily="34" charset="-128"/>
              </a:rPr>
              <a:t>1d</a:t>
            </a:r>
            <a:r>
              <a:rPr lang="en-US" altLang="en-US" sz="2400" dirty="0">
                <a:latin typeface="Comic Sans MS" panose="030F0702030302020204" pitchFamily="66" charset="0"/>
                <a:ea typeface="ＭＳ Ｐゴシック" panose="020B0600070205080204" pitchFamily="34" charset="-128"/>
              </a:rPr>
              <a:t> </a:t>
            </a:r>
            <a:r>
              <a:rPr lang="en-US" altLang="en-US" sz="2400" dirty="0" err="1">
                <a:latin typeface="Comic Sans MS" panose="030F0702030302020204" pitchFamily="66" charset="0"/>
                <a:ea typeface="ＭＳ Ｐゴシック" panose="020B0600070205080204" pitchFamily="34" charset="-128"/>
              </a:rPr>
              <a:t>xác</a:t>
            </a:r>
            <a:r>
              <a:rPr lang="en-US" altLang="en-US" sz="2400" dirty="0">
                <a:latin typeface="Comic Sans MS" panose="030F0702030302020204" pitchFamily="66" charset="0"/>
                <a:ea typeface="ＭＳ Ｐゴシック" panose="020B0600070205080204" pitchFamily="34" charset="-128"/>
              </a:rPr>
              <a:t> </a:t>
            </a:r>
            <a:r>
              <a:rPr lang="en-US" altLang="en-US" sz="2400" dirty="0" err="1">
                <a:latin typeface="Comic Sans MS" panose="030F0702030302020204" pitchFamily="66" charset="0"/>
                <a:ea typeface="ＭＳ Ｐゴシック" panose="020B0600070205080204" pitchFamily="34" charset="-128"/>
              </a:rPr>
              <a:t>định</a:t>
            </a:r>
            <a:r>
              <a:rPr lang="en-US" altLang="en-US" sz="2400" dirty="0">
                <a:latin typeface="Comic Sans MS" panose="030F0702030302020204" pitchFamily="66" charset="0"/>
                <a:ea typeface="ＭＳ Ｐゴシック" panose="020B0600070205080204" pitchFamily="34" charset="-128"/>
              </a:rPr>
              <a:t> </a:t>
            </a:r>
            <a:r>
              <a:rPr lang="en-US" altLang="en-US" sz="2400" dirty="0" err="1">
                <a:latin typeface="Comic Sans MS" panose="030F0702030302020204" pitchFamily="66" charset="0"/>
                <a:ea typeface="ＭＳ Ｐゴシック" panose="020B0600070205080204" pitchFamily="34" charset="-128"/>
              </a:rPr>
              <a:t>từ</a:t>
            </a:r>
            <a:r>
              <a:rPr lang="en-US" altLang="en-US" sz="2400" dirty="0">
                <a:latin typeface="Comic Sans MS" panose="030F0702030302020204" pitchFamily="66" charset="0"/>
                <a:ea typeface="ＭＳ Ｐゴシック" panose="020B0600070205080204" pitchFamily="34" charset="-128"/>
              </a:rPr>
              <a:t> </a:t>
            </a:r>
            <a:r>
              <a:rPr lang="en-US" altLang="en-US" sz="2400" dirty="0" err="1">
                <a:latin typeface="Comic Sans MS" panose="030F0702030302020204" pitchFamily="66" charset="0"/>
                <a:ea typeface="ＭＳ Ｐゴシック" panose="020B0600070205080204" pitchFamily="34" charset="-128"/>
              </a:rPr>
              <a:t>thông</a:t>
            </a:r>
            <a:r>
              <a:rPr lang="en-US" altLang="en-US" sz="2400" dirty="0">
                <a:latin typeface="Comic Sans MS" panose="030F0702030302020204" pitchFamily="66" charset="0"/>
                <a:ea typeface="ＭＳ Ｐゴシック" panose="020B0600070205080204" pitchFamily="34" charset="-128"/>
              </a:rPr>
              <a:t> tin </a:t>
            </a:r>
            <a:r>
              <a:rPr lang="en-US" altLang="en-US" sz="2400" dirty="0" err="1">
                <a:latin typeface="Comic Sans MS" panose="030F0702030302020204" pitchFamily="66" charset="0"/>
                <a:ea typeface="ＭＳ Ｐゴシック" panose="020B0600070205080204" pitchFamily="34" charset="-128"/>
              </a:rPr>
              <a:t>định</a:t>
            </a:r>
            <a:r>
              <a:rPr lang="en-US" altLang="en-US" sz="2400" dirty="0">
                <a:latin typeface="Comic Sans MS" panose="030F0702030302020204" pitchFamily="66" charset="0"/>
                <a:ea typeface="ＭＳ Ｐゴシック" panose="020B0600070205080204" pitchFamily="34" charset="-128"/>
              </a:rPr>
              <a:t> </a:t>
            </a:r>
            <a:r>
              <a:rPr lang="en-US" altLang="en-US" sz="2400" dirty="0" err="1">
                <a:latin typeface="Comic Sans MS" panose="030F0702030302020204" pitchFamily="66" charset="0"/>
                <a:ea typeface="ＭＳ Ｐゴシック" panose="020B0600070205080204" pitchFamily="34" charset="-128"/>
              </a:rPr>
              <a:t>tuyến</a:t>
            </a:r>
            <a:r>
              <a:rPr lang="en-US" altLang="en-US" sz="2400" dirty="0">
                <a:latin typeface="Comic Sans MS" panose="030F0702030302020204" pitchFamily="66" charset="0"/>
                <a:ea typeface="ＭＳ Ｐゴシック" panose="020B0600070205080204" pitchFamily="34" charset="-128"/>
              </a:rPr>
              <a:t> intra-AS </a:t>
            </a:r>
            <a:r>
              <a:rPr lang="en-US" altLang="en-US" sz="2400" dirty="0" err="1">
                <a:latin typeface="Comic Sans MS" panose="030F0702030302020204" pitchFamily="66" charset="0"/>
                <a:ea typeface="ＭＳ Ｐゴシック" panose="020B0600070205080204" pitchFamily="34" charset="-128"/>
              </a:rPr>
              <a:t>mà</a:t>
            </a:r>
            <a:r>
              <a:rPr lang="en-US" altLang="en-US" sz="2400" dirty="0">
                <a:latin typeface="Comic Sans MS" panose="030F0702030302020204" pitchFamily="66" charset="0"/>
                <a:ea typeface="ＭＳ Ｐゴシック" panose="020B0600070205080204" pitchFamily="34" charset="-128"/>
              </a:rPr>
              <a:t> interface </a:t>
            </a:r>
            <a:r>
              <a:rPr lang="en-US" altLang="en-US" sz="2400" i="1" dirty="0">
                <a:solidFill>
                  <a:srgbClr val="CC0000"/>
                </a:solidFill>
                <a:latin typeface="Comic Sans MS" panose="030F0702030302020204" pitchFamily="66" charset="0"/>
                <a:ea typeface="ＭＳ Ｐゴシック" panose="020B0600070205080204" pitchFamily="34" charset="-128"/>
              </a:rPr>
              <a:t>I</a:t>
            </a:r>
            <a:r>
              <a:rPr lang="en-US" altLang="en-US" sz="2400" dirty="0">
                <a:latin typeface="Comic Sans MS" panose="030F0702030302020204" pitchFamily="66" charset="0"/>
                <a:ea typeface="ＭＳ Ｐゴシック" panose="020B0600070205080204" pitchFamily="34" charset="-128"/>
              </a:rPr>
              <a:t>  </a:t>
            </a:r>
            <a:r>
              <a:rPr lang="en-US" altLang="en-US" sz="2400" dirty="0" err="1">
                <a:latin typeface="Comic Sans MS" panose="030F0702030302020204" pitchFamily="66" charset="0"/>
                <a:ea typeface="ＭＳ Ｐゴシック" panose="020B0600070205080204" pitchFamily="34" charset="-128"/>
              </a:rPr>
              <a:t>của</a:t>
            </a:r>
            <a:r>
              <a:rPr lang="en-US" altLang="en-US" sz="2400" dirty="0">
                <a:latin typeface="Comic Sans MS" panose="030F0702030302020204" pitchFamily="66" charset="0"/>
                <a:ea typeface="ＭＳ Ｐゴシック" panose="020B0600070205080204" pitchFamily="34" charset="-128"/>
              </a:rPr>
              <a:t> </a:t>
            </a:r>
            <a:r>
              <a:rPr lang="en-US" altLang="en-US" sz="2400" dirty="0" err="1">
                <a:latin typeface="Comic Sans MS" panose="030F0702030302020204" pitchFamily="66" charset="0"/>
                <a:ea typeface="ＭＳ Ｐゴシック" panose="020B0600070205080204" pitchFamily="34" charset="-128"/>
              </a:rPr>
              <a:t>nó</a:t>
            </a:r>
            <a:r>
              <a:rPr lang="en-US" altLang="en-US" sz="2400" dirty="0">
                <a:latin typeface="Comic Sans MS" panose="030F0702030302020204" pitchFamily="66" charset="0"/>
                <a:ea typeface="ＭＳ Ｐゴシック" panose="020B0600070205080204" pitchFamily="34" charset="-128"/>
              </a:rPr>
              <a:t> </a:t>
            </a:r>
            <a:r>
              <a:rPr lang="en-US" altLang="en-US" sz="2400" dirty="0" err="1">
                <a:latin typeface="Comic Sans MS" panose="030F0702030302020204" pitchFamily="66" charset="0"/>
                <a:ea typeface="ＭＳ Ｐゴシック" panose="020B0600070205080204" pitchFamily="34" charset="-128"/>
              </a:rPr>
              <a:t>nằm</a:t>
            </a:r>
            <a:r>
              <a:rPr lang="en-US" altLang="en-US" sz="2400" dirty="0">
                <a:latin typeface="Comic Sans MS" panose="030F0702030302020204" pitchFamily="66" charset="0"/>
                <a:ea typeface="ＭＳ Ｐゴシック" panose="020B0600070205080204" pitchFamily="34" charset="-128"/>
              </a:rPr>
              <a:t> </a:t>
            </a:r>
            <a:r>
              <a:rPr lang="en-US" altLang="en-US" sz="2400" dirty="0" err="1">
                <a:latin typeface="Comic Sans MS" panose="030F0702030302020204" pitchFamily="66" charset="0"/>
                <a:ea typeface="ＭＳ Ｐゴシック" panose="020B0600070205080204" pitchFamily="34" charset="-128"/>
              </a:rPr>
              <a:t>trên</a:t>
            </a:r>
            <a:r>
              <a:rPr lang="en-US" altLang="en-US" sz="2400" dirty="0">
                <a:latin typeface="Comic Sans MS" panose="030F0702030302020204" pitchFamily="66" charset="0"/>
                <a:ea typeface="ＭＳ Ｐゴシック" panose="020B0600070205080204" pitchFamily="34" charset="-128"/>
              </a:rPr>
              <a:t> </a:t>
            </a:r>
            <a:r>
              <a:rPr lang="en-US" altLang="en-US" sz="2400" dirty="0" err="1">
                <a:latin typeface="Comic Sans MS" panose="030F0702030302020204" pitchFamily="66" charset="0"/>
                <a:ea typeface="ＭＳ Ｐゴシック" panose="020B0600070205080204" pitchFamily="34" charset="-128"/>
              </a:rPr>
              <a:t>đường</a:t>
            </a:r>
            <a:r>
              <a:rPr lang="en-US" altLang="en-US" sz="2400" dirty="0">
                <a:latin typeface="Comic Sans MS" panose="030F0702030302020204" pitchFamily="66" charset="0"/>
                <a:ea typeface="ＭＳ Ｐゴシック" panose="020B0600070205080204" pitchFamily="34" charset="-128"/>
              </a:rPr>
              <a:t> </a:t>
            </a:r>
            <a:r>
              <a:rPr lang="en-US" altLang="en-US" sz="2400" dirty="0" err="1">
                <a:latin typeface="Comic Sans MS" panose="030F0702030302020204" pitchFamily="66" charset="0"/>
                <a:ea typeface="ＭＳ Ｐゴシック" panose="020B0600070205080204" pitchFamily="34" charset="-128"/>
              </a:rPr>
              <a:t>đi</a:t>
            </a:r>
            <a:r>
              <a:rPr lang="en-US" altLang="en-US" sz="2400" dirty="0">
                <a:latin typeface="Comic Sans MS" panose="030F0702030302020204" pitchFamily="66" charset="0"/>
                <a:ea typeface="ＭＳ Ｐゴシック" panose="020B0600070205080204" pitchFamily="34" charset="-128"/>
              </a:rPr>
              <a:t> </a:t>
            </a:r>
            <a:r>
              <a:rPr lang="en-US" altLang="en-US" sz="2400" dirty="0" err="1">
                <a:latin typeface="Comic Sans MS" panose="030F0702030302020204" pitchFamily="66" charset="0"/>
                <a:ea typeface="ＭＳ Ｐゴシック" panose="020B0600070205080204" pitchFamily="34" charset="-128"/>
              </a:rPr>
              <a:t>có</a:t>
            </a:r>
            <a:r>
              <a:rPr lang="en-US" altLang="en-US" sz="2400" dirty="0">
                <a:latin typeface="Comic Sans MS" panose="030F0702030302020204" pitchFamily="66" charset="0"/>
                <a:ea typeface="ＭＳ Ｐゴシック" panose="020B0600070205080204" pitchFamily="34" charset="-128"/>
              </a:rPr>
              <a:t> chi </a:t>
            </a:r>
            <a:r>
              <a:rPr lang="en-US" altLang="en-US" sz="2400" dirty="0" err="1">
                <a:latin typeface="Comic Sans MS" panose="030F0702030302020204" pitchFamily="66" charset="0"/>
                <a:ea typeface="ＭＳ Ｐゴシック" panose="020B0600070205080204" pitchFamily="34" charset="-128"/>
              </a:rPr>
              <a:t>phí</a:t>
            </a:r>
            <a:r>
              <a:rPr lang="en-US" altLang="en-US" sz="2400" dirty="0">
                <a:latin typeface="Comic Sans MS" panose="030F0702030302020204" pitchFamily="66" charset="0"/>
                <a:ea typeface="ＭＳ Ｐゴシック" panose="020B0600070205080204" pitchFamily="34" charset="-128"/>
              </a:rPr>
              <a:t> </a:t>
            </a:r>
            <a:r>
              <a:rPr lang="en-US" altLang="en-US" sz="2400" dirty="0" err="1">
                <a:latin typeface="Comic Sans MS" panose="030F0702030302020204" pitchFamily="66" charset="0"/>
                <a:ea typeface="ＭＳ Ｐゴシック" panose="020B0600070205080204" pitchFamily="34" charset="-128"/>
              </a:rPr>
              <a:t>thấp</a:t>
            </a:r>
            <a:r>
              <a:rPr lang="en-US" altLang="en-US" sz="2400" dirty="0">
                <a:latin typeface="Comic Sans MS" panose="030F0702030302020204" pitchFamily="66" charset="0"/>
                <a:ea typeface="ＭＳ Ｐゴシック" panose="020B0600070205080204" pitchFamily="34" charset="-128"/>
              </a:rPr>
              <a:t> </a:t>
            </a:r>
            <a:r>
              <a:rPr lang="en-US" altLang="en-US" sz="2400" dirty="0" err="1">
                <a:latin typeface="Comic Sans MS" panose="030F0702030302020204" pitchFamily="66" charset="0"/>
                <a:ea typeface="ＭＳ Ｐゴシック" panose="020B0600070205080204" pitchFamily="34" charset="-128"/>
              </a:rPr>
              <a:t>nhất</a:t>
            </a:r>
            <a:r>
              <a:rPr lang="en-US" altLang="en-US" sz="2400" dirty="0">
                <a:latin typeface="Comic Sans MS" panose="030F0702030302020204" pitchFamily="66" charset="0"/>
                <a:ea typeface="ＭＳ Ｐゴシック" panose="020B0600070205080204" pitchFamily="34" charset="-128"/>
              </a:rPr>
              <a:t> </a:t>
            </a:r>
            <a:r>
              <a:rPr lang="en-US" altLang="en-US" sz="2400" dirty="0" err="1">
                <a:latin typeface="Comic Sans MS" panose="030F0702030302020204" pitchFamily="66" charset="0"/>
                <a:ea typeface="ＭＳ Ｐゴシック" panose="020B0600070205080204" pitchFamily="34" charset="-128"/>
              </a:rPr>
              <a:t>tới</a:t>
            </a:r>
            <a:r>
              <a:rPr lang="en-US" altLang="en-US" sz="2400" dirty="0">
                <a:latin typeface="Comic Sans MS" panose="030F0702030302020204" pitchFamily="66" charset="0"/>
                <a:ea typeface="ＭＳ Ｐゴシック" panose="020B0600070205080204" pitchFamily="34" charset="-128"/>
              </a:rPr>
              <a:t> </a:t>
            </a:r>
            <a:r>
              <a:rPr lang="en-US" altLang="en-US" sz="2400" dirty="0" err="1">
                <a:latin typeface="Comic Sans MS" panose="030F0702030302020204" pitchFamily="66" charset="0"/>
                <a:ea typeface="ＭＳ Ｐゴシック" panose="020B0600070205080204" pitchFamily="34" charset="-128"/>
              </a:rPr>
              <a:t>1c</a:t>
            </a:r>
            <a:endParaRPr lang="en-US" altLang="en-US" sz="2400" dirty="0">
              <a:latin typeface="Comic Sans MS" panose="030F0702030302020204" pitchFamily="66" charset="0"/>
              <a:ea typeface="ＭＳ Ｐゴシック" panose="020B0600070205080204" pitchFamily="34" charset="-128"/>
            </a:endParaRPr>
          </a:p>
          <a:p>
            <a:pPr lvl="1"/>
            <a:r>
              <a:rPr lang="en-US" altLang="en-US" dirty="0" err="1">
                <a:latin typeface="Comic Sans MS" panose="030F0702030302020204" pitchFamily="66" charset="0"/>
                <a:ea typeface="ＭＳ Ｐゴシック" panose="020B0600070205080204" pitchFamily="34" charset="-128"/>
              </a:rPr>
              <a:t>Đưa</a:t>
            </a:r>
            <a:r>
              <a:rPr lang="en-US" altLang="en-US" dirty="0">
                <a:latin typeface="Comic Sans MS" panose="030F0702030302020204" pitchFamily="66" charset="0"/>
                <a:ea typeface="ＭＳ Ｐゴシック" panose="020B0600070205080204" pitchFamily="34" charset="-128"/>
              </a:rPr>
              <a:t> </a:t>
            </a:r>
            <a:r>
              <a:rPr lang="en-US" altLang="en-US" dirty="0" err="1">
                <a:latin typeface="Comic Sans MS" panose="030F0702030302020204" pitchFamily="66" charset="0"/>
                <a:ea typeface="ＭＳ Ｐゴシック" panose="020B0600070205080204" pitchFamily="34" charset="-128"/>
              </a:rPr>
              <a:t>giá</a:t>
            </a:r>
            <a:r>
              <a:rPr lang="en-US" altLang="en-US" dirty="0">
                <a:latin typeface="Comic Sans MS" panose="030F0702030302020204" pitchFamily="66" charset="0"/>
                <a:ea typeface="ＭＳ Ｐゴシック" panose="020B0600070205080204" pitchFamily="34" charset="-128"/>
              </a:rPr>
              <a:t> </a:t>
            </a:r>
            <a:r>
              <a:rPr lang="en-US" altLang="en-US" dirty="0" err="1">
                <a:latin typeface="Comic Sans MS" panose="030F0702030302020204" pitchFamily="66" charset="0"/>
                <a:ea typeface="ＭＳ Ｐゴシック" panose="020B0600070205080204" pitchFamily="34" charset="-128"/>
              </a:rPr>
              <a:t>trị</a:t>
            </a:r>
            <a:r>
              <a:rPr lang="en-US" altLang="en-US" dirty="0">
                <a:latin typeface="Comic Sans MS" panose="030F0702030302020204" pitchFamily="66" charset="0"/>
                <a:ea typeface="ＭＳ Ｐゴシック" panose="020B0600070205080204" pitchFamily="34" charset="-128"/>
              </a:rPr>
              <a:t> </a:t>
            </a:r>
            <a:r>
              <a:rPr lang="en-US" altLang="en-US" i="1" dirty="0">
                <a:solidFill>
                  <a:srgbClr val="CC0000"/>
                </a:solidFill>
                <a:latin typeface="Comic Sans MS" panose="030F0702030302020204" pitchFamily="66" charset="0"/>
                <a:ea typeface="ＭＳ Ｐゴシック" panose="020B0600070205080204" pitchFamily="34" charset="-128"/>
              </a:rPr>
              <a:t>(</a:t>
            </a:r>
            <a:r>
              <a:rPr lang="en-US" altLang="en-US" i="1" dirty="0" err="1">
                <a:solidFill>
                  <a:srgbClr val="CC0000"/>
                </a:solidFill>
                <a:latin typeface="Comic Sans MS" panose="030F0702030302020204" pitchFamily="66" charset="0"/>
                <a:ea typeface="ＭＳ Ｐゴシック" panose="020B0600070205080204" pitchFamily="34" charset="-128"/>
              </a:rPr>
              <a:t>x,I</a:t>
            </a:r>
            <a:r>
              <a:rPr lang="en-US" altLang="en-US" i="1" dirty="0">
                <a:solidFill>
                  <a:srgbClr val="CC0000"/>
                </a:solidFill>
                <a:latin typeface="Comic Sans MS" panose="030F0702030302020204" pitchFamily="66" charset="0"/>
                <a:ea typeface="ＭＳ Ｐゴシック" panose="020B0600070205080204" pitchFamily="34" charset="-128"/>
              </a:rPr>
              <a:t>)  </a:t>
            </a:r>
            <a:r>
              <a:rPr lang="en-US" altLang="en-US" dirty="0" err="1">
                <a:latin typeface="Comic Sans MS" panose="030F0702030302020204" pitchFamily="66" charset="0"/>
                <a:ea typeface="ＭＳ Ｐゴシック" panose="020B0600070205080204" pitchFamily="34" charset="-128"/>
              </a:rPr>
              <a:t>vào</a:t>
            </a:r>
            <a:r>
              <a:rPr lang="en-US" altLang="en-US" dirty="0">
                <a:latin typeface="Comic Sans MS" panose="030F0702030302020204" pitchFamily="66" charset="0"/>
                <a:ea typeface="ＭＳ Ｐゴシック" panose="020B0600070205080204" pitchFamily="34" charset="-128"/>
              </a:rPr>
              <a:t> </a:t>
            </a:r>
            <a:r>
              <a:rPr lang="en-US" altLang="en-US" dirty="0" err="1">
                <a:latin typeface="Comic Sans MS" panose="030F0702030302020204" pitchFamily="66" charset="0"/>
                <a:ea typeface="ＭＳ Ｐゴシック" panose="020B0600070205080204" pitchFamily="34" charset="-128"/>
              </a:rPr>
              <a:t>bảng</a:t>
            </a:r>
            <a:r>
              <a:rPr lang="en-US" altLang="en-US" dirty="0">
                <a:latin typeface="Comic Sans MS" panose="030F0702030302020204" pitchFamily="66" charset="0"/>
                <a:ea typeface="ＭＳ Ｐゴシック" panose="020B0600070205080204" pitchFamily="34" charset="-128"/>
              </a:rPr>
              <a:t> forwarding</a:t>
            </a:r>
            <a:endParaRPr lang="en-US" altLang="en-US" dirty="0">
              <a:solidFill>
                <a:srgbClr val="CC0000"/>
              </a:solidFill>
              <a:latin typeface="Comic Sans MS" panose="030F0702030302020204" pitchFamily="66" charset="0"/>
              <a:ea typeface="ＭＳ Ｐゴシック" panose="020B0600070205080204" pitchFamily="34" charset="-128"/>
            </a:endParaRPr>
          </a:p>
        </p:txBody>
      </p:sp>
      <p:sp>
        <p:nvSpPr>
          <p:cNvPr id="104454" name="Freeform 4">
            <a:extLst>
              <a:ext uri="{FF2B5EF4-FFF2-40B4-BE49-F238E27FC236}">
                <a16:creationId xmlns:a16="http://schemas.microsoft.com/office/drawing/2014/main" id="{F974D885-5345-4F18-A572-05E1A7677918}"/>
              </a:ext>
            </a:extLst>
          </p:cNvPr>
          <p:cNvSpPr>
            <a:spLocks/>
          </p:cNvSpPr>
          <p:nvPr/>
        </p:nvSpPr>
        <p:spPr bwMode="auto">
          <a:xfrm>
            <a:off x="8801101" y="4562475"/>
            <a:ext cx="1171575" cy="1758950"/>
          </a:xfrm>
          <a:custGeom>
            <a:avLst/>
            <a:gdLst>
              <a:gd name="T0" fmla="*/ 2147483647 w 738"/>
              <a:gd name="T1" fmla="*/ 2147483647 h 1108"/>
              <a:gd name="T2" fmla="*/ 2147483647 w 738"/>
              <a:gd name="T3" fmla="*/ 2147483647 h 1108"/>
              <a:gd name="T4" fmla="*/ 2147483647 w 738"/>
              <a:gd name="T5" fmla="*/ 2147483647 h 1108"/>
              <a:gd name="T6" fmla="*/ 2147483647 w 738"/>
              <a:gd name="T7" fmla="*/ 2147483647 h 1108"/>
              <a:gd name="T8" fmla="*/ 2147483647 w 738"/>
              <a:gd name="T9" fmla="*/ 2147483647 h 1108"/>
              <a:gd name="T10" fmla="*/ 2147483647 w 738"/>
              <a:gd name="T11" fmla="*/ 2147483647 h 1108"/>
              <a:gd name="T12" fmla="*/ 2147483647 w 738"/>
              <a:gd name="T13" fmla="*/ 2147483647 h 1108"/>
              <a:gd name="T14" fmla="*/ 2147483647 w 738"/>
              <a:gd name="T15" fmla="*/ 2147483647 h 1108"/>
              <a:gd name="T16" fmla="*/ 0 60000 65536"/>
              <a:gd name="T17" fmla="*/ 0 60000 65536"/>
              <a:gd name="T18" fmla="*/ 0 60000 65536"/>
              <a:gd name="T19" fmla="*/ 0 60000 65536"/>
              <a:gd name="T20" fmla="*/ 0 60000 65536"/>
              <a:gd name="T21" fmla="*/ 0 60000 65536"/>
              <a:gd name="T22" fmla="*/ 0 60000 65536"/>
              <a:gd name="T23" fmla="*/ 0 60000 65536"/>
              <a:gd name="T24" fmla="*/ 0 w 738"/>
              <a:gd name="T25" fmla="*/ 0 h 1108"/>
              <a:gd name="T26" fmla="*/ 738 w 738"/>
              <a:gd name="T27" fmla="*/ 1108 h 110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38" h="1108">
                <a:moveTo>
                  <a:pt x="32" y="394"/>
                </a:moveTo>
                <a:cubicBezTo>
                  <a:pt x="66" y="301"/>
                  <a:pt x="108" y="228"/>
                  <a:pt x="213" y="172"/>
                </a:cubicBezTo>
                <a:cubicBezTo>
                  <a:pt x="318" y="116"/>
                  <a:pt x="588" y="0"/>
                  <a:pt x="663" y="56"/>
                </a:cubicBezTo>
                <a:cubicBezTo>
                  <a:pt x="738" y="112"/>
                  <a:pt x="659" y="346"/>
                  <a:pt x="661" y="509"/>
                </a:cubicBezTo>
                <a:cubicBezTo>
                  <a:pt x="663" y="672"/>
                  <a:pt x="731" y="956"/>
                  <a:pt x="677" y="1032"/>
                </a:cubicBezTo>
                <a:cubicBezTo>
                  <a:pt x="623" y="1108"/>
                  <a:pt x="442" y="999"/>
                  <a:pt x="338" y="962"/>
                </a:cubicBezTo>
                <a:cubicBezTo>
                  <a:pt x="234" y="925"/>
                  <a:pt x="102" y="904"/>
                  <a:pt x="51" y="809"/>
                </a:cubicBezTo>
                <a:cubicBezTo>
                  <a:pt x="0" y="715"/>
                  <a:pt x="36" y="481"/>
                  <a:pt x="32" y="394"/>
                </a:cubicBezTo>
                <a:close/>
              </a:path>
            </a:pathLst>
          </a:custGeom>
          <a:gradFill rotWithShape="1">
            <a:gsLst>
              <a:gs pos="0">
                <a:srgbClr val="66CCFF"/>
              </a:gs>
              <a:gs pos="100000">
                <a:srgbClr val="FFFF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04455" name="Freeform 5">
            <a:extLst>
              <a:ext uri="{FF2B5EF4-FFF2-40B4-BE49-F238E27FC236}">
                <a16:creationId xmlns:a16="http://schemas.microsoft.com/office/drawing/2014/main" id="{F9B478C5-FD20-40CA-B1BF-1D5B115509E0}"/>
              </a:ext>
            </a:extLst>
          </p:cNvPr>
          <p:cNvSpPr>
            <a:spLocks/>
          </p:cNvSpPr>
          <p:nvPr/>
        </p:nvSpPr>
        <p:spPr bwMode="auto">
          <a:xfrm>
            <a:off x="6754814" y="4872039"/>
            <a:ext cx="1944687" cy="1292225"/>
          </a:xfrm>
          <a:custGeom>
            <a:avLst/>
            <a:gdLst>
              <a:gd name="T0" fmla="*/ 2147483647 w 1162"/>
              <a:gd name="T1" fmla="*/ 2147483647 h 543"/>
              <a:gd name="T2" fmla="*/ 2147483647 w 1162"/>
              <a:gd name="T3" fmla="*/ 2147483647 h 543"/>
              <a:gd name="T4" fmla="*/ 2147483647 w 1162"/>
              <a:gd name="T5" fmla="*/ 2147483647 h 543"/>
              <a:gd name="T6" fmla="*/ 2147483647 w 1162"/>
              <a:gd name="T7" fmla="*/ 2147483647 h 543"/>
              <a:gd name="T8" fmla="*/ 2147483647 w 1162"/>
              <a:gd name="T9" fmla="*/ 2147483647 h 543"/>
              <a:gd name="T10" fmla="*/ 2147483647 w 1162"/>
              <a:gd name="T11" fmla="*/ 2147483647 h 543"/>
              <a:gd name="T12" fmla="*/ 2147483647 w 1162"/>
              <a:gd name="T13" fmla="*/ 2147483647 h 543"/>
              <a:gd name="T14" fmla="*/ 2147483647 w 1162"/>
              <a:gd name="T15" fmla="*/ 2147483647 h 543"/>
              <a:gd name="T16" fmla="*/ 0 60000 65536"/>
              <a:gd name="T17" fmla="*/ 0 60000 65536"/>
              <a:gd name="T18" fmla="*/ 0 60000 65536"/>
              <a:gd name="T19" fmla="*/ 0 60000 65536"/>
              <a:gd name="T20" fmla="*/ 0 60000 65536"/>
              <a:gd name="T21" fmla="*/ 0 60000 65536"/>
              <a:gd name="T22" fmla="*/ 0 60000 65536"/>
              <a:gd name="T23" fmla="*/ 0 60000 65536"/>
              <a:gd name="T24" fmla="*/ 0 w 1162"/>
              <a:gd name="T25" fmla="*/ 0 h 543"/>
              <a:gd name="T26" fmla="*/ 1162 w 1162"/>
              <a:gd name="T27" fmla="*/ 543 h 54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62" h="543">
                <a:moveTo>
                  <a:pt x="56" y="162"/>
                </a:moveTo>
                <a:cubicBezTo>
                  <a:pt x="115" y="100"/>
                  <a:pt x="221" y="28"/>
                  <a:pt x="368" y="14"/>
                </a:cubicBezTo>
                <a:cubicBezTo>
                  <a:pt x="515" y="0"/>
                  <a:pt x="811" y="42"/>
                  <a:pt x="940" y="79"/>
                </a:cubicBezTo>
                <a:cubicBezTo>
                  <a:pt x="1069" y="116"/>
                  <a:pt x="1126" y="177"/>
                  <a:pt x="1144" y="239"/>
                </a:cubicBezTo>
                <a:cubicBezTo>
                  <a:pt x="1162" y="301"/>
                  <a:pt x="1141" y="401"/>
                  <a:pt x="1048" y="451"/>
                </a:cubicBezTo>
                <a:cubicBezTo>
                  <a:pt x="955" y="501"/>
                  <a:pt x="746" y="543"/>
                  <a:pt x="586" y="541"/>
                </a:cubicBezTo>
                <a:cubicBezTo>
                  <a:pt x="426" y="539"/>
                  <a:pt x="176" y="502"/>
                  <a:pt x="88" y="439"/>
                </a:cubicBezTo>
                <a:cubicBezTo>
                  <a:pt x="0" y="376"/>
                  <a:pt x="63" y="220"/>
                  <a:pt x="56" y="162"/>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04456" name="Freeform 6">
            <a:extLst>
              <a:ext uri="{FF2B5EF4-FFF2-40B4-BE49-F238E27FC236}">
                <a16:creationId xmlns:a16="http://schemas.microsoft.com/office/drawing/2014/main" id="{AA02DFC0-8CCA-4367-A13E-35566649A7DF}"/>
              </a:ext>
            </a:extLst>
          </p:cNvPr>
          <p:cNvSpPr>
            <a:spLocks/>
          </p:cNvSpPr>
          <p:nvPr/>
        </p:nvSpPr>
        <p:spPr bwMode="auto">
          <a:xfrm>
            <a:off x="3001964" y="4164014"/>
            <a:ext cx="1679575" cy="1411287"/>
          </a:xfrm>
          <a:custGeom>
            <a:avLst/>
            <a:gdLst>
              <a:gd name="T0" fmla="*/ 2147483647 w 1198"/>
              <a:gd name="T1" fmla="*/ 2147483647 h 451"/>
              <a:gd name="T2" fmla="*/ 2147483647 w 1198"/>
              <a:gd name="T3" fmla="*/ 2147483647 h 451"/>
              <a:gd name="T4" fmla="*/ 2147483647 w 1198"/>
              <a:gd name="T5" fmla="*/ 2147483647 h 451"/>
              <a:gd name="T6" fmla="*/ 2147483647 w 1198"/>
              <a:gd name="T7" fmla="*/ 2147483647 h 451"/>
              <a:gd name="T8" fmla="*/ 2147483647 w 1198"/>
              <a:gd name="T9" fmla="*/ 2147483647 h 451"/>
              <a:gd name="T10" fmla="*/ 2147483647 w 1198"/>
              <a:gd name="T11" fmla="*/ 2147483647 h 451"/>
              <a:gd name="T12" fmla="*/ 2147483647 w 1198"/>
              <a:gd name="T13" fmla="*/ 2147483647 h 451"/>
              <a:gd name="T14" fmla="*/ 2147483647 w 1198"/>
              <a:gd name="T15" fmla="*/ 2147483647 h 451"/>
              <a:gd name="T16" fmla="*/ 2147483647 w 1198"/>
              <a:gd name="T17" fmla="*/ 2147483647 h 45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98"/>
              <a:gd name="T28" fmla="*/ 0 h 451"/>
              <a:gd name="T29" fmla="*/ 1198 w 1198"/>
              <a:gd name="T30" fmla="*/ 451 h 45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98" h="451">
                <a:moveTo>
                  <a:pt x="88" y="181"/>
                </a:moveTo>
                <a:cubicBezTo>
                  <a:pt x="159" y="143"/>
                  <a:pt x="120" y="111"/>
                  <a:pt x="180" y="89"/>
                </a:cubicBezTo>
                <a:cubicBezTo>
                  <a:pt x="240" y="67"/>
                  <a:pt x="313" y="60"/>
                  <a:pt x="448" y="49"/>
                </a:cubicBezTo>
                <a:cubicBezTo>
                  <a:pt x="583" y="38"/>
                  <a:pt x="866" y="0"/>
                  <a:pt x="988" y="25"/>
                </a:cubicBezTo>
                <a:cubicBezTo>
                  <a:pt x="1110" y="50"/>
                  <a:pt x="1198" y="132"/>
                  <a:pt x="1181" y="197"/>
                </a:cubicBezTo>
                <a:cubicBezTo>
                  <a:pt x="1164" y="262"/>
                  <a:pt x="1034" y="375"/>
                  <a:pt x="889" y="413"/>
                </a:cubicBezTo>
                <a:cubicBezTo>
                  <a:pt x="744" y="451"/>
                  <a:pt x="449" y="438"/>
                  <a:pt x="307" y="425"/>
                </a:cubicBezTo>
                <a:cubicBezTo>
                  <a:pt x="165" y="412"/>
                  <a:pt x="72" y="378"/>
                  <a:pt x="36" y="337"/>
                </a:cubicBezTo>
                <a:cubicBezTo>
                  <a:pt x="0" y="296"/>
                  <a:pt x="77" y="213"/>
                  <a:pt x="88" y="181"/>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04457" name="Freeform 7">
            <a:extLst>
              <a:ext uri="{FF2B5EF4-FFF2-40B4-BE49-F238E27FC236}">
                <a16:creationId xmlns:a16="http://schemas.microsoft.com/office/drawing/2014/main" id="{727FA0EF-D4C1-4812-B216-014FE9504486}"/>
              </a:ext>
            </a:extLst>
          </p:cNvPr>
          <p:cNvSpPr>
            <a:spLocks/>
          </p:cNvSpPr>
          <p:nvPr/>
        </p:nvSpPr>
        <p:spPr bwMode="auto">
          <a:xfrm>
            <a:off x="3632200" y="4908551"/>
            <a:ext cx="400050" cy="180975"/>
          </a:xfrm>
          <a:custGeom>
            <a:avLst/>
            <a:gdLst>
              <a:gd name="T0" fmla="*/ 0 w 252"/>
              <a:gd name="T1" fmla="*/ 2147483647 h 114"/>
              <a:gd name="T2" fmla="*/ 2147483647 w 252"/>
              <a:gd name="T3" fmla="*/ 0 h 114"/>
              <a:gd name="T4" fmla="*/ 0 60000 65536"/>
              <a:gd name="T5" fmla="*/ 0 60000 65536"/>
              <a:gd name="T6" fmla="*/ 0 w 252"/>
              <a:gd name="T7" fmla="*/ 0 h 114"/>
              <a:gd name="T8" fmla="*/ 252 w 252"/>
              <a:gd name="T9" fmla="*/ 114 h 114"/>
            </a:gdLst>
            <a:ahLst/>
            <a:cxnLst>
              <a:cxn ang="T4">
                <a:pos x="T0" y="T1"/>
              </a:cxn>
              <a:cxn ang="T5">
                <a:pos x="T2" y="T3"/>
              </a:cxn>
            </a:cxnLst>
            <a:rect l="T6" t="T7" r="T8" b="T9"/>
            <a:pathLst>
              <a:path w="252" h="114">
                <a:moveTo>
                  <a:pt x="0" y="114"/>
                </a:moveTo>
                <a:lnTo>
                  <a:pt x="252"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04458" name="Text Box 8">
            <a:extLst>
              <a:ext uri="{FF2B5EF4-FFF2-40B4-BE49-F238E27FC236}">
                <a16:creationId xmlns:a16="http://schemas.microsoft.com/office/drawing/2014/main" id="{5B7ADB2C-31B1-440B-9913-04E4EDBB3E9C}"/>
              </a:ext>
            </a:extLst>
          </p:cNvPr>
          <p:cNvSpPr txBox="1">
            <a:spLocks noChangeArrowheads="1"/>
          </p:cNvSpPr>
          <p:nvPr/>
        </p:nvSpPr>
        <p:spPr bwMode="auto">
          <a:xfrm>
            <a:off x="3576638" y="5129214"/>
            <a:ext cx="6651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2000"/>
              <a:t>AS3</a:t>
            </a:r>
            <a:endParaRPr lang="en-US" altLang="en-US"/>
          </a:p>
        </p:txBody>
      </p:sp>
      <p:sp>
        <p:nvSpPr>
          <p:cNvPr id="104459" name="Text Box 9">
            <a:extLst>
              <a:ext uri="{FF2B5EF4-FFF2-40B4-BE49-F238E27FC236}">
                <a16:creationId xmlns:a16="http://schemas.microsoft.com/office/drawing/2014/main" id="{608632FE-6A0F-473F-AC7B-5C9D2A176C83}"/>
              </a:ext>
            </a:extLst>
          </p:cNvPr>
          <p:cNvSpPr txBox="1">
            <a:spLocks noChangeArrowheads="1"/>
          </p:cNvSpPr>
          <p:nvPr/>
        </p:nvSpPr>
        <p:spPr bwMode="auto">
          <a:xfrm>
            <a:off x="7391400" y="5794376"/>
            <a:ext cx="6159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AS2</a:t>
            </a:r>
          </a:p>
        </p:txBody>
      </p:sp>
      <p:sp>
        <p:nvSpPr>
          <p:cNvPr id="104460" name="Line 10">
            <a:extLst>
              <a:ext uri="{FF2B5EF4-FFF2-40B4-BE49-F238E27FC236}">
                <a16:creationId xmlns:a16="http://schemas.microsoft.com/office/drawing/2014/main" id="{64912885-1164-4B0F-8582-A1C913F03B53}"/>
              </a:ext>
            </a:extLst>
          </p:cNvPr>
          <p:cNvSpPr>
            <a:spLocks noChangeShapeType="1"/>
          </p:cNvSpPr>
          <p:nvPr/>
        </p:nvSpPr>
        <p:spPr bwMode="auto">
          <a:xfrm flipV="1">
            <a:off x="7270751" y="5283200"/>
            <a:ext cx="434975" cy="1920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4461" name="Line 11">
            <a:extLst>
              <a:ext uri="{FF2B5EF4-FFF2-40B4-BE49-F238E27FC236}">
                <a16:creationId xmlns:a16="http://schemas.microsoft.com/office/drawing/2014/main" id="{E492A9FA-EC16-417D-8FEB-6528E2C2A08B}"/>
              </a:ext>
            </a:extLst>
          </p:cNvPr>
          <p:cNvSpPr>
            <a:spLocks noChangeShapeType="1"/>
          </p:cNvSpPr>
          <p:nvPr/>
        </p:nvSpPr>
        <p:spPr bwMode="auto">
          <a:xfrm flipH="1" flipV="1">
            <a:off x="3848100" y="4641851"/>
            <a:ext cx="241300" cy="1746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4462" name="Line 12">
            <a:extLst>
              <a:ext uri="{FF2B5EF4-FFF2-40B4-BE49-F238E27FC236}">
                <a16:creationId xmlns:a16="http://schemas.microsoft.com/office/drawing/2014/main" id="{6DF1FC01-F50F-45F4-984F-FDE941B558EE}"/>
              </a:ext>
            </a:extLst>
          </p:cNvPr>
          <p:cNvSpPr>
            <a:spLocks noChangeShapeType="1"/>
          </p:cNvSpPr>
          <p:nvPr/>
        </p:nvSpPr>
        <p:spPr bwMode="auto">
          <a:xfrm flipH="1">
            <a:off x="3406775" y="4635500"/>
            <a:ext cx="147638" cy="37623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04463" name="Group 13">
            <a:extLst>
              <a:ext uri="{FF2B5EF4-FFF2-40B4-BE49-F238E27FC236}">
                <a16:creationId xmlns:a16="http://schemas.microsoft.com/office/drawing/2014/main" id="{B83B3973-70FC-48BB-B921-7997E5B959C5}"/>
              </a:ext>
            </a:extLst>
          </p:cNvPr>
          <p:cNvGrpSpPr>
            <a:grpSpLocks/>
          </p:cNvGrpSpPr>
          <p:nvPr/>
        </p:nvGrpSpPr>
        <p:grpSpPr bwMode="auto">
          <a:xfrm>
            <a:off x="3143250" y="4903789"/>
            <a:ext cx="501650" cy="396875"/>
            <a:chOff x="873" y="3243"/>
            <a:chExt cx="316" cy="250"/>
          </a:xfrm>
        </p:grpSpPr>
        <p:sp>
          <p:nvSpPr>
            <p:cNvPr id="104565" name="Oval 14">
              <a:extLst>
                <a:ext uri="{FF2B5EF4-FFF2-40B4-BE49-F238E27FC236}">
                  <a16:creationId xmlns:a16="http://schemas.microsoft.com/office/drawing/2014/main" id="{3A6F78CD-F3E5-4CE7-B306-30DAB4356117}"/>
                </a:ext>
              </a:extLst>
            </p:cNvPr>
            <p:cNvSpPr>
              <a:spLocks noChangeArrowheads="1"/>
            </p:cNvSpPr>
            <p:nvPr/>
          </p:nvSpPr>
          <p:spPr bwMode="auto">
            <a:xfrm>
              <a:off x="876" y="3361"/>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4566" name="Line 15">
              <a:extLst>
                <a:ext uri="{FF2B5EF4-FFF2-40B4-BE49-F238E27FC236}">
                  <a16:creationId xmlns:a16="http://schemas.microsoft.com/office/drawing/2014/main" id="{6998DEDB-74DB-4481-BC01-7E9C2921878A}"/>
                </a:ext>
              </a:extLst>
            </p:cNvPr>
            <p:cNvSpPr>
              <a:spLocks noChangeShapeType="1"/>
            </p:cNvSpPr>
            <p:nvPr/>
          </p:nvSpPr>
          <p:spPr bwMode="auto">
            <a:xfrm>
              <a:off x="876" y="3354"/>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567" name="Line 16">
              <a:extLst>
                <a:ext uri="{FF2B5EF4-FFF2-40B4-BE49-F238E27FC236}">
                  <a16:creationId xmlns:a16="http://schemas.microsoft.com/office/drawing/2014/main" id="{67C9A552-5BCF-44C7-A1EA-E21F154EB9F6}"/>
                </a:ext>
              </a:extLst>
            </p:cNvPr>
            <p:cNvSpPr>
              <a:spLocks noChangeShapeType="1"/>
            </p:cNvSpPr>
            <p:nvPr/>
          </p:nvSpPr>
          <p:spPr bwMode="auto">
            <a:xfrm>
              <a:off x="1189" y="3354"/>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568" name="Rectangle 17">
              <a:extLst>
                <a:ext uri="{FF2B5EF4-FFF2-40B4-BE49-F238E27FC236}">
                  <a16:creationId xmlns:a16="http://schemas.microsoft.com/office/drawing/2014/main" id="{F4D86CEC-ECA3-4E39-B6E4-016F1113DBED}"/>
                </a:ext>
              </a:extLst>
            </p:cNvPr>
            <p:cNvSpPr>
              <a:spLocks noChangeArrowheads="1"/>
            </p:cNvSpPr>
            <p:nvPr/>
          </p:nvSpPr>
          <p:spPr bwMode="auto">
            <a:xfrm>
              <a:off x="876" y="3354"/>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104569" name="Oval 18">
              <a:extLst>
                <a:ext uri="{FF2B5EF4-FFF2-40B4-BE49-F238E27FC236}">
                  <a16:creationId xmlns:a16="http://schemas.microsoft.com/office/drawing/2014/main" id="{09B64642-813C-453C-89AF-28AE57E4763D}"/>
                </a:ext>
              </a:extLst>
            </p:cNvPr>
            <p:cNvSpPr>
              <a:spLocks noChangeArrowheads="1"/>
            </p:cNvSpPr>
            <p:nvPr/>
          </p:nvSpPr>
          <p:spPr bwMode="auto">
            <a:xfrm>
              <a:off x="873" y="3295"/>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4570" name="Rectangle 19">
              <a:extLst>
                <a:ext uri="{FF2B5EF4-FFF2-40B4-BE49-F238E27FC236}">
                  <a16:creationId xmlns:a16="http://schemas.microsoft.com/office/drawing/2014/main" id="{3B9BB7BE-076E-4615-9935-1A55E0CE0ECB}"/>
                </a:ext>
              </a:extLst>
            </p:cNvPr>
            <p:cNvSpPr>
              <a:spLocks noChangeArrowheads="1"/>
            </p:cNvSpPr>
            <p:nvPr/>
          </p:nvSpPr>
          <p:spPr bwMode="auto">
            <a:xfrm>
              <a:off x="960" y="3308"/>
              <a:ext cx="141" cy="124"/>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4571" name="Text Box 20">
              <a:extLst>
                <a:ext uri="{FF2B5EF4-FFF2-40B4-BE49-F238E27FC236}">
                  <a16:creationId xmlns:a16="http://schemas.microsoft.com/office/drawing/2014/main" id="{990309D7-6E01-4C1E-BC7F-C3B126EA3AF1}"/>
                </a:ext>
              </a:extLst>
            </p:cNvPr>
            <p:cNvSpPr txBox="1">
              <a:spLocks noChangeArrowheads="1"/>
            </p:cNvSpPr>
            <p:nvPr/>
          </p:nvSpPr>
          <p:spPr bwMode="auto">
            <a:xfrm>
              <a:off x="887" y="3243"/>
              <a:ext cx="29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3b</a:t>
              </a:r>
              <a:endParaRPr lang="en-US" altLang="en-US" sz="2400"/>
            </a:p>
          </p:txBody>
        </p:sp>
      </p:grpSp>
      <p:grpSp>
        <p:nvGrpSpPr>
          <p:cNvPr id="104464" name="Group 21">
            <a:extLst>
              <a:ext uri="{FF2B5EF4-FFF2-40B4-BE49-F238E27FC236}">
                <a16:creationId xmlns:a16="http://schemas.microsoft.com/office/drawing/2014/main" id="{B973DAF9-97CD-4077-BD1C-4B32CD266C62}"/>
              </a:ext>
            </a:extLst>
          </p:cNvPr>
          <p:cNvGrpSpPr>
            <a:grpSpLocks/>
          </p:cNvGrpSpPr>
          <p:nvPr/>
        </p:nvGrpSpPr>
        <p:grpSpPr bwMode="auto">
          <a:xfrm>
            <a:off x="3413125" y="4327526"/>
            <a:ext cx="501650" cy="396875"/>
            <a:chOff x="2016" y="1976"/>
            <a:chExt cx="316" cy="250"/>
          </a:xfrm>
        </p:grpSpPr>
        <p:sp>
          <p:nvSpPr>
            <p:cNvPr id="104557" name="Oval 22">
              <a:extLst>
                <a:ext uri="{FF2B5EF4-FFF2-40B4-BE49-F238E27FC236}">
                  <a16:creationId xmlns:a16="http://schemas.microsoft.com/office/drawing/2014/main" id="{A9D2E231-F504-488B-9062-577379F0B930}"/>
                </a:ext>
              </a:extLst>
            </p:cNvPr>
            <p:cNvSpPr>
              <a:spLocks noChangeArrowheads="1"/>
            </p:cNvSpPr>
            <p:nvPr/>
          </p:nvSpPr>
          <p:spPr bwMode="auto">
            <a:xfrm>
              <a:off x="2019" y="2102"/>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4558" name="Line 23">
              <a:extLst>
                <a:ext uri="{FF2B5EF4-FFF2-40B4-BE49-F238E27FC236}">
                  <a16:creationId xmlns:a16="http://schemas.microsoft.com/office/drawing/2014/main" id="{4335F315-2F84-421D-B5C8-0FF0EE4F1430}"/>
                </a:ext>
              </a:extLst>
            </p:cNvPr>
            <p:cNvSpPr>
              <a:spLocks noChangeShapeType="1"/>
            </p:cNvSpPr>
            <p:nvPr/>
          </p:nvSpPr>
          <p:spPr bwMode="auto">
            <a:xfrm>
              <a:off x="2019" y="2095"/>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559" name="Line 24">
              <a:extLst>
                <a:ext uri="{FF2B5EF4-FFF2-40B4-BE49-F238E27FC236}">
                  <a16:creationId xmlns:a16="http://schemas.microsoft.com/office/drawing/2014/main" id="{343E303E-5250-414E-A924-FCC059982960}"/>
                </a:ext>
              </a:extLst>
            </p:cNvPr>
            <p:cNvSpPr>
              <a:spLocks noChangeShapeType="1"/>
            </p:cNvSpPr>
            <p:nvPr/>
          </p:nvSpPr>
          <p:spPr bwMode="auto">
            <a:xfrm>
              <a:off x="2332" y="2095"/>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560" name="Rectangle 25">
              <a:extLst>
                <a:ext uri="{FF2B5EF4-FFF2-40B4-BE49-F238E27FC236}">
                  <a16:creationId xmlns:a16="http://schemas.microsoft.com/office/drawing/2014/main" id="{C1E8D3EB-5FFD-44F9-8CEA-500CD32797A9}"/>
                </a:ext>
              </a:extLst>
            </p:cNvPr>
            <p:cNvSpPr>
              <a:spLocks noChangeArrowheads="1"/>
            </p:cNvSpPr>
            <p:nvPr/>
          </p:nvSpPr>
          <p:spPr bwMode="auto">
            <a:xfrm>
              <a:off x="2019" y="2095"/>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104561" name="Oval 26">
              <a:extLst>
                <a:ext uri="{FF2B5EF4-FFF2-40B4-BE49-F238E27FC236}">
                  <a16:creationId xmlns:a16="http://schemas.microsoft.com/office/drawing/2014/main" id="{77FC1AE6-86F1-4752-8F89-F347E8697E59}"/>
                </a:ext>
              </a:extLst>
            </p:cNvPr>
            <p:cNvSpPr>
              <a:spLocks noChangeArrowheads="1"/>
            </p:cNvSpPr>
            <p:nvPr/>
          </p:nvSpPr>
          <p:spPr bwMode="auto">
            <a:xfrm>
              <a:off x="2016" y="2036"/>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nvGrpSpPr>
            <p:cNvPr id="104562" name="Group 27">
              <a:extLst>
                <a:ext uri="{FF2B5EF4-FFF2-40B4-BE49-F238E27FC236}">
                  <a16:creationId xmlns:a16="http://schemas.microsoft.com/office/drawing/2014/main" id="{922999C9-A8D8-478F-BD25-9E9D4A67D990}"/>
                </a:ext>
              </a:extLst>
            </p:cNvPr>
            <p:cNvGrpSpPr>
              <a:grpSpLocks/>
            </p:cNvGrpSpPr>
            <p:nvPr/>
          </p:nvGrpSpPr>
          <p:grpSpPr bwMode="auto">
            <a:xfrm>
              <a:off x="2032" y="1976"/>
              <a:ext cx="285" cy="250"/>
              <a:chOff x="2912" y="2425"/>
              <a:chExt cx="290" cy="250"/>
            </a:xfrm>
          </p:grpSpPr>
          <p:sp>
            <p:nvSpPr>
              <p:cNvPr id="104563" name="Rectangle 28">
                <a:extLst>
                  <a:ext uri="{FF2B5EF4-FFF2-40B4-BE49-F238E27FC236}">
                    <a16:creationId xmlns:a16="http://schemas.microsoft.com/office/drawing/2014/main" id="{6A5A2657-A782-4A29-B2C0-21201E23583B}"/>
                  </a:ext>
                </a:extLst>
              </p:cNvPr>
              <p:cNvSpPr>
                <a:spLocks noChangeArrowheads="1"/>
              </p:cNvSpPr>
              <p:nvPr/>
            </p:nvSpPr>
            <p:spPr bwMode="auto">
              <a:xfrm>
                <a:off x="2982" y="2490"/>
                <a:ext cx="142"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4564" name="Text Box 29">
                <a:extLst>
                  <a:ext uri="{FF2B5EF4-FFF2-40B4-BE49-F238E27FC236}">
                    <a16:creationId xmlns:a16="http://schemas.microsoft.com/office/drawing/2014/main" id="{855DAB99-AA6B-4B8F-9249-F6D433D6802B}"/>
                  </a:ext>
                </a:extLst>
              </p:cNvPr>
              <p:cNvSpPr txBox="1">
                <a:spLocks noChangeArrowheads="1"/>
              </p:cNvSpPr>
              <p:nvPr/>
            </p:nvSpPr>
            <p:spPr bwMode="auto">
              <a:xfrm>
                <a:off x="2912" y="2425"/>
                <a:ext cx="29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3c</a:t>
                </a:r>
                <a:endParaRPr lang="en-US" altLang="en-US" sz="2400"/>
              </a:p>
            </p:txBody>
          </p:sp>
        </p:grpSp>
      </p:grpSp>
      <p:grpSp>
        <p:nvGrpSpPr>
          <p:cNvPr id="104465" name="Group 30">
            <a:extLst>
              <a:ext uri="{FF2B5EF4-FFF2-40B4-BE49-F238E27FC236}">
                <a16:creationId xmlns:a16="http://schemas.microsoft.com/office/drawing/2014/main" id="{C9B7691D-9D04-47E1-BFFB-B481590DB5A2}"/>
              </a:ext>
            </a:extLst>
          </p:cNvPr>
          <p:cNvGrpSpPr>
            <a:grpSpLocks/>
          </p:cNvGrpSpPr>
          <p:nvPr/>
        </p:nvGrpSpPr>
        <p:grpSpPr bwMode="auto">
          <a:xfrm>
            <a:off x="3990975" y="4702176"/>
            <a:ext cx="501650" cy="396875"/>
            <a:chOff x="1434" y="3104"/>
            <a:chExt cx="316" cy="250"/>
          </a:xfrm>
        </p:grpSpPr>
        <p:grpSp>
          <p:nvGrpSpPr>
            <p:cNvPr id="104549" name="Group 31">
              <a:extLst>
                <a:ext uri="{FF2B5EF4-FFF2-40B4-BE49-F238E27FC236}">
                  <a16:creationId xmlns:a16="http://schemas.microsoft.com/office/drawing/2014/main" id="{E3BFF6BF-84F1-4AAE-B1D6-D9017A2F17C7}"/>
                </a:ext>
              </a:extLst>
            </p:cNvPr>
            <p:cNvGrpSpPr>
              <a:grpSpLocks/>
            </p:cNvGrpSpPr>
            <p:nvPr/>
          </p:nvGrpSpPr>
          <p:grpSpPr bwMode="auto">
            <a:xfrm>
              <a:off x="1434" y="3163"/>
              <a:ext cx="316" cy="147"/>
              <a:chOff x="1434" y="3163"/>
              <a:chExt cx="316" cy="147"/>
            </a:xfrm>
          </p:grpSpPr>
          <p:sp>
            <p:nvSpPr>
              <p:cNvPr id="104551" name="Oval 32">
                <a:extLst>
                  <a:ext uri="{FF2B5EF4-FFF2-40B4-BE49-F238E27FC236}">
                    <a16:creationId xmlns:a16="http://schemas.microsoft.com/office/drawing/2014/main" id="{3E783948-3EAC-416C-B146-68F3288E0F03}"/>
                  </a:ext>
                </a:extLst>
              </p:cNvPr>
              <p:cNvSpPr>
                <a:spLocks noChangeArrowheads="1"/>
              </p:cNvSpPr>
              <p:nvPr/>
            </p:nvSpPr>
            <p:spPr bwMode="auto">
              <a:xfrm>
                <a:off x="1437" y="3229"/>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4552" name="Line 33">
                <a:extLst>
                  <a:ext uri="{FF2B5EF4-FFF2-40B4-BE49-F238E27FC236}">
                    <a16:creationId xmlns:a16="http://schemas.microsoft.com/office/drawing/2014/main" id="{2C8B7DF2-66D4-4144-B8EC-E362A9475118}"/>
                  </a:ext>
                </a:extLst>
              </p:cNvPr>
              <p:cNvSpPr>
                <a:spLocks noChangeShapeType="1"/>
              </p:cNvSpPr>
              <p:nvPr/>
            </p:nvSpPr>
            <p:spPr bwMode="auto">
              <a:xfrm>
                <a:off x="1437" y="3222"/>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553" name="Line 34">
                <a:extLst>
                  <a:ext uri="{FF2B5EF4-FFF2-40B4-BE49-F238E27FC236}">
                    <a16:creationId xmlns:a16="http://schemas.microsoft.com/office/drawing/2014/main" id="{AD421253-F8D1-4CAB-9E7F-F34662F17FD8}"/>
                  </a:ext>
                </a:extLst>
              </p:cNvPr>
              <p:cNvSpPr>
                <a:spLocks noChangeShapeType="1"/>
              </p:cNvSpPr>
              <p:nvPr/>
            </p:nvSpPr>
            <p:spPr bwMode="auto">
              <a:xfrm>
                <a:off x="1750" y="3222"/>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554" name="Rectangle 35">
                <a:extLst>
                  <a:ext uri="{FF2B5EF4-FFF2-40B4-BE49-F238E27FC236}">
                    <a16:creationId xmlns:a16="http://schemas.microsoft.com/office/drawing/2014/main" id="{1FF2F35E-6CAF-4E27-BAC3-CB4722C3DC9A}"/>
                  </a:ext>
                </a:extLst>
              </p:cNvPr>
              <p:cNvSpPr>
                <a:spLocks noChangeArrowheads="1"/>
              </p:cNvSpPr>
              <p:nvPr/>
            </p:nvSpPr>
            <p:spPr bwMode="auto">
              <a:xfrm>
                <a:off x="1437" y="3222"/>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104555" name="Oval 36">
                <a:extLst>
                  <a:ext uri="{FF2B5EF4-FFF2-40B4-BE49-F238E27FC236}">
                    <a16:creationId xmlns:a16="http://schemas.microsoft.com/office/drawing/2014/main" id="{338C0181-45C2-441D-97F3-FF3F990E20AE}"/>
                  </a:ext>
                </a:extLst>
              </p:cNvPr>
              <p:cNvSpPr>
                <a:spLocks noChangeArrowheads="1"/>
              </p:cNvSpPr>
              <p:nvPr/>
            </p:nvSpPr>
            <p:spPr bwMode="auto">
              <a:xfrm>
                <a:off x="1434" y="3163"/>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4556" name="Rectangle 37">
                <a:extLst>
                  <a:ext uri="{FF2B5EF4-FFF2-40B4-BE49-F238E27FC236}">
                    <a16:creationId xmlns:a16="http://schemas.microsoft.com/office/drawing/2014/main" id="{D151F6CF-C709-4AF0-B6B0-A8FB9308B29E}"/>
                  </a:ext>
                </a:extLst>
              </p:cNvPr>
              <p:cNvSpPr>
                <a:spLocks noChangeArrowheads="1"/>
              </p:cNvSpPr>
              <p:nvPr/>
            </p:nvSpPr>
            <p:spPr bwMode="auto">
              <a:xfrm>
                <a:off x="1521" y="3176"/>
                <a:ext cx="142" cy="110"/>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sp>
          <p:nvSpPr>
            <p:cNvPr id="104550" name="Text Box 38">
              <a:extLst>
                <a:ext uri="{FF2B5EF4-FFF2-40B4-BE49-F238E27FC236}">
                  <a16:creationId xmlns:a16="http://schemas.microsoft.com/office/drawing/2014/main" id="{C0E865CF-1FF4-43C5-9386-C773ABFB8032}"/>
                </a:ext>
              </a:extLst>
            </p:cNvPr>
            <p:cNvSpPr txBox="1">
              <a:spLocks noChangeArrowheads="1"/>
            </p:cNvSpPr>
            <p:nvPr/>
          </p:nvSpPr>
          <p:spPr bwMode="auto">
            <a:xfrm>
              <a:off x="1448" y="3104"/>
              <a:ext cx="29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3a</a:t>
              </a:r>
              <a:endParaRPr lang="en-US" altLang="en-US" sz="2400"/>
            </a:p>
          </p:txBody>
        </p:sp>
      </p:grpSp>
      <p:grpSp>
        <p:nvGrpSpPr>
          <p:cNvPr id="104466" name="Group 39">
            <a:extLst>
              <a:ext uri="{FF2B5EF4-FFF2-40B4-BE49-F238E27FC236}">
                <a16:creationId xmlns:a16="http://schemas.microsoft.com/office/drawing/2014/main" id="{A96BFB99-F928-4020-9DCD-851D8FDD7203}"/>
              </a:ext>
            </a:extLst>
          </p:cNvPr>
          <p:cNvGrpSpPr>
            <a:grpSpLocks/>
          </p:cNvGrpSpPr>
          <p:nvPr/>
        </p:nvGrpSpPr>
        <p:grpSpPr bwMode="auto">
          <a:xfrm>
            <a:off x="4019550" y="5227638"/>
            <a:ext cx="2660650" cy="1122362"/>
            <a:chOff x="1572" y="3293"/>
            <a:chExt cx="1676" cy="707"/>
          </a:xfrm>
        </p:grpSpPr>
        <p:sp>
          <p:nvSpPr>
            <p:cNvPr id="104506" name="Freeform 40">
              <a:extLst>
                <a:ext uri="{FF2B5EF4-FFF2-40B4-BE49-F238E27FC236}">
                  <a16:creationId xmlns:a16="http://schemas.microsoft.com/office/drawing/2014/main" id="{9EDA46AB-B2CD-4E1E-93B6-E652C24DB867}"/>
                </a:ext>
              </a:extLst>
            </p:cNvPr>
            <p:cNvSpPr>
              <a:spLocks/>
            </p:cNvSpPr>
            <p:nvPr/>
          </p:nvSpPr>
          <p:spPr bwMode="auto">
            <a:xfrm>
              <a:off x="1572" y="3293"/>
              <a:ext cx="1676" cy="707"/>
            </a:xfrm>
            <a:custGeom>
              <a:avLst/>
              <a:gdLst>
                <a:gd name="T0" fmla="*/ 542 w 1583"/>
                <a:gd name="T1" fmla="*/ 496 h 682"/>
                <a:gd name="T2" fmla="*/ 1429 w 1583"/>
                <a:gd name="T3" fmla="*/ 163 h 682"/>
                <a:gd name="T4" fmla="*/ 2760 w 1583"/>
                <a:gd name="T5" fmla="*/ 43 h 682"/>
                <a:gd name="T6" fmla="*/ 4060 w 1583"/>
                <a:gd name="T7" fmla="*/ 429 h 682"/>
                <a:gd name="T8" fmla="*/ 5490 w 1583"/>
                <a:gd name="T9" fmla="*/ 943 h 682"/>
                <a:gd name="T10" fmla="*/ 4465 w 1583"/>
                <a:gd name="T11" fmla="*/ 1418 h 682"/>
                <a:gd name="T12" fmla="*/ 2421 w 1583"/>
                <a:gd name="T13" fmla="*/ 1448 h 682"/>
                <a:gd name="T14" fmla="*/ 313 w 1583"/>
                <a:gd name="T15" fmla="*/ 1313 h 682"/>
                <a:gd name="T16" fmla="*/ 542 w 1583"/>
                <a:gd name="T17" fmla="*/ 496 h 68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83"/>
                <a:gd name="T28" fmla="*/ 0 h 682"/>
                <a:gd name="T29" fmla="*/ 1583 w 1583"/>
                <a:gd name="T30" fmla="*/ 682 h 68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83" h="682">
                  <a:moveTo>
                    <a:pt x="155" y="224"/>
                  </a:moveTo>
                  <a:cubicBezTo>
                    <a:pt x="208" y="137"/>
                    <a:pt x="302" y="108"/>
                    <a:pt x="407" y="74"/>
                  </a:cubicBezTo>
                  <a:cubicBezTo>
                    <a:pt x="512" y="40"/>
                    <a:pt x="660" y="0"/>
                    <a:pt x="785" y="20"/>
                  </a:cubicBezTo>
                  <a:cubicBezTo>
                    <a:pt x="910" y="40"/>
                    <a:pt x="1027" y="126"/>
                    <a:pt x="1157" y="194"/>
                  </a:cubicBezTo>
                  <a:cubicBezTo>
                    <a:pt x="1287" y="262"/>
                    <a:pt x="1545" y="353"/>
                    <a:pt x="1564" y="428"/>
                  </a:cubicBezTo>
                  <a:cubicBezTo>
                    <a:pt x="1583" y="503"/>
                    <a:pt x="1417" y="606"/>
                    <a:pt x="1272" y="644"/>
                  </a:cubicBezTo>
                  <a:cubicBezTo>
                    <a:pt x="1127" y="682"/>
                    <a:pt x="887" y="664"/>
                    <a:pt x="690" y="656"/>
                  </a:cubicBezTo>
                  <a:cubicBezTo>
                    <a:pt x="493" y="648"/>
                    <a:pt x="178" y="668"/>
                    <a:pt x="89" y="596"/>
                  </a:cubicBezTo>
                  <a:cubicBezTo>
                    <a:pt x="0" y="524"/>
                    <a:pt x="102" y="311"/>
                    <a:pt x="155" y="224"/>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04507" name="Text Box 41">
              <a:extLst>
                <a:ext uri="{FF2B5EF4-FFF2-40B4-BE49-F238E27FC236}">
                  <a16:creationId xmlns:a16="http://schemas.microsoft.com/office/drawing/2014/main" id="{2AE7D9F1-3ADC-4DB4-99F5-FB2B23B01199}"/>
                </a:ext>
              </a:extLst>
            </p:cNvPr>
            <p:cNvSpPr txBox="1">
              <a:spLocks noChangeArrowheads="1"/>
            </p:cNvSpPr>
            <p:nvPr/>
          </p:nvSpPr>
          <p:spPr bwMode="auto">
            <a:xfrm>
              <a:off x="1719" y="3724"/>
              <a:ext cx="41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2000"/>
                <a:t>AS1</a:t>
              </a:r>
              <a:endParaRPr lang="en-US" altLang="en-US"/>
            </a:p>
          </p:txBody>
        </p:sp>
        <p:sp>
          <p:nvSpPr>
            <p:cNvPr id="104508" name="Line 42">
              <a:extLst>
                <a:ext uri="{FF2B5EF4-FFF2-40B4-BE49-F238E27FC236}">
                  <a16:creationId xmlns:a16="http://schemas.microsoft.com/office/drawing/2014/main" id="{253C2D10-C868-4CBD-81A6-DBBF5670625B}"/>
                </a:ext>
              </a:extLst>
            </p:cNvPr>
            <p:cNvSpPr>
              <a:spLocks noChangeShapeType="1"/>
            </p:cNvSpPr>
            <p:nvPr/>
          </p:nvSpPr>
          <p:spPr bwMode="auto">
            <a:xfrm flipH="1">
              <a:off x="2134" y="3469"/>
              <a:ext cx="93" cy="10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4509" name="Line 43">
              <a:extLst>
                <a:ext uri="{FF2B5EF4-FFF2-40B4-BE49-F238E27FC236}">
                  <a16:creationId xmlns:a16="http://schemas.microsoft.com/office/drawing/2014/main" id="{17DADCE2-DA0E-4EB8-BE0E-18BA14EEE692}"/>
                </a:ext>
              </a:extLst>
            </p:cNvPr>
            <p:cNvSpPr>
              <a:spLocks noChangeShapeType="1"/>
            </p:cNvSpPr>
            <p:nvPr/>
          </p:nvSpPr>
          <p:spPr bwMode="auto">
            <a:xfrm>
              <a:off x="2388" y="3491"/>
              <a:ext cx="3" cy="28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4510" name="Line 44">
              <a:extLst>
                <a:ext uri="{FF2B5EF4-FFF2-40B4-BE49-F238E27FC236}">
                  <a16:creationId xmlns:a16="http://schemas.microsoft.com/office/drawing/2014/main" id="{1AA0877B-9550-4BF3-A860-1DA35411752A}"/>
                </a:ext>
              </a:extLst>
            </p:cNvPr>
            <p:cNvSpPr>
              <a:spLocks noChangeShapeType="1"/>
            </p:cNvSpPr>
            <p:nvPr/>
          </p:nvSpPr>
          <p:spPr bwMode="auto">
            <a:xfrm>
              <a:off x="2490" y="3461"/>
              <a:ext cx="313" cy="21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4511" name="Line 45">
              <a:extLst>
                <a:ext uri="{FF2B5EF4-FFF2-40B4-BE49-F238E27FC236}">
                  <a16:creationId xmlns:a16="http://schemas.microsoft.com/office/drawing/2014/main" id="{0CC6977B-9D80-40D8-B981-E6341A8D0DE9}"/>
                </a:ext>
              </a:extLst>
            </p:cNvPr>
            <p:cNvSpPr>
              <a:spLocks noChangeShapeType="1"/>
            </p:cNvSpPr>
            <p:nvPr/>
          </p:nvSpPr>
          <p:spPr bwMode="auto">
            <a:xfrm flipH="1">
              <a:off x="2566" y="3749"/>
              <a:ext cx="237" cy="7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4512" name="Line 46">
              <a:extLst>
                <a:ext uri="{FF2B5EF4-FFF2-40B4-BE49-F238E27FC236}">
                  <a16:creationId xmlns:a16="http://schemas.microsoft.com/office/drawing/2014/main" id="{C76AFDD6-6E17-4142-AE02-EF3CA4473F21}"/>
                </a:ext>
              </a:extLst>
            </p:cNvPr>
            <p:cNvSpPr>
              <a:spLocks noChangeShapeType="1"/>
            </p:cNvSpPr>
            <p:nvPr/>
          </p:nvSpPr>
          <p:spPr bwMode="auto">
            <a:xfrm flipH="1" flipV="1">
              <a:off x="2202" y="3638"/>
              <a:ext cx="568" cy="5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4513" name="Line 47">
              <a:extLst>
                <a:ext uri="{FF2B5EF4-FFF2-40B4-BE49-F238E27FC236}">
                  <a16:creationId xmlns:a16="http://schemas.microsoft.com/office/drawing/2014/main" id="{2A72C3FA-156F-4563-874A-713C551E71BF}"/>
                </a:ext>
              </a:extLst>
            </p:cNvPr>
            <p:cNvSpPr>
              <a:spLocks noChangeShapeType="1"/>
            </p:cNvSpPr>
            <p:nvPr/>
          </p:nvSpPr>
          <p:spPr bwMode="auto">
            <a:xfrm>
              <a:off x="2143" y="3689"/>
              <a:ext cx="127" cy="8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04514" name="Group 48">
              <a:extLst>
                <a:ext uri="{FF2B5EF4-FFF2-40B4-BE49-F238E27FC236}">
                  <a16:creationId xmlns:a16="http://schemas.microsoft.com/office/drawing/2014/main" id="{46F276BE-2516-4483-8895-2974FCCA5C1A}"/>
                </a:ext>
              </a:extLst>
            </p:cNvPr>
            <p:cNvGrpSpPr>
              <a:grpSpLocks/>
            </p:cNvGrpSpPr>
            <p:nvPr/>
          </p:nvGrpSpPr>
          <p:grpSpPr bwMode="auto">
            <a:xfrm>
              <a:off x="2202" y="3293"/>
              <a:ext cx="316" cy="250"/>
              <a:chOff x="2055" y="3447"/>
              <a:chExt cx="316" cy="250"/>
            </a:xfrm>
          </p:grpSpPr>
          <p:sp>
            <p:nvSpPr>
              <p:cNvPr id="104541" name="Oval 49">
                <a:extLst>
                  <a:ext uri="{FF2B5EF4-FFF2-40B4-BE49-F238E27FC236}">
                    <a16:creationId xmlns:a16="http://schemas.microsoft.com/office/drawing/2014/main" id="{42A21D1D-21E3-4F2A-8CAD-B7E079C9D870}"/>
                  </a:ext>
                </a:extLst>
              </p:cNvPr>
              <p:cNvSpPr>
                <a:spLocks noChangeArrowheads="1"/>
              </p:cNvSpPr>
              <p:nvPr/>
            </p:nvSpPr>
            <p:spPr bwMode="auto">
              <a:xfrm>
                <a:off x="2058" y="3571"/>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4542" name="Line 50">
                <a:extLst>
                  <a:ext uri="{FF2B5EF4-FFF2-40B4-BE49-F238E27FC236}">
                    <a16:creationId xmlns:a16="http://schemas.microsoft.com/office/drawing/2014/main" id="{12C277EF-9314-4CBA-96DA-15DA11370C20}"/>
                  </a:ext>
                </a:extLst>
              </p:cNvPr>
              <p:cNvSpPr>
                <a:spLocks noChangeShapeType="1"/>
              </p:cNvSpPr>
              <p:nvPr/>
            </p:nvSpPr>
            <p:spPr bwMode="auto">
              <a:xfrm>
                <a:off x="2058" y="3564"/>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543" name="Line 51">
                <a:extLst>
                  <a:ext uri="{FF2B5EF4-FFF2-40B4-BE49-F238E27FC236}">
                    <a16:creationId xmlns:a16="http://schemas.microsoft.com/office/drawing/2014/main" id="{79269D31-4CD0-4B1C-9C64-FD8A6F312D96}"/>
                  </a:ext>
                </a:extLst>
              </p:cNvPr>
              <p:cNvSpPr>
                <a:spLocks noChangeShapeType="1"/>
              </p:cNvSpPr>
              <p:nvPr/>
            </p:nvSpPr>
            <p:spPr bwMode="auto">
              <a:xfrm>
                <a:off x="2371" y="3564"/>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544" name="Rectangle 52">
                <a:extLst>
                  <a:ext uri="{FF2B5EF4-FFF2-40B4-BE49-F238E27FC236}">
                    <a16:creationId xmlns:a16="http://schemas.microsoft.com/office/drawing/2014/main" id="{F1B243DB-8445-45E3-BEE6-9DA45B0AACBD}"/>
                  </a:ext>
                </a:extLst>
              </p:cNvPr>
              <p:cNvSpPr>
                <a:spLocks noChangeArrowheads="1"/>
              </p:cNvSpPr>
              <p:nvPr/>
            </p:nvSpPr>
            <p:spPr bwMode="auto">
              <a:xfrm>
                <a:off x="2058" y="3564"/>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104545" name="Oval 53">
                <a:extLst>
                  <a:ext uri="{FF2B5EF4-FFF2-40B4-BE49-F238E27FC236}">
                    <a16:creationId xmlns:a16="http://schemas.microsoft.com/office/drawing/2014/main" id="{42B662B9-B0BD-4930-A05B-BB1EA64DCD76}"/>
                  </a:ext>
                </a:extLst>
              </p:cNvPr>
              <p:cNvSpPr>
                <a:spLocks noChangeArrowheads="1"/>
              </p:cNvSpPr>
              <p:nvPr/>
            </p:nvSpPr>
            <p:spPr bwMode="auto">
              <a:xfrm>
                <a:off x="2055" y="3505"/>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nvGrpSpPr>
              <p:cNvPr id="104546" name="Group 54">
                <a:extLst>
                  <a:ext uri="{FF2B5EF4-FFF2-40B4-BE49-F238E27FC236}">
                    <a16:creationId xmlns:a16="http://schemas.microsoft.com/office/drawing/2014/main" id="{50FFC225-7100-4DAB-B0D7-C689ACC8E045}"/>
                  </a:ext>
                </a:extLst>
              </p:cNvPr>
              <p:cNvGrpSpPr>
                <a:grpSpLocks/>
              </p:cNvGrpSpPr>
              <p:nvPr/>
            </p:nvGrpSpPr>
            <p:grpSpPr bwMode="auto">
              <a:xfrm>
                <a:off x="2072" y="3447"/>
                <a:ext cx="285" cy="250"/>
                <a:chOff x="2912" y="2425"/>
                <a:chExt cx="292" cy="250"/>
              </a:xfrm>
            </p:grpSpPr>
            <p:sp>
              <p:nvSpPr>
                <p:cNvPr id="104547" name="Rectangle 55">
                  <a:extLst>
                    <a:ext uri="{FF2B5EF4-FFF2-40B4-BE49-F238E27FC236}">
                      <a16:creationId xmlns:a16="http://schemas.microsoft.com/office/drawing/2014/main" id="{4570085D-7E74-4C81-B028-923D81F974DE}"/>
                    </a:ext>
                  </a:extLst>
                </p:cNvPr>
                <p:cNvSpPr>
                  <a:spLocks noChangeArrowheads="1"/>
                </p:cNvSpPr>
                <p:nvPr/>
              </p:nvSpPr>
              <p:spPr bwMode="auto">
                <a:xfrm>
                  <a:off x="2982" y="2490"/>
                  <a:ext cx="144"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4548" name="Text Box 56">
                  <a:extLst>
                    <a:ext uri="{FF2B5EF4-FFF2-40B4-BE49-F238E27FC236}">
                      <a16:creationId xmlns:a16="http://schemas.microsoft.com/office/drawing/2014/main" id="{39A21DAD-2FD9-4C8A-888E-D770E0C9566A}"/>
                    </a:ext>
                  </a:extLst>
                </p:cNvPr>
                <p:cNvSpPr txBox="1">
                  <a:spLocks noChangeArrowheads="1"/>
                </p:cNvSpPr>
                <p:nvPr/>
              </p:nvSpPr>
              <p:spPr bwMode="auto">
                <a:xfrm>
                  <a:off x="2912" y="2425"/>
                  <a:ext cx="29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1c</a:t>
                  </a:r>
                </a:p>
              </p:txBody>
            </p:sp>
          </p:grpSp>
        </p:grpSp>
        <p:grpSp>
          <p:nvGrpSpPr>
            <p:cNvPr id="104515" name="Group 57">
              <a:extLst>
                <a:ext uri="{FF2B5EF4-FFF2-40B4-BE49-F238E27FC236}">
                  <a16:creationId xmlns:a16="http://schemas.microsoft.com/office/drawing/2014/main" id="{9DAD7D88-F6A3-4A7E-B58B-4301A4B07C6A}"/>
                </a:ext>
              </a:extLst>
            </p:cNvPr>
            <p:cNvGrpSpPr>
              <a:grpSpLocks/>
            </p:cNvGrpSpPr>
            <p:nvPr/>
          </p:nvGrpSpPr>
          <p:grpSpPr bwMode="auto">
            <a:xfrm>
              <a:off x="1896" y="3507"/>
              <a:ext cx="316" cy="250"/>
              <a:chOff x="1749" y="3661"/>
              <a:chExt cx="316" cy="250"/>
            </a:xfrm>
          </p:grpSpPr>
          <p:sp>
            <p:nvSpPr>
              <p:cNvPr id="104534" name="Oval 58">
                <a:extLst>
                  <a:ext uri="{FF2B5EF4-FFF2-40B4-BE49-F238E27FC236}">
                    <a16:creationId xmlns:a16="http://schemas.microsoft.com/office/drawing/2014/main" id="{80B6EFDE-23FE-4857-AFD9-0D10CADEC735}"/>
                  </a:ext>
                </a:extLst>
              </p:cNvPr>
              <p:cNvSpPr>
                <a:spLocks noChangeArrowheads="1"/>
              </p:cNvSpPr>
              <p:nvPr/>
            </p:nvSpPr>
            <p:spPr bwMode="auto">
              <a:xfrm>
                <a:off x="1752" y="3781"/>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4535" name="Line 59">
                <a:extLst>
                  <a:ext uri="{FF2B5EF4-FFF2-40B4-BE49-F238E27FC236}">
                    <a16:creationId xmlns:a16="http://schemas.microsoft.com/office/drawing/2014/main" id="{DDD2296F-CA5B-4E4A-A814-6E4FA953BF70}"/>
                  </a:ext>
                </a:extLst>
              </p:cNvPr>
              <p:cNvSpPr>
                <a:spLocks noChangeShapeType="1"/>
              </p:cNvSpPr>
              <p:nvPr/>
            </p:nvSpPr>
            <p:spPr bwMode="auto">
              <a:xfrm>
                <a:off x="1752" y="3774"/>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536" name="Line 60">
                <a:extLst>
                  <a:ext uri="{FF2B5EF4-FFF2-40B4-BE49-F238E27FC236}">
                    <a16:creationId xmlns:a16="http://schemas.microsoft.com/office/drawing/2014/main" id="{A207DDEB-D39F-408B-A1F9-13C8202C420A}"/>
                  </a:ext>
                </a:extLst>
              </p:cNvPr>
              <p:cNvSpPr>
                <a:spLocks noChangeShapeType="1"/>
              </p:cNvSpPr>
              <p:nvPr/>
            </p:nvSpPr>
            <p:spPr bwMode="auto">
              <a:xfrm>
                <a:off x="2065" y="3774"/>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537" name="Rectangle 61">
                <a:extLst>
                  <a:ext uri="{FF2B5EF4-FFF2-40B4-BE49-F238E27FC236}">
                    <a16:creationId xmlns:a16="http://schemas.microsoft.com/office/drawing/2014/main" id="{AA195974-8197-48A1-B942-AA63F5AD0919}"/>
                  </a:ext>
                </a:extLst>
              </p:cNvPr>
              <p:cNvSpPr>
                <a:spLocks noChangeArrowheads="1"/>
              </p:cNvSpPr>
              <p:nvPr/>
            </p:nvSpPr>
            <p:spPr bwMode="auto">
              <a:xfrm>
                <a:off x="1752" y="3774"/>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104538" name="Oval 62">
                <a:extLst>
                  <a:ext uri="{FF2B5EF4-FFF2-40B4-BE49-F238E27FC236}">
                    <a16:creationId xmlns:a16="http://schemas.microsoft.com/office/drawing/2014/main" id="{FE183F36-34F2-41D3-9D67-8EAC540D4D43}"/>
                  </a:ext>
                </a:extLst>
              </p:cNvPr>
              <p:cNvSpPr>
                <a:spLocks noChangeArrowheads="1"/>
              </p:cNvSpPr>
              <p:nvPr/>
            </p:nvSpPr>
            <p:spPr bwMode="auto">
              <a:xfrm>
                <a:off x="1749" y="3719"/>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4539" name="Rectangle 63">
                <a:extLst>
                  <a:ext uri="{FF2B5EF4-FFF2-40B4-BE49-F238E27FC236}">
                    <a16:creationId xmlns:a16="http://schemas.microsoft.com/office/drawing/2014/main" id="{E0F0E8BA-4EEF-47AB-AB9E-3BD227FD9694}"/>
                  </a:ext>
                </a:extLst>
              </p:cNvPr>
              <p:cNvSpPr>
                <a:spLocks noChangeArrowheads="1"/>
              </p:cNvSpPr>
              <p:nvPr/>
            </p:nvSpPr>
            <p:spPr bwMode="auto">
              <a:xfrm>
                <a:off x="1834" y="3746"/>
                <a:ext cx="142" cy="96"/>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4540" name="Text Box 64">
                <a:extLst>
                  <a:ext uri="{FF2B5EF4-FFF2-40B4-BE49-F238E27FC236}">
                    <a16:creationId xmlns:a16="http://schemas.microsoft.com/office/drawing/2014/main" id="{25A0408B-535D-4FDE-9A26-CC8BFEA0413A}"/>
                  </a:ext>
                </a:extLst>
              </p:cNvPr>
              <p:cNvSpPr txBox="1">
                <a:spLocks noChangeArrowheads="1"/>
              </p:cNvSpPr>
              <p:nvPr/>
            </p:nvSpPr>
            <p:spPr bwMode="auto">
              <a:xfrm>
                <a:off x="1765" y="3661"/>
                <a:ext cx="29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1a</a:t>
                </a:r>
                <a:endParaRPr lang="en-US" altLang="en-US" sz="2400"/>
              </a:p>
            </p:txBody>
          </p:sp>
        </p:grpSp>
        <p:grpSp>
          <p:nvGrpSpPr>
            <p:cNvPr id="104516" name="Group 65">
              <a:extLst>
                <a:ext uri="{FF2B5EF4-FFF2-40B4-BE49-F238E27FC236}">
                  <a16:creationId xmlns:a16="http://schemas.microsoft.com/office/drawing/2014/main" id="{E5BB9D18-0F35-41AC-BE89-2F8E5ED9F519}"/>
                </a:ext>
              </a:extLst>
            </p:cNvPr>
            <p:cNvGrpSpPr>
              <a:grpSpLocks/>
            </p:cNvGrpSpPr>
            <p:nvPr/>
          </p:nvGrpSpPr>
          <p:grpSpPr bwMode="auto">
            <a:xfrm>
              <a:off x="2238" y="3689"/>
              <a:ext cx="316" cy="250"/>
              <a:chOff x="2091" y="3843"/>
              <a:chExt cx="316" cy="250"/>
            </a:xfrm>
          </p:grpSpPr>
          <p:sp>
            <p:nvSpPr>
              <p:cNvPr id="104526" name="Oval 66">
                <a:extLst>
                  <a:ext uri="{FF2B5EF4-FFF2-40B4-BE49-F238E27FC236}">
                    <a16:creationId xmlns:a16="http://schemas.microsoft.com/office/drawing/2014/main" id="{AAD372D8-4AA9-4315-BAD1-65BC549211AC}"/>
                  </a:ext>
                </a:extLst>
              </p:cNvPr>
              <p:cNvSpPr>
                <a:spLocks noChangeArrowheads="1"/>
              </p:cNvSpPr>
              <p:nvPr/>
            </p:nvSpPr>
            <p:spPr bwMode="auto">
              <a:xfrm>
                <a:off x="2094" y="3967"/>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4527" name="Line 67">
                <a:extLst>
                  <a:ext uri="{FF2B5EF4-FFF2-40B4-BE49-F238E27FC236}">
                    <a16:creationId xmlns:a16="http://schemas.microsoft.com/office/drawing/2014/main" id="{F62C9CD2-7B70-4D87-9DAA-0611E0536CDE}"/>
                  </a:ext>
                </a:extLst>
              </p:cNvPr>
              <p:cNvSpPr>
                <a:spLocks noChangeShapeType="1"/>
              </p:cNvSpPr>
              <p:nvPr/>
            </p:nvSpPr>
            <p:spPr bwMode="auto">
              <a:xfrm>
                <a:off x="2094" y="3960"/>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528" name="Line 68">
                <a:extLst>
                  <a:ext uri="{FF2B5EF4-FFF2-40B4-BE49-F238E27FC236}">
                    <a16:creationId xmlns:a16="http://schemas.microsoft.com/office/drawing/2014/main" id="{3D6DB8A3-1EA3-4ADE-8FA5-B78AEA6CABB4}"/>
                  </a:ext>
                </a:extLst>
              </p:cNvPr>
              <p:cNvSpPr>
                <a:spLocks noChangeShapeType="1"/>
              </p:cNvSpPr>
              <p:nvPr/>
            </p:nvSpPr>
            <p:spPr bwMode="auto">
              <a:xfrm>
                <a:off x="2407" y="3960"/>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529" name="Rectangle 69">
                <a:extLst>
                  <a:ext uri="{FF2B5EF4-FFF2-40B4-BE49-F238E27FC236}">
                    <a16:creationId xmlns:a16="http://schemas.microsoft.com/office/drawing/2014/main" id="{024CF337-202B-4D97-9B4C-56F035035A60}"/>
                  </a:ext>
                </a:extLst>
              </p:cNvPr>
              <p:cNvSpPr>
                <a:spLocks noChangeArrowheads="1"/>
              </p:cNvSpPr>
              <p:nvPr/>
            </p:nvSpPr>
            <p:spPr bwMode="auto">
              <a:xfrm>
                <a:off x="2094" y="3960"/>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104530" name="Oval 70">
                <a:extLst>
                  <a:ext uri="{FF2B5EF4-FFF2-40B4-BE49-F238E27FC236}">
                    <a16:creationId xmlns:a16="http://schemas.microsoft.com/office/drawing/2014/main" id="{D73D5F34-0623-44FD-839A-2BCCBB3D86A9}"/>
                  </a:ext>
                </a:extLst>
              </p:cNvPr>
              <p:cNvSpPr>
                <a:spLocks noChangeArrowheads="1"/>
              </p:cNvSpPr>
              <p:nvPr/>
            </p:nvSpPr>
            <p:spPr bwMode="auto">
              <a:xfrm>
                <a:off x="2091" y="3901"/>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nvGrpSpPr>
              <p:cNvPr id="104531" name="Group 71">
                <a:extLst>
                  <a:ext uri="{FF2B5EF4-FFF2-40B4-BE49-F238E27FC236}">
                    <a16:creationId xmlns:a16="http://schemas.microsoft.com/office/drawing/2014/main" id="{9FF19E06-699E-4E65-85A3-E96263767C17}"/>
                  </a:ext>
                </a:extLst>
              </p:cNvPr>
              <p:cNvGrpSpPr>
                <a:grpSpLocks/>
              </p:cNvGrpSpPr>
              <p:nvPr/>
            </p:nvGrpSpPr>
            <p:grpSpPr bwMode="auto">
              <a:xfrm>
                <a:off x="2106" y="3843"/>
                <a:ext cx="294" cy="250"/>
                <a:chOff x="2910" y="2425"/>
                <a:chExt cx="296" cy="250"/>
              </a:xfrm>
            </p:grpSpPr>
            <p:sp>
              <p:nvSpPr>
                <p:cNvPr id="104532" name="Rectangle 72">
                  <a:extLst>
                    <a:ext uri="{FF2B5EF4-FFF2-40B4-BE49-F238E27FC236}">
                      <a16:creationId xmlns:a16="http://schemas.microsoft.com/office/drawing/2014/main" id="{C5ACDE3B-3CE1-40EB-BF40-494FC73E157B}"/>
                    </a:ext>
                  </a:extLst>
                </p:cNvPr>
                <p:cNvSpPr>
                  <a:spLocks noChangeArrowheads="1"/>
                </p:cNvSpPr>
                <p:nvPr/>
              </p:nvSpPr>
              <p:spPr bwMode="auto">
                <a:xfrm>
                  <a:off x="2982" y="2490"/>
                  <a:ext cx="144"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4533" name="Text Box 73">
                  <a:extLst>
                    <a:ext uri="{FF2B5EF4-FFF2-40B4-BE49-F238E27FC236}">
                      <a16:creationId xmlns:a16="http://schemas.microsoft.com/office/drawing/2014/main" id="{1D16B90B-22A6-4319-BD27-58869FC2215C}"/>
                    </a:ext>
                  </a:extLst>
                </p:cNvPr>
                <p:cNvSpPr txBox="1">
                  <a:spLocks noChangeArrowheads="1"/>
                </p:cNvSpPr>
                <p:nvPr/>
              </p:nvSpPr>
              <p:spPr bwMode="auto">
                <a:xfrm>
                  <a:off x="2910" y="2425"/>
                  <a:ext cx="2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1d</a:t>
                  </a:r>
                </a:p>
              </p:txBody>
            </p:sp>
          </p:grpSp>
        </p:grpSp>
        <p:grpSp>
          <p:nvGrpSpPr>
            <p:cNvPr id="104517" name="Group 74">
              <a:extLst>
                <a:ext uri="{FF2B5EF4-FFF2-40B4-BE49-F238E27FC236}">
                  <a16:creationId xmlns:a16="http://schemas.microsoft.com/office/drawing/2014/main" id="{FA60FB66-A39A-4F33-B179-400B4C92FFC5}"/>
                </a:ext>
              </a:extLst>
            </p:cNvPr>
            <p:cNvGrpSpPr>
              <a:grpSpLocks/>
            </p:cNvGrpSpPr>
            <p:nvPr/>
          </p:nvGrpSpPr>
          <p:grpSpPr bwMode="auto">
            <a:xfrm>
              <a:off x="2778" y="3573"/>
              <a:ext cx="316" cy="250"/>
              <a:chOff x="2016" y="1976"/>
              <a:chExt cx="316" cy="250"/>
            </a:xfrm>
          </p:grpSpPr>
          <p:sp>
            <p:nvSpPr>
              <p:cNvPr id="104518" name="Oval 75">
                <a:extLst>
                  <a:ext uri="{FF2B5EF4-FFF2-40B4-BE49-F238E27FC236}">
                    <a16:creationId xmlns:a16="http://schemas.microsoft.com/office/drawing/2014/main" id="{DAE10CE8-FA41-483C-B17A-E3FC28CAE3A5}"/>
                  </a:ext>
                </a:extLst>
              </p:cNvPr>
              <p:cNvSpPr>
                <a:spLocks noChangeArrowheads="1"/>
              </p:cNvSpPr>
              <p:nvPr/>
            </p:nvSpPr>
            <p:spPr bwMode="auto">
              <a:xfrm>
                <a:off x="2019" y="2102"/>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4519" name="Line 76">
                <a:extLst>
                  <a:ext uri="{FF2B5EF4-FFF2-40B4-BE49-F238E27FC236}">
                    <a16:creationId xmlns:a16="http://schemas.microsoft.com/office/drawing/2014/main" id="{E52EF337-2D29-481A-B445-910D103C1F33}"/>
                  </a:ext>
                </a:extLst>
              </p:cNvPr>
              <p:cNvSpPr>
                <a:spLocks noChangeShapeType="1"/>
              </p:cNvSpPr>
              <p:nvPr/>
            </p:nvSpPr>
            <p:spPr bwMode="auto">
              <a:xfrm>
                <a:off x="2019" y="2095"/>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520" name="Line 77">
                <a:extLst>
                  <a:ext uri="{FF2B5EF4-FFF2-40B4-BE49-F238E27FC236}">
                    <a16:creationId xmlns:a16="http://schemas.microsoft.com/office/drawing/2014/main" id="{E0993890-3C97-46E9-B6C4-BBC9FE9797D7}"/>
                  </a:ext>
                </a:extLst>
              </p:cNvPr>
              <p:cNvSpPr>
                <a:spLocks noChangeShapeType="1"/>
              </p:cNvSpPr>
              <p:nvPr/>
            </p:nvSpPr>
            <p:spPr bwMode="auto">
              <a:xfrm>
                <a:off x="2332" y="2095"/>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521" name="Rectangle 78">
                <a:extLst>
                  <a:ext uri="{FF2B5EF4-FFF2-40B4-BE49-F238E27FC236}">
                    <a16:creationId xmlns:a16="http://schemas.microsoft.com/office/drawing/2014/main" id="{04646AC6-6A77-45E7-AC84-63CD6D85A97B}"/>
                  </a:ext>
                </a:extLst>
              </p:cNvPr>
              <p:cNvSpPr>
                <a:spLocks noChangeArrowheads="1"/>
              </p:cNvSpPr>
              <p:nvPr/>
            </p:nvSpPr>
            <p:spPr bwMode="auto">
              <a:xfrm>
                <a:off x="2019" y="2095"/>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104522" name="Oval 79">
                <a:extLst>
                  <a:ext uri="{FF2B5EF4-FFF2-40B4-BE49-F238E27FC236}">
                    <a16:creationId xmlns:a16="http://schemas.microsoft.com/office/drawing/2014/main" id="{EFDCDC7D-85EE-47D3-8FD4-DC1D05371405}"/>
                  </a:ext>
                </a:extLst>
              </p:cNvPr>
              <p:cNvSpPr>
                <a:spLocks noChangeArrowheads="1"/>
              </p:cNvSpPr>
              <p:nvPr/>
            </p:nvSpPr>
            <p:spPr bwMode="auto">
              <a:xfrm>
                <a:off x="2016" y="2036"/>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nvGrpSpPr>
              <p:cNvPr id="104523" name="Group 80">
                <a:extLst>
                  <a:ext uri="{FF2B5EF4-FFF2-40B4-BE49-F238E27FC236}">
                    <a16:creationId xmlns:a16="http://schemas.microsoft.com/office/drawing/2014/main" id="{10B49FE0-F9FD-4EF3-9702-1D2DB7F4C64D}"/>
                  </a:ext>
                </a:extLst>
              </p:cNvPr>
              <p:cNvGrpSpPr>
                <a:grpSpLocks/>
              </p:cNvGrpSpPr>
              <p:nvPr/>
            </p:nvGrpSpPr>
            <p:grpSpPr bwMode="auto">
              <a:xfrm>
                <a:off x="2029" y="1976"/>
                <a:ext cx="294" cy="250"/>
                <a:chOff x="2909" y="2425"/>
                <a:chExt cx="299" cy="250"/>
              </a:xfrm>
            </p:grpSpPr>
            <p:sp>
              <p:nvSpPr>
                <p:cNvPr id="104524" name="Rectangle 81">
                  <a:extLst>
                    <a:ext uri="{FF2B5EF4-FFF2-40B4-BE49-F238E27FC236}">
                      <a16:creationId xmlns:a16="http://schemas.microsoft.com/office/drawing/2014/main" id="{59E79D15-857A-4AED-967A-0B9C115AE712}"/>
                    </a:ext>
                  </a:extLst>
                </p:cNvPr>
                <p:cNvSpPr>
                  <a:spLocks noChangeArrowheads="1"/>
                </p:cNvSpPr>
                <p:nvPr/>
              </p:nvSpPr>
              <p:spPr bwMode="auto">
                <a:xfrm>
                  <a:off x="2982" y="2490"/>
                  <a:ext cx="142"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4525" name="Text Box 82">
                  <a:extLst>
                    <a:ext uri="{FF2B5EF4-FFF2-40B4-BE49-F238E27FC236}">
                      <a16:creationId xmlns:a16="http://schemas.microsoft.com/office/drawing/2014/main" id="{06A0E9E7-4EF5-4625-A971-42A36109854D}"/>
                    </a:ext>
                  </a:extLst>
                </p:cNvPr>
                <p:cNvSpPr txBox="1">
                  <a:spLocks noChangeArrowheads="1"/>
                </p:cNvSpPr>
                <p:nvPr/>
              </p:nvSpPr>
              <p:spPr bwMode="auto">
                <a:xfrm>
                  <a:off x="2909" y="2425"/>
                  <a:ext cx="29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1b</a:t>
                  </a:r>
                  <a:endParaRPr lang="en-US" altLang="en-US" sz="2400"/>
                </a:p>
              </p:txBody>
            </p:sp>
          </p:grpSp>
        </p:grpSp>
      </p:grpSp>
      <p:grpSp>
        <p:nvGrpSpPr>
          <p:cNvPr id="104467" name="Group 83">
            <a:extLst>
              <a:ext uri="{FF2B5EF4-FFF2-40B4-BE49-F238E27FC236}">
                <a16:creationId xmlns:a16="http://schemas.microsoft.com/office/drawing/2014/main" id="{E35FCE91-ACA6-43F6-975F-06DCB60F456E}"/>
              </a:ext>
            </a:extLst>
          </p:cNvPr>
          <p:cNvGrpSpPr>
            <a:grpSpLocks/>
          </p:cNvGrpSpPr>
          <p:nvPr/>
        </p:nvGrpSpPr>
        <p:grpSpPr bwMode="auto">
          <a:xfrm>
            <a:off x="6938963" y="5324476"/>
            <a:ext cx="501650" cy="396875"/>
            <a:chOff x="3537" y="3473"/>
            <a:chExt cx="316" cy="250"/>
          </a:xfrm>
        </p:grpSpPr>
        <p:sp>
          <p:nvSpPr>
            <p:cNvPr id="104499" name="Oval 84">
              <a:extLst>
                <a:ext uri="{FF2B5EF4-FFF2-40B4-BE49-F238E27FC236}">
                  <a16:creationId xmlns:a16="http://schemas.microsoft.com/office/drawing/2014/main" id="{158BDCEF-A170-4BA1-B739-66E0346D543C}"/>
                </a:ext>
              </a:extLst>
            </p:cNvPr>
            <p:cNvSpPr>
              <a:spLocks noChangeArrowheads="1"/>
            </p:cNvSpPr>
            <p:nvPr/>
          </p:nvSpPr>
          <p:spPr bwMode="auto">
            <a:xfrm>
              <a:off x="3540" y="3598"/>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4500" name="Line 85">
              <a:extLst>
                <a:ext uri="{FF2B5EF4-FFF2-40B4-BE49-F238E27FC236}">
                  <a16:creationId xmlns:a16="http://schemas.microsoft.com/office/drawing/2014/main" id="{585A806F-44F3-4C85-9A6C-52E53975FF18}"/>
                </a:ext>
              </a:extLst>
            </p:cNvPr>
            <p:cNvSpPr>
              <a:spLocks noChangeShapeType="1"/>
            </p:cNvSpPr>
            <p:nvPr/>
          </p:nvSpPr>
          <p:spPr bwMode="auto">
            <a:xfrm>
              <a:off x="3540" y="3591"/>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501" name="Line 86">
              <a:extLst>
                <a:ext uri="{FF2B5EF4-FFF2-40B4-BE49-F238E27FC236}">
                  <a16:creationId xmlns:a16="http://schemas.microsoft.com/office/drawing/2014/main" id="{2CED165D-E80C-465D-AE1B-D316BD585C89}"/>
                </a:ext>
              </a:extLst>
            </p:cNvPr>
            <p:cNvSpPr>
              <a:spLocks noChangeShapeType="1"/>
            </p:cNvSpPr>
            <p:nvPr/>
          </p:nvSpPr>
          <p:spPr bwMode="auto">
            <a:xfrm>
              <a:off x="3853" y="3591"/>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502" name="Rectangle 87">
              <a:extLst>
                <a:ext uri="{FF2B5EF4-FFF2-40B4-BE49-F238E27FC236}">
                  <a16:creationId xmlns:a16="http://schemas.microsoft.com/office/drawing/2014/main" id="{155313D9-89BF-45CB-A07C-7BF4E73C3522}"/>
                </a:ext>
              </a:extLst>
            </p:cNvPr>
            <p:cNvSpPr>
              <a:spLocks noChangeArrowheads="1"/>
            </p:cNvSpPr>
            <p:nvPr/>
          </p:nvSpPr>
          <p:spPr bwMode="auto">
            <a:xfrm>
              <a:off x="3540" y="3591"/>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104503" name="Oval 88">
              <a:extLst>
                <a:ext uri="{FF2B5EF4-FFF2-40B4-BE49-F238E27FC236}">
                  <a16:creationId xmlns:a16="http://schemas.microsoft.com/office/drawing/2014/main" id="{3653C95D-53F3-40BC-8752-93860ECC4E45}"/>
                </a:ext>
              </a:extLst>
            </p:cNvPr>
            <p:cNvSpPr>
              <a:spLocks noChangeArrowheads="1"/>
            </p:cNvSpPr>
            <p:nvPr/>
          </p:nvSpPr>
          <p:spPr bwMode="auto">
            <a:xfrm>
              <a:off x="3537" y="3532"/>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4504" name="Rectangle 89">
              <a:extLst>
                <a:ext uri="{FF2B5EF4-FFF2-40B4-BE49-F238E27FC236}">
                  <a16:creationId xmlns:a16="http://schemas.microsoft.com/office/drawing/2014/main" id="{F9216DCF-F004-4009-91B7-2B2A6D77033E}"/>
                </a:ext>
              </a:extLst>
            </p:cNvPr>
            <p:cNvSpPr>
              <a:spLocks noChangeArrowheads="1"/>
            </p:cNvSpPr>
            <p:nvPr/>
          </p:nvSpPr>
          <p:spPr bwMode="auto">
            <a:xfrm>
              <a:off x="3624" y="3545"/>
              <a:ext cx="141" cy="120"/>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4505" name="Text Box 90">
              <a:extLst>
                <a:ext uri="{FF2B5EF4-FFF2-40B4-BE49-F238E27FC236}">
                  <a16:creationId xmlns:a16="http://schemas.microsoft.com/office/drawing/2014/main" id="{6A848B11-F43E-4717-B55E-4832D5B9B3C4}"/>
                </a:ext>
              </a:extLst>
            </p:cNvPr>
            <p:cNvSpPr txBox="1">
              <a:spLocks noChangeArrowheads="1"/>
            </p:cNvSpPr>
            <p:nvPr/>
          </p:nvSpPr>
          <p:spPr bwMode="auto">
            <a:xfrm>
              <a:off x="3551" y="3473"/>
              <a:ext cx="29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2a</a:t>
              </a:r>
              <a:endParaRPr lang="en-US" altLang="en-US" sz="2400"/>
            </a:p>
          </p:txBody>
        </p:sp>
      </p:grpSp>
      <p:sp>
        <p:nvSpPr>
          <p:cNvPr id="104468" name="Line 91">
            <a:extLst>
              <a:ext uri="{FF2B5EF4-FFF2-40B4-BE49-F238E27FC236}">
                <a16:creationId xmlns:a16="http://schemas.microsoft.com/office/drawing/2014/main" id="{C0C7DD39-C2CD-4353-99CE-E2D83B3A3425}"/>
              </a:ext>
            </a:extLst>
          </p:cNvPr>
          <p:cNvSpPr>
            <a:spLocks noChangeShapeType="1"/>
          </p:cNvSpPr>
          <p:nvPr/>
        </p:nvSpPr>
        <p:spPr bwMode="auto">
          <a:xfrm>
            <a:off x="8159750" y="5241925"/>
            <a:ext cx="8572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04469" name="Line 92">
            <a:extLst>
              <a:ext uri="{FF2B5EF4-FFF2-40B4-BE49-F238E27FC236}">
                <a16:creationId xmlns:a16="http://schemas.microsoft.com/office/drawing/2014/main" id="{B6BB5C17-0AC2-407F-A9C9-E7AEC44BD387}"/>
              </a:ext>
            </a:extLst>
          </p:cNvPr>
          <p:cNvSpPr>
            <a:spLocks noChangeShapeType="1"/>
          </p:cNvSpPr>
          <p:nvPr/>
        </p:nvSpPr>
        <p:spPr bwMode="auto">
          <a:xfrm>
            <a:off x="8413751" y="5707063"/>
            <a:ext cx="73501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04470" name="Line 93">
            <a:extLst>
              <a:ext uri="{FF2B5EF4-FFF2-40B4-BE49-F238E27FC236}">
                <a16:creationId xmlns:a16="http://schemas.microsoft.com/office/drawing/2014/main" id="{766EF68D-0D3F-48A6-9827-D192FA79DE2C}"/>
              </a:ext>
            </a:extLst>
          </p:cNvPr>
          <p:cNvSpPr>
            <a:spLocks noChangeShapeType="1"/>
          </p:cNvSpPr>
          <p:nvPr/>
        </p:nvSpPr>
        <p:spPr bwMode="auto">
          <a:xfrm>
            <a:off x="7445375" y="5553075"/>
            <a:ext cx="488950" cy="1524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471" name="Line 94">
            <a:extLst>
              <a:ext uri="{FF2B5EF4-FFF2-40B4-BE49-F238E27FC236}">
                <a16:creationId xmlns:a16="http://schemas.microsoft.com/office/drawing/2014/main" id="{973797B4-E0FC-49E7-AE39-79169EC0F610}"/>
              </a:ext>
            </a:extLst>
          </p:cNvPr>
          <p:cNvSpPr>
            <a:spLocks noChangeShapeType="1"/>
          </p:cNvSpPr>
          <p:nvPr/>
        </p:nvSpPr>
        <p:spPr bwMode="auto">
          <a:xfrm>
            <a:off x="8054976" y="5351463"/>
            <a:ext cx="68263" cy="2286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04472" name="Group 95">
            <a:extLst>
              <a:ext uri="{FF2B5EF4-FFF2-40B4-BE49-F238E27FC236}">
                <a16:creationId xmlns:a16="http://schemas.microsoft.com/office/drawing/2014/main" id="{6D55AFFF-E76D-42B4-B1CE-0E2C0AB03F2C}"/>
              </a:ext>
            </a:extLst>
          </p:cNvPr>
          <p:cNvGrpSpPr>
            <a:grpSpLocks/>
          </p:cNvGrpSpPr>
          <p:nvPr/>
        </p:nvGrpSpPr>
        <p:grpSpPr bwMode="auto">
          <a:xfrm>
            <a:off x="7666038" y="5046664"/>
            <a:ext cx="501650" cy="396875"/>
            <a:chOff x="4320" y="1936"/>
            <a:chExt cx="316" cy="250"/>
          </a:xfrm>
        </p:grpSpPr>
        <p:sp>
          <p:nvSpPr>
            <p:cNvPr id="104492" name="Oval 96">
              <a:extLst>
                <a:ext uri="{FF2B5EF4-FFF2-40B4-BE49-F238E27FC236}">
                  <a16:creationId xmlns:a16="http://schemas.microsoft.com/office/drawing/2014/main" id="{54F85588-6B58-446A-B885-7AE0EE12653B}"/>
                </a:ext>
              </a:extLst>
            </p:cNvPr>
            <p:cNvSpPr>
              <a:spLocks noChangeArrowheads="1"/>
            </p:cNvSpPr>
            <p:nvPr/>
          </p:nvSpPr>
          <p:spPr bwMode="auto">
            <a:xfrm>
              <a:off x="4323" y="2054"/>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4493" name="Line 97">
              <a:extLst>
                <a:ext uri="{FF2B5EF4-FFF2-40B4-BE49-F238E27FC236}">
                  <a16:creationId xmlns:a16="http://schemas.microsoft.com/office/drawing/2014/main" id="{B2B8FB1C-22FB-4757-866B-E9690768CE30}"/>
                </a:ext>
              </a:extLst>
            </p:cNvPr>
            <p:cNvSpPr>
              <a:spLocks noChangeShapeType="1"/>
            </p:cNvSpPr>
            <p:nvPr/>
          </p:nvSpPr>
          <p:spPr bwMode="auto">
            <a:xfrm>
              <a:off x="4323" y="2047"/>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494" name="Line 98">
              <a:extLst>
                <a:ext uri="{FF2B5EF4-FFF2-40B4-BE49-F238E27FC236}">
                  <a16:creationId xmlns:a16="http://schemas.microsoft.com/office/drawing/2014/main" id="{19773A3E-08D3-4E7C-BED9-BC304718BCA0}"/>
                </a:ext>
              </a:extLst>
            </p:cNvPr>
            <p:cNvSpPr>
              <a:spLocks noChangeShapeType="1"/>
            </p:cNvSpPr>
            <p:nvPr/>
          </p:nvSpPr>
          <p:spPr bwMode="auto">
            <a:xfrm>
              <a:off x="4636" y="2047"/>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495" name="Rectangle 99">
              <a:extLst>
                <a:ext uri="{FF2B5EF4-FFF2-40B4-BE49-F238E27FC236}">
                  <a16:creationId xmlns:a16="http://schemas.microsoft.com/office/drawing/2014/main" id="{F8F1957D-F784-4448-A5A0-B684190212D3}"/>
                </a:ext>
              </a:extLst>
            </p:cNvPr>
            <p:cNvSpPr>
              <a:spLocks noChangeArrowheads="1"/>
            </p:cNvSpPr>
            <p:nvPr/>
          </p:nvSpPr>
          <p:spPr bwMode="auto">
            <a:xfrm>
              <a:off x="4323" y="2047"/>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104496" name="Oval 100">
              <a:extLst>
                <a:ext uri="{FF2B5EF4-FFF2-40B4-BE49-F238E27FC236}">
                  <a16:creationId xmlns:a16="http://schemas.microsoft.com/office/drawing/2014/main" id="{88F6B11E-5C86-4CE5-9107-B39947290F5D}"/>
                </a:ext>
              </a:extLst>
            </p:cNvPr>
            <p:cNvSpPr>
              <a:spLocks noChangeArrowheads="1"/>
            </p:cNvSpPr>
            <p:nvPr/>
          </p:nvSpPr>
          <p:spPr bwMode="auto">
            <a:xfrm>
              <a:off x="4320" y="1988"/>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4497" name="Rectangle 101">
              <a:extLst>
                <a:ext uri="{FF2B5EF4-FFF2-40B4-BE49-F238E27FC236}">
                  <a16:creationId xmlns:a16="http://schemas.microsoft.com/office/drawing/2014/main" id="{0B553BC6-4406-4178-8EF1-D315B7840C3E}"/>
                </a:ext>
              </a:extLst>
            </p:cNvPr>
            <p:cNvSpPr>
              <a:spLocks noChangeArrowheads="1"/>
            </p:cNvSpPr>
            <p:nvPr/>
          </p:nvSpPr>
          <p:spPr bwMode="auto">
            <a:xfrm>
              <a:off x="4407" y="2001"/>
              <a:ext cx="141" cy="118"/>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4498" name="Text Box 102">
              <a:extLst>
                <a:ext uri="{FF2B5EF4-FFF2-40B4-BE49-F238E27FC236}">
                  <a16:creationId xmlns:a16="http://schemas.microsoft.com/office/drawing/2014/main" id="{7EB07C5A-A9EE-49DB-B477-24B3050CFFCE}"/>
                </a:ext>
              </a:extLst>
            </p:cNvPr>
            <p:cNvSpPr txBox="1">
              <a:spLocks noChangeArrowheads="1"/>
            </p:cNvSpPr>
            <p:nvPr/>
          </p:nvSpPr>
          <p:spPr bwMode="auto">
            <a:xfrm>
              <a:off x="4338" y="1936"/>
              <a:ext cx="28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2c</a:t>
              </a:r>
              <a:endParaRPr lang="en-US" altLang="en-US" sz="2400"/>
            </a:p>
          </p:txBody>
        </p:sp>
      </p:grpSp>
      <p:grpSp>
        <p:nvGrpSpPr>
          <p:cNvPr id="104473" name="Group 103">
            <a:extLst>
              <a:ext uri="{FF2B5EF4-FFF2-40B4-BE49-F238E27FC236}">
                <a16:creationId xmlns:a16="http://schemas.microsoft.com/office/drawing/2014/main" id="{243CE661-9A81-49B8-9A56-E384E8E8B762}"/>
              </a:ext>
            </a:extLst>
          </p:cNvPr>
          <p:cNvGrpSpPr>
            <a:grpSpLocks/>
          </p:cNvGrpSpPr>
          <p:nvPr/>
        </p:nvGrpSpPr>
        <p:grpSpPr bwMode="auto">
          <a:xfrm>
            <a:off x="7929563" y="5502276"/>
            <a:ext cx="501650" cy="396875"/>
            <a:chOff x="4596" y="2158"/>
            <a:chExt cx="316" cy="250"/>
          </a:xfrm>
        </p:grpSpPr>
        <p:sp>
          <p:nvSpPr>
            <p:cNvPr id="104485" name="Oval 104">
              <a:extLst>
                <a:ext uri="{FF2B5EF4-FFF2-40B4-BE49-F238E27FC236}">
                  <a16:creationId xmlns:a16="http://schemas.microsoft.com/office/drawing/2014/main" id="{CF299B25-1C03-4B9E-B756-6CADF58B978B}"/>
                </a:ext>
              </a:extLst>
            </p:cNvPr>
            <p:cNvSpPr>
              <a:spLocks noChangeArrowheads="1"/>
            </p:cNvSpPr>
            <p:nvPr/>
          </p:nvSpPr>
          <p:spPr bwMode="auto">
            <a:xfrm>
              <a:off x="4599" y="2276"/>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4486" name="Line 105">
              <a:extLst>
                <a:ext uri="{FF2B5EF4-FFF2-40B4-BE49-F238E27FC236}">
                  <a16:creationId xmlns:a16="http://schemas.microsoft.com/office/drawing/2014/main" id="{5E993F9C-4B55-443B-AFF2-4758D860E628}"/>
                </a:ext>
              </a:extLst>
            </p:cNvPr>
            <p:cNvSpPr>
              <a:spLocks noChangeShapeType="1"/>
            </p:cNvSpPr>
            <p:nvPr/>
          </p:nvSpPr>
          <p:spPr bwMode="auto">
            <a:xfrm>
              <a:off x="4599" y="2269"/>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487" name="Line 106">
              <a:extLst>
                <a:ext uri="{FF2B5EF4-FFF2-40B4-BE49-F238E27FC236}">
                  <a16:creationId xmlns:a16="http://schemas.microsoft.com/office/drawing/2014/main" id="{B277158A-419D-475D-8F1C-16523579A53F}"/>
                </a:ext>
              </a:extLst>
            </p:cNvPr>
            <p:cNvSpPr>
              <a:spLocks noChangeShapeType="1"/>
            </p:cNvSpPr>
            <p:nvPr/>
          </p:nvSpPr>
          <p:spPr bwMode="auto">
            <a:xfrm>
              <a:off x="4912" y="2269"/>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488" name="Rectangle 107">
              <a:extLst>
                <a:ext uri="{FF2B5EF4-FFF2-40B4-BE49-F238E27FC236}">
                  <a16:creationId xmlns:a16="http://schemas.microsoft.com/office/drawing/2014/main" id="{22601994-A823-45A8-858F-4CFACACE9AE8}"/>
                </a:ext>
              </a:extLst>
            </p:cNvPr>
            <p:cNvSpPr>
              <a:spLocks noChangeArrowheads="1"/>
            </p:cNvSpPr>
            <p:nvPr/>
          </p:nvSpPr>
          <p:spPr bwMode="auto">
            <a:xfrm>
              <a:off x="4599" y="2269"/>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104489" name="Oval 108">
              <a:extLst>
                <a:ext uri="{FF2B5EF4-FFF2-40B4-BE49-F238E27FC236}">
                  <a16:creationId xmlns:a16="http://schemas.microsoft.com/office/drawing/2014/main" id="{9D2C3EFC-A89A-4AE9-AFEA-4642C309BAE9}"/>
                </a:ext>
              </a:extLst>
            </p:cNvPr>
            <p:cNvSpPr>
              <a:spLocks noChangeArrowheads="1"/>
            </p:cNvSpPr>
            <p:nvPr/>
          </p:nvSpPr>
          <p:spPr bwMode="auto">
            <a:xfrm>
              <a:off x="4596" y="2210"/>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4490" name="Rectangle 109">
              <a:extLst>
                <a:ext uri="{FF2B5EF4-FFF2-40B4-BE49-F238E27FC236}">
                  <a16:creationId xmlns:a16="http://schemas.microsoft.com/office/drawing/2014/main" id="{C6247D62-1307-4969-9103-DFA400D68C39}"/>
                </a:ext>
              </a:extLst>
            </p:cNvPr>
            <p:cNvSpPr>
              <a:spLocks noChangeArrowheads="1"/>
            </p:cNvSpPr>
            <p:nvPr/>
          </p:nvSpPr>
          <p:spPr bwMode="auto">
            <a:xfrm>
              <a:off x="4683" y="2223"/>
              <a:ext cx="142" cy="110"/>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4491" name="Text Box 110">
              <a:extLst>
                <a:ext uri="{FF2B5EF4-FFF2-40B4-BE49-F238E27FC236}">
                  <a16:creationId xmlns:a16="http://schemas.microsoft.com/office/drawing/2014/main" id="{F7D0D87D-B10B-4E1F-85F5-4CF8D9D57063}"/>
                </a:ext>
              </a:extLst>
            </p:cNvPr>
            <p:cNvSpPr txBox="1">
              <a:spLocks noChangeArrowheads="1"/>
            </p:cNvSpPr>
            <p:nvPr/>
          </p:nvSpPr>
          <p:spPr bwMode="auto">
            <a:xfrm>
              <a:off x="4610" y="2158"/>
              <a:ext cx="29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2b</a:t>
              </a:r>
              <a:endParaRPr lang="en-US" altLang="en-US" sz="2400"/>
            </a:p>
          </p:txBody>
        </p:sp>
      </p:grpSp>
      <p:sp>
        <p:nvSpPr>
          <p:cNvPr id="104474" name="Text Box 111">
            <a:extLst>
              <a:ext uri="{FF2B5EF4-FFF2-40B4-BE49-F238E27FC236}">
                <a16:creationId xmlns:a16="http://schemas.microsoft.com/office/drawing/2014/main" id="{D828C38B-585D-4611-A36C-553194022707}"/>
              </a:ext>
            </a:extLst>
          </p:cNvPr>
          <p:cNvSpPr txBox="1">
            <a:spLocks noChangeArrowheads="1"/>
          </p:cNvSpPr>
          <p:nvPr/>
        </p:nvSpPr>
        <p:spPr bwMode="auto">
          <a:xfrm>
            <a:off x="9180514" y="5159375"/>
            <a:ext cx="90120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400"/>
              <a:t>other</a:t>
            </a:r>
          </a:p>
          <a:p>
            <a:r>
              <a:rPr lang="en-US" altLang="en-US" sz="1400"/>
              <a:t>networks</a:t>
            </a:r>
          </a:p>
        </p:txBody>
      </p:sp>
      <p:sp>
        <p:nvSpPr>
          <p:cNvPr id="104475" name="Freeform 112">
            <a:extLst>
              <a:ext uri="{FF2B5EF4-FFF2-40B4-BE49-F238E27FC236}">
                <a16:creationId xmlns:a16="http://schemas.microsoft.com/office/drawing/2014/main" id="{52B35E2D-4C1C-4533-ABDB-6BCA9ADD70D7}"/>
              </a:ext>
            </a:extLst>
          </p:cNvPr>
          <p:cNvSpPr>
            <a:spLocks/>
          </p:cNvSpPr>
          <p:nvPr/>
        </p:nvSpPr>
        <p:spPr bwMode="auto">
          <a:xfrm flipH="1">
            <a:off x="1816101" y="4772025"/>
            <a:ext cx="1171575" cy="1758950"/>
          </a:xfrm>
          <a:custGeom>
            <a:avLst/>
            <a:gdLst>
              <a:gd name="T0" fmla="*/ 2147483647 w 738"/>
              <a:gd name="T1" fmla="*/ 2147483647 h 1108"/>
              <a:gd name="T2" fmla="*/ 2147483647 w 738"/>
              <a:gd name="T3" fmla="*/ 2147483647 h 1108"/>
              <a:gd name="T4" fmla="*/ 2147483647 w 738"/>
              <a:gd name="T5" fmla="*/ 2147483647 h 1108"/>
              <a:gd name="T6" fmla="*/ 2147483647 w 738"/>
              <a:gd name="T7" fmla="*/ 2147483647 h 1108"/>
              <a:gd name="T8" fmla="*/ 2147483647 w 738"/>
              <a:gd name="T9" fmla="*/ 2147483647 h 1108"/>
              <a:gd name="T10" fmla="*/ 2147483647 w 738"/>
              <a:gd name="T11" fmla="*/ 2147483647 h 1108"/>
              <a:gd name="T12" fmla="*/ 2147483647 w 738"/>
              <a:gd name="T13" fmla="*/ 2147483647 h 1108"/>
              <a:gd name="T14" fmla="*/ 2147483647 w 738"/>
              <a:gd name="T15" fmla="*/ 2147483647 h 1108"/>
              <a:gd name="T16" fmla="*/ 0 60000 65536"/>
              <a:gd name="T17" fmla="*/ 0 60000 65536"/>
              <a:gd name="T18" fmla="*/ 0 60000 65536"/>
              <a:gd name="T19" fmla="*/ 0 60000 65536"/>
              <a:gd name="T20" fmla="*/ 0 60000 65536"/>
              <a:gd name="T21" fmla="*/ 0 60000 65536"/>
              <a:gd name="T22" fmla="*/ 0 60000 65536"/>
              <a:gd name="T23" fmla="*/ 0 60000 65536"/>
              <a:gd name="T24" fmla="*/ 0 w 738"/>
              <a:gd name="T25" fmla="*/ 0 h 1108"/>
              <a:gd name="T26" fmla="*/ 738 w 738"/>
              <a:gd name="T27" fmla="*/ 1108 h 110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38" h="1108">
                <a:moveTo>
                  <a:pt x="32" y="394"/>
                </a:moveTo>
                <a:cubicBezTo>
                  <a:pt x="66" y="301"/>
                  <a:pt x="108" y="228"/>
                  <a:pt x="213" y="172"/>
                </a:cubicBezTo>
                <a:cubicBezTo>
                  <a:pt x="318" y="116"/>
                  <a:pt x="588" y="0"/>
                  <a:pt x="663" y="56"/>
                </a:cubicBezTo>
                <a:cubicBezTo>
                  <a:pt x="738" y="112"/>
                  <a:pt x="659" y="346"/>
                  <a:pt x="661" y="509"/>
                </a:cubicBezTo>
                <a:cubicBezTo>
                  <a:pt x="663" y="672"/>
                  <a:pt x="731" y="956"/>
                  <a:pt x="677" y="1032"/>
                </a:cubicBezTo>
                <a:cubicBezTo>
                  <a:pt x="623" y="1108"/>
                  <a:pt x="442" y="999"/>
                  <a:pt x="338" y="962"/>
                </a:cubicBezTo>
                <a:cubicBezTo>
                  <a:pt x="234" y="925"/>
                  <a:pt x="102" y="904"/>
                  <a:pt x="51" y="809"/>
                </a:cubicBezTo>
                <a:cubicBezTo>
                  <a:pt x="0" y="715"/>
                  <a:pt x="36" y="481"/>
                  <a:pt x="32" y="394"/>
                </a:cubicBezTo>
                <a:close/>
              </a:path>
            </a:pathLst>
          </a:custGeom>
          <a:gradFill rotWithShape="1">
            <a:gsLst>
              <a:gs pos="0">
                <a:srgbClr val="66CCFF"/>
              </a:gs>
              <a:gs pos="100000">
                <a:srgbClr val="FFFF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04476" name="Text Box 113">
            <a:extLst>
              <a:ext uri="{FF2B5EF4-FFF2-40B4-BE49-F238E27FC236}">
                <a16:creationId xmlns:a16="http://schemas.microsoft.com/office/drawing/2014/main" id="{5CD24239-970E-4608-9328-9D3D1CF41C32}"/>
              </a:ext>
            </a:extLst>
          </p:cNvPr>
          <p:cNvSpPr txBox="1">
            <a:spLocks noChangeArrowheads="1"/>
          </p:cNvSpPr>
          <p:nvPr/>
        </p:nvSpPr>
        <p:spPr bwMode="auto">
          <a:xfrm>
            <a:off x="1873251" y="5556250"/>
            <a:ext cx="90120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400"/>
              <a:t>other</a:t>
            </a:r>
          </a:p>
          <a:p>
            <a:r>
              <a:rPr lang="en-US" altLang="en-US" sz="1400"/>
              <a:t>networks</a:t>
            </a:r>
          </a:p>
        </p:txBody>
      </p:sp>
      <p:sp>
        <p:nvSpPr>
          <p:cNvPr id="104477" name="Line 114">
            <a:extLst>
              <a:ext uri="{FF2B5EF4-FFF2-40B4-BE49-F238E27FC236}">
                <a16:creationId xmlns:a16="http://schemas.microsoft.com/office/drawing/2014/main" id="{98494D05-B148-4216-B8A3-32BA760257CD}"/>
              </a:ext>
            </a:extLst>
          </p:cNvPr>
          <p:cNvSpPr>
            <a:spLocks noChangeShapeType="1"/>
          </p:cNvSpPr>
          <p:nvPr/>
        </p:nvSpPr>
        <p:spPr bwMode="auto">
          <a:xfrm flipH="1">
            <a:off x="2673351" y="5118100"/>
            <a:ext cx="468313" cy="268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04478" name="Freeform 115">
            <a:extLst>
              <a:ext uri="{FF2B5EF4-FFF2-40B4-BE49-F238E27FC236}">
                <a16:creationId xmlns:a16="http://schemas.microsoft.com/office/drawing/2014/main" id="{95FE5F8E-ACAE-4C4A-AF5A-AA4B7AC167A8}"/>
              </a:ext>
            </a:extLst>
          </p:cNvPr>
          <p:cNvSpPr>
            <a:spLocks/>
          </p:cNvSpPr>
          <p:nvPr/>
        </p:nvSpPr>
        <p:spPr bwMode="auto">
          <a:xfrm>
            <a:off x="6437314" y="5607050"/>
            <a:ext cx="523875" cy="261938"/>
          </a:xfrm>
          <a:custGeom>
            <a:avLst/>
            <a:gdLst>
              <a:gd name="T0" fmla="*/ 0 w 654"/>
              <a:gd name="T1" fmla="*/ 2147483647 h 420"/>
              <a:gd name="T2" fmla="*/ 2147483647 w 654"/>
              <a:gd name="T3" fmla="*/ 0 h 420"/>
              <a:gd name="T4" fmla="*/ 0 60000 65536"/>
              <a:gd name="T5" fmla="*/ 0 60000 65536"/>
              <a:gd name="T6" fmla="*/ 0 w 654"/>
              <a:gd name="T7" fmla="*/ 0 h 420"/>
              <a:gd name="T8" fmla="*/ 654 w 654"/>
              <a:gd name="T9" fmla="*/ 420 h 420"/>
            </a:gdLst>
            <a:ahLst/>
            <a:cxnLst>
              <a:cxn ang="T4">
                <a:pos x="T0" y="T1"/>
              </a:cxn>
              <a:cxn ang="T5">
                <a:pos x="T2" y="T3"/>
              </a:cxn>
            </a:cxnLst>
            <a:rect l="T6" t="T7" r="T8" b="T9"/>
            <a:pathLst>
              <a:path w="654" h="420">
                <a:moveTo>
                  <a:pt x="0" y="420"/>
                </a:moveTo>
                <a:lnTo>
                  <a:pt x="654"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04479" name="Freeform 116">
            <a:extLst>
              <a:ext uri="{FF2B5EF4-FFF2-40B4-BE49-F238E27FC236}">
                <a16:creationId xmlns:a16="http://schemas.microsoft.com/office/drawing/2014/main" id="{DD7F172C-CFC8-456B-BA6D-F232D623C2AE}"/>
              </a:ext>
            </a:extLst>
          </p:cNvPr>
          <p:cNvSpPr>
            <a:spLocks/>
          </p:cNvSpPr>
          <p:nvPr/>
        </p:nvSpPr>
        <p:spPr bwMode="auto">
          <a:xfrm>
            <a:off x="5076825" y="3990975"/>
            <a:ext cx="973138" cy="795338"/>
          </a:xfrm>
          <a:custGeom>
            <a:avLst/>
            <a:gdLst>
              <a:gd name="T0" fmla="*/ 2147483647 w 1198"/>
              <a:gd name="T1" fmla="*/ 2147483647 h 451"/>
              <a:gd name="T2" fmla="*/ 2147483647 w 1198"/>
              <a:gd name="T3" fmla="*/ 2147483647 h 451"/>
              <a:gd name="T4" fmla="*/ 2147483647 w 1198"/>
              <a:gd name="T5" fmla="*/ 2147483647 h 451"/>
              <a:gd name="T6" fmla="*/ 2147483647 w 1198"/>
              <a:gd name="T7" fmla="*/ 2147483647 h 451"/>
              <a:gd name="T8" fmla="*/ 2147483647 w 1198"/>
              <a:gd name="T9" fmla="*/ 2147483647 h 451"/>
              <a:gd name="T10" fmla="*/ 2147483647 w 1198"/>
              <a:gd name="T11" fmla="*/ 2147483647 h 451"/>
              <a:gd name="T12" fmla="*/ 2147483647 w 1198"/>
              <a:gd name="T13" fmla="*/ 2147483647 h 451"/>
              <a:gd name="T14" fmla="*/ 2147483647 w 1198"/>
              <a:gd name="T15" fmla="*/ 2147483647 h 451"/>
              <a:gd name="T16" fmla="*/ 2147483647 w 1198"/>
              <a:gd name="T17" fmla="*/ 2147483647 h 45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98"/>
              <a:gd name="T28" fmla="*/ 0 h 451"/>
              <a:gd name="T29" fmla="*/ 1198 w 1198"/>
              <a:gd name="T30" fmla="*/ 451 h 45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98" h="451">
                <a:moveTo>
                  <a:pt x="88" y="181"/>
                </a:moveTo>
                <a:cubicBezTo>
                  <a:pt x="159" y="143"/>
                  <a:pt x="120" y="111"/>
                  <a:pt x="180" y="89"/>
                </a:cubicBezTo>
                <a:cubicBezTo>
                  <a:pt x="240" y="67"/>
                  <a:pt x="313" y="60"/>
                  <a:pt x="448" y="49"/>
                </a:cubicBezTo>
                <a:cubicBezTo>
                  <a:pt x="583" y="38"/>
                  <a:pt x="866" y="0"/>
                  <a:pt x="988" y="25"/>
                </a:cubicBezTo>
                <a:cubicBezTo>
                  <a:pt x="1110" y="50"/>
                  <a:pt x="1198" y="132"/>
                  <a:pt x="1181" y="197"/>
                </a:cubicBezTo>
                <a:cubicBezTo>
                  <a:pt x="1164" y="262"/>
                  <a:pt x="1034" y="375"/>
                  <a:pt x="889" y="413"/>
                </a:cubicBezTo>
                <a:cubicBezTo>
                  <a:pt x="744" y="451"/>
                  <a:pt x="449" y="438"/>
                  <a:pt x="307" y="425"/>
                </a:cubicBezTo>
                <a:cubicBezTo>
                  <a:pt x="165" y="412"/>
                  <a:pt x="72" y="378"/>
                  <a:pt x="36" y="337"/>
                </a:cubicBezTo>
                <a:cubicBezTo>
                  <a:pt x="0" y="296"/>
                  <a:pt x="77" y="213"/>
                  <a:pt x="88" y="181"/>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04480" name="Text Box 117">
            <a:extLst>
              <a:ext uri="{FF2B5EF4-FFF2-40B4-BE49-F238E27FC236}">
                <a16:creationId xmlns:a16="http://schemas.microsoft.com/office/drawing/2014/main" id="{1B4A6648-E860-48CA-A611-50A784867BFC}"/>
              </a:ext>
            </a:extLst>
          </p:cNvPr>
          <p:cNvSpPr txBox="1">
            <a:spLocks noChangeArrowheads="1"/>
          </p:cNvSpPr>
          <p:nvPr/>
        </p:nvSpPr>
        <p:spPr bwMode="auto">
          <a:xfrm>
            <a:off x="5399088" y="4148138"/>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2400">
                <a:solidFill>
                  <a:schemeClr val="bg1"/>
                </a:solidFill>
              </a:rPr>
              <a:t>x</a:t>
            </a:r>
          </a:p>
        </p:txBody>
      </p:sp>
      <p:sp>
        <p:nvSpPr>
          <p:cNvPr id="104481" name="Line 118">
            <a:extLst>
              <a:ext uri="{FF2B5EF4-FFF2-40B4-BE49-F238E27FC236}">
                <a16:creationId xmlns:a16="http://schemas.microsoft.com/office/drawing/2014/main" id="{EA81DCE3-1914-439A-BF15-C16163FA771F}"/>
              </a:ext>
            </a:extLst>
          </p:cNvPr>
          <p:cNvSpPr>
            <a:spLocks noChangeShapeType="1"/>
          </p:cNvSpPr>
          <p:nvPr/>
        </p:nvSpPr>
        <p:spPr bwMode="auto">
          <a:xfrm flipH="1">
            <a:off x="5381625" y="3690939"/>
            <a:ext cx="1316038" cy="2219325"/>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04482" name="Text Box 119">
            <a:extLst>
              <a:ext uri="{FF2B5EF4-FFF2-40B4-BE49-F238E27FC236}">
                <a16:creationId xmlns:a16="http://schemas.microsoft.com/office/drawing/2014/main" id="{983A0438-6464-4C42-A572-2CA861DECED3}"/>
              </a:ext>
            </a:extLst>
          </p:cNvPr>
          <p:cNvSpPr txBox="1">
            <a:spLocks noChangeArrowheads="1"/>
          </p:cNvSpPr>
          <p:nvPr/>
        </p:nvSpPr>
        <p:spPr bwMode="auto">
          <a:xfrm rot="20538457">
            <a:off x="4459288" y="3878263"/>
            <a:ext cx="74295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4400"/>
              <a:t>…</a:t>
            </a:r>
          </a:p>
        </p:txBody>
      </p:sp>
      <p:sp>
        <p:nvSpPr>
          <p:cNvPr id="104483" name="Freeform 120">
            <a:extLst>
              <a:ext uri="{FF2B5EF4-FFF2-40B4-BE49-F238E27FC236}">
                <a16:creationId xmlns:a16="http://schemas.microsoft.com/office/drawing/2014/main" id="{8F77CC23-EF6E-4F09-B5FD-636C86AAFCD8}"/>
              </a:ext>
            </a:extLst>
          </p:cNvPr>
          <p:cNvSpPr>
            <a:spLocks/>
          </p:cNvSpPr>
          <p:nvPr/>
        </p:nvSpPr>
        <p:spPr bwMode="auto">
          <a:xfrm>
            <a:off x="4324350" y="5014914"/>
            <a:ext cx="704850" cy="409575"/>
          </a:xfrm>
          <a:custGeom>
            <a:avLst/>
            <a:gdLst>
              <a:gd name="T0" fmla="*/ 0 w 444"/>
              <a:gd name="T1" fmla="*/ 0 h 258"/>
              <a:gd name="T2" fmla="*/ 2147483647 w 444"/>
              <a:gd name="T3" fmla="*/ 2147483647 h 258"/>
              <a:gd name="T4" fmla="*/ 0 60000 65536"/>
              <a:gd name="T5" fmla="*/ 0 60000 65536"/>
              <a:gd name="T6" fmla="*/ 0 w 444"/>
              <a:gd name="T7" fmla="*/ 0 h 258"/>
              <a:gd name="T8" fmla="*/ 444 w 444"/>
              <a:gd name="T9" fmla="*/ 258 h 258"/>
            </a:gdLst>
            <a:ahLst/>
            <a:cxnLst>
              <a:cxn ang="T4">
                <a:pos x="T0" y="T1"/>
              </a:cxn>
              <a:cxn ang="T5">
                <a:pos x="T2" y="T3"/>
              </a:cxn>
            </a:cxnLst>
            <a:rect l="T6" t="T7" r="T8" b="T9"/>
            <a:pathLst>
              <a:path w="444" h="258">
                <a:moveTo>
                  <a:pt x="0" y="0"/>
                </a:moveTo>
                <a:lnTo>
                  <a:pt x="444" y="258"/>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pic>
        <p:nvPicPr>
          <p:cNvPr id="104484" name="Picture 121" descr="underline_base">
            <a:extLst>
              <a:ext uri="{FF2B5EF4-FFF2-40B4-BE49-F238E27FC236}">
                <a16:creationId xmlns:a16="http://schemas.microsoft.com/office/drawing/2014/main" id="{458C12D0-56FE-4E56-984A-DCAD5C9D656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1312" y="1014413"/>
            <a:ext cx="8228013"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74952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Footer Placeholder 4">
            <a:extLst>
              <a:ext uri="{FF2B5EF4-FFF2-40B4-BE49-F238E27FC236}">
                <a16:creationId xmlns:a16="http://schemas.microsoft.com/office/drawing/2014/main" id="{9F6A7232-EF61-44DE-94F9-365AF4AFDCAA}"/>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Tầng Network</a:t>
            </a:r>
          </a:p>
        </p:txBody>
      </p:sp>
      <p:sp>
        <p:nvSpPr>
          <p:cNvPr id="105475" name="Slide Number Placeholder 5">
            <a:extLst>
              <a:ext uri="{FF2B5EF4-FFF2-40B4-BE49-F238E27FC236}">
                <a16:creationId xmlns:a16="http://schemas.microsoft.com/office/drawing/2014/main" id="{3BF6785B-D9F1-4003-B6C3-5497747A19A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4-</a:t>
            </a:r>
            <a:fld id="{F5A2FFFA-1240-4C20-B683-36750410E24D}" type="slidenum">
              <a:rPr lang="en-US" altLang="en-US">
                <a:latin typeface="Tahoma" panose="020B0604030504040204" pitchFamily="34" charset="0"/>
              </a:rPr>
              <a:pPr/>
              <a:t>90</a:t>
            </a:fld>
            <a:endParaRPr lang="en-US" altLang="en-US">
              <a:latin typeface="Tahoma" panose="020B0604030504040204" pitchFamily="34" charset="0"/>
            </a:endParaRPr>
          </a:p>
        </p:txBody>
      </p:sp>
      <p:sp>
        <p:nvSpPr>
          <p:cNvPr id="103428" name="Rectangle 2">
            <a:extLst>
              <a:ext uri="{FF2B5EF4-FFF2-40B4-BE49-F238E27FC236}">
                <a16:creationId xmlns:a16="http://schemas.microsoft.com/office/drawing/2014/main" id="{6668A243-2AD6-417B-9DA0-F2B69CB2BCC6}"/>
              </a:ext>
            </a:extLst>
          </p:cNvPr>
          <p:cNvSpPr>
            <a:spLocks noGrp="1" noChangeArrowheads="1"/>
          </p:cNvSpPr>
          <p:nvPr>
            <p:ph type="title"/>
          </p:nvPr>
        </p:nvSpPr>
        <p:spPr>
          <a:xfrm>
            <a:off x="1908175" y="244475"/>
            <a:ext cx="8764588" cy="954088"/>
          </a:xfrm>
        </p:spPr>
        <p:txBody>
          <a:bodyPr/>
          <a:lstStyle/>
          <a:p>
            <a:pPr>
              <a:defRPr/>
            </a:pPr>
            <a:r>
              <a:rPr lang="en-US" dirty="0" err="1"/>
              <a:t>Ví</a:t>
            </a:r>
            <a:r>
              <a:rPr lang="en-US" dirty="0"/>
              <a:t> </a:t>
            </a:r>
            <a:r>
              <a:rPr lang="en-US" dirty="0" err="1"/>
              <a:t>dụ</a:t>
            </a:r>
            <a:r>
              <a:rPr lang="en-US" dirty="0"/>
              <a:t>: </a:t>
            </a:r>
            <a:r>
              <a:rPr lang="en-US" dirty="0" err="1"/>
              <a:t>chọn</a:t>
            </a:r>
            <a:r>
              <a:rPr lang="en-US" dirty="0"/>
              <a:t> </a:t>
            </a:r>
            <a:r>
              <a:rPr lang="en-US" dirty="0" err="1"/>
              <a:t>giữa</a:t>
            </a:r>
            <a:r>
              <a:rPr lang="en-US" dirty="0"/>
              <a:t> </a:t>
            </a:r>
            <a:r>
              <a:rPr lang="en-US" dirty="0" err="1"/>
              <a:t>nhiều</a:t>
            </a:r>
            <a:r>
              <a:rPr lang="en-US" dirty="0"/>
              <a:t> AS</a:t>
            </a:r>
          </a:p>
        </p:txBody>
      </p:sp>
      <p:sp>
        <p:nvSpPr>
          <p:cNvPr id="105477" name="Rectangle 3">
            <a:extLst>
              <a:ext uri="{FF2B5EF4-FFF2-40B4-BE49-F238E27FC236}">
                <a16:creationId xmlns:a16="http://schemas.microsoft.com/office/drawing/2014/main" id="{1500D9CC-1BE0-4140-9DA9-154CA280B7D6}"/>
              </a:ext>
            </a:extLst>
          </p:cNvPr>
          <p:cNvSpPr>
            <a:spLocks noGrp="1" noChangeArrowheads="1"/>
          </p:cNvSpPr>
          <p:nvPr>
            <p:ph type="body" idx="1"/>
          </p:nvPr>
        </p:nvSpPr>
        <p:spPr>
          <a:xfrm>
            <a:off x="1935164" y="1447800"/>
            <a:ext cx="7991475" cy="2247900"/>
          </a:xfrm>
        </p:spPr>
        <p:txBody>
          <a:bodyPr/>
          <a:lstStyle/>
          <a:p>
            <a:pPr>
              <a:lnSpc>
                <a:spcPct val="80000"/>
              </a:lnSpc>
            </a:pPr>
            <a:r>
              <a:rPr lang="en-US" altLang="en-US" sz="2400">
                <a:latin typeface="Comic Sans MS" panose="030F0702030302020204" pitchFamily="66" charset="0"/>
                <a:ea typeface="ＭＳ Ｐゴシック" panose="020B0600070205080204" pitchFamily="34" charset="-128"/>
              </a:rPr>
              <a:t>Bây giờ, giả sử AS1 học từ giao thức inter-AS mà subnet </a:t>
            </a:r>
            <a:r>
              <a:rPr lang="en-US" altLang="en-US" sz="2400" i="1">
                <a:solidFill>
                  <a:srgbClr val="CC0000"/>
                </a:solidFill>
                <a:latin typeface="Comic Sans MS" panose="030F0702030302020204" pitchFamily="66" charset="0"/>
                <a:ea typeface="ＭＳ Ｐゴシック" panose="020B0600070205080204" pitchFamily="34" charset="-128"/>
              </a:rPr>
              <a:t>x</a:t>
            </a:r>
            <a:r>
              <a:rPr lang="en-US" altLang="en-US" sz="2400">
                <a:latin typeface="Comic Sans MS" panose="030F0702030302020204" pitchFamily="66" charset="0"/>
                <a:ea typeface="ＭＳ Ｐゴシック" panose="020B0600070205080204" pitchFamily="34" charset="-128"/>
              </a:rPr>
              <a:t> có thể chạm tới từ AS3 và từ AS2.</a:t>
            </a:r>
          </a:p>
          <a:p>
            <a:pPr>
              <a:lnSpc>
                <a:spcPct val="80000"/>
              </a:lnSpc>
            </a:pPr>
            <a:r>
              <a:rPr lang="en-US" altLang="en-US" sz="2400">
                <a:latin typeface="Comic Sans MS" panose="030F0702030302020204" pitchFamily="66" charset="0"/>
                <a:ea typeface="ＭＳ Ｐゴシック" panose="020B0600070205080204" pitchFamily="34" charset="-128"/>
              </a:rPr>
              <a:t>Để cấu hình bảng forwarding, router 1d phải xác định gateway nào mà nó nên dùng để chuyển các packet đến đích </a:t>
            </a:r>
            <a:r>
              <a:rPr lang="en-US" altLang="en-US" sz="2400">
                <a:solidFill>
                  <a:srgbClr val="CC0000"/>
                </a:solidFill>
                <a:latin typeface="Comic Sans MS" panose="030F0702030302020204" pitchFamily="66" charset="0"/>
                <a:ea typeface="ＭＳ Ｐゴシック" panose="020B0600070205080204" pitchFamily="34" charset="-128"/>
              </a:rPr>
              <a:t>x </a:t>
            </a:r>
            <a:r>
              <a:rPr lang="en-US" altLang="en-US" sz="2400">
                <a:latin typeface="Comic Sans MS" panose="030F0702030302020204" pitchFamily="66" charset="0"/>
                <a:ea typeface="ＭＳ Ｐゴシック" panose="020B0600070205080204" pitchFamily="34" charset="-128"/>
              </a:rPr>
              <a:t> </a:t>
            </a:r>
          </a:p>
          <a:p>
            <a:pPr lvl="1">
              <a:lnSpc>
                <a:spcPct val="80000"/>
              </a:lnSpc>
            </a:pPr>
            <a:r>
              <a:rPr lang="en-US" altLang="en-US">
                <a:latin typeface="Comic Sans MS" panose="030F0702030302020204" pitchFamily="66" charset="0"/>
                <a:ea typeface="ＭＳ Ｐゴシック" panose="020B0600070205080204" pitchFamily="34" charset="-128"/>
              </a:rPr>
              <a:t>Đây cũng là công việc của giao thức định tuyến inter-AS!</a:t>
            </a:r>
          </a:p>
          <a:p>
            <a:endParaRPr lang="en-US" altLang="en-US" sz="2400">
              <a:latin typeface="Comic Sans MS" panose="030F0702030302020204" pitchFamily="66" charset="0"/>
              <a:ea typeface="ＭＳ Ｐゴシック" panose="020B0600070205080204" pitchFamily="34" charset="-128"/>
            </a:endParaRPr>
          </a:p>
        </p:txBody>
      </p:sp>
      <p:sp>
        <p:nvSpPr>
          <p:cNvPr id="105478" name="Freeform 4">
            <a:extLst>
              <a:ext uri="{FF2B5EF4-FFF2-40B4-BE49-F238E27FC236}">
                <a16:creationId xmlns:a16="http://schemas.microsoft.com/office/drawing/2014/main" id="{5393FF3F-C25E-40A8-BCC2-D647DB06A2A2}"/>
              </a:ext>
            </a:extLst>
          </p:cNvPr>
          <p:cNvSpPr>
            <a:spLocks/>
          </p:cNvSpPr>
          <p:nvPr/>
        </p:nvSpPr>
        <p:spPr bwMode="auto">
          <a:xfrm>
            <a:off x="8801101" y="4562475"/>
            <a:ext cx="1171575" cy="1758950"/>
          </a:xfrm>
          <a:custGeom>
            <a:avLst/>
            <a:gdLst>
              <a:gd name="T0" fmla="*/ 2147483647 w 738"/>
              <a:gd name="T1" fmla="*/ 2147483647 h 1108"/>
              <a:gd name="T2" fmla="*/ 2147483647 w 738"/>
              <a:gd name="T3" fmla="*/ 2147483647 h 1108"/>
              <a:gd name="T4" fmla="*/ 2147483647 w 738"/>
              <a:gd name="T5" fmla="*/ 2147483647 h 1108"/>
              <a:gd name="T6" fmla="*/ 2147483647 w 738"/>
              <a:gd name="T7" fmla="*/ 2147483647 h 1108"/>
              <a:gd name="T8" fmla="*/ 2147483647 w 738"/>
              <a:gd name="T9" fmla="*/ 2147483647 h 1108"/>
              <a:gd name="T10" fmla="*/ 2147483647 w 738"/>
              <a:gd name="T11" fmla="*/ 2147483647 h 1108"/>
              <a:gd name="T12" fmla="*/ 2147483647 w 738"/>
              <a:gd name="T13" fmla="*/ 2147483647 h 1108"/>
              <a:gd name="T14" fmla="*/ 2147483647 w 738"/>
              <a:gd name="T15" fmla="*/ 2147483647 h 1108"/>
              <a:gd name="T16" fmla="*/ 0 60000 65536"/>
              <a:gd name="T17" fmla="*/ 0 60000 65536"/>
              <a:gd name="T18" fmla="*/ 0 60000 65536"/>
              <a:gd name="T19" fmla="*/ 0 60000 65536"/>
              <a:gd name="T20" fmla="*/ 0 60000 65536"/>
              <a:gd name="T21" fmla="*/ 0 60000 65536"/>
              <a:gd name="T22" fmla="*/ 0 60000 65536"/>
              <a:gd name="T23" fmla="*/ 0 60000 65536"/>
              <a:gd name="T24" fmla="*/ 0 w 738"/>
              <a:gd name="T25" fmla="*/ 0 h 1108"/>
              <a:gd name="T26" fmla="*/ 738 w 738"/>
              <a:gd name="T27" fmla="*/ 1108 h 110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38" h="1108">
                <a:moveTo>
                  <a:pt x="32" y="394"/>
                </a:moveTo>
                <a:cubicBezTo>
                  <a:pt x="66" y="301"/>
                  <a:pt x="108" y="228"/>
                  <a:pt x="213" y="172"/>
                </a:cubicBezTo>
                <a:cubicBezTo>
                  <a:pt x="318" y="116"/>
                  <a:pt x="588" y="0"/>
                  <a:pt x="663" y="56"/>
                </a:cubicBezTo>
                <a:cubicBezTo>
                  <a:pt x="738" y="112"/>
                  <a:pt x="659" y="346"/>
                  <a:pt x="661" y="509"/>
                </a:cubicBezTo>
                <a:cubicBezTo>
                  <a:pt x="663" y="672"/>
                  <a:pt x="731" y="956"/>
                  <a:pt x="677" y="1032"/>
                </a:cubicBezTo>
                <a:cubicBezTo>
                  <a:pt x="623" y="1108"/>
                  <a:pt x="442" y="999"/>
                  <a:pt x="338" y="962"/>
                </a:cubicBezTo>
                <a:cubicBezTo>
                  <a:pt x="234" y="925"/>
                  <a:pt x="102" y="904"/>
                  <a:pt x="51" y="809"/>
                </a:cubicBezTo>
                <a:cubicBezTo>
                  <a:pt x="0" y="715"/>
                  <a:pt x="36" y="481"/>
                  <a:pt x="32" y="394"/>
                </a:cubicBezTo>
                <a:close/>
              </a:path>
            </a:pathLst>
          </a:custGeom>
          <a:gradFill rotWithShape="1">
            <a:gsLst>
              <a:gs pos="0">
                <a:srgbClr val="66CCFF"/>
              </a:gs>
              <a:gs pos="100000">
                <a:srgbClr val="FFFF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05479" name="Freeform 5">
            <a:extLst>
              <a:ext uri="{FF2B5EF4-FFF2-40B4-BE49-F238E27FC236}">
                <a16:creationId xmlns:a16="http://schemas.microsoft.com/office/drawing/2014/main" id="{742C3510-BB8A-4807-988D-7E707E49DBB5}"/>
              </a:ext>
            </a:extLst>
          </p:cNvPr>
          <p:cNvSpPr>
            <a:spLocks/>
          </p:cNvSpPr>
          <p:nvPr/>
        </p:nvSpPr>
        <p:spPr bwMode="auto">
          <a:xfrm>
            <a:off x="6754814" y="4872039"/>
            <a:ext cx="1944687" cy="1292225"/>
          </a:xfrm>
          <a:custGeom>
            <a:avLst/>
            <a:gdLst>
              <a:gd name="T0" fmla="*/ 2147483647 w 1162"/>
              <a:gd name="T1" fmla="*/ 2147483647 h 543"/>
              <a:gd name="T2" fmla="*/ 2147483647 w 1162"/>
              <a:gd name="T3" fmla="*/ 2147483647 h 543"/>
              <a:gd name="T4" fmla="*/ 2147483647 w 1162"/>
              <a:gd name="T5" fmla="*/ 2147483647 h 543"/>
              <a:gd name="T6" fmla="*/ 2147483647 w 1162"/>
              <a:gd name="T7" fmla="*/ 2147483647 h 543"/>
              <a:gd name="T8" fmla="*/ 2147483647 w 1162"/>
              <a:gd name="T9" fmla="*/ 2147483647 h 543"/>
              <a:gd name="T10" fmla="*/ 2147483647 w 1162"/>
              <a:gd name="T11" fmla="*/ 2147483647 h 543"/>
              <a:gd name="T12" fmla="*/ 2147483647 w 1162"/>
              <a:gd name="T13" fmla="*/ 2147483647 h 543"/>
              <a:gd name="T14" fmla="*/ 2147483647 w 1162"/>
              <a:gd name="T15" fmla="*/ 2147483647 h 543"/>
              <a:gd name="T16" fmla="*/ 0 60000 65536"/>
              <a:gd name="T17" fmla="*/ 0 60000 65536"/>
              <a:gd name="T18" fmla="*/ 0 60000 65536"/>
              <a:gd name="T19" fmla="*/ 0 60000 65536"/>
              <a:gd name="T20" fmla="*/ 0 60000 65536"/>
              <a:gd name="T21" fmla="*/ 0 60000 65536"/>
              <a:gd name="T22" fmla="*/ 0 60000 65536"/>
              <a:gd name="T23" fmla="*/ 0 60000 65536"/>
              <a:gd name="T24" fmla="*/ 0 w 1162"/>
              <a:gd name="T25" fmla="*/ 0 h 543"/>
              <a:gd name="T26" fmla="*/ 1162 w 1162"/>
              <a:gd name="T27" fmla="*/ 543 h 54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62" h="543">
                <a:moveTo>
                  <a:pt x="56" y="162"/>
                </a:moveTo>
                <a:cubicBezTo>
                  <a:pt x="115" y="100"/>
                  <a:pt x="221" y="28"/>
                  <a:pt x="368" y="14"/>
                </a:cubicBezTo>
                <a:cubicBezTo>
                  <a:pt x="515" y="0"/>
                  <a:pt x="811" y="42"/>
                  <a:pt x="940" y="79"/>
                </a:cubicBezTo>
                <a:cubicBezTo>
                  <a:pt x="1069" y="116"/>
                  <a:pt x="1126" y="177"/>
                  <a:pt x="1144" y="239"/>
                </a:cubicBezTo>
                <a:cubicBezTo>
                  <a:pt x="1162" y="301"/>
                  <a:pt x="1141" y="401"/>
                  <a:pt x="1048" y="451"/>
                </a:cubicBezTo>
                <a:cubicBezTo>
                  <a:pt x="955" y="501"/>
                  <a:pt x="746" y="543"/>
                  <a:pt x="586" y="541"/>
                </a:cubicBezTo>
                <a:cubicBezTo>
                  <a:pt x="426" y="539"/>
                  <a:pt x="176" y="502"/>
                  <a:pt x="88" y="439"/>
                </a:cubicBezTo>
                <a:cubicBezTo>
                  <a:pt x="0" y="376"/>
                  <a:pt x="63" y="220"/>
                  <a:pt x="56" y="162"/>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05480" name="Freeform 6">
            <a:extLst>
              <a:ext uri="{FF2B5EF4-FFF2-40B4-BE49-F238E27FC236}">
                <a16:creationId xmlns:a16="http://schemas.microsoft.com/office/drawing/2014/main" id="{A4DD0031-D248-42DE-A145-F9475A0EA953}"/>
              </a:ext>
            </a:extLst>
          </p:cNvPr>
          <p:cNvSpPr>
            <a:spLocks/>
          </p:cNvSpPr>
          <p:nvPr/>
        </p:nvSpPr>
        <p:spPr bwMode="auto">
          <a:xfrm>
            <a:off x="3001964" y="4164014"/>
            <a:ext cx="1679575" cy="1411287"/>
          </a:xfrm>
          <a:custGeom>
            <a:avLst/>
            <a:gdLst>
              <a:gd name="T0" fmla="*/ 2147483647 w 1198"/>
              <a:gd name="T1" fmla="*/ 2147483647 h 451"/>
              <a:gd name="T2" fmla="*/ 2147483647 w 1198"/>
              <a:gd name="T3" fmla="*/ 2147483647 h 451"/>
              <a:gd name="T4" fmla="*/ 2147483647 w 1198"/>
              <a:gd name="T5" fmla="*/ 2147483647 h 451"/>
              <a:gd name="T6" fmla="*/ 2147483647 w 1198"/>
              <a:gd name="T7" fmla="*/ 2147483647 h 451"/>
              <a:gd name="T8" fmla="*/ 2147483647 w 1198"/>
              <a:gd name="T9" fmla="*/ 2147483647 h 451"/>
              <a:gd name="T10" fmla="*/ 2147483647 w 1198"/>
              <a:gd name="T11" fmla="*/ 2147483647 h 451"/>
              <a:gd name="T12" fmla="*/ 2147483647 w 1198"/>
              <a:gd name="T13" fmla="*/ 2147483647 h 451"/>
              <a:gd name="T14" fmla="*/ 2147483647 w 1198"/>
              <a:gd name="T15" fmla="*/ 2147483647 h 451"/>
              <a:gd name="T16" fmla="*/ 2147483647 w 1198"/>
              <a:gd name="T17" fmla="*/ 2147483647 h 45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98"/>
              <a:gd name="T28" fmla="*/ 0 h 451"/>
              <a:gd name="T29" fmla="*/ 1198 w 1198"/>
              <a:gd name="T30" fmla="*/ 451 h 45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98" h="451">
                <a:moveTo>
                  <a:pt x="88" y="181"/>
                </a:moveTo>
                <a:cubicBezTo>
                  <a:pt x="159" y="143"/>
                  <a:pt x="120" y="111"/>
                  <a:pt x="180" y="89"/>
                </a:cubicBezTo>
                <a:cubicBezTo>
                  <a:pt x="240" y="67"/>
                  <a:pt x="313" y="60"/>
                  <a:pt x="448" y="49"/>
                </a:cubicBezTo>
                <a:cubicBezTo>
                  <a:pt x="583" y="38"/>
                  <a:pt x="866" y="0"/>
                  <a:pt x="988" y="25"/>
                </a:cubicBezTo>
                <a:cubicBezTo>
                  <a:pt x="1110" y="50"/>
                  <a:pt x="1198" y="132"/>
                  <a:pt x="1181" y="197"/>
                </a:cubicBezTo>
                <a:cubicBezTo>
                  <a:pt x="1164" y="262"/>
                  <a:pt x="1034" y="375"/>
                  <a:pt x="889" y="413"/>
                </a:cubicBezTo>
                <a:cubicBezTo>
                  <a:pt x="744" y="451"/>
                  <a:pt x="449" y="438"/>
                  <a:pt x="307" y="425"/>
                </a:cubicBezTo>
                <a:cubicBezTo>
                  <a:pt x="165" y="412"/>
                  <a:pt x="72" y="378"/>
                  <a:pt x="36" y="337"/>
                </a:cubicBezTo>
                <a:cubicBezTo>
                  <a:pt x="0" y="296"/>
                  <a:pt x="77" y="213"/>
                  <a:pt x="88" y="181"/>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05481" name="Freeform 7">
            <a:extLst>
              <a:ext uri="{FF2B5EF4-FFF2-40B4-BE49-F238E27FC236}">
                <a16:creationId xmlns:a16="http://schemas.microsoft.com/office/drawing/2014/main" id="{7D5AA4CA-0437-4D29-9054-BF284F64FB9B}"/>
              </a:ext>
            </a:extLst>
          </p:cNvPr>
          <p:cNvSpPr>
            <a:spLocks/>
          </p:cNvSpPr>
          <p:nvPr/>
        </p:nvSpPr>
        <p:spPr bwMode="auto">
          <a:xfrm>
            <a:off x="3632200" y="4908551"/>
            <a:ext cx="400050" cy="180975"/>
          </a:xfrm>
          <a:custGeom>
            <a:avLst/>
            <a:gdLst>
              <a:gd name="T0" fmla="*/ 0 w 252"/>
              <a:gd name="T1" fmla="*/ 2147483647 h 114"/>
              <a:gd name="T2" fmla="*/ 2147483647 w 252"/>
              <a:gd name="T3" fmla="*/ 0 h 114"/>
              <a:gd name="T4" fmla="*/ 0 60000 65536"/>
              <a:gd name="T5" fmla="*/ 0 60000 65536"/>
              <a:gd name="T6" fmla="*/ 0 w 252"/>
              <a:gd name="T7" fmla="*/ 0 h 114"/>
              <a:gd name="T8" fmla="*/ 252 w 252"/>
              <a:gd name="T9" fmla="*/ 114 h 114"/>
            </a:gdLst>
            <a:ahLst/>
            <a:cxnLst>
              <a:cxn ang="T4">
                <a:pos x="T0" y="T1"/>
              </a:cxn>
              <a:cxn ang="T5">
                <a:pos x="T2" y="T3"/>
              </a:cxn>
            </a:cxnLst>
            <a:rect l="T6" t="T7" r="T8" b="T9"/>
            <a:pathLst>
              <a:path w="252" h="114">
                <a:moveTo>
                  <a:pt x="0" y="114"/>
                </a:moveTo>
                <a:lnTo>
                  <a:pt x="252"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05482" name="Text Box 8">
            <a:extLst>
              <a:ext uri="{FF2B5EF4-FFF2-40B4-BE49-F238E27FC236}">
                <a16:creationId xmlns:a16="http://schemas.microsoft.com/office/drawing/2014/main" id="{84A7F824-3CB7-4219-B3B5-E823A29A6CCF}"/>
              </a:ext>
            </a:extLst>
          </p:cNvPr>
          <p:cNvSpPr txBox="1">
            <a:spLocks noChangeArrowheads="1"/>
          </p:cNvSpPr>
          <p:nvPr/>
        </p:nvSpPr>
        <p:spPr bwMode="auto">
          <a:xfrm>
            <a:off x="3576638" y="5129214"/>
            <a:ext cx="6651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2000"/>
              <a:t>AS3</a:t>
            </a:r>
            <a:endParaRPr lang="en-US" altLang="en-US"/>
          </a:p>
        </p:txBody>
      </p:sp>
      <p:sp>
        <p:nvSpPr>
          <p:cNvPr id="105483" name="Text Box 9">
            <a:extLst>
              <a:ext uri="{FF2B5EF4-FFF2-40B4-BE49-F238E27FC236}">
                <a16:creationId xmlns:a16="http://schemas.microsoft.com/office/drawing/2014/main" id="{1E63A614-19B4-4286-B49E-C2ECB7F26F3C}"/>
              </a:ext>
            </a:extLst>
          </p:cNvPr>
          <p:cNvSpPr txBox="1">
            <a:spLocks noChangeArrowheads="1"/>
          </p:cNvSpPr>
          <p:nvPr/>
        </p:nvSpPr>
        <p:spPr bwMode="auto">
          <a:xfrm>
            <a:off x="7391400" y="5794376"/>
            <a:ext cx="6159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AS2</a:t>
            </a:r>
          </a:p>
        </p:txBody>
      </p:sp>
      <p:sp>
        <p:nvSpPr>
          <p:cNvPr id="105484" name="Line 10">
            <a:extLst>
              <a:ext uri="{FF2B5EF4-FFF2-40B4-BE49-F238E27FC236}">
                <a16:creationId xmlns:a16="http://schemas.microsoft.com/office/drawing/2014/main" id="{4E1FBFD2-72D0-4C3D-A835-348615D1B2D5}"/>
              </a:ext>
            </a:extLst>
          </p:cNvPr>
          <p:cNvSpPr>
            <a:spLocks noChangeShapeType="1"/>
          </p:cNvSpPr>
          <p:nvPr/>
        </p:nvSpPr>
        <p:spPr bwMode="auto">
          <a:xfrm flipV="1">
            <a:off x="7270751" y="5283200"/>
            <a:ext cx="434975" cy="1920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5485" name="Line 11">
            <a:extLst>
              <a:ext uri="{FF2B5EF4-FFF2-40B4-BE49-F238E27FC236}">
                <a16:creationId xmlns:a16="http://schemas.microsoft.com/office/drawing/2014/main" id="{9B496075-80B3-40D4-A766-7EC62EE5C515}"/>
              </a:ext>
            </a:extLst>
          </p:cNvPr>
          <p:cNvSpPr>
            <a:spLocks noChangeShapeType="1"/>
          </p:cNvSpPr>
          <p:nvPr/>
        </p:nvSpPr>
        <p:spPr bwMode="auto">
          <a:xfrm flipH="1" flipV="1">
            <a:off x="3848100" y="4641851"/>
            <a:ext cx="241300" cy="1746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5486" name="Line 12">
            <a:extLst>
              <a:ext uri="{FF2B5EF4-FFF2-40B4-BE49-F238E27FC236}">
                <a16:creationId xmlns:a16="http://schemas.microsoft.com/office/drawing/2014/main" id="{662F1D6E-31EB-406C-BE72-BB5607D4C372}"/>
              </a:ext>
            </a:extLst>
          </p:cNvPr>
          <p:cNvSpPr>
            <a:spLocks noChangeShapeType="1"/>
          </p:cNvSpPr>
          <p:nvPr/>
        </p:nvSpPr>
        <p:spPr bwMode="auto">
          <a:xfrm flipH="1">
            <a:off x="3406775" y="4635500"/>
            <a:ext cx="147638" cy="37623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05487" name="Group 13">
            <a:extLst>
              <a:ext uri="{FF2B5EF4-FFF2-40B4-BE49-F238E27FC236}">
                <a16:creationId xmlns:a16="http://schemas.microsoft.com/office/drawing/2014/main" id="{4F350295-7C8B-4A0D-88B0-D9C7A8C27A44}"/>
              </a:ext>
            </a:extLst>
          </p:cNvPr>
          <p:cNvGrpSpPr>
            <a:grpSpLocks/>
          </p:cNvGrpSpPr>
          <p:nvPr/>
        </p:nvGrpSpPr>
        <p:grpSpPr bwMode="auto">
          <a:xfrm>
            <a:off x="3143250" y="4903789"/>
            <a:ext cx="501650" cy="396875"/>
            <a:chOff x="873" y="3243"/>
            <a:chExt cx="316" cy="250"/>
          </a:xfrm>
        </p:grpSpPr>
        <p:sp>
          <p:nvSpPr>
            <p:cNvPr id="105592" name="Oval 14">
              <a:extLst>
                <a:ext uri="{FF2B5EF4-FFF2-40B4-BE49-F238E27FC236}">
                  <a16:creationId xmlns:a16="http://schemas.microsoft.com/office/drawing/2014/main" id="{6BAB85F2-777C-459D-A849-2DECAB4FE585}"/>
                </a:ext>
              </a:extLst>
            </p:cNvPr>
            <p:cNvSpPr>
              <a:spLocks noChangeArrowheads="1"/>
            </p:cNvSpPr>
            <p:nvPr/>
          </p:nvSpPr>
          <p:spPr bwMode="auto">
            <a:xfrm>
              <a:off x="876" y="3361"/>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5593" name="Line 15">
              <a:extLst>
                <a:ext uri="{FF2B5EF4-FFF2-40B4-BE49-F238E27FC236}">
                  <a16:creationId xmlns:a16="http://schemas.microsoft.com/office/drawing/2014/main" id="{89B1513B-5382-4346-BFCD-A783BF9384F3}"/>
                </a:ext>
              </a:extLst>
            </p:cNvPr>
            <p:cNvSpPr>
              <a:spLocks noChangeShapeType="1"/>
            </p:cNvSpPr>
            <p:nvPr/>
          </p:nvSpPr>
          <p:spPr bwMode="auto">
            <a:xfrm>
              <a:off x="876" y="3354"/>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594" name="Line 16">
              <a:extLst>
                <a:ext uri="{FF2B5EF4-FFF2-40B4-BE49-F238E27FC236}">
                  <a16:creationId xmlns:a16="http://schemas.microsoft.com/office/drawing/2014/main" id="{DEB276B0-C715-4A3D-AEF3-D9CD0B10210D}"/>
                </a:ext>
              </a:extLst>
            </p:cNvPr>
            <p:cNvSpPr>
              <a:spLocks noChangeShapeType="1"/>
            </p:cNvSpPr>
            <p:nvPr/>
          </p:nvSpPr>
          <p:spPr bwMode="auto">
            <a:xfrm>
              <a:off x="1189" y="3354"/>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595" name="Rectangle 17">
              <a:extLst>
                <a:ext uri="{FF2B5EF4-FFF2-40B4-BE49-F238E27FC236}">
                  <a16:creationId xmlns:a16="http://schemas.microsoft.com/office/drawing/2014/main" id="{911C21D6-3277-4036-84A9-6A96823DAB97}"/>
                </a:ext>
              </a:extLst>
            </p:cNvPr>
            <p:cNvSpPr>
              <a:spLocks noChangeArrowheads="1"/>
            </p:cNvSpPr>
            <p:nvPr/>
          </p:nvSpPr>
          <p:spPr bwMode="auto">
            <a:xfrm>
              <a:off x="876" y="3354"/>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105596" name="Oval 18">
              <a:extLst>
                <a:ext uri="{FF2B5EF4-FFF2-40B4-BE49-F238E27FC236}">
                  <a16:creationId xmlns:a16="http://schemas.microsoft.com/office/drawing/2014/main" id="{8DEB81A9-AC0A-4A83-9BD9-EBE0A7459C6B}"/>
                </a:ext>
              </a:extLst>
            </p:cNvPr>
            <p:cNvSpPr>
              <a:spLocks noChangeArrowheads="1"/>
            </p:cNvSpPr>
            <p:nvPr/>
          </p:nvSpPr>
          <p:spPr bwMode="auto">
            <a:xfrm>
              <a:off x="873" y="3295"/>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5597" name="Rectangle 19">
              <a:extLst>
                <a:ext uri="{FF2B5EF4-FFF2-40B4-BE49-F238E27FC236}">
                  <a16:creationId xmlns:a16="http://schemas.microsoft.com/office/drawing/2014/main" id="{B635193A-6620-438F-8D9E-CA65986D2DBE}"/>
                </a:ext>
              </a:extLst>
            </p:cNvPr>
            <p:cNvSpPr>
              <a:spLocks noChangeArrowheads="1"/>
            </p:cNvSpPr>
            <p:nvPr/>
          </p:nvSpPr>
          <p:spPr bwMode="auto">
            <a:xfrm>
              <a:off x="960" y="3308"/>
              <a:ext cx="141" cy="124"/>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5598" name="Text Box 20">
              <a:extLst>
                <a:ext uri="{FF2B5EF4-FFF2-40B4-BE49-F238E27FC236}">
                  <a16:creationId xmlns:a16="http://schemas.microsoft.com/office/drawing/2014/main" id="{161A18AF-3E77-448C-8A04-A7804302D412}"/>
                </a:ext>
              </a:extLst>
            </p:cNvPr>
            <p:cNvSpPr txBox="1">
              <a:spLocks noChangeArrowheads="1"/>
            </p:cNvSpPr>
            <p:nvPr/>
          </p:nvSpPr>
          <p:spPr bwMode="auto">
            <a:xfrm>
              <a:off x="887" y="3243"/>
              <a:ext cx="29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3b</a:t>
              </a:r>
              <a:endParaRPr lang="en-US" altLang="en-US" sz="2400"/>
            </a:p>
          </p:txBody>
        </p:sp>
      </p:grpSp>
      <p:grpSp>
        <p:nvGrpSpPr>
          <p:cNvPr id="105488" name="Group 21">
            <a:extLst>
              <a:ext uri="{FF2B5EF4-FFF2-40B4-BE49-F238E27FC236}">
                <a16:creationId xmlns:a16="http://schemas.microsoft.com/office/drawing/2014/main" id="{2978385D-67B4-4B70-A9F3-F5D36CA4F53B}"/>
              </a:ext>
            </a:extLst>
          </p:cNvPr>
          <p:cNvGrpSpPr>
            <a:grpSpLocks/>
          </p:cNvGrpSpPr>
          <p:nvPr/>
        </p:nvGrpSpPr>
        <p:grpSpPr bwMode="auto">
          <a:xfrm>
            <a:off x="3413125" y="4327526"/>
            <a:ext cx="501650" cy="396875"/>
            <a:chOff x="2016" y="1976"/>
            <a:chExt cx="316" cy="250"/>
          </a:xfrm>
        </p:grpSpPr>
        <p:sp>
          <p:nvSpPr>
            <p:cNvPr id="105584" name="Oval 22">
              <a:extLst>
                <a:ext uri="{FF2B5EF4-FFF2-40B4-BE49-F238E27FC236}">
                  <a16:creationId xmlns:a16="http://schemas.microsoft.com/office/drawing/2014/main" id="{06106198-33B6-451C-8CBB-8F69DF2EE0B9}"/>
                </a:ext>
              </a:extLst>
            </p:cNvPr>
            <p:cNvSpPr>
              <a:spLocks noChangeArrowheads="1"/>
            </p:cNvSpPr>
            <p:nvPr/>
          </p:nvSpPr>
          <p:spPr bwMode="auto">
            <a:xfrm>
              <a:off x="2019" y="2102"/>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5585" name="Line 23">
              <a:extLst>
                <a:ext uri="{FF2B5EF4-FFF2-40B4-BE49-F238E27FC236}">
                  <a16:creationId xmlns:a16="http://schemas.microsoft.com/office/drawing/2014/main" id="{5FB7265F-1608-4C66-A278-CDBF37D6785C}"/>
                </a:ext>
              </a:extLst>
            </p:cNvPr>
            <p:cNvSpPr>
              <a:spLocks noChangeShapeType="1"/>
            </p:cNvSpPr>
            <p:nvPr/>
          </p:nvSpPr>
          <p:spPr bwMode="auto">
            <a:xfrm>
              <a:off x="2019" y="2095"/>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586" name="Line 24">
              <a:extLst>
                <a:ext uri="{FF2B5EF4-FFF2-40B4-BE49-F238E27FC236}">
                  <a16:creationId xmlns:a16="http://schemas.microsoft.com/office/drawing/2014/main" id="{A5E450B3-B999-4995-B585-CE84414C029B}"/>
                </a:ext>
              </a:extLst>
            </p:cNvPr>
            <p:cNvSpPr>
              <a:spLocks noChangeShapeType="1"/>
            </p:cNvSpPr>
            <p:nvPr/>
          </p:nvSpPr>
          <p:spPr bwMode="auto">
            <a:xfrm>
              <a:off x="2332" y="2095"/>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587" name="Rectangle 25">
              <a:extLst>
                <a:ext uri="{FF2B5EF4-FFF2-40B4-BE49-F238E27FC236}">
                  <a16:creationId xmlns:a16="http://schemas.microsoft.com/office/drawing/2014/main" id="{4BC64906-AE22-4B21-B345-5E4961339EE7}"/>
                </a:ext>
              </a:extLst>
            </p:cNvPr>
            <p:cNvSpPr>
              <a:spLocks noChangeArrowheads="1"/>
            </p:cNvSpPr>
            <p:nvPr/>
          </p:nvSpPr>
          <p:spPr bwMode="auto">
            <a:xfrm>
              <a:off x="2019" y="2095"/>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105588" name="Oval 26">
              <a:extLst>
                <a:ext uri="{FF2B5EF4-FFF2-40B4-BE49-F238E27FC236}">
                  <a16:creationId xmlns:a16="http://schemas.microsoft.com/office/drawing/2014/main" id="{F77CAEDA-6240-4B1E-9B6C-58057D93F4A2}"/>
                </a:ext>
              </a:extLst>
            </p:cNvPr>
            <p:cNvSpPr>
              <a:spLocks noChangeArrowheads="1"/>
            </p:cNvSpPr>
            <p:nvPr/>
          </p:nvSpPr>
          <p:spPr bwMode="auto">
            <a:xfrm>
              <a:off x="2016" y="2036"/>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nvGrpSpPr>
            <p:cNvPr id="105589" name="Group 27">
              <a:extLst>
                <a:ext uri="{FF2B5EF4-FFF2-40B4-BE49-F238E27FC236}">
                  <a16:creationId xmlns:a16="http://schemas.microsoft.com/office/drawing/2014/main" id="{1A5CFFEB-1741-4E6F-9009-7962364E3273}"/>
                </a:ext>
              </a:extLst>
            </p:cNvPr>
            <p:cNvGrpSpPr>
              <a:grpSpLocks/>
            </p:cNvGrpSpPr>
            <p:nvPr/>
          </p:nvGrpSpPr>
          <p:grpSpPr bwMode="auto">
            <a:xfrm>
              <a:off x="2032" y="1976"/>
              <a:ext cx="285" cy="250"/>
              <a:chOff x="2912" y="2425"/>
              <a:chExt cx="290" cy="250"/>
            </a:xfrm>
          </p:grpSpPr>
          <p:sp>
            <p:nvSpPr>
              <p:cNvPr id="105590" name="Rectangle 28">
                <a:extLst>
                  <a:ext uri="{FF2B5EF4-FFF2-40B4-BE49-F238E27FC236}">
                    <a16:creationId xmlns:a16="http://schemas.microsoft.com/office/drawing/2014/main" id="{B8B67C11-DA42-41E4-8B31-C848102D06A8}"/>
                  </a:ext>
                </a:extLst>
              </p:cNvPr>
              <p:cNvSpPr>
                <a:spLocks noChangeArrowheads="1"/>
              </p:cNvSpPr>
              <p:nvPr/>
            </p:nvSpPr>
            <p:spPr bwMode="auto">
              <a:xfrm>
                <a:off x="2982" y="2490"/>
                <a:ext cx="142"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5591" name="Text Box 29">
                <a:extLst>
                  <a:ext uri="{FF2B5EF4-FFF2-40B4-BE49-F238E27FC236}">
                    <a16:creationId xmlns:a16="http://schemas.microsoft.com/office/drawing/2014/main" id="{B2B9F7AF-640B-4E00-B77F-6315AF575347}"/>
                  </a:ext>
                </a:extLst>
              </p:cNvPr>
              <p:cNvSpPr txBox="1">
                <a:spLocks noChangeArrowheads="1"/>
              </p:cNvSpPr>
              <p:nvPr/>
            </p:nvSpPr>
            <p:spPr bwMode="auto">
              <a:xfrm>
                <a:off x="2912" y="2425"/>
                <a:ext cx="29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3c</a:t>
                </a:r>
                <a:endParaRPr lang="en-US" altLang="en-US" sz="2400"/>
              </a:p>
            </p:txBody>
          </p:sp>
        </p:grpSp>
      </p:grpSp>
      <p:grpSp>
        <p:nvGrpSpPr>
          <p:cNvPr id="105489" name="Group 30">
            <a:extLst>
              <a:ext uri="{FF2B5EF4-FFF2-40B4-BE49-F238E27FC236}">
                <a16:creationId xmlns:a16="http://schemas.microsoft.com/office/drawing/2014/main" id="{29B7A48B-554D-4468-935F-5AFA6753A7D7}"/>
              </a:ext>
            </a:extLst>
          </p:cNvPr>
          <p:cNvGrpSpPr>
            <a:grpSpLocks/>
          </p:cNvGrpSpPr>
          <p:nvPr/>
        </p:nvGrpSpPr>
        <p:grpSpPr bwMode="auto">
          <a:xfrm>
            <a:off x="3990975" y="4702176"/>
            <a:ext cx="501650" cy="396875"/>
            <a:chOff x="1434" y="3104"/>
            <a:chExt cx="316" cy="250"/>
          </a:xfrm>
        </p:grpSpPr>
        <p:grpSp>
          <p:nvGrpSpPr>
            <p:cNvPr id="105576" name="Group 31">
              <a:extLst>
                <a:ext uri="{FF2B5EF4-FFF2-40B4-BE49-F238E27FC236}">
                  <a16:creationId xmlns:a16="http://schemas.microsoft.com/office/drawing/2014/main" id="{7EF63970-5BCB-4545-A7FE-59D1C3730B75}"/>
                </a:ext>
              </a:extLst>
            </p:cNvPr>
            <p:cNvGrpSpPr>
              <a:grpSpLocks/>
            </p:cNvGrpSpPr>
            <p:nvPr/>
          </p:nvGrpSpPr>
          <p:grpSpPr bwMode="auto">
            <a:xfrm>
              <a:off x="1434" y="3163"/>
              <a:ext cx="316" cy="147"/>
              <a:chOff x="1434" y="3163"/>
              <a:chExt cx="316" cy="147"/>
            </a:xfrm>
          </p:grpSpPr>
          <p:sp>
            <p:nvSpPr>
              <p:cNvPr id="105578" name="Oval 32">
                <a:extLst>
                  <a:ext uri="{FF2B5EF4-FFF2-40B4-BE49-F238E27FC236}">
                    <a16:creationId xmlns:a16="http://schemas.microsoft.com/office/drawing/2014/main" id="{25F5CFEA-090E-446F-9F74-0442C75270D5}"/>
                  </a:ext>
                </a:extLst>
              </p:cNvPr>
              <p:cNvSpPr>
                <a:spLocks noChangeArrowheads="1"/>
              </p:cNvSpPr>
              <p:nvPr/>
            </p:nvSpPr>
            <p:spPr bwMode="auto">
              <a:xfrm>
                <a:off x="1437" y="3229"/>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5579" name="Line 33">
                <a:extLst>
                  <a:ext uri="{FF2B5EF4-FFF2-40B4-BE49-F238E27FC236}">
                    <a16:creationId xmlns:a16="http://schemas.microsoft.com/office/drawing/2014/main" id="{D2642921-CA16-4CFD-99F7-46D5971BC189}"/>
                  </a:ext>
                </a:extLst>
              </p:cNvPr>
              <p:cNvSpPr>
                <a:spLocks noChangeShapeType="1"/>
              </p:cNvSpPr>
              <p:nvPr/>
            </p:nvSpPr>
            <p:spPr bwMode="auto">
              <a:xfrm>
                <a:off x="1437" y="3222"/>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580" name="Line 34">
                <a:extLst>
                  <a:ext uri="{FF2B5EF4-FFF2-40B4-BE49-F238E27FC236}">
                    <a16:creationId xmlns:a16="http://schemas.microsoft.com/office/drawing/2014/main" id="{C0D8EEEE-0D44-4307-99E2-8D1B3CF529F8}"/>
                  </a:ext>
                </a:extLst>
              </p:cNvPr>
              <p:cNvSpPr>
                <a:spLocks noChangeShapeType="1"/>
              </p:cNvSpPr>
              <p:nvPr/>
            </p:nvSpPr>
            <p:spPr bwMode="auto">
              <a:xfrm>
                <a:off x="1750" y="3222"/>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581" name="Rectangle 35">
                <a:extLst>
                  <a:ext uri="{FF2B5EF4-FFF2-40B4-BE49-F238E27FC236}">
                    <a16:creationId xmlns:a16="http://schemas.microsoft.com/office/drawing/2014/main" id="{8DCFCB70-F3CE-454E-B60C-93FF1D23FB25}"/>
                  </a:ext>
                </a:extLst>
              </p:cNvPr>
              <p:cNvSpPr>
                <a:spLocks noChangeArrowheads="1"/>
              </p:cNvSpPr>
              <p:nvPr/>
            </p:nvSpPr>
            <p:spPr bwMode="auto">
              <a:xfrm>
                <a:off x="1437" y="3222"/>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105582" name="Oval 36">
                <a:extLst>
                  <a:ext uri="{FF2B5EF4-FFF2-40B4-BE49-F238E27FC236}">
                    <a16:creationId xmlns:a16="http://schemas.microsoft.com/office/drawing/2014/main" id="{CB707A9E-375E-4871-9371-2B630B3EC487}"/>
                  </a:ext>
                </a:extLst>
              </p:cNvPr>
              <p:cNvSpPr>
                <a:spLocks noChangeArrowheads="1"/>
              </p:cNvSpPr>
              <p:nvPr/>
            </p:nvSpPr>
            <p:spPr bwMode="auto">
              <a:xfrm>
                <a:off x="1434" y="3163"/>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5583" name="Rectangle 37">
                <a:extLst>
                  <a:ext uri="{FF2B5EF4-FFF2-40B4-BE49-F238E27FC236}">
                    <a16:creationId xmlns:a16="http://schemas.microsoft.com/office/drawing/2014/main" id="{3BF481F0-7AC1-4FBC-B3DE-3DB8079920EC}"/>
                  </a:ext>
                </a:extLst>
              </p:cNvPr>
              <p:cNvSpPr>
                <a:spLocks noChangeArrowheads="1"/>
              </p:cNvSpPr>
              <p:nvPr/>
            </p:nvSpPr>
            <p:spPr bwMode="auto">
              <a:xfrm>
                <a:off x="1521" y="3176"/>
                <a:ext cx="142" cy="110"/>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sp>
          <p:nvSpPr>
            <p:cNvPr id="105577" name="Text Box 38">
              <a:extLst>
                <a:ext uri="{FF2B5EF4-FFF2-40B4-BE49-F238E27FC236}">
                  <a16:creationId xmlns:a16="http://schemas.microsoft.com/office/drawing/2014/main" id="{1A154CA5-46D5-4761-BE44-786BDAAD2190}"/>
                </a:ext>
              </a:extLst>
            </p:cNvPr>
            <p:cNvSpPr txBox="1">
              <a:spLocks noChangeArrowheads="1"/>
            </p:cNvSpPr>
            <p:nvPr/>
          </p:nvSpPr>
          <p:spPr bwMode="auto">
            <a:xfrm>
              <a:off x="1448" y="3104"/>
              <a:ext cx="29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3a</a:t>
              </a:r>
              <a:endParaRPr lang="en-US" altLang="en-US" sz="2400"/>
            </a:p>
          </p:txBody>
        </p:sp>
      </p:grpSp>
      <p:grpSp>
        <p:nvGrpSpPr>
          <p:cNvPr id="105490" name="Group 39">
            <a:extLst>
              <a:ext uri="{FF2B5EF4-FFF2-40B4-BE49-F238E27FC236}">
                <a16:creationId xmlns:a16="http://schemas.microsoft.com/office/drawing/2014/main" id="{0717A797-15B1-443F-A2A5-D05A4140D113}"/>
              </a:ext>
            </a:extLst>
          </p:cNvPr>
          <p:cNvGrpSpPr>
            <a:grpSpLocks/>
          </p:cNvGrpSpPr>
          <p:nvPr/>
        </p:nvGrpSpPr>
        <p:grpSpPr bwMode="auto">
          <a:xfrm>
            <a:off x="4019550" y="5227638"/>
            <a:ext cx="2660650" cy="1122362"/>
            <a:chOff x="1572" y="3293"/>
            <a:chExt cx="1676" cy="707"/>
          </a:xfrm>
        </p:grpSpPr>
        <p:sp>
          <p:nvSpPr>
            <p:cNvPr id="105533" name="Freeform 40">
              <a:extLst>
                <a:ext uri="{FF2B5EF4-FFF2-40B4-BE49-F238E27FC236}">
                  <a16:creationId xmlns:a16="http://schemas.microsoft.com/office/drawing/2014/main" id="{BB4812EA-CADB-4B60-BB21-1453A0406717}"/>
                </a:ext>
              </a:extLst>
            </p:cNvPr>
            <p:cNvSpPr>
              <a:spLocks/>
            </p:cNvSpPr>
            <p:nvPr/>
          </p:nvSpPr>
          <p:spPr bwMode="auto">
            <a:xfrm>
              <a:off x="1572" y="3293"/>
              <a:ext cx="1676" cy="707"/>
            </a:xfrm>
            <a:custGeom>
              <a:avLst/>
              <a:gdLst>
                <a:gd name="T0" fmla="*/ 542 w 1583"/>
                <a:gd name="T1" fmla="*/ 496 h 682"/>
                <a:gd name="T2" fmla="*/ 1429 w 1583"/>
                <a:gd name="T3" fmla="*/ 163 h 682"/>
                <a:gd name="T4" fmla="*/ 2760 w 1583"/>
                <a:gd name="T5" fmla="*/ 43 h 682"/>
                <a:gd name="T6" fmla="*/ 4060 w 1583"/>
                <a:gd name="T7" fmla="*/ 429 h 682"/>
                <a:gd name="T8" fmla="*/ 5490 w 1583"/>
                <a:gd name="T9" fmla="*/ 943 h 682"/>
                <a:gd name="T10" fmla="*/ 4465 w 1583"/>
                <a:gd name="T11" fmla="*/ 1418 h 682"/>
                <a:gd name="T12" fmla="*/ 2421 w 1583"/>
                <a:gd name="T13" fmla="*/ 1448 h 682"/>
                <a:gd name="T14" fmla="*/ 313 w 1583"/>
                <a:gd name="T15" fmla="*/ 1313 h 682"/>
                <a:gd name="T16" fmla="*/ 542 w 1583"/>
                <a:gd name="T17" fmla="*/ 496 h 68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83"/>
                <a:gd name="T28" fmla="*/ 0 h 682"/>
                <a:gd name="T29" fmla="*/ 1583 w 1583"/>
                <a:gd name="T30" fmla="*/ 682 h 68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83" h="682">
                  <a:moveTo>
                    <a:pt x="155" y="224"/>
                  </a:moveTo>
                  <a:cubicBezTo>
                    <a:pt x="208" y="137"/>
                    <a:pt x="302" y="108"/>
                    <a:pt x="407" y="74"/>
                  </a:cubicBezTo>
                  <a:cubicBezTo>
                    <a:pt x="512" y="40"/>
                    <a:pt x="660" y="0"/>
                    <a:pt x="785" y="20"/>
                  </a:cubicBezTo>
                  <a:cubicBezTo>
                    <a:pt x="910" y="40"/>
                    <a:pt x="1027" y="126"/>
                    <a:pt x="1157" y="194"/>
                  </a:cubicBezTo>
                  <a:cubicBezTo>
                    <a:pt x="1287" y="262"/>
                    <a:pt x="1545" y="353"/>
                    <a:pt x="1564" y="428"/>
                  </a:cubicBezTo>
                  <a:cubicBezTo>
                    <a:pt x="1583" y="503"/>
                    <a:pt x="1417" y="606"/>
                    <a:pt x="1272" y="644"/>
                  </a:cubicBezTo>
                  <a:cubicBezTo>
                    <a:pt x="1127" y="682"/>
                    <a:pt x="887" y="664"/>
                    <a:pt x="690" y="656"/>
                  </a:cubicBezTo>
                  <a:cubicBezTo>
                    <a:pt x="493" y="648"/>
                    <a:pt x="178" y="668"/>
                    <a:pt x="89" y="596"/>
                  </a:cubicBezTo>
                  <a:cubicBezTo>
                    <a:pt x="0" y="524"/>
                    <a:pt x="102" y="311"/>
                    <a:pt x="155" y="224"/>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05534" name="Text Box 41">
              <a:extLst>
                <a:ext uri="{FF2B5EF4-FFF2-40B4-BE49-F238E27FC236}">
                  <a16:creationId xmlns:a16="http://schemas.microsoft.com/office/drawing/2014/main" id="{DA6AE33B-A53F-463F-89D9-9CDB96225A1E}"/>
                </a:ext>
              </a:extLst>
            </p:cNvPr>
            <p:cNvSpPr txBox="1">
              <a:spLocks noChangeArrowheads="1"/>
            </p:cNvSpPr>
            <p:nvPr/>
          </p:nvSpPr>
          <p:spPr bwMode="auto">
            <a:xfrm>
              <a:off x="1719" y="3724"/>
              <a:ext cx="41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2000"/>
                <a:t>AS1</a:t>
              </a:r>
              <a:endParaRPr lang="en-US" altLang="en-US"/>
            </a:p>
          </p:txBody>
        </p:sp>
        <p:sp>
          <p:nvSpPr>
            <p:cNvPr id="105535" name="Line 42">
              <a:extLst>
                <a:ext uri="{FF2B5EF4-FFF2-40B4-BE49-F238E27FC236}">
                  <a16:creationId xmlns:a16="http://schemas.microsoft.com/office/drawing/2014/main" id="{554791F9-ACA6-40F2-8CC7-F4E404AB6471}"/>
                </a:ext>
              </a:extLst>
            </p:cNvPr>
            <p:cNvSpPr>
              <a:spLocks noChangeShapeType="1"/>
            </p:cNvSpPr>
            <p:nvPr/>
          </p:nvSpPr>
          <p:spPr bwMode="auto">
            <a:xfrm flipH="1">
              <a:off x="2134" y="3469"/>
              <a:ext cx="93" cy="10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5536" name="Line 43">
              <a:extLst>
                <a:ext uri="{FF2B5EF4-FFF2-40B4-BE49-F238E27FC236}">
                  <a16:creationId xmlns:a16="http://schemas.microsoft.com/office/drawing/2014/main" id="{49587D9E-580F-4060-8A29-55578F9119B2}"/>
                </a:ext>
              </a:extLst>
            </p:cNvPr>
            <p:cNvSpPr>
              <a:spLocks noChangeShapeType="1"/>
            </p:cNvSpPr>
            <p:nvPr/>
          </p:nvSpPr>
          <p:spPr bwMode="auto">
            <a:xfrm>
              <a:off x="2388" y="3491"/>
              <a:ext cx="3" cy="28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5537" name="Line 44">
              <a:extLst>
                <a:ext uri="{FF2B5EF4-FFF2-40B4-BE49-F238E27FC236}">
                  <a16:creationId xmlns:a16="http://schemas.microsoft.com/office/drawing/2014/main" id="{CE7AB23A-650E-4066-899C-E42F0996558A}"/>
                </a:ext>
              </a:extLst>
            </p:cNvPr>
            <p:cNvSpPr>
              <a:spLocks noChangeShapeType="1"/>
            </p:cNvSpPr>
            <p:nvPr/>
          </p:nvSpPr>
          <p:spPr bwMode="auto">
            <a:xfrm>
              <a:off x="2490" y="3461"/>
              <a:ext cx="313" cy="21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5538" name="Line 45">
              <a:extLst>
                <a:ext uri="{FF2B5EF4-FFF2-40B4-BE49-F238E27FC236}">
                  <a16:creationId xmlns:a16="http://schemas.microsoft.com/office/drawing/2014/main" id="{EF3F93CE-9728-453F-BEA5-47137EEA4A87}"/>
                </a:ext>
              </a:extLst>
            </p:cNvPr>
            <p:cNvSpPr>
              <a:spLocks noChangeShapeType="1"/>
            </p:cNvSpPr>
            <p:nvPr/>
          </p:nvSpPr>
          <p:spPr bwMode="auto">
            <a:xfrm flipH="1">
              <a:off x="2566" y="3749"/>
              <a:ext cx="237" cy="7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5539" name="Line 46">
              <a:extLst>
                <a:ext uri="{FF2B5EF4-FFF2-40B4-BE49-F238E27FC236}">
                  <a16:creationId xmlns:a16="http://schemas.microsoft.com/office/drawing/2014/main" id="{57B3B634-AF0D-4ED2-A243-6A7471F3F07C}"/>
                </a:ext>
              </a:extLst>
            </p:cNvPr>
            <p:cNvSpPr>
              <a:spLocks noChangeShapeType="1"/>
            </p:cNvSpPr>
            <p:nvPr/>
          </p:nvSpPr>
          <p:spPr bwMode="auto">
            <a:xfrm flipH="1" flipV="1">
              <a:off x="2202" y="3638"/>
              <a:ext cx="568" cy="5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5540" name="Line 47">
              <a:extLst>
                <a:ext uri="{FF2B5EF4-FFF2-40B4-BE49-F238E27FC236}">
                  <a16:creationId xmlns:a16="http://schemas.microsoft.com/office/drawing/2014/main" id="{0B4D0CC5-6AE9-4DB1-93F9-D79A4A84B543}"/>
                </a:ext>
              </a:extLst>
            </p:cNvPr>
            <p:cNvSpPr>
              <a:spLocks noChangeShapeType="1"/>
            </p:cNvSpPr>
            <p:nvPr/>
          </p:nvSpPr>
          <p:spPr bwMode="auto">
            <a:xfrm>
              <a:off x="2143" y="3689"/>
              <a:ext cx="127" cy="8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05541" name="Group 48">
              <a:extLst>
                <a:ext uri="{FF2B5EF4-FFF2-40B4-BE49-F238E27FC236}">
                  <a16:creationId xmlns:a16="http://schemas.microsoft.com/office/drawing/2014/main" id="{7B3A47CB-0870-43C4-A5A1-18542B38156E}"/>
                </a:ext>
              </a:extLst>
            </p:cNvPr>
            <p:cNvGrpSpPr>
              <a:grpSpLocks/>
            </p:cNvGrpSpPr>
            <p:nvPr/>
          </p:nvGrpSpPr>
          <p:grpSpPr bwMode="auto">
            <a:xfrm>
              <a:off x="2202" y="3293"/>
              <a:ext cx="316" cy="250"/>
              <a:chOff x="2055" y="3447"/>
              <a:chExt cx="316" cy="250"/>
            </a:xfrm>
          </p:grpSpPr>
          <p:sp>
            <p:nvSpPr>
              <p:cNvPr id="105568" name="Oval 49">
                <a:extLst>
                  <a:ext uri="{FF2B5EF4-FFF2-40B4-BE49-F238E27FC236}">
                    <a16:creationId xmlns:a16="http://schemas.microsoft.com/office/drawing/2014/main" id="{9684CB76-52C6-4169-A687-E9101A026E9B}"/>
                  </a:ext>
                </a:extLst>
              </p:cNvPr>
              <p:cNvSpPr>
                <a:spLocks noChangeArrowheads="1"/>
              </p:cNvSpPr>
              <p:nvPr/>
            </p:nvSpPr>
            <p:spPr bwMode="auto">
              <a:xfrm>
                <a:off x="2058" y="3571"/>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5569" name="Line 50">
                <a:extLst>
                  <a:ext uri="{FF2B5EF4-FFF2-40B4-BE49-F238E27FC236}">
                    <a16:creationId xmlns:a16="http://schemas.microsoft.com/office/drawing/2014/main" id="{2337A211-909A-4601-901C-E3FD2AD65543}"/>
                  </a:ext>
                </a:extLst>
              </p:cNvPr>
              <p:cNvSpPr>
                <a:spLocks noChangeShapeType="1"/>
              </p:cNvSpPr>
              <p:nvPr/>
            </p:nvSpPr>
            <p:spPr bwMode="auto">
              <a:xfrm>
                <a:off x="2058" y="3564"/>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570" name="Line 51">
                <a:extLst>
                  <a:ext uri="{FF2B5EF4-FFF2-40B4-BE49-F238E27FC236}">
                    <a16:creationId xmlns:a16="http://schemas.microsoft.com/office/drawing/2014/main" id="{1512832F-D082-4064-9D5B-587D9E020BE7}"/>
                  </a:ext>
                </a:extLst>
              </p:cNvPr>
              <p:cNvSpPr>
                <a:spLocks noChangeShapeType="1"/>
              </p:cNvSpPr>
              <p:nvPr/>
            </p:nvSpPr>
            <p:spPr bwMode="auto">
              <a:xfrm>
                <a:off x="2371" y="3564"/>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571" name="Rectangle 52">
                <a:extLst>
                  <a:ext uri="{FF2B5EF4-FFF2-40B4-BE49-F238E27FC236}">
                    <a16:creationId xmlns:a16="http://schemas.microsoft.com/office/drawing/2014/main" id="{EF77BC24-5B9F-4264-90CE-849783A35AC7}"/>
                  </a:ext>
                </a:extLst>
              </p:cNvPr>
              <p:cNvSpPr>
                <a:spLocks noChangeArrowheads="1"/>
              </p:cNvSpPr>
              <p:nvPr/>
            </p:nvSpPr>
            <p:spPr bwMode="auto">
              <a:xfrm>
                <a:off x="2058" y="3564"/>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105572" name="Oval 53">
                <a:extLst>
                  <a:ext uri="{FF2B5EF4-FFF2-40B4-BE49-F238E27FC236}">
                    <a16:creationId xmlns:a16="http://schemas.microsoft.com/office/drawing/2014/main" id="{E2DECE15-BA13-4A49-9B1D-50B9E7B77FAA}"/>
                  </a:ext>
                </a:extLst>
              </p:cNvPr>
              <p:cNvSpPr>
                <a:spLocks noChangeArrowheads="1"/>
              </p:cNvSpPr>
              <p:nvPr/>
            </p:nvSpPr>
            <p:spPr bwMode="auto">
              <a:xfrm>
                <a:off x="2055" y="3505"/>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nvGrpSpPr>
              <p:cNvPr id="105573" name="Group 54">
                <a:extLst>
                  <a:ext uri="{FF2B5EF4-FFF2-40B4-BE49-F238E27FC236}">
                    <a16:creationId xmlns:a16="http://schemas.microsoft.com/office/drawing/2014/main" id="{14DA5854-7AFF-4D47-A457-BA8F26BED83D}"/>
                  </a:ext>
                </a:extLst>
              </p:cNvPr>
              <p:cNvGrpSpPr>
                <a:grpSpLocks/>
              </p:cNvGrpSpPr>
              <p:nvPr/>
            </p:nvGrpSpPr>
            <p:grpSpPr bwMode="auto">
              <a:xfrm>
                <a:off x="2072" y="3447"/>
                <a:ext cx="285" cy="250"/>
                <a:chOff x="2912" y="2425"/>
                <a:chExt cx="292" cy="250"/>
              </a:xfrm>
            </p:grpSpPr>
            <p:sp>
              <p:nvSpPr>
                <p:cNvPr id="105574" name="Rectangle 55">
                  <a:extLst>
                    <a:ext uri="{FF2B5EF4-FFF2-40B4-BE49-F238E27FC236}">
                      <a16:creationId xmlns:a16="http://schemas.microsoft.com/office/drawing/2014/main" id="{A975FFA7-E359-4FCF-8091-3F9EF9B9A352}"/>
                    </a:ext>
                  </a:extLst>
                </p:cNvPr>
                <p:cNvSpPr>
                  <a:spLocks noChangeArrowheads="1"/>
                </p:cNvSpPr>
                <p:nvPr/>
              </p:nvSpPr>
              <p:spPr bwMode="auto">
                <a:xfrm>
                  <a:off x="2982" y="2490"/>
                  <a:ext cx="144"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5575" name="Text Box 56">
                  <a:extLst>
                    <a:ext uri="{FF2B5EF4-FFF2-40B4-BE49-F238E27FC236}">
                      <a16:creationId xmlns:a16="http://schemas.microsoft.com/office/drawing/2014/main" id="{5EA21B19-2020-4340-AA10-EA6D43443F44}"/>
                    </a:ext>
                  </a:extLst>
                </p:cNvPr>
                <p:cNvSpPr txBox="1">
                  <a:spLocks noChangeArrowheads="1"/>
                </p:cNvSpPr>
                <p:nvPr/>
              </p:nvSpPr>
              <p:spPr bwMode="auto">
                <a:xfrm>
                  <a:off x="2912" y="2425"/>
                  <a:ext cx="29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1c</a:t>
                  </a:r>
                </a:p>
              </p:txBody>
            </p:sp>
          </p:grpSp>
        </p:grpSp>
        <p:grpSp>
          <p:nvGrpSpPr>
            <p:cNvPr id="105542" name="Group 57">
              <a:extLst>
                <a:ext uri="{FF2B5EF4-FFF2-40B4-BE49-F238E27FC236}">
                  <a16:creationId xmlns:a16="http://schemas.microsoft.com/office/drawing/2014/main" id="{43E9EE0A-79C8-425E-9259-9ED74671458A}"/>
                </a:ext>
              </a:extLst>
            </p:cNvPr>
            <p:cNvGrpSpPr>
              <a:grpSpLocks/>
            </p:cNvGrpSpPr>
            <p:nvPr/>
          </p:nvGrpSpPr>
          <p:grpSpPr bwMode="auto">
            <a:xfrm>
              <a:off x="1896" y="3507"/>
              <a:ext cx="316" cy="250"/>
              <a:chOff x="1749" y="3661"/>
              <a:chExt cx="316" cy="250"/>
            </a:xfrm>
          </p:grpSpPr>
          <p:sp>
            <p:nvSpPr>
              <p:cNvPr id="105561" name="Oval 58">
                <a:extLst>
                  <a:ext uri="{FF2B5EF4-FFF2-40B4-BE49-F238E27FC236}">
                    <a16:creationId xmlns:a16="http://schemas.microsoft.com/office/drawing/2014/main" id="{3D14A064-CEB2-4306-8577-C806C48680CF}"/>
                  </a:ext>
                </a:extLst>
              </p:cNvPr>
              <p:cNvSpPr>
                <a:spLocks noChangeArrowheads="1"/>
              </p:cNvSpPr>
              <p:nvPr/>
            </p:nvSpPr>
            <p:spPr bwMode="auto">
              <a:xfrm>
                <a:off x="1752" y="3781"/>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5562" name="Line 59">
                <a:extLst>
                  <a:ext uri="{FF2B5EF4-FFF2-40B4-BE49-F238E27FC236}">
                    <a16:creationId xmlns:a16="http://schemas.microsoft.com/office/drawing/2014/main" id="{8AEA2ACB-7C7E-47A0-AE7D-58DD5AF4BA2A}"/>
                  </a:ext>
                </a:extLst>
              </p:cNvPr>
              <p:cNvSpPr>
                <a:spLocks noChangeShapeType="1"/>
              </p:cNvSpPr>
              <p:nvPr/>
            </p:nvSpPr>
            <p:spPr bwMode="auto">
              <a:xfrm>
                <a:off x="1752" y="3774"/>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563" name="Line 60">
                <a:extLst>
                  <a:ext uri="{FF2B5EF4-FFF2-40B4-BE49-F238E27FC236}">
                    <a16:creationId xmlns:a16="http://schemas.microsoft.com/office/drawing/2014/main" id="{CAD0653F-7115-41C8-836F-B4ED31910D02}"/>
                  </a:ext>
                </a:extLst>
              </p:cNvPr>
              <p:cNvSpPr>
                <a:spLocks noChangeShapeType="1"/>
              </p:cNvSpPr>
              <p:nvPr/>
            </p:nvSpPr>
            <p:spPr bwMode="auto">
              <a:xfrm>
                <a:off x="2065" y="3774"/>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564" name="Rectangle 61">
                <a:extLst>
                  <a:ext uri="{FF2B5EF4-FFF2-40B4-BE49-F238E27FC236}">
                    <a16:creationId xmlns:a16="http://schemas.microsoft.com/office/drawing/2014/main" id="{D221A092-5BC3-4B70-8046-2E733C9B758D}"/>
                  </a:ext>
                </a:extLst>
              </p:cNvPr>
              <p:cNvSpPr>
                <a:spLocks noChangeArrowheads="1"/>
              </p:cNvSpPr>
              <p:nvPr/>
            </p:nvSpPr>
            <p:spPr bwMode="auto">
              <a:xfrm>
                <a:off x="1752" y="3774"/>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105565" name="Oval 62">
                <a:extLst>
                  <a:ext uri="{FF2B5EF4-FFF2-40B4-BE49-F238E27FC236}">
                    <a16:creationId xmlns:a16="http://schemas.microsoft.com/office/drawing/2014/main" id="{BCD83019-3129-4212-A573-D0618E65F38F}"/>
                  </a:ext>
                </a:extLst>
              </p:cNvPr>
              <p:cNvSpPr>
                <a:spLocks noChangeArrowheads="1"/>
              </p:cNvSpPr>
              <p:nvPr/>
            </p:nvSpPr>
            <p:spPr bwMode="auto">
              <a:xfrm>
                <a:off x="1749" y="3719"/>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5566" name="Rectangle 63">
                <a:extLst>
                  <a:ext uri="{FF2B5EF4-FFF2-40B4-BE49-F238E27FC236}">
                    <a16:creationId xmlns:a16="http://schemas.microsoft.com/office/drawing/2014/main" id="{902AABFA-604E-4337-9BDA-9B345FE488D4}"/>
                  </a:ext>
                </a:extLst>
              </p:cNvPr>
              <p:cNvSpPr>
                <a:spLocks noChangeArrowheads="1"/>
              </p:cNvSpPr>
              <p:nvPr/>
            </p:nvSpPr>
            <p:spPr bwMode="auto">
              <a:xfrm>
                <a:off x="1834" y="3746"/>
                <a:ext cx="142" cy="96"/>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5567" name="Text Box 64">
                <a:extLst>
                  <a:ext uri="{FF2B5EF4-FFF2-40B4-BE49-F238E27FC236}">
                    <a16:creationId xmlns:a16="http://schemas.microsoft.com/office/drawing/2014/main" id="{917E71C8-CAB7-4518-A14B-4F3B66C907C7}"/>
                  </a:ext>
                </a:extLst>
              </p:cNvPr>
              <p:cNvSpPr txBox="1">
                <a:spLocks noChangeArrowheads="1"/>
              </p:cNvSpPr>
              <p:nvPr/>
            </p:nvSpPr>
            <p:spPr bwMode="auto">
              <a:xfrm>
                <a:off x="1765" y="3661"/>
                <a:ext cx="29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1a</a:t>
                </a:r>
                <a:endParaRPr lang="en-US" altLang="en-US" sz="2400"/>
              </a:p>
            </p:txBody>
          </p:sp>
        </p:grpSp>
        <p:grpSp>
          <p:nvGrpSpPr>
            <p:cNvPr id="105543" name="Group 65">
              <a:extLst>
                <a:ext uri="{FF2B5EF4-FFF2-40B4-BE49-F238E27FC236}">
                  <a16:creationId xmlns:a16="http://schemas.microsoft.com/office/drawing/2014/main" id="{7CCC5E87-20B4-4A21-BBFC-E4DC887BBEA5}"/>
                </a:ext>
              </a:extLst>
            </p:cNvPr>
            <p:cNvGrpSpPr>
              <a:grpSpLocks/>
            </p:cNvGrpSpPr>
            <p:nvPr/>
          </p:nvGrpSpPr>
          <p:grpSpPr bwMode="auto">
            <a:xfrm>
              <a:off x="2238" y="3689"/>
              <a:ext cx="316" cy="250"/>
              <a:chOff x="2091" y="3843"/>
              <a:chExt cx="316" cy="250"/>
            </a:xfrm>
          </p:grpSpPr>
          <p:sp>
            <p:nvSpPr>
              <p:cNvPr id="105553" name="Oval 66">
                <a:extLst>
                  <a:ext uri="{FF2B5EF4-FFF2-40B4-BE49-F238E27FC236}">
                    <a16:creationId xmlns:a16="http://schemas.microsoft.com/office/drawing/2014/main" id="{3DFE5224-61F4-4024-9E2E-46807FB85020}"/>
                  </a:ext>
                </a:extLst>
              </p:cNvPr>
              <p:cNvSpPr>
                <a:spLocks noChangeArrowheads="1"/>
              </p:cNvSpPr>
              <p:nvPr/>
            </p:nvSpPr>
            <p:spPr bwMode="auto">
              <a:xfrm>
                <a:off x="2094" y="3967"/>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5554" name="Line 67">
                <a:extLst>
                  <a:ext uri="{FF2B5EF4-FFF2-40B4-BE49-F238E27FC236}">
                    <a16:creationId xmlns:a16="http://schemas.microsoft.com/office/drawing/2014/main" id="{834BE712-B238-4AE7-9F76-32969595F97A}"/>
                  </a:ext>
                </a:extLst>
              </p:cNvPr>
              <p:cNvSpPr>
                <a:spLocks noChangeShapeType="1"/>
              </p:cNvSpPr>
              <p:nvPr/>
            </p:nvSpPr>
            <p:spPr bwMode="auto">
              <a:xfrm>
                <a:off x="2094" y="3960"/>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555" name="Line 68">
                <a:extLst>
                  <a:ext uri="{FF2B5EF4-FFF2-40B4-BE49-F238E27FC236}">
                    <a16:creationId xmlns:a16="http://schemas.microsoft.com/office/drawing/2014/main" id="{4B69F5D4-3CED-4054-8DC7-FBEA0AA70DB8}"/>
                  </a:ext>
                </a:extLst>
              </p:cNvPr>
              <p:cNvSpPr>
                <a:spLocks noChangeShapeType="1"/>
              </p:cNvSpPr>
              <p:nvPr/>
            </p:nvSpPr>
            <p:spPr bwMode="auto">
              <a:xfrm>
                <a:off x="2407" y="3960"/>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556" name="Rectangle 69">
                <a:extLst>
                  <a:ext uri="{FF2B5EF4-FFF2-40B4-BE49-F238E27FC236}">
                    <a16:creationId xmlns:a16="http://schemas.microsoft.com/office/drawing/2014/main" id="{21431BEE-90DB-4485-B39E-821A157335D4}"/>
                  </a:ext>
                </a:extLst>
              </p:cNvPr>
              <p:cNvSpPr>
                <a:spLocks noChangeArrowheads="1"/>
              </p:cNvSpPr>
              <p:nvPr/>
            </p:nvSpPr>
            <p:spPr bwMode="auto">
              <a:xfrm>
                <a:off x="2094" y="3960"/>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105557" name="Oval 70">
                <a:extLst>
                  <a:ext uri="{FF2B5EF4-FFF2-40B4-BE49-F238E27FC236}">
                    <a16:creationId xmlns:a16="http://schemas.microsoft.com/office/drawing/2014/main" id="{B8815F3B-8429-4570-BACD-5440137C564C}"/>
                  </a:ext>
                </a:extLst>
              </p:cNvPr>
              <p:cNvSpPr>
                <a:spLocks noChangeArrowheads="1"/>
              </p:cNvSpPr>
              <p:nvPr/>
            </p:nvSpPr>
            <p:spPr bwMode="auto">
              <a:xfrm>
                <a:off x="2091" y="3901"/>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nvGrpSpPr>
              <p:cNvPr id="105558" name="Group 71">
                <a:extLst>
                  <a:ext uri="{FF2B5EF4-FFF2-40B4-BE49-F238E27FC236}">
                    <a16:creationId xmlns:a16="http://schemas.microsoft.com/office/drawing/2014/main" id="{B4546107-1030-4C2E-AB2F-00D58C715356}"/>
                  </a:ext>
                </a:extLst>
              </p:cNvPr>
              <p:cNvGrpSpPr>
                <a:grpSpLocks/>
              </p:cNvGrpSpPr>
              <p:nvPr/>
            </p:nvGrpSpPr>
            <p:grpSpPr bwMode="auto">
              <a:xfrm>
                <a:off x="2106" y="3843"/>
                <a:ext cx="294" cy="250"/>
                <a:chOff x="2910" y="2425"/>
                <a:chExt cx="296" cy="250"/>
              </a:xfrm>
            </p:grpSpPr>
            <p:sp>
              <p:nvSpPr>
                <p:cNvPr id="105559" name="Rectangle 72">
                  <a:extLst>
                    <a:ext uri="{FF2B5EF4-FFF2-40B4-BE49-F238E27FC236}">
                      <a16:creationId xmlns:a16="http://schemas.microsoft.com/office/drawing/2014/main" id="{2CD02A60-214E-4CB0-A216-14EA77AB6B53}"/>
                    </a:ext>
                  </a:extLst>
                </p:cNvPr>
                <p:cNvSpPr>
                  <a:spLocks noChangeArrowheads="1"/>
                </p:cNvSpPr>
                <p:nvPr/>
              </p:nvSpPr>
              <p:spPr bwMode="auto">
                <a:xfrm>
                  <a:off x="2982" y="2490"/>
                  <a:ext cx="144"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5560" name="Text Box 73">
                  <a:extLst>
                    <a:ext uri="{FF2B5EF4-FFF2-40B4-BE49-F238E27FC236}">
                      <a16:creationId xmlns:a16="http://schemas.microsoft.com/office/drawing/2014/main" id="{7230DB17-F19F-4FFC-993B-1C06ADFF7D5B}"/>
                    </a:ext>
                  </a:extLst>
                </p:cNvPr>
                <p:cNvSpPr txBox="1">
                  <a:spLocks noChangeArrowheads="1"/>
                </p:cNvSpPr>
                <p:nvPr/>
              </p:nvSpPr>
              <p:spPr bwMode="auto">
                <a:xfrm>
                  <a:off x="2910" y="2425"/>
                  <a:ext cx="2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1d</a:t>
                  </a:r>
                </a:p>
              </p:txBody>
            </p:sp>
          </p:grpSp>
        </p:grpSp>
        <p:grpSp>
          <p:nvGrpSpPr>
            <p:cNvPr id="105544" name="Group 74">
              <a:extLst>
                <a:ext uri="{FF2B5EF4-FFF2-40B4-BE49-F238E27FC236}">
                  <a16:creationId xmlns:a16="http://schemas.microsoft.com/office/drawing/2014/main" id="{3208BED6-E378-483C-BC7B-609CB3083A53}"/>
                </a:ext>
              </a:extLst>
            </p:cNvPr>
            <p:cNvGrpSpPr>
              <a:grpSpLocks/>
            </p:cNvGrpSpPr>
            <p:nvPr/>
          </p:nvGrpSpPr>
          <p:grpSpPr bwMode="auto">
            <a:xfrm>
              <a:off x="2778" y="3573"/>
              <a:ext cx="316" cy="250"/>
              <a:chOff x="2016" y="1976"/>
              <a:chExt cx="316" cy="250"/>
            </a:xfrm>
          </p:grpSpPr>
          <p:sp>
            <p:nvSpPr>
              <p:cNvPr id="105545" name="Oval 75">
                <a:extLst>
                  <a:ext uri="{FF2B5EF4-FFF2-40B4-BE49-F238E27FC236}">
                    <a16:creationId xmlns:a16="http://schemas.microsoft.com/office/drawing/2014/main" id="{FCF30F51-C5B8-42EE-9DEA-C20B222A57FF}"/>
                  </a:ext>
                </a:extLst>
              </p:cNvPr>
              <p:cNvSpPr>
                <a:spLocks noChangeArrowheads="1"/>
              </p:cNvSpPr>
              <p:nvPr/>
            </p:nvSpPr>
            <p:spPr bwMode="auto">
              <a:xfrm>
                <a:off x="2019" y="2102"/>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5546" name="Line 76">
                <a:extLst>
                  <a:ext uri="{FF2B5EF4-FFF2-40B4-BE49-F238E27FC236}">
                    <a16:creationId xmlns:a16="http://schemas.microsoft.com/office/drawing/2014/main" id="{E294AB6D-D586-48CE-BBBE-FEF9E2DF08E0}"/>
                  </a:ext>
                </a:extLst>
              </p:cNvPr>
              <p:cNvSpPr>
                <a:spLocks noChangeShapeType="1"/>
              </p:cNvSpPr>
              <p:nvPr/>
            </p:nvSpPr>
            <p:spPr bwMode="auto">
              <a:xfrm>
                <a:off x="2019" y="2095"/>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547" name="Line 77">
                <a:extLst>
                  <a:ext uri="{FF2B5EF4-FFF2-40B4-BE49-F238E27FC236}">
                    <a16:creationId xmlns:a16="http://schemas.microsoft.com/office/drawing/2014/main" id="{222AD92F-2F65-4220-A6E8-E66749B9968C}"/>
                  </a:ext>
                </a:extLst>
              </p:cNvPr>
              <p:cNvSpPr>
                <a:spLocks noChangeShapeType="1"/>
              </p:cNvSpPr>
              <p:nvPr/>
            </p:nvSpPr>
            <p:spPr bwMode="auto">
              <a:xfrm>
                <a:off x="2332" y="2095"/>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548" name="Rectangle 78">
                <a:extLst>
                  <a:ext uri="{FF2B5EF4-FFF2-40B4-BE49-F238E27FC236}">
                    <a16:creationId xmlns:a16="http://schemas.microsoft.com/office/drawing/2014/main" id="{BE831CDD-0819-46E0-B9E9-D94071441E9E}"/>
                  </a:ext>
                </a:extLst>
              </p:cNvPr>
              <p:cNvSpPr>
                <a:spLocks noChangeArrowheads="1"/>
              </p:cNvSpPr>
              <p:nvPr/>
            </p:nvSpPr>
            <p:spPr bwMode="auto">
              <a:xfrm>
                <a:off x="2019" y="2095"/>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105549" name="Oval 79">
                <a:extLst>
                  <a:ext uri="{FF2B5EF4-FFF2-40B4-BE49-F238E27FC236}">
                    <a16:creationId xmlns:a16="http://schemas.microsoft.com/office/drawing/2014/main" id="{60BC8E0F-F0D8-47BD-8939-86AE5895A283}"/>
                  </a:ext>
                </a:extLst>
              </p:cNvPr>
              <p:cNvSpPr>
                <a:spLocks noChangeArrowheads="1"/>
              </p:cNvSpPr>
              <p:nvPr/>
            </p:nvSpPr>
            <p:spPr bwMode="auto">
              <a:xfrm>
                <a:off x="2016" y="2036"/>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nvGrpSpPr>
              <p:cNvPr id="105550" name="Group 80">
                <a:extLst>
                  <a:ext uri="{FF2B5EF4-FFF2-40B4-BE49-F238E27FC236}">
                    <a16:creationId xmlns:a16="http://schemas.microsoft.com/office/drawing/2014/main" id="{99423CAC-47F5-4B39-8177-3D8482281C53}"/>
                  </a:ext>
                </a:extLst>
              </p:cNvPr>
              <p:cNvGrpSpPr>
                <a:grpSpLocks/>
              </p:cNvGrpSpPr>
              <p:nvPr/>
            </p:nvGrpSpPr>
            <p:grpSpPr bwMode="auto">
              <a:xfrm>
                <a:off x="2029" y="1976"/>
                <a:ext cx="294" cy="250"/>
                <a:chOff x="2909" y="2425"/>
                <a:chExt cx="299" cy="250"/>
              </a:xfrm>
            </p:grpSpPr>
            <p:sp>
              <p:nvSpPr>
                <p:cNvPr id="105551" name="Rectangle 81">
                  <a:extLst>
                    <a:ext uri="{FF2B5EF4-FFF2-40B4-BE49-F238E27FC236}">
                      <a16:creationId xmlns:a16="http://schemas.microsoft.com/office/drawing/2014/main" id="{5D2E52AE-ED0B-4F29-94F9-882E59BB3A7E}"/>
                    </a:ext>
                  </a:extLst>
                </p:cNvPr>
                <p:cNvSpPr>
                  <a:spLocks noChangeArrowheads="1"/>
                </p:cNvSpPr>
                <p:nvPr/>
              </p:nvSpPr>
              <p:spPr bwMode="auto">
                <a:xfrm>
                  <a:off x="2982" y="2490"/>
                  <a:ext cx="142"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5552" name="Text Box 82">
                  <a:extLst>
                    <a:ext uri="{FF2B5EF4-FFF2-40B4-BE49-F238E27FC236}">
                      <a16:creationId xmlns:a16="http://schemas.microsoft.com/office/drawing/2014/main" id="{7292E6D7-7A1B-40AE-BF1E-88D1F8F0DAA0}"/>
                    </a:ext>
                  </a:extLst>
                </p:cNvPr>
                <p:cNvSpPr txBox="1">
                  <a:spLocks noChangeArrowheads="1"/>
                </p:cNvSpPr>
                <p:nvPr/>
              </p:nvSpPr>
              <p:spPr bwMode="auto">
                <a:xfrm>
                  <a:off x="2909" y="2425"/>
                  <a:ext cx="29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1b</a:t>
                  </a:r>
                  <a:endParaRPr lang="en-US" altLang="en-US" sz="2400"/>
                </a:p>
              </p:txBody>
            </p:sp>
          </p:grpSp>
        </p:grpSp>
      </p:grpSp>
      <p:grpSp>
        <p:nvGrpSpPr>
          <p:cNvPr id="105491" name="Group 83">
            <a:extLst>
              <a:ext uri="{FF2B5EF4-FFF2-40B4-BE49-F238E27FC236}">
                <a16:creationId xmlns:a16="http://schemas.microsoft.com/office/drawing/2014/main" id="{FB630408-0719-4554-99AF-CCB26AD92B96}"/>
              </a:ext>
            </a:extLst>
          </p:cNvPr>
          <p:cNvGrpSpPr>
            <a:grpSpLocks/>
          </p:cNvGrpSpPr>
          <p:nvPr/>
        </p:nvGrpSpPr>
        <p:grpSpPr bwMode="auto">
          <a:xfrm>
            <a:off x="6938963" y="5324476"/>
            <a:ext cx="501650" cy="396875"/>
            <a:chOff x="3537" y="3473"/>
            <a:chExt cx="316" cy="250"/>
          </a:xfrm>
        </p:grpSpPr>
        <p:sp>
          <p:nvSpPr>
            <p:cNvPr id="105526" name="Oval 84">
              <a:extLst>
                <a:ext uri="{FF2B5EF4-FFF2-40B4-BE49-F238E27FC236}">
                  <a16:creationId xmlns:a16="http://schemas.microsoft.com/office/drawing/2014/main" id="{1DF442A7-E739-4A98-B133-0EF23FD6FBE1}"/>
                </a:ext>
              </a:extLst>
            </p:cNvPr>
            <p:cNvSpPr>
              <a:spLocks noChangeArrowheads="1"/>
            </p:cNvSpPr>
            <p:nvPr/>
          </p:nvSpPr>
          <p:spPr bwMode="auto">
            <a:xfrm>
              <a:off x="3540" y="3598"/>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5527" name="Line 85">
              <a:extLst>
                <a:ext uri="{FF2B5EF4-FFF2-40B4-BE49-F238E27FC236}">
                  <a16:creationId xmlns:a16="http://schemas.microsoft.com/office/drawing/2014/main" id="{E79D526C-2403-4CF3-9A24-56BC4089E627}"/>
                </a:ext>
              </a:extLst>
            </p:cNvPr>
            <p:cNvSpPr>
              <a:spLocks noChangeShapeType="1"/>
            </p:cNvSpPr>
            <p:nvPr/>
          </p:nvSpPr>
          <p:spPr bwMode="auto">
            <a:xfrm>
              <a:off x="3540" y="3591"/>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528" name="Line 86">
              <a:extLst>
                <a:ext uri="{FF2B5EF4-FFF2-40B4-BE49-F238E27FC236}">
                  <a16:creationId xmlns:a16="http://schemas.microsoft.com/office/drawing/2014/main" id="{E34E3127-778A-49F0-9616-A04373D2AB84}"/>
                </a:ext>
              </a:extLst>
            </p:cNvPr>
            <p:cNvSpPr>
              <a:spLocks noChangeShapeType="1"/>
            </p:cNvSpPr>
            <p:nvPr/>
          </p:nvSpPr>
          <p:spPr bwMode="auto">
            <a:xfrm>
              <a:off x="3853" y="3591"/>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529" name="Rectangle 87">
              <a:extLst>
                <a:ext uri="{FF2B5EF4-FFF2-40B4-BE49-F238E27FC236}">
                  <a16:creationId xmlns:a16="http://schemas.microsoft.com/office/drawing/2014/main" id="{44582EC9-F32B-4BEC-A6D0-417C6159E67A}"/>
                </a:ext>
              </a:extLst>
            </p:cNvPr>
            <p:cNvSpPr>
              <a:spLocks noChangeArrowheads="1"/>
            </p:cNvSpPr>
            <p:nvPr/>
          </p:nvSpPr>
          <p:spPr bwMode="auto">
            <a:xfrm>
              <a:off x="3540" y="3591"/>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105530" name="Oval 88">
              <a:extLst>
                <a:ext uri="{FF2B5EF4-FFF2-40B4-BE49-F238E27FC236}">
                  <a16:creationId xmlns:a16="http://schemas.microsoft.com/office/drawing/2014/main" id="{1C90308B-34A2-4129-8C55-5B6E909847C2}"/>
                </a:ext>
              </a:extLst>
            </p:cNvPr>
            <p:cNvSpPr>
              <a:spLocks noChangeArrowheads="1"/>
            </p:cNvSpPr>
            <p:nvPr/>
          </p:nvSpPr>
          <p:spPr bwMode="auto">
            <a:xfrm>
              <a:off x="3537" y="3532"/>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5531" name="Rectangle 89">
              <a:extLst>
                <a:ext uri="{FF2B5EF4-FFF2-40B4-BE49-F238E27FC236}">
                  <a16:creationId xmlns:a16="http://schemas.microsoft.com/office/drawing/2014/main" id="{7F0E47DB-298C-4090-8BAB-9EE6A95599B5}"/>
                </a:ext>
              </a:extLst>
            </p:cNvPr>
            <p:cNvSpPr>
              <a:spLocks noChangeArrowheads="1"/>
            </p:cNvSpPr>
            <p:nvPr/>
          </p:nvSpPr>
          <p:spPr bwMode="auto">
            <a:xfrm>
              <a:off x="3624" y="3545"/>
              <a:ext cx="141" cy="120"/>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5532" name="Text Box 90">
              <a:extLst>
                <a:ext uri="{FF2B5EF4-FFF2-40B4-BE49-F238E27FC236}">
                  <a16:creationId xmlns:a16="http://schemas.microsoft.com/office/drawing/2014/main" id="{2D1D0974-C2C6-47F8-89C8-A6218A478CEE}"/>
                </a:ext>
              </a:extLst>
            </p:cNvPr>
            <p:cNvSpPr txBox="1">
              <a:spLocks noChangeArrowheads="1"/>
            </p:cNvSpPr>
            <p:nvPr/>
          </p:nvSpPr>
          <p:spPr bwMode="auto">
            <a:xfrm>
              <a:off x="3551" y="3473"/>
              <a:ext cx="29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2a</a:t>
              </a:r>
              <a:endParaRPr lang="en-US" altLang="en-US" sz="2400"/>
            </a:p>
          </p:txBody>
        </p:sp>
      </p:grpSp>
      <p:sp>
        <p:nvSpPr>
          <p:cNvPr id="105492" name="Line 91">
            <a:extLst>
              <a:ext uri="{FF2B5EF4-FFF2-40B4-BE49-F238E27FC236}">
                <a16:creationId xmlns:a16="http://schemas.microsoft.com/office/drawing/2014/main" id="{83E17300-2003-4FBC-A21F-DF1822309E07}"/>
              </a:ext>
            </a:extLst>
          </p:cNvPr>
          <p:cNvSpPr>
            <a:spLocks noChangeShapeType="1"/>
          </p:cNvSpPr>
          <p:nvPr/>
        </p:nvSpPr>
        <p:spPr bwMode="auto">
          <a:xfrm>
            <a:off x="8159750" y="5241925"/>
            <a:ext cx="8572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05493" name="Line 92">
            <a:extLst>
              <a:ext uri="{FF2B5EF4-FFF2-40B4-BE49-F238E27FC236}">
                <a16:creationId xmlns:a16="http://schemas.microsoft.com/office/drawing/2014/main" id="{91B5F98B-4505-4CA5-A6F5-79694CC7A35C}"/>
              </a:ext>
            </a:extLst>
          </p:cNvPr>
          <p:cNvSpPr>
            <a:spLocks noChangeShapeType="1"/>
          </p:cNvSpPr>
          <p:nvPr/>
        </p:nvSpPr>
        <p:spPr bwMode="auto">
          <a:xfrm>
            <a:off x="8413751" y="5707063"/>
            <a:ext cx="73501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05494" name="Line 93">
            <a:extLst>
              <a:ext uri="{FF2B5EF4-FFF2-40B4-BE49-F238E27FC236}">
                <a16:creationId xmlns:a16="http://schemas.microsoft.com/office/drawing/2014/main" id="{714BF44C-8EF8-4FA1-802E-75780348A42D}"/>
              </a:ext>
            </a:extLst>
          </p:cNvPr>
          <p:cNvSpPr>
            <a:spLocks noChangeShapeType="1"/>
          </p:cNvSpPr>
          <p:nvPr/>
        </p:nvSpPr>
        <p:spPr bwMode="auto">
          <a:xfrm>
            <a:off x="7445375" y="5553075"/>
            <a:ext cx="488950" cy="1524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495" name="Line 94">
            <a:extLst>
              <a:ext uri="{FF2B5EF4-FFF2-40B4-BE49-F238E27FC236}">
                <a16:creationId xmlns:a16="http://schemas.microsoft.com/office/drawing/2014/main" id="{FD063E26-C892-4513-A49E-505A0A464D6C}"/>
              </a:ext>
            </a:extLst>
          </p:cNvPr>
          <p:cNvSpPr>
            <a:spLocks noChangeShapeType="1"/>
          </p:cNvSpPr>
          <p:nvPr/>
        </p:nvSpPr>
        <p:spPr bwMode="auto">
          <a:xfrm>
            <a:off x="8054976" y="5351463"/>
            <a:ext cx="68263" cy="2286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05496" name="Group 95">
            <a:extLst>
              <a:ext uri="{FF2B5EF4-FFF2-40B4-BE49-F238E27FC236}">
                <a16:creationId xmlns:a16="http://schemas.microsoft.com/office/drawing/2014/main" id="{8DC1D23B-D6FC-4263-BD53-D95BD2AC8495}"/>
              </a:ext>
            </a:extLst>
          </p:cNvPr>
          <p:cNvGrpSpPr>
            <a:grpSpLocks/>
          </p:cNvGrpSpPr>
          <p:nvPr/>
        </p:nvGrpSpPr>
        <p:grpSpPr bwMode="auto">
          <a:xfrm>
            <a:off x="7666038" y="5046664"/>
            <a:ext cx="501650" cy="396875"/>
            <a:chOff x="4320" y="1936"/>
            <a:chExt cx="316" cy="250"/>
          </a:xfrm>
        </p:grpSpPr>
        <p:sp>
          <p:nvSpPr>
            <p:cNvPr id="105519" name="Oval 96">
              <a:extLst>
                <a:ext uri="{FF2B5EF4-FFF2-40B4-BE49-F238E27FC236}">
                  <a16:creationId xmlns:a16="http://schemas.microsoft.com/office/drawing/2014/main" id="{12A55975-DF7F-4659-86B1-9FFEFD0E8EC6}"/>
                </a:ext>
              </a:extLst>
            </p:cNvPr>
            <p:cNvSpPr>
              <a:spLocks noChangeArrowheads="1"/>
            </p:cNvSpPr>
            <p:nvPr/>
          </p:nvSpPr>
          <p:spPr bwMode="auto">
            <a:xfrm>
              <a:off x="4323" y="2054"/>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5520" name="Line 97">
              <a:extLst>
                <a:ext uri="{FF2B5EF4-FFF2-40B4-BE49-F238E27FC236}">
                  <a16:creationId xmlns:a16="http://schemas.microsoft.com/office/drawing/2014/main" id="{A345AE78-2635-4142-941F-7CBA736B0416}"/>
                </a:ext>
              </a:extLst>
            </p:cNvPr>
            <p:cNvSpPr>
              <a:spLocks noChangeShapeType="1"/>
            </p:cNvSpPr>
            <p:nvPr/>
          </p:nvSpPr>
          <p:spPr bwMode="auto">
            <a:xfrm>
              <a:off x="4323" y="2047"/>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521" name="Line 98">
              <a:extLst>
                <a:ext uri="{FF2B5EF4-FFF2-40B4-BE49-F238E27FC236}">
                  <a16:creationId xmlns:a16="http://schemas.microsoft.com/office/drawing/2014/main" id="{F01CCE06-C37C-40B9-8D3B-E9C74B7C11AD}"/>
                </a:ext>
              </a:extLst>
            </p:cNvPr>
            <p:cNvSpPr>
              <a:spLocks noChangeShapeType="1"/>
            </p:cNvSpPr>
            <p:nvPr/>
          </p:nvSpPr>
          <p:spPr bwMode="auto">
            <a:xfrm>
              <a:off x="4636" y="2047"/>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522" name="Rectangle 99">
              <a:extLst>
                <a:ext uri="{FF2B5EF4-FFF2-40B4-BE49-F238E27FC236}">
                  <a16:creationId xmlns:a16="http://schemas.microsoft.com/office/drawing/2014/main" id="{0CAB6288-FEDD-402E-98F5-E29D9137E6A9}"/>
                </a:ext>
              </a:extLst>
            </p:cNvPr>
            <p:cNvSpPr>
              <a:spLocks noChangeArrowheads="1"/>
            </p:cNvSpPr>
            <p:nvPr/>
          </p:nvSpPr>
          <p:spPr bwMode="auto">
            <a:xfrm>
              <a:off x="4323" y="2047"/>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105523" name="Oval 100">
              <a:extLst>
                <a:ext uri="{FF2B5EF4-FFF2-40B4-BE49-F238E27FC236}">
                  <a16:creationId xmlns:a16="http://schemas.microsoft.com/office/drawing/2014/main" id="{9504D7F1-0991-49B4-A9BC-344761D12DF6}"/>
                </a:ext>
              </a:extLst>
            </p:cNvPr>
            <p:cNvSpPr>
              <a:spLocks noChangeArrowheads="1"/>
            </p:cNvSpPr>
            <p:nvPr/>
          </p:nvSpPr>
          <p:spPr bwMode="auto">
            <a:xfrm>
              <a:off x="4320" y="1988"/>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5524" name="Rectangle 101">
              <a:extLst>
                <a:ext uri="{FF2B5EF4-FFF2-40B4-BE49-F238E27FC236}">
                  <a16:creationId xmlns:a16="http://schemas.microsoft.com/office/drawing/2014/main" id="{9AB11F97-6605-4953-A304-B1453982BA81}"/>
                </a:ext>
              </a:extLst>
            </p:cNvPr>
            <p:cNvSpPr>
              <a:spLocks noChangeArrowheads="1"/>
            </p:cNvSpPr>
            <p:nvPr/>
          </p:nvSpPr>
          <p:spPr bwMode="auto">
            <a:xfrm>
              <a:off x="4407" y="2001"/>
              <a:ext cx="141" cy="118"/>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5525" name="Text Box 102">
              <a:extLst>
                <a:ext uri="{FF2B5EF4-FFF2-40B4-BE49-F238E27FC236}">
                  <a16:creationId xmlns:a16="http://schemas.microsoft.com/office/drawing/2014/main" id="{DA9CD964-F370-443A-84A1-F4E1346A9348}"/>
                </a:ext>
              </a:extLst>
            </p:cNvPr>
            <p:cNvSpPr txBox="1">
              <a:spLocks noChangeArrowheads="1"/>
            </p:cNvSpPr>
            <p:nvPr/>
          </p:nvSpPr>
          <p:spPr bwMode="auto">
            <a:xfrm>
              <a:off x="4338" y="1936"/>
              <a:ext cx="28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2c</a:t>
              </a:r>
              <a:endParaRPr lang="en-US" altLang="en-US" sz="2400"/>
            </a:p>
          </p:txBody>
        </p:sp>
      </p:grpSp>
      <p:grpSp>
        <p:nvGrpSpPr>
          <p:cNvPr id="105497" name="Group 103">
            <a:extLst>
              <a:ext uri="{FF2B5EF4-FFF2-40B4-BE49-F238E27FC236}">
                <a16:creationId xmlns:a16="http://schemas.microsoft.com/office/drawing/2014/main" id="{50E2D50A-AB1C-4F92-A59C-825672AD9D1D}"/>
              </a:ext>
            </a:extLst>
          </p:cNvPr>
          <p:cNvGrpSpPr>
            <a:grpSpLocks/>
          </p:cNvGrpSpPr>
          <p:nvPr/>
        </p:nvGrpSpPr>
        <p:grpSpPr bwMode="auto">
          <a:xfrm>
            <a:off x="7929563" y="5502276"/>
            <a:ext cx="501650" cy="396875"/>
            <a:chOff x="4596" y="2158"/>
            <a:chExt cx="316" cy="250"/>
          </a:xfrm>
        </p:grpSpPr>
        <p:sp>
          <p:nvSpPr>
            <p:cNvPr id="105512" name="Oval 104">
              <a:extLst>
                <a:ext uri="{FF2B5EF4-FFF2-40B4-BE49-F238E27FC236}">
                  <a16:creationId xmlns:a16="http://schemas.microsoft.com/office/drawing/2014/main" id="{323FDB39-CBC7-443C-991B-43262E448697}"/>
                </a:ext>
              </a:extLst>
            </p:cNvPr>
            <p:cNvSpPr>
              <a:spLocks noChangeArrowheads="1"/>
            </p:cNvSpPr>
            <p:nvPr/>
          </p:nvSpPr>
          <p:spPr bwMode="auto">
            <a:xfrm>
              <a:off x="4599" y="2276"/>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5513" name="Line 105">
              <a:extLst>
                <a:ext uri="{FF2B5EF4-FFF2-40B4-BE49-F238E27FC236}">
                  <a16:creationId xmlns:a16="http://schemas.microsoft.com/office/drawing/2014/main" id="{EDBD53CE-9402-43D3-AC50-4404982B2E2F}"/>
                </a:ext>
              </a:extLst>
            </p:cNvPr>
            <p:cNvSpPr>
              <a:spLocks noChangeShapeType="1"/>
            </p:cNvSpPr>
            <p:nvPr/>
          </p:nvSpPr>
          <p:spPr bwMode="auto">
            <a:xfrm>
              <a:off x="4599" y="2269"/>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514" name="Line 106">
              <a:extLst>
                <a:ext uri="{FF2B5EF4-FFF2-40B4-BE49-F238E27FC236}">
                  <a16:creationId xmlns:a16="http://schemas.microsoft.com/office/drawing/2014/main" id="{B93121B0-CC2C-4C3B-A65A-11560ACCD0A0}"/>
                </a:ext>
              </a:extLst>
            </p:cNvPr>
            <p:cNvSpPr>
              <a:spLocks noChangeShapeType="1"/>
            </p:cNvSpPr>
            <p:nvPr/>
          </p:nvSpPr>
          <p:spPr bwMode="auto">
            <a:xfrm>
              <a:off x="4912" y="2269"/>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515" name="Rectangle 107">
              <a:extLst>
                <a:ext uri="{FF2B5EF4-FFF2-40B4-BE49-F238E27FC236}">
                  <a16:creationId xmlns:a16="http://schemas.microsoft.com/office/drawing/2014/main" id="{93C14297-E470-4BE5-9ED6-8F55378AB5D8}"/>
                </a:ext>
              </a:extLst>
            </p:cNvPr>
            <p:cNvSpPr>
              <a:spLocks noChangeArrowheads="1"/>
            </p:cNvSpPr>
            <p:nvPr/>
          </p:nvSpPr>
          <p:spPr bwMode="auto">
            <a:xfrm>
              <a:off x="4599" y="2269"/>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105516" name="Oval 108">
              <a:extLst>
                <a:ext uri="{FF2B5EF4-FFF2-40B4-BE49-F238E27FC236}">
                  <a16:creationId xmlns:a16="http://schemas.microsoft.com/office/drawing/2014/main" id="{2D70C6E8-3F15-4199-A597-61AD0D6A47E6}"/>
                </a:ext>
              </a:extLst>
            </p:cNvPr>
            <p:cNvSpPr>
              <a:spLocks noChangeArrowheads="1"/>
            </p:cNvSpPr>
            <p:nvPr/>
          </p:nvSpPr>
          <p:spPr bwMode="auto">
            <a:xfrm>
              <a:off x="4596" y="2210"/>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5517" name="Rectangle 109">
              <a:extLst>
                <a:ext uri="{FF2B5EF4-FFF2-40B4-BE49-F238E27FC236}">
                  <a16:creationId xmlns:a16="http://schemas.microsoft.com/office/drawing/2014/main" id="{9D7611CE-4BF1-46FD-880D-35BAB3F934D0}"/>
                </a:ext>
              </a:extLst>
            </p:cNvPr>
            <p:cNvSpPr>
              <a:spLocks noChangeArrowheads="1"/>
            </p:cNvSpPr>
            <p:nvPr/>
          </p:nvSpPr>
          <p:spPr bwMode="auto">
            <a:xfrm>
              <a:off x="4683" y="2223"/>
              <a:ext cx="142" cy="110"/>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5518" name="Text Box 110">
              <a:extLst>
                <a:ext uri="{FF2B5EF4-FFF2-40B4-BE49-F238E27FC236}">
                  <a16:creationId xmlns:a16="http://schemas.microsoft.com/office/drawing/2014/main" id="{438D4CD0-4B84-44A3-BE72-D6796232A836}"/>
                </a:ext>
              </a:extLst>
            </p:cNvPr>
            <p:cNvSpPr txBox="1">
              <a:spLocks noChangeArrowheads="1"/>
            </p:cNvSpPr>
            <p:nvPr/>
          </p:nvSpPr>
          <p:spPr bwMode="auto">
            <a:xfrm>
              <a:off x="4610" y="2158"/>
              <a:ext cx="29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2b</a:t>
              </a:r>
              <a:endParaRPr lang="en-US" altLang="en-US" sz="2400"/>
            </a:p>
          </p:txBody>
        </p:sp>
      </p:grpSp>
      <p:sp>
        <p:nvSpPr>
          <p:cNvPr id="105498" name="Text Box 111">
            <a:extLst>
              <a:ext uri="{FF2B5EF4-FFF2-40B4-BE49-F238E27FC236}">
                <a16:creationId xmlns:a16="http://schemas.microsoft.com/office/drawing/2014/main" id="{460A01C2-5E8B-4579-BE80-F3F491357AAF}"/>
              </a:ext>
            </a:extLst>
          </p:cNvPr>
          <p:cNvSpPr txBox="1">
            <a:spLocks noChangeArrowheads="1"/>
          </p:cNvSpPr>
          <p:nvPr/>
        </p:nvSpPr>
        <p:spPr bwMode="auto">
          <a:xfrm>
            <a:off x="9180514" y="5159375"/>
            <a:ext cx="90120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400"/>
              <a:t>other</a:t>
            </a:r>
          </a:p>
          <a:p>
            <a:r>
              <a:rPr lang="en-US" altLang="en-US" sz="1400"/>
              <a:t>networks</a:t>
            </a:r>
          </a:p>
        </p:txBody>
      </p:sp>
      <p:sp>
        <p:nvSpPr>
          <p:cNvPr id="105499" name="Freeform 112">
            <a:extLst>
              <a:ext uri="{FF2B5EF4-FFF2-40B4-BE49-F238E27FC236}">
                <a16:creationId xmlns:a16="http://schemas.microsoft.com/office/drawing/2014/main" id="{B30E45D2-C3A4-4FAF-BB41-BFF9BF0D76EB}"/>
              </a:ext>
            </a:extLst>
          </p:cNvPr>
          <p:cNvSpPr>
            <a:spLocks/>
          </p:cNvSpPr>
          <p:nvPr/>
        </p:nvSpPr>
        <p:spPr bwMode="auto">
          <a:xfrm flipH="1">
            <a:off x="1816101" y="4772025"/>
            <a:ext cx="1171575" cy="1758950"/>
          </a:xfrm>
          <a:custGeom>
            <a:avLst/>
            <a:gdLst>
              <a:gd name="T0" fmla="*/ 2147483647 w 738"/>
              <a:gd name="T1" fmla="*/ 2147483647 h 1108"/>
              <a:gd name="T2" fmla="*/ 2147483647 w 738"/>
              <a:gd name="T3" fmla="*/ 2147483647 h 1108"/>
              <a:gd name="T4" fmla="*/ 2147483647 w 738"/>
              <a:gd name="T5" fmla="*/ 2147483647 h 1108"/>
              <a:gd name="T6" fmla="*/ 2147483647 w 738"/>
              <a:gd name="T7" fmla="*/ 2147483647 h 1108"/>
              <a:gd name="T8" fmla="*/ 2147483647 w 738"/>
              <a:gd name="T9" fmla="*/ 2147483647 h 1108"/>
              <a:gd name="T10" fmla="*/ 2147483647 w 738"/>
              <a:gd name="T11" fmla="*/ 2147483647 h 1108"/>
              <a:gd name="T12" fmla="*/ 2147483647 w 738"/>
              <a:gd name="T13" fmla="*/ 2147483647 h 1108"/>
              <a:gd name="T14" fmla="*/ 2147483647 w 738"/>
              <a:gd name="T15" fmla="*/ 2147483647 h 1108"/>
              <a:gd name="T16" fmla="*/ 0 60000 65536"/>
              <a:gd name="T17" fmla="*/ 0 60000 65536"/>
              <a:gd name="T18" fmla="*/ 0 60000 65536"/>
              <a:gd name="T19" fmla="*/ 0 60000 65536"/>
              <a:gd name="T20" fmla="*/ 0 60000 65536"/>
              <a:gd name="T21" fmla="*/ 0 60000 65536"/>
              <a:gd name="T22" fmla="*/ 0 60000 65536"/>
              <a:gd name="T23" fmla="*/ 0 60000 65536"/>
              <a:gd name="T24" fmla="*/ 0 w 738"/>
              <a:gd name="T25" fmla="*/ 0 h 1108"/>
              <a:gd name="T26" fmla="*/ 738 w 738"/>
              <a:gd name="T27" fmla="*/ 1108 h 110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38" h="1108">
                <a:moveTo>
                  <a:pt x="32" y="394"/>
                </a:moveTo>
                <a:cubicBezTo>
                  <a:pt x="66" y="301"/>
                  <a:pt x="108" y="228"/>
                  <a:pt x="213" y="172"/>
                </a:cubicBezTo>
                <a:cubicBezTo>
                  <a:pt x="318" y="116"/>
                  <a:pt x="588" y="0"/>
                  <a:pt x="663" y="56"/>
                </a:cubicBezTo>
                <a:cubicBezTo>
                  <a:pt x="738" y="112"/>
                  <a:pt x="659" y="346"/>
                  <a:pt x="661" y="509"/>
                </a:cubicBezTo>
                <a:cubicBezTo>
                  <a:pt x="663" y="672"/>
                  <a:pt x="731" y="956"/>
                  <a:pt x="677" y="1032"/>
                </a:cubicBezTo>
                <a:cubicBezTo>
                  <a:pt x="623" y="1108"/>
                  <a:pt x="442" y="999"/>
                  <a:pt x="338" y="962"/>
                </a:cubicBezTo>
                <a:cubicBezTo>
                  <a:pt x="234" y="925"/>
                  <a:pt x="102" y="904"/>
                  <a:pt x="51" y="809"/>
                </a:cubicBezTo>
                <a:cubicBezTo>
                  <a:pt x="0" y="715"/>
                  <a:pt x="36" y="481"/>
                  <a:pt x="32" y="394"/>
                </a:cubicBezTo>
                <a:close/>
              </a:path>
            </a:pathLst>
          </a:custGeom>
          <a:gradFill rotWithShape="1">
            <a:gsLst>
              <a:gs pos="0">
                <a:srgbClr val="66CCFF"/>
              </a:gs>
              <a:gs pos="100000">
                <a:srgbClr val="FFFF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05500" name="Text Box 113">
            <a:extLst>
              <a:ext uri="{FF2B5EF4-FFF2-40B4-BE49-F238E27FC236}">
                <a16:creationId xmlns:a16="http://schemas.microsoft.com/office/drawing/2014/main" id="{C82AE48C-A090-49C5-B361-C943D3AC18D0}"/>
              </a:ext>
            </a:extLst>
          </p:cNvPr>
          <p:cNvSpPr txBox="1">
            <a:spLocks noChangeArrowheads="1"/>
          </p:cNvSpPr>
          <p:nvPr/>
        </p:nvSpPr>
        <p:spPr bwMode="auto">
          <a:xfrm>
            <a:off x="1873251" y="5556250"/>
            <a:ext cx="90120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400"/>
              <a:t>other</a:t>
            </a:r>
          </a:p>
          <a:p>
            <a:r>
              <a:rPr lang="en-US" altLang="en-US" sz="1400"/>
              <a:t>networks</a:t>
            </a:r>
          </a:p>
        </p:txBody>
      </p:sp>
      <p:sp>
        <p:nvSpPr>
          <p:cNvPr id="105501" name="Line 114">
            <a:extLst>
              <a:ext uri="{FF2B5EF4-FFF2-40B4-BE49-F238E27FC236}">
                <a16:creationId xmlns:a16="http://schemas.microsoft.com/office/drawing/2014/main" id="{D4BACE11-4434-4CF5-887C-1BA0A0AFF0F3}"/>
              </a:ext>
            </a:extLst>
          </p:cNvPr>
          <p:cNvSpPr>
            <a:spLocks noChangeShapeType="1"/>
          </p:cNvSpPr>
          <p:nvPr/>
        </p:nvSpPr>
        <p:spPr bwMode="auto">
          <a:xfrm flipH="1">
            <a:off x="2673351" y="5118100"/>
            <a:ext cx="468313" cy="268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05502" name="Freeform 115">
            <a:extLst>
              <a:ext uri="{FF2B5EF4-FFF2-40B4-BE49-F238E27FC236}">
                <a16:creationId xmlns:a16="http://schemas.microsoft.com/office/drawing/2014/main" id="{9D0DBEE9-36A2-4177-85E2-34E7DFA94EAA}"/>
              </a:ext>
            </a:extLst>
          </p:cNvPr>
          <p:cNvSpPr>
            <a:spLocks/>
          </p:cNvSpPr>
          <p:nvPr/>
        </p:nvSpPr>
        <p:spPr bwMode="auto">
          <a:xfrm>
            <a:off x="6437314" y="5607050"/>
            <a:ext cx="523875" cy="261938"/>
          </a:xfrm>
          <a:custGeom>
            <a:avLst/>
            <a:gdLst>
              <a:gd name="T0" fmla="*/ 0 w 654"/>
              <a:gd name="T1" fmla="*/ 2147483647 h 420"/>
              <a:gd name="T2" fmla="*/ 2147483647 w 654"/>
              <a:gd name="T3" fmla="*/ 0 h 420"/>
              <a:gd name="T4" fmla="*/ 0 60000 65536"/>
              <a:gd name="T5" fmla="*/ 0 60000 65536"/>
              <a:gd name="T6" fmla="*/ 0 w 654"/>
              <a:gd name="T7" fmla="*/ 0 h 420"/>
              <a:gd name="T8" fmla="*/ 654 w 654"/>
              <a:gd name="T9" fmla="*/ 420 h 420"/>
            </a:gdLst>
            <a:ahLst/>
            <a:cxnLst>
              <a:cxn ang="T4">
                <a:pos x="T0" y="T1"/>
              </a:cxn>
              <a:cxn ang="T5">
                <a:pos x="T2" y="T3"/>
              </a:cxn>
            </a:cxnLst>
            <a:rect l="T6" t="T7" r="T8" b="T9"/>
            <a:pathLst>
              <a:path w="654" h="420">
                <a:moveTo>
                  <a:pt x="0" y="420"/>
                </a:moveTo>
                <a:lnTo>
                  <a:pt x="654"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05503" name="Freeform 116">
            <a:extLst>
              <a:ext uri="{FF2B5EF4-FFF2-40B4-BE49-F238E27FC236}">
                <a16:creationId xmlns:a16="http://schemas.microsoft.com/office/drawing/2014/main" id="{5BBF38F6-0B44-4741-9B7D-2337249815E5}"/>
              </a:ext>
            </a:extLst>
          </p:cNvPr>
          <p:cNvSpPr>
            <a:spLocks/>
          </p:cNvSpPr>
          <p:nvPr/>
        </p:nvSpPr>
        <p:spPr bwMode="auto">
          <a:xfrm>
            <a:off x="5076825" y="3990975"/>
            <a:ext cx="973138" cy="795338"/>
          </a:xfrm>
          <a:custGeom>
            <a:avLst/>
            <a:gdLst>
              <a:gd name="T0" fmla="*/ 2147483647 w 1198"/>
              <a:gd name="T1" fmla="*/ 2147483647 h 451"/>
              <a:gd name="T2" fmla="*/ 2147483647 w 1198"/>
              <a:gd name="T3" fmla="*/ 2147483647 h 451"/>
              <a:gd name="T4" fmla="*/ 2147483647 w 1198"/>
              <a:gd name="T5" fmla="*/ 2147483647 h 451"/>
              <a:gd name="T6" fmla="*/ 2147483647 w 1198"/>
              <a:gd name="T7" fmla="*/ 2147483647 h 451"/>
              <a:gd name="T8" fmla="*/ 2147483647 w 1198"/>
              <a:gd name="T9" fmla="*/ 2147483647 h 451"/>
              <a:gd name="T10" fmla="*/ 2147483647 w 1198"/>
              <a:gd name="T11" fmla="*/ 2147483647 h 451"/>
              <a:gd name="T12" fmla="*/ 2147483647 w 1198"/>
              <a:gd name="T13" fmla="*/ 2147483647 h 451"/>
              <a:gd name="T14" fmla="*/ 2147483647 w 1198"/>
              <a:gd name="T15" fmla="*/ 2147483647 h 451"/>
              <a:gd name="T16" fmla="*/ 2147483647 w 1198"/>
              <a:gd name="T17" fmla="*/ 2147483647 h 45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98"/>
              <a:gd name="T28" fmla="*/ 0 h 451"/>
              <a:gd name="T29" fmla="*/ 1198 w 1198"/>
              <a:gd name="T30" fmla="*/ 451 h 45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98" h="451">
                <a:moveTo>
                  <a:pt x="88" y="181"/>
                </a:moveTo>
                <a:cubicBezTo>
                  <a:pt x="159" y="143"/>
                  <a:pt x="120" y="111"/>
                  <a:pt x="180" y="89"/>
                </a:cubicBezTo>
                <a:cubicBezTo>
                  <a:pt x="240" y="67"/>
                  <a:pt x="313" y="60"/>
                  <a:pt x="448" y="49"/>
                </a:cubicBezTo>
                <a:cubicBezTo>
                  <a:pt x="583" y="38"/>
                  <a:pt x="866" y="0"/>
                  <a:pt x="988" y="25"/>
                </a:cubicBezTo>
                <a:cubicBezTo>
                  <a:pt x="1110" y="50"/>
                  <a:pt x="1198" y="132"/>
                  <a:pt x="1181" y="197"/>
                </a:cubicBezTo>
                <a:cubicBezTo>
                  <a:pt x="1164" y="262"/>
                  <a:pt x="1034" y="375"/>
                  <a:pt x="889" y="413"/>
                </a:cubicBezTo>
                <a:cubicBezTo>
                  <a:pt x="744" y="451"/>
                  <a:pt x="449" y="438"/>
                  <a:pt x="307" y="425"/>
                </a:cubicBezTo>
                <a:cubicBezTo>
                  <a:pt x="165" y="412"/>
                  <a:pt x="72" y="378"/>
                  <a:pt x="36" y="337"/>
                </a:cubicBezTo>
                <a:cubicBezTo>
                  <a:pt x="0" y="296"/>
                  <a:pt x="77" y="213"/>
                  <a:pt x="88" y="181"/>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05504" name="Text Box 117">
            <a:extLst>
              <a:ext uri="{FF2B5EF4-FFF2-40B4-BE49-F238E27FC236}">
                <a16:creationId xmlns:a16="http://schemas.microsoft.com/office/drawing/2014/main" id="{77B5B8BD-C73D-4FE9-BFCC-2B9607311D5B}"/>
              </a:ext>
            </a:extLst>
          </p:cNvPr>
          <p:cNvSpPr txBox="1">
            <a:spLocks noChangeArrowheads="1"/>
          </p:cNvSpPr>
          <p:nvPr/>
        </p:nvSpPr>
        <p:spPr bwMode="auto">
          <a:xfrm>
            <a:off x="5399088" y="4148138"/>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2400">
                <a:solidFill>
                  <a:schemeClr val="bg1"/>
                </a:solidFill>
              </a:rPr>
              <a:t>x</a:t>
            </a:r>
          </a:p>
        </p:txBody>
      </p:sp>
      <p:sp>
        <p:nvSpPr>
          <p:cNvPr id="105505" name="Text Box 118">
            <a:extLst>
              <a:ext uri="{FF2B5EF4-FFF2-40B4-BE49-F238E27FC236}">
                <a16:creationId xmlns:a16="http://schemas.microsoft.com/office/drawing/2014/main" id="{6FAE2726-2444-4052-91ED-9E06E5C5FEF7}"/>
              </a:ext>
            </a:extLst>
          </p:cNvPr>
          <p:cNvSpPr txBox="1">
            <a:spLocks noChangeArrowheads="1"/>
          </p:cNvSpPr>
          <p:nvPr/>
        </p:nvSpPr>
        <p:spPr bwMode="auto">
          <a:xfrm rot="2261289">
            <a:off x="5862638" y="4397375"/>
            <a:ext cx="130175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4400"/>
              <a:t>……</a:t>
            </a:r>
          </a:p>
        </p:txBody>
      </p:sp>
      <p:sp>
        <p:nvSpPr>
          <p:cNvPr id="105506" name="Text Box 119">
            <a:extLst>
              <a:ext uri="{FF2B5EF4-FFF2-40B4-BE49-F238E27FC236}">
                <a16:creationId xmlns:a16="http://schemas.microsoft.com/office/drawing/2014/main" id="{1D3C6828-7836-46EC-A6C8-6416B7F519AB}"/>
              </a:ext>
            </a:extLst>
          </p:cNvPr>
          <p:cNvSpPr txBox="1">
            <a:spLocks noChangeArrowheads="1"/>
          </p:cNvSpPr>
          <p:nvPr/>
        </p:nvSpPr>
        <p:spPr bwMode="auto">
          <a:xfrm rot="20538457">
            <a:off x="4459288" y="3878263"/>
            <a:ext cx="74295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4400"/>
              <a:t>…</a:t>
            </a:r>
          </a:p>
        </p:txBody>
      </p:sp>
      <p:sp>
        <p:nvSpPr>
          <p:cNvPr id="105507" name="Line 120">
            <a:extLst>
              <a:ext uri="{FF2B5EF4-FFF2-40B4-BE49-F238E27FC236}">
                <a16:creationId xmlns:a16="http://schemas.microsoft.com/office/drawing/2014/main" id="{49D61B91-57DD-43AE-8A90-D9A068B353AA}"/>
              </a:ext>
            </a:extLst>
          </p:cNvPr>
          <p:cNvSpPr>
            <a:spLocks noChangeShapeType="1"/>
          </p:cNvSpPr>
          <p:nvPr/>
        </p:nvSpPr>
        <p:spPr bwMode="auto">
          <a:xfrm flipV="1">
            <a:off x="5505451" y="6088063"/>
            <a:ext cx="423863" cy="146050"/>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05508" name="Freeform 121">
            <a:extLst>
              <a:ext uri="{FF2B5EF4-FFF2-40B4-BE49-F238E27FC236}">
                <a16:creationId xmlns:a16="http://schemas.microsoft.com/office/drawing/2014/main" id="{8B3A6D1F-75B4-4100-8C74-8C054B337B04}"/>
              </a:ext>
            </a:extLst>
          </p:cNvPr>
          <p:cNvSpPr>
            <a:spLocks/>
          </p:cNvSpPr>
          <p:nvPr/>
        </p:nvSpPr>
        <p:spPr bwMode="auto">
          <a:xfrm>
            <a:off x="4324350" y="5014914"/>
            <a:ext cx="704850" cy="409575"/>
          </a:xfrm>
          <a:custGeom>
            <a:avLst/>
            <a:gdLst>
              <a:gd name="T0" fmla="*/ 0 w 444"/>
              <a:gd name="T1" fmla="*/ 0 h 258"/>
              <a:gd name="T2" fmla="*/ 2147483647 w 444"/>
              <a:gd name="T3" fmla="*/ 2147483647 h 258"/>
              <a:gd name="T4" fmla="*/ 0 60000 65536"/>
              <a:gd name="T5" fmla="*/ 0 60000 65536"/>
              <a:gd name="T6" fmla="*/ 0 w 444"/>
              <a:gd name="T7" fmla="*/ 0 h 258"/>
              <a:gd name="T8" fmla="*/ 444 w 444"/>
              <a:gd name="T9" fmla="*/ 258 h 258"/>
            </a:gdLst>
            <a:ahLst/>
            <a:cxnLst>
              <a:cxn ang="T4">
                <a:pos x="T0" y="T1"/>
              </a:cxn>
              <a:cxn ang="T5">
                <a:pos x="T2" y="T3"/>
              </a:cxn>
            </a:cxnLst>
            <a:rect l="T6" t="T7" r="T8" b="T9"/>
            <a:pathLst>
              <a:path w="444" h="258">
                <a:moveTo>
                  <a:pt x="0" y="0"/>
                </a:moveTo>
                <a:lnTo>
                  <a:pt x="444" y="258"/>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05509" name="Line 122">
            <a:extLst>
              <a:ext uri="{FF2B5EF4-FFF2-40B4-BE49-F238E27FC236}">
                <a16:creationId xmlns:a16="http://schemas.microsoft.com/office/drawing/2014/main" id="{A1473F57-1F89-4272-BBE2-9CF8C6CF4A12}"/>
              </a:ext>
            </a:extLst>
          </p:cNvPr>
          <p:cNvSpPr>
            <a:spLocks noChangeShapeType="1"/>
          </p:cNvSpPr>
          <p:nvPr/>
        </p:nvSpPr>
        <p:spPr bwMode="auto">
          <a:xfrm flipV="1">
            <a:off x="5513388" y="5603876"/>
            <a:ext cx="0" cy="593725"/>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05510" name="Text Box 123">
            <a:extLst>
              <a:ext uri="{FF2B5EF4-FFF2-40B4-BE49-F238E27FC236}">
                <a16:creationId xmlns:a16="http://schemas.microsoft.com/office/drawing/2014/main" id="{58E06B44-06A4-412B-A79E-02138F74CEBB}"/>
              </a:ext>
            </a:extLst>
          </p:cNvPr>
          <p:cNvSpPr txBox="1">
            <a:spLocks noChangeArrowheads="1"/>
          </p:cNvSpPr>
          <p:nvPr/>
        </p:nvSpPr>
        <p:spPr bwMode="auto">
          <a:xfrm>
            <a:off x="5313363" y="6143626"/>
            <a:ext cx="323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b="1">
                <a:solidFill>
                  <a:srgbClr val="FF0000"/>
                </a:solidFill>
              </a:rPr>
              <a:t>?</a:t>
            </a:r>
          </a:p>
        </p:txBody>
      </p:sp>
      <p:pic>
        <p:nvPicPr>
          <p:cNvPr id="105511" name="Picture 124" descr="underline_base">
            <a:extLst>
              <a:ext uri="{FF2B5EF4-FFF2-40B4-BE49-F238E27FC236}">
                <a16:creationId xmlns:a16="http://schemas.microsoft.com/office/drawing/2014/main" id="{17E087FD-951B-4400-9EE0-C92EBF6E7894}"/>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6438" y="904875"/>
            <a:ext cx="7313612"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6336858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Footer Placeholder 4">
            <a:extLst>
              <a:ext uri="{FF2B5EF4-FFF2-40B4-BE49-F238E27FC236}">
                <a16:creationId xmlns:a16="http://schemas.microsoft.com/office/drawing/2014/main" id="{70449469-B2A2-45F3-AC85-1C030D68F743}"/>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Tầng Network</a:t>
            </a:r>
          </a:p>
        </p:txBody>
      </p:sp>
      <p:sp>
        <p:nvSpPr>
          <p:cNvPr id="106499" name="Slide Number Placeholder 5">
            <a:extLst>
              <a:ext uri="{FF2B5EF4-FFF2-40B4-BE49-F238E27FC236}">
                <a16:creationId xmlns:a16="http://schemas.microsoft.com/office/drawing/2014/main" id="{B274057B-D60A-429B-A628-8EEDDF16921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4-</a:t>
            </a:r>
            <a:fld id="{F17E5E3C-5272-43BD-B42B-776B48F0F160}" type="slidenum">
              <a:rPr lang="en-US" altLang="en-US">
                <a:latin typeface="Tahoma" panose="020B0604030504040204" pitchFamily="34" charset="0"/>
              </a:rPr>
              <a:pPr/>
              <a:t>91</a:t>
            </a:fld>
            <a:endParaRPr lang="en-US" altLang="en-US">
              <a:latin typeface="Tahoma" panose="020B0604030504040204" pitchFamily="34" charset="0"/>
            </a:endParaRPr>
          </a:p>
        </p:txBody>
      </p:sp>
      <p:grpSp>
        <p:nvGrpSpPr>
          <p:cNvPr id="2" name="Group 1">
            <a:extLst>
              <a:ext uri="{FF2B5EF4-FFF2-40B4-BE49-F238E27FC236}">
                <a16:creationId xmlns:a16="http://schemas.microsoft.com/office/drawing/2014/main" id="{600A4DFB-47A6-45E2-9BA5-3B0E2B998D4E}"/>
              </a:ext>
            </a:extLst>
          </p:cNvPr>
          <p:cNvGrpSpPr>
            <a:grpSpLocks/>
          </p:cNvGrpSpPr>
          <p:nvPr/>
        </p:nvGrpSpPr>
        <p:grpSpPr bwMode="auto">
          <a:xfrm>
            <a:off x="1789114" y="4514850"/>
            <a:ext cx="1800225" cy="1530350"/>
            <a:chOff x="265113" y="4514850"/>
            <a:chExt cx="1800225" cy="1531045"/>
          </a:xfrm>
        </p:grpSpPr>
        <p:sp>
          <p:nvSpPr>
            <p:cNvPr id="106516" name="Rectangle 3">
              <a:extLst>
                <a:ext uri="{FF2B5EF4-FFF2-40B4-BE49-F238E27FC236}">
                  <a16:creationId xmlns:a16="http://schemas.microsoft.com/office/drawing/2014/main" id="{CFB61970-4C0D-4323-8E71-F184D170327F}"/>
                </a:ext>
              </a:extLst>
            </p:cNvPr>
            <p:cNvSpPr>
              <a:spLocks noChangeArrowheads="1"/>
            </p:cNvSpPr>
            <p:nvPr/>
          </p:nvSpPr>
          <p:spPr bwMode="auto">
            <a:xfrm>
              <a:off x="265113" y="4514850"/>
              <a:ext cx="1800225" cy="14176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6517" name="Text Box 4">
              <a:extLst>
                <a:ext uri="{FF2B5EF4-FFF2-40B4-BE49-F238E27FC236}">
                  <a16:creationId xmlns:a16="http://schemas.microsoft.com/office/drawing/2014/main" id="{6AC32934-CD61-40D7-958C-9CB8C1E43239}"/>
                </a:ext>
              </a:extLst>
            </p:cNvPr>
            <p:cNvSpPr txBox="1">
              <a:spLocks noChangeArrowheads="1"/>
            </p:cNvSpPr>
            <p:nvPr/>
          </p:nvSpPr>
          <p:spPr bwMode="auto">
            <a:xfrm>
              <a:off x="523875" y="4718050"/>
              <a:ext cx="184731" cy="3079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400"/>
            </a:p>
          </p:txBody>
        </p:sp>
        <p:sp>
          <p:nvSpPr>
            <p:cNvPr id="106518" name="Text Box 5">
              <a:extLst>
                <a:ext uri="{FF2B5EF4-FFF2-40B4-BE49-F238E27FC236}">
                  <a16:creationId xmlns:a16="http://schemas.microsoft.com/office/drawing/2014/main" id="{DE8CA066-B928-4DFF-A880-C5E01FCFD147}"/>
                </a:ext>
              </a:extLst>
            </p:cNvPr>
            <p:cNvSpPr txBox="1">
              <a:spLocks noChangeArrowheads="1"/>
            </p:cNvSpPr>
            <p:nvPr/>
          </p:nvSpPr>
          <p:spPr bwMode="auto">
            <a:xfrm>
              <a:off x="282575" y="4660900"/>
              <a:ext cx="1766830"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1400"/>
                <a:t>Học từ giao thức </a:t>
              </a:r>
            </a:p>
            <a:p>
              <a:pPr algn="ctr" eaLnBrk="1" hangingPunct="1"/>
              <a:r>
                <a:rPr lang="en-US" altLang="en-US" sz="1400"/>
                <a:t>inter-AS mà subnet </a:t>
              </a:r>
            </a:p>
            <a:p>
              <a:pPr algn="ctr" eaLnBrk="1" hangingPunct="1"/>
              <a:r>
                <a:rPr lang="en-US" altLang="en-US" sz="1400" i="1">
                  <a:solidFill>
                    <a:srgbClr val="CC0000"/>
                  </a:solidFill>
                </a:rPr>
                <a:t>x </a:t>
              </a:r>
              <a:r>
                <a:rPr lang="en-US" altLang="en-US" sz="1400"/>
                <a:t>có thể chậm đến </a:t>
              </a:r>
            </a:p>
            <a:p>
              <a:pPr algn="ctr" eaLnBrk="1" hangingPunct="1"/>
              <a:r>
                <a:rPr lang="en-US" altLang="en-US" sz="1400"/>
                <a:t>thông qua nhiều </a:t>
              </a:r>
            </a:p>
            <a:p>
              <a:pPr algn="ctr" eaLnBrk="1" hangingPunct="1"/>
              <a:r>
                <a:rPr lang="en-US" altLang="en-US" sz="1400"/>
                <a:t>gateway</a:t>
              </a:r>
            </a:p>
            <a:p>
              <a:pPr algn="ctr" eaLnBrk="1" hangingPunct="1"/>
              <a:endParaRPr lang="en-US" altLang="en-US" sz="1400"/>
            </a:p>
          </p:txBody>
        </p:sp>
      </p:grpSp>
      <p:grpSp>
        <p:nvGrpSpPr>
          <p:cNvPr id="3" name="Group 3">
            <a:extLst>
              <a:ext uri="{FF2B5EF4-FFF2-40B4-BE49-F238E27FC236}">
                <a16:creationId xmlns:a16="http://schemas.microsoft.com/office/drawing/2014/main" id="{E3F87C44-276A-438B-A004-C3759D21B5C4}"/>
              </a:ext>
            </a:extLst>
          </p:cNvPr>
          <p:cNvGrpSpPr>
            <a:grpSpLocks/>
          </p:cNvGrpSpPr>
          <p:nvPr/>
        </p:nvGrpSpPr>
        <p:grpSpPr bwMode="auto">
          <a:xfrm>
            <a:off x="3589338" y="4538664"/>
            <a:ext cx="2271712" cy="1404937"/>
            <a:chOff x="2065338" y="4538663"/>
            <a:chExt cx="2272486" cy="1404938"/>
          </a:xfrm>
        </p:grpSpPr>
        <p:sp>
          <p:nvSpPr>
            <p:cNvPr id="106513" name="Rectangle 7">
              <a:extLst>
                <a:ext uri="{FF2B5EF4-FFF2-40B4-BE49-F238E27FC236}">
                  <a16:creationId xmlns:a16="http://schemas.microsoft.com/office/drawing/2014/main" id="{60C07D54-D4C2-499A-BCC9-54E8E5E53054}"/>
                </a:ext>
              </a:extLst>
            </p:cNvPr>
            <p:cNvSpPr>
              <a:spLocks noChangeArrowheads="1"/>
            </p:cNvSpPr>
            <p:nvPr/>
          </p:nvSpPr>
          <p:spPr bwMode="auto">
            <a:xfrm>
              <a:off x="2370242" y="4538663"/>
              <a:ext cx="1800838" cy="14049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6514" name="Text Box 9">
              <a:extLst>
                <a:ext uri="{FF2B5EF4-FFF2-40B4-BE49-F238E27FC236}">
                  <a16:creationId xmlns:a16="http://schemas.microsoft.com/office/drawing/2014/main" id="{143C2A78-C8F0-4425-B6B1-C328066AA48D}"/>
                </a:ext>
              </a:extLst>
            </p:cNvPr>
            <p:cNvSpPr txBox="1">
              <a:spLocks noChangeArrowheads="1"/>
            </p:cNvSpPr>
            <p:nvPr/>
          </p:nvSpPr>
          <p:spPr bwMode="auto">
            <a:xfrm>
              <a:off x="2227318" y="4541838"/>
              <a:ext cx="2110506" cy="1384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1400"/>
                <a:t>Dùng thông tin định tuyến từ  giao thức intra-AS để xác định các chi phí của các đường đi có chi phí thấp nhất đến mỗi gateway</a:t>
              </a:r>
            </a:p>
          </p:txBody>
        </p:sp>
        <p:sp>
          <p:nvSpPr>
            <p:cNvPr id="106515" name="Line 12">
              <a:extLst>
                <a:ext uri="{FF2B5EF4-FFF2-40B4-BE49-F238E27FC236}">
                  <a16:creationId xmlns:a16="http://schemas.microsoft.com/office/drawing/2014/main" id="{8A358391-50F6-43B2-B02D-420B535C66F7}"/>
                </a:ext>
              </a:extLst>
            </p:cNvPr>
            <p:cNvSpPr>
              <a:spLocks noChangeShapeType="1"/>
            </p:cNvSpPr>
            <p:nvPr/>
          </p:nvSpPr>
          <p:spPr bwMode="auto">
            <a:xfrm flipV="1">
              <a:off x="2065338" y="5176838"/>
              <a:ext cx="295376" cy="127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grpSp>
        <p:nvGrpSpPr>
          <p:cNvPr id="4" name="Group 4">
            <a:extLst>
              <a:ext uri="{FF2B5EF4-FFF2-40B4-BE49-F238E27FC236}">
                <a16:creationId xmlns:a16="http://schemas.microsoft.com/office/drawing/2014/main" id="{D5C416E4-1DDE-4956-AF6B-681733CCC9BD}"/>
              </a:ext>
            </a:extLst>
          </p:cNvPr>
          <p:cNvGrpSpPr>
            <a:grpSpLocks/>
          </p:cNvGrpSpPr>
          <p:nvPr/>
        </p:nvGrpSpPr>
        <p:grpSpPr bwMode="auto">
          <a:xfrm>
            <a:off x="5700714" y="4527550"/>
            <a:ext cx="2200275" cy="1403350"/>
            <a:chOff x="4176713" y="4527550"/>
            <a:chExt cx="2200275" cy="1403350"/>
          </a:xfrm>
        </p:grpSpPr>
        <p:sp>
          <p:nvSpPr>
            <p:cNvPr id="106510" name="Rectangle 6">
              <a:extLst>
                <a:ext uri="{FF2B5EF4-FFF2-40B4-BE49-F238E27FC236}">
                  <a16:creationId xmlns:a16="http://schemas.microsoft.com/office/drawing/2014/main" id="{9F15B6D2-79E7-4B23-8C36-12826096BCF3}"/>
                </a:ext>
              </a:extLst>
            </p:cNvPr>
            <p:cNvSpPr>
              <a:spLocks noChangeArrowheads="1"/>
            </p:cNvSpPr>
            <p:nvPr/>
          </p:nvSpPr>
          <p:spPr bwMode="auto">
            <a:xfrm>
              <a:off x="4567238" y="4527550"/>
              <a:ext cx="1800225" cy="14033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6511" name="Text Box 10">
              <a:extLst>
                <a:ext uri="{FF2B5EF4-FFF2-40B4-BE49-F238E27FC236}">
                  <a16:creationId xmlns:a16="http://schemas.microsoft.com/office/drawing/2014/main" id="{8C040FEE-CD28-4FAA-9D11-8C8B29F21092}"/>
                </a:ext>
              </a:extLst>
            </p:cNvPr>
            <p:cNvSpPr txBox="1">
              <a:spLocks noChangeArrowheads="1"/>
            </p:cNvSpPr>
            <p:nvPr/>
          </p:nvSpPr>
          <p:spPr bwMode="auto">
            <a:xfrm>
              <a:off x="4576763" y="4662488"/>
              <a:ext cx="1800225"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1400"/>
                <a:t>hot potato routing:</a:t>
              </a:r>
            </a:p>
            <a:p>
              <a:pPr algn="ctr" eaLnBrk="1" hangingPunct="1"/>
              <a:r>
                <a:rPr lang="en-US" altLang="en-US" sz="1400"/>
                <a:t>Chọn gateway nào có chi phí thấp nhất</a:t>
              </a:r>
            </a:p>
          </p:txBody>
        </p:sp>
        <p:sp>
          <p:nvSpPr>
            <p:cNvPr id="106512" name="Line 13">
              <a:extLst>
                <a:ext uri="{FF2B5EF4-FFF2-40B4-BE49-F238E27FC236}">
                  <a16:creationId xmlns:a16="http://schemas.microsoft.com/office/drawing/2014/main" id="{5975BEDC-3E80-4E86-89E8-E15A2703726E}"/>
                </a:ext>
              </a:extLst>
            </p:cNvPr>
            <p:cNvSpPr>
              <a:spLocks noChangeShapeType="1"/>
            </p:cNvSpPr>
            <p:nvPr/>
          </p:nvSpPr>
          <p:spPr bwMode="auto">
            <a:xfrm>
              <a:off x="4176713" y="5176838"/>
              <a:ext cx="37941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grpSp>
        <p:nvGrpSpPr>
          <p:cNvPr id="5" name="Group 5">
            <a:extLst>
              <a:ext uri="{FF2B5EF4-FFF2-40B4-BE49-F238E27FC236}">
                <a16:creationId xmlns:a16="http://schemas.microsoft.com/office/drawing/2014/main" id="{00489FF8-D7F0-4D92-8199-F151C5EA2E5B}"/>
              </a:ext>
            </a:extLst>
          </p:cNvPr>
          <p:cNvGrpSpPr>
            <a:grpSpLocks/>
          </p:cNvGrpSpPr>
          <p:nvPr/>
        </p:nvGrpSpPr>
        <p:grpSpPr bwMode="auto">
          <a:xfrm>
            <a:off x="7894638" y="4381500"/>
            <a:ext cx="2241550" cy="1779588"/>
            <a:chOff x="6370638" y="4508501"/>
            <a:chExt cx="2241385" cy="1409700"/>
          </a:xfrm>
        </p:grpSpPr>
        <p:sp>
          <p:nvSpPr>
            <p:cNvPr id="106507" name="Rectangle 8">
              <a:extLst>
                <a:ext uri="{FF2B5EF4-FFF2-40B4-BE49-F238E27FC236}">
                  <a16:creationId xmlns:a16="http://schemas.microsoft.com/office/drawing/2014/main" id="{E3B96488-E178-46E1-A766-04401F20013C}"/>
                </a:ext>
              </a:extLst>
            </p:cNvPr>
            <p:cNvSpPr>
              <a:spLocks noChangeArrowheads="1"/>
            </p:cNvSpPr>
            <p:nvPr/>
          </p:nvSpPr>
          <p:spPr bwMode="auto">
            <a:xfrm>
              <a:off x="6762846" y="4513263"/>
              <a:ext cx="1800666" cy="14049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6508" name="Text Box 11">
              <a:extLst>
                <a:ext uri="{FF2B5EF4-FFF2-40B4-BE49-F238E27FC236}">
                  <a16:creationId xmlns:a16="http://schemas.microsoft.com/office/drawing/2014/main" id="{8EBD6214-4F41-4A90-B5BF-6F7333AFF61A}"/>
                </a:ext>
              </a:extLst>
            </p:cNvPr>
            <p:cNvSpPr txBox="1">
              <a:spLocks noChangeArrowheads="1"/>
            </p:cNvSpPr>
            <p:nvPr/>
          </p:nvSpPr>
          <p:spPr bwMode="auto">
            <a:xfrm>
              <a:off x="6746957" y="4508501"/>
              <a:ext cx="1865066" cy="1268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1400"/>
                <a:t>Xác định interface</a:t>
              </a:r>
              <a:r>
                <a:rPr lang="en-US" altLang="en-US" sz="1400" i="1">
                  <a:solidFill>
                    <a:srgbClr val="CC0000"/>
                  </a:solidFill>
                </a:rPr>
                <a:t> I  </a:t>
              </a:r>
            </a:p>
            <a:p>
              <a:pPr algn="ctr" eaLnBrk="1" hangingPunct="1"/>
              <a:r>
                <a:rPr lang="en-US" altLang="en-US" sz="1400"/>
                <a:t>từ bảng forwarding </a:t>
              </a:r>
            </a:p>
            <a:p>
              <a:pPr algn="ctr" eaLnBrk="1" hangingPunct="1"/>
              <a:r>
                <a:rPr lang="en-US" altLang="en-US" sz="1400"/>
                <a:t>cái mà dẫn đến </a:t>
              </a:r>
            </a:p>
            <a:p>
              <a:pPr algn="ctr" eaLnBrk="1" hangingPunct="1"/>
              <a:r>
                <a:rPr lang="en-US" altLang="en-US" sz="1400"/>
                <a:t>gateway có chi </a:t>
              </a:r>
            </a:p>
            <a:p>
              <a:pPr algn="ctr" eaLnBrk="1" hangingPunct="1"/>
              <a:r>
                <a:rPr lang="en-US" altLang="en-US" sz="1400"/>
                <a:t>phí thấp nhất. Đưa </a:t>
              </a:r>
            </a:p>
            <a:p>
              <a:pPr algn="ctr" eaLnBrk="1" hangingPunct="1"/>
              <a:r>
                <a:rPr lang="en-US" altLang="en-US" sz="1400"/>
                <a:t>giá trị </a:t>
              </a:r>
              <a:r>
                <a:rPr lang="en-US" altLang="en-US" sz="1400" i="1">
                  <a:solidFill>
                    <a:srgbClr val="CC0000"/>
                  </a:solidFill>
                </a:rPr>
                <a:t>(x,I)  </a:t>
              </a:r>
              <a:r>
                <a:rPr lang="en-US" altLang="en-US" sz="1400"/>
                <a:t>vào bảng </a:t>
              </a:r>
            </a:p>
            <a:p>
              <a:pPr algn="ctr" eaLnBrk="1" hangingPunct="1"/>
              <a:r>
                <a:rPr lang="en-US" altLang="en-US" sz="1400"/>
                <a:t>forwarding</a:t>
              </a:r>
            </a:p>
          </p:txBody>
        </p:sp>
        <p:sp>
          <p:nvSpPr>
            <p:cNvPr id="106509" name="Line 14">
              <a:extLst>
                <a:ext uri="{FF2B5EF4-FFF2-40B4-BE49-F238E27FC236}">
                  <a16:creationId xmlns:a16="http://schemas.microsoft.com/office/drawing/2014/main" id="{541B2EF6-5342-49C4-AA19-3CE31E1B9DDE}"/>
                </a:ext>
              </a:extLst>
            </p:cNvPr>
            <p:cNvSpPr>
              <a:spLocks noChangeShapeType="1"/>
            </p:cNvSpPr>
            <p:nvPr/>
          </p:nvSpPr>
          <p:spPr bwMode="auto">
            <a:xfrm>
              <a:off x="6370638" y="5203825"/>
              <a:ext cx="40808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sp>
        <p:nvSpPr>
          <p:cNvPr id="104453" name="Rectangle 15">
            <a:extLst>
              <a:ext uri="{FF2B5EF4-FFF2-40B4-BE49-F238E27FC236}">
                <a16:creationId xmlns:a16="http://schemas.microsoft.com/office/drawing/2014/main" id="{27422D2A-6FD5-417A-AA74-7B9C8ED1F10D}"/>
              </a:ext>
            </a:extLst>
          </p:cNvPr>
          <p:cNvSpPr>
            <a:spLocks noGrp="1" noChangeArrowheads="1"/>
          </p:cNvSpPr>
          <p:nvPr>
            <p:ph type="title"/>
          </p:nvPr>
        </p:nvSpPr>
        <p:spPr>
          <a:xfrm>
            <a:off x="1952625" y="0"/>
            <a:ext cx="8764588" cy="1143000"/>
          </a:xfrm>
        </p:spPr>
        <p:txBody>
          <a:bodyPr/>
          <a:lstStyle/>
          <a:p>
            <a:pPr>
              <a:defRPr/>
            </a:pPr>
            <a:r>
              <a:rPr lang="en-US" dirty="0" err="1"/>
              <a:t>Ví</a:t>
            </a:r>
            <a:r>
              <a:rPr lang="en-US" dirty="0"/>
              <a:t> </a:t>
            </a:r>
            <a:r>
              <a:rPr lang="en-US" dirty="0" err="1"/>
              <a:t>dụ</a:t>
            </a:r>
            <a:r>
              <a:rPr lang="en-US" dirty="0"/>
              <a:t>: </a:t>
            </a:r>
            <a:r>
              <a:rPr lang="en-US" dirty="0" err="1"/>
              <a:t>chọn</a:t>
            </a:r>
            <a:r>
              <a:rPr lang="en-US" dirty="0"/>
              <a:t> </a:t>
            </a:r>
            <a:r>
              <a:rPr lang="en-US" dirty="0" err="1"/>
              <a:t>giữa</a:t>
            </a:r>
            <a:r>
              <a:rPr lang="en-US" dirty="0"/>
              <a:t> </a:t>
            </a:r>
            <a:r>
              <a:rPr lang="en-US" dirty="0" err="1"/>
              <a:t>nhiều</a:t>
            </a:r>
            <a:r>
              <a:rPr lang="en-US" dirty="0"/>
              <a:t> AS</a:t>
            </a:r>
          </a:p>
        </p:txBody>
      </p:sp>
      <p:sp>
        <p:nvSpPr>
          <p:cNvPr id="106505" name="Rectangle 16">
            <a:extLst>
              <a:ext uri="{FF2B5EF4-FFF2-40B4-BE49-F238E27FC236}">
                <a16:creationId xmlns:a16="http://schemas.microsoft.com/office/drawing/2014/main" id="{E10A1A78-9F62-42BA-B0B3-A4F4D4A4D067}"/>
              </a:ext>
            </a:extLst>
          </p:cNvPr>
          <p:cNvSpPr>
            <a:spLocks noGrp="1" noChangeArrowheads="1"/>
          </p:cNvSpPr>
          <p:nvPr>
            <p:ph type="body" idx="1"/>
          </p:nvPr>
        </p:nvSpPr>
        <p:spPr>
          <a:xfrm>
            <a:off x="1933576" y="1250951"/>
            <a:ext cx="7991475" cy="2754313"/>
          </a:xfrm>
        </p:spPr>
        <p:txBody>
          <a:bodyPr/>
          <a:lstStyle/>
          <a:p>
            <a:pPr>
              <a:lnSpc>
                <a:spcPct val="80000"/>
              </a:lnSpc>
            </a:pPr>
            <a:r>
              <a:rPr lang="en-US" altLang="en-US" sz="2400">
                <a:latin typeface="Comic Sans MS" panose="030F0702030302020204" pitchFamily="66" charset="0"/>
                <a:ea typeface="ＭＳ Ｐゴシック" panose="020B0600070205080204" pitchFamily="34" charset="-128"/>
              </a:rPr>
              <a:t>Bây giờ, giả sử AS1 học từ giao thức inter-AS mà subnet </a:t>
            </a:r>
            <a:r>
              <a:rPr lang="en-US" altLang="en-US" sz="2400" i="1">
                <a:solidFill>
                  <a:srgbClr val="CC0000"/>
                </a:solidFill>
                <a:latin typeface="Comic Sans MS" panose="030F0702030302020204" pitchFamily="66" charset="0"/>
                <a:ea typeface="ＭＳ Ｐゴシック" panose="020B0600070205080204" pitchFamily="34" charset="-128"/>
              </a:rPr>
              <a:t>x</a:t>
            </a:r>
            <a:r>
              <a:rPr lang="en-US" altLang="en-US" sz="2400">
                <a:solidFill>
                  <a:srgbClr val="CC0000"/>
                </a:solidFill>
                <a:latin typeface="Comic Sans MS" panose="030F0702030302020204" pitchFamily="66" charset="0"/>
                <a:ea typeface="ＭＳ Ｐゴシック" panose="020B0600070205080204" pitchFamily="34" charset="-128"/>
              </a:rPr>
              <a:t> </a:t>
            </a:r>
            <a:r>
              <a:rPr lang="en-US" altLang="en-US" sz="2400">
                <a:latin typeface="Comic Sans MS" panose="030F0702030302020204" pitchFamily="66" charset="0"/>
                <a:ea typeface="ＭＳ Ｐゴシック" panose="020B0600070205080204" pitchFamily="34" charset="-128"/>
              </a:rPr>
              <a:t>có thể chạm tới được từ AS3 và từ AS2.</a:t>
            </a:r>
          </a:p>
          <a:p>
            <a:pPr>
              <a:lnSpc>
                <a:spcPct val="80000"/>
              </a:lnSpc>
            </a:pPr>
            <a:r>
              <a:rPr lang="en-US" altLang="en-US" sz="2400">
                <a:latin typeface="Comic Sans MS" panose="030F0702030302020204" pitchFamily="66" charset="0"/>
                <a:ea typeface="ＭＳ Ｐゴシック" panose="020B0600070205080204" pitchFamily="34" charset="-128"/>
              </a:rPr>
              <a:t>Để cấu hình bảng forwarding, router 1d phải xác định gateway nào nó nên dùng để chuyển packet tới đích x</a:t>
            </a:r>
            <a:endParaRPr lang="en-US" altLang="en-US" sz="2400">
              <a:solidFill>
                <a:srgbClr val="CC0000"/>
              </a:solidFill>
              <a:latin typeface="Comic Sans MS" panose="030F0702030302020204" pitchFamily="66" charset="0"/>
              <a:ea typeface="ＭＳ Ｐゴシック" panose="020B0600070205080204" pitchFamily="34" charset="-128"/>
            </a:endParaRPr>
          </a:p>
          <a:p>
            <a:pPr lvl="1">
              <a:lnSpc>
                <a:spcPct val="80000"/>
              </a:lnSpc>
            </a:pPr>
            <a:r>
              <a:rPr lang="en-US" altLang="en-US">
                <a:latin typeface="Comic Sans MS" panose="030F0702030302020204" pitchFamily="66" charset="0"/>
                <a:ea typeface="ＭＳ Ｐゴシック" panose="020B0600070205080204" pitchFamily="34" charset="-128"/>
              </a:rPr>
              <a:t>Đây cũng là công việc của giao thức định tuyến inter-AS!</a:t>
            </a:r>
          </a:p>
          <a:p>
            <a:pPr>
              <a:lnSpc>
                <a:spcPct val="80000"/>
              </a:lnSpc>
            </a:pPr>
            <a:r>
              <a:rPr lang="en-US" altLang="en-US" sz="2400" i="1">
                <a:solidFill>
                  <a:srgbClr val="CC0000"/>
                </a:solidFill>
                <a:latin typeface="Comic Sans MS" panose="030F0702030302020204" pitchFamily="66" charset="0"/>
                <a:ea typeface="ＭＳ Ｐゴシック" panose="020B0600070205080204" pitchFamily="34" charset="-128"/>
              </a:rPr>
              <a:t>hot potato routing: gửi </a:t>
            </a:r>
            <a:r>
              <a:rPr lang="en-US" altLang="en-US" sz="2400">
                <a:latin typeface="Comic Sans MS" panose="030F0702030302020204" pitchFamily="66" charset="0"/>
                <a:ea typeface="ＭＳ Ｐゴシック" panose="020B0600070205080204" pitchFamily="34" charset="-128"/>
              </a:rPr>
              <a:t>packet tới 2 router gần nhất</a:t>
            </a:r>
          </a:p>
          <a:p>
            <a:pPr>
              <a:lnSpc>
                <a:spcPct val="80000"/>
              </a:lnSpc>
            </a:pPr>
            <a:endParaRPr lang="en-US" altLang="en-US" sz="2400">
              <a:latin typeface="Comic Sans MS" panose="030F0702030302020204" pitchFamily="66" charset="0"/>
              <a:ea typeface="ＭＳ Ｐゴシック" panose="020B0600070205080204" pitchFamily="34" charset="-128"/>
            </a:endParaRPr>
          </a:p>
        </p:txBody>
      </p:sp>
      <p:pic>
        <p:nvPicPr>
          <p:cNvPr id="106506" name="Picture 17" descr="underline_base">
            <a:extLst>
              <a:ext uri="{FF2B5EF4-FFF2-40B4-BE49-F238E27FC236}">
                <a16:creationId xmlns:a16="http://schemas.microsoft.com/office/drawing/2014/main" id="{D6A7F420-5F2A-44FD-95D6-A124F0F704A1}"/>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6438" y="760414"/>
            <a:ext cx="7313612"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9038289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left)">
                                      <p:cBhvr>
                                        <p:cTn id="2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Footer Placeholder 4">
            <a:extLst>
              <a:ext uri="{FF2B5EF4-FFF2-40B4-BE49-F238E27FC236}">
                <a16:creationId xmlns:a16="http://schemas.microsoft.com/office/drawing/2014/main" id="{FB4A8D8B-1164-42B9-B8A0-A697DBF8D30A}"/>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Tầng Network</a:t>
            </a:r>
          </a:p>
        </p:txBody>
      </p:sp>
      <p:sp>
        <p:nvSpPr>
          <p:cNvPr id="108547" name="Slide Number Placeholder 5">
            <a:extLst>
              <a:ext uri="{FF2B5EF4-FFF2-40B4-BE49-F238E27FC236}">
                <a16:creationId xmlns:a16="http://schemas.microsoft.com/office/drawing/2014/main" id="{72709C20-0E84-46F7-8252-DD57937C0C4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4-</a:t>
            </a:r>
            <a:fld id="{E641E1E3-F75C-44D0-B308-705C76E0C6AE}" type="slidenum">
              <a:rPr lang="en-US" altLang="en-US">
                <a:latin typeface="Tahoma" panose="020B0604030504040204" pitchFamily="34" charset="0"/>
              </a:rPr>
              <a:pPr/>
              <a:t>92</a:t>
            </a:fld>
            <a:endParaRPr lang="en-US" altLang="en-US">
              <a:latin typeface="Tahoma" panose="020B0604030504040204" pitchFamily="34" charset="0"/>
            </a:endParaRPr>
          </a:p>
        </p:txBody>
      </p:sp>
      <p:sp>
        <p:nvSpPr>
          <p:cNvPr id="106500" name="Rectangle 2">
            <a:extLst>
              <a:ext uri="{FF2B5EF4-FFF2-40B4-BE49-F238E27FC236}">
                <a16:creationId xmlns:a16="http://schemas.microsoft.com/office/drawing/2014/main" id="{B20AE110-92DA-43DC-9C16-E9538CE74BED}"/>
              </a:ext>
            </a:extLst>
          </p:cNvPr>
          <p:cNvSpPr>
            <a:spLocks noGrp="1" noChangeArrowheads="1"/>
          </p:cNvSpPr>
          <p:nvPr>
            <p:ph type="title"/>
          </p:nvPr>
        </p:nvSpPr>
        <p:spPr>
          <a:xfrm>
            <a:off x="2035176" y="8709"/>
            <a:ext cx="10131425" cy="1456267"/>
          </a:xfrm>
        </p:spPr>
        <p:txBody>
          <a:bodyPr/>
          <a:lstStyle/>
          <a:p>
            <a:pPr>
              <a:defRPr/>
            </a:pPr>
            <a:r>
              <a:rPr lang="en-US" sz="4000" dirty="0" err="1"/>
              <a:t>Định</a:t>
            </a:r>
            <a:r>
              <a:rPr lang="en-US" sz="4000" dirty="0"/>
              <a:t> </a:t>
            </a:r>
            <a:r>
              <a:rPr lang="en-US" sz="4000" dirty="0" err="1"/>
              <a:t>tuyến</a:t>
            </a:r>
            <a:r>
              <a:rPr lang="en-US" sz="4000" dirty="0"/>
              <a:t> Intra-AS</a:t>
            </a:r>
          </a:p>
        </p:txBody>
      </p:sp>
      <p:sp>
        <p:nvSpPr>
          <p:cNvPr id="106501" name="Rectangle 3">
            <a:extLst>
              <a:ext uri="{FF2B5EF4-FFF2-40B4-BE49-F238E27FC236}">
                <a16:creationId xmlns:a16="http://schemas.microsoft.com/office/drawing/2014/main" id="{9ACA3211-96F0-42A7-95B0-232999B1297D}"/>
              </a:ext>
            </a:extLst>
          </p:cNvPr>
          <p:cNvSpPr>
            <a:spLocks noGrp="1" noChangeArrowheads="1"/>
          </p:cNvSpPr>
          <p:nvPr>
            <p:ph type="body" idx="1"/>
          </p:nvPr>
        </p:nvSpPr>
        <p:spPr/>
        <p:txBody>
          <a:bodyPr/>
          <a:lstStyle/>
          <a:p>
            <a:pPr>
              <a:buFont typeface="Wingdings" charset="0"/>
              <a:buChar char="v"/>
              <a:defRPr/>
            </a:pPr>
            <a:r>
              <a:rPr lang="en-US" dirty="0" err="1">
                <a:latin typeface="Comic Sans MS" pitchFamily="66" charset="0"/>
                <a:cs typeface="+mn-cs"/>
              </a:rPr>
              <a:t>Còn</a:t>
            </a:r>
            <a:r>
              <a:rPr lang="en-US" dirty="0">
                <a:latin typeface="Comic Sans MS" pitchFamily="66" charset="0"/>
                <a:cs typeface="+mn-cs"/>
              </a:rPr>
              <a:t> </a:t>
            </a:r>
            <a:r>
              <a:rPr lang="en-US" dirty="0" err="1">
                <a:latin typeface="Comic Sans MS" pitchFamily="66" charset="0"/>
                <a:cs typeface="+mn-cs"/>
              </a:rPr>
              <a:t>gọi</a:t>
            </a:r>
            <a:r>
              <a:rPr lang="en-US" dirty="0">
                <a:latin typeface="Comic Sans MS" pitchFamily="66" charset="0"/>
                <a:cs typeface="+mn-cs"/>
              </a:rPr>
              <a:t> </a:t>
            </a:r>
            <a:r>
              <a:rPr lang="en-US" dirty="0" err="1">
                <a:latin typeface="Comic Sans MS" pitchFamily="66" charset="0"/>
                <a:cs typeface="+mn-cs"/>
              </a:rPr>
              <a:t>là</a:t>
            </a:r>
            <a:r>
              <a:rPr lang="en-US" dirty="0">
                <a:latin typeface="Comic Sans MS" pitchFamily="66" charset="0"/>
                <a:cs typeface="+mn-cs"/>
              </a:rPr>
              <a:t> </a:t>
            </a:r>
            <a:r>
              <a:rPr lang="en-US" i="1" dirty="0">
                <a:solidFill>
                  <a:srgbClr val="CC0000"/>
                </a:solidFill>
                <a:latin typeface="Comic Sans MS" pitchFamily="66" charset="0"/>
                <a:cs typeface="+mn-cs"/>
              </a:rPr>
              <a:t>interior gateway protocols (IGP)</a:t>
            </a:r>
          </a:p>
          <a:p>
            <a:pPr>
              <a:buFont typeface="Wingdings" charset="0"/>
              <a:buChar char="v"/>
              <a:defRPr/>
            </a:pPr>
            <a:r>
              <a:rPr lang="en-US" dirty="0" err="1">
                <a:latin typeface="Comic Sans MS" pitchFamily="66" charset="0"/>
                <a:cs typeface="+mn-cs"/>
              </a:rPr>
              <a:t>Các</a:t>
            </a:r>
            <a:r>
              <a:rPr lang="en-US" dirty="0">
                <a:latin typeface="Comic Sans MS" pitchFamily="66" charset="0"/>
                <a:cs typeface="+mn-cs"/>
              </a:rPr>
              <a:t> </a:t>
            </a:r>
            <a:r>
              <a:rPr lang="en-US" dirty="0" err="1">
                <a:latin typeface="Comic Sans MS" pitchFamily="66" charset="0"/>
                <a:cs typeface="+mn-cs"/>
              </a:rPr>
              <a:t>giao</a:t>
            </a:r>
            <a:r>
              <a:rPr lang="en-US" dirty="0">
                <a:latin typeface="Comic Sans MS" pitchFamily="66" charset="0"/>
                <a:cs typeface="+mn-cs"/>
              </a:rPr>
              <a:t> </a:t>
            </a:r>
            <a:r>
              <a:rPr lang="en-US" dirty="0" err="1">
                <a:latin typeface="Comic Sans MS" pitchFamily="66" charset="0"/>
                <a:cs typeface="+mn-cs"/>
              </a:rPr>
              <a:t>thức</a:t>
            </a:r>
            <a:r>
              <a:rPr lang="en-US" dirty="0">
                <a:latin typeface="Comic Sans MS" pitchFamily="66" charset="0"/>
                <a:cs typeface="+mn-cs"/>
              </a:rPr>
              <a:t> </a:t>
            </a:r>
            <a:r>
              <a:rPr lang="en-US" dirty="0" err="1">
                <a:latin typeface="Comic Sans MS" pitchFamily="66" charset="0"/>
                <a:cs typeface="+mn-cs"/>
              </a:rPr>
              <a:t>định</a:t>
            </a:r>
            <a:r>
              <a:rPr lang="en-US" dirty="0">
                <a:latin typeface="Comic Sans MS" pitchFamily="66" charset="0"/>
                <a:cs typeface="+mn-cs"/>
              </a:rPr>
              <a:t> </a:t>
            </a:r>
            <a:r>
              <a:rPr lang="en-US" dirty="0" err="1">
                <a:latin typeface="Comic Sans MS" pitchFamily="66" charset="0"/>
                <a:cs typeface="+mn-cs"/>
              </a:rPr>
              <a:t>tuyến</a:t>
            </a:r>
            <a:r>
              <a:rPr lang="en-US" dirty="0">
                <a:latin typeface="Comic Sans MS" pitchFamily="66" charset="0"/>
                <a:cs typeface="+mn-cs"/>
              </a:rPr>
              <a:t> intra-AS </a:t>
            </a:r>
            <a:r>
              <a:rPr lang="en-US" dirty="0" err="1">
                <a:latin typeface="Comic Sans MS" pitchFamily="66" charset="0"/>
                <a:cs typeface="+mn-cs"/>
              </a:rPr>
              <a:t>phổ</a:t>
            </a:r>
            <a:r>
              <a:rPr lang="en-US" dirty="0">
                <a:latin typeface="Comic Sans MS" pitchFamily="66" charset="0"/>
                <a:cs typeface="+mn-cs"/>
              </a:rPr>
              <a:t> </a:t>
            </a:r>
            <a:r>
              <a:rPr lang="en-US" dirty="0" err="1">
                <a:latin typeface="Comic Sans MS" pitchFamily="66" charset="0"/>
                <a:cs typeface="+mn-cs"/>
              </a:rPr>
              <a:t>biến</a:t>
            </a:r>
            <a:r>
              <a:rPr lang="en-US" dirty="0">
                <a:latin typeface="Comic Sans MS" pitchFamily="66" charset="0"/>
                <a:cs typeface="+mn-cs"/>
              </a:rPr>
              <a:t>:</a:t>
            </a:r>
          </a:p>
          <a:p>
            <a:pPr lvl="1">
              <a:buFont typeface="Wingdings" charset="0"/>
              <a:buChar char="§"/>
              <a:defRPr/>
            </a:pPr>
            <a:r>
              <a:rPr lang="en-US" sz="2800" dirty="0">
                <a:latin typeface="Comic Sans MS" pitchFamily="66" charset="0"/>
              </a:rPr>
              <a:t>RIP: Routing Information Protocol</a:t>
            </a:r>
          </a:p>
          <a:p>
            <a:pPr lvl="1">
              <a:buFont typeface="Wingdings" charset="0"/>
              <a:buChar char="§"/>
              <a:defRPr/>
            </a:pPr>
            <a:r>
              <a:rPr lang="en-US" sz="2800" dirty="0">
                <a:latin typeface="Comic Sans MS" pitchFamily="66" charset="0"/>
              </a:rPr>
              <a:t>OSPF: Open Shortest Path First</a:t>
            </a:r>
          </a:p>
          <a:p>
            <a:pPr lvl="1">
              <a:buFont typeface="Wingdings" charset="0"/>
              <a:buChar char="§"/>
              <a:defRPr/>
            </a:pPr>
            <a:r>
              <a:rPr lang="en-US" sz="2800" dirty="0">
                <a:latin typeface="Comic Sans MS" pitchFamily="66" charset="0"/>
              </a:rPr>
              <a:t>IGRP: Interior Gateway Routing Protocol (</a:t>
            </a:r>
            <a:r>
              <a:rPr lang="en-US" sz="2800" dirty="0" err="1">
                <a:latin typeface="Comic Sans MS" pitchFamily="66" charset="0"/>
              </a:rPr>
              <a:t>độc</a:t>
            </a:r>
            <a:r>
              <a:rPr lang="en-US" sz="2800" dirty="0">
                <a:latin typeface="Comic Sans MS" pitchFamily="66" charset="0"/>
              </a:rPr>
              <a:t> </a:t>
            </a:r>
            <a:r>
              <a:rPr lang="en-US" sz="2800" dirty="0" err="1">
                <a:latin typeface="Comic Sans MS" pitchFamily="66" charset="0"/>
              </a:rPr>
              <a:t>quyền</a:t>
            </a:r>
            <a:r>
              <a:rPr lang="en-US" sz="2800" dirty="0">
                <a:latin typeface="Comic Sans MS" pitchFamily="66" charset="0"/>
              </a:rPr>
              <a:t> </a:t>
            </a:r>
            <a:r>
              <a:rPr lang="en-US" sz="2800" dirty="0" err="1">
                <a:latin typeface="Comic Sans MS" pitchFamily="66" charset="0"/>
              </a:rPr>
              <a:t>của</a:t>
            </a:r>
            <a:r>
              <a:rPr lang="en-US" sz="2800" dirty="0">
                <a:latin typeface="Comic Sans MS" pitchFamily="66" charset="0"/>
              </a:rPr>
              <a:t> Cisco)</a:t>
            </a:r>
          </a:p>
        </p:txBody>
      </p:sp>
      <p:pic>
        <p:nvPicPr>
          <p:cNvPr id="108550" name="Picture 4" descr="underline_base">
            <a:extLst>
              <a:ext uri="{FF2B5EF4-FFF2-40B4-BE49-F238E27FC236}">
                <a16:creationId xmlns:a16="http://schemas.microsoft.com/office/drawing/2014/main" id="{CC3093B5-6C8B-4B2F-A3D4-D4C5E1FD65FE}"/>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35176" y="1031875"/>
            <a:ext cx="4113213"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4842776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Footer Placeholder 4">
            <a:extLst>
              <a:ext uri="{FF2B5EF4-FFF2-40B4-BE49-F238E27FC236}">
                <a16:creationId xmlns:a16="http://schemas.microsoft.com/office/drawing/2014/main" id="{C6319495-10F1-4F75-A9FE-3F97035F7449}"/>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Tầng Network</a:t>
            </a:r>
          </a:p>
        </p:txBody>
      </p:sp>
      <p:sp>
        <p:nvSpPr>
          <p:cNvPr id="109571" name="Slide Number Placeholder 5">
            <a:extLst>
              <a:ext uri="{FF2B5EF4-FFF2-40B4-BE49-F238E27FC236}">
                <a16:creationId xmlns:a16="http://schemas.microsoft.com/office/drawing/2014/main" id="{D9FCFEC0-34A0-426F-ABCB-5341C889A0B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4-</a:t>
            </a:r>
            <a:fld id="{292A6E6A-8D11-4BD8-A006-72111AF9871A}" type="slidenum">
              <a:rPr lang="en-US" altLang="en-US">
                <a:latin typeface="Tahoma" panose="020B0604030504040204" pitchFamily="34" charset="0"/>
              </a:rPr>
              <a:pPr/>
              <a:t>93</a:t>
            </a:fld>
            <a:endParaRPr lang="en-US" altLang="en-US">
              <a:latin typeface="Tahoma" panose="020B0604030504040204" pitchFamily="34" charset="0"/>
            </a:endParaRPr>
          </a:p>
        </p:txBody>
      </p:sp>
      <p:pic>
        <p:nvPicPr>
          <p:cNvPr id="109572" name="Picture 56" descr="underline_base">
            <a:extLst>
              <a:ext uri="{FF2B5EF4-FFF2-40B4-BE49-F238E27FC236}">
                <a16:creationId xmlns:a16="http://schemas.microsoft.com/office/drawing/2014/main" id="{92D902A7-7872-4673-A154-5940E2FA6C32}"/>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66938" y="849314"/>
            <a:ext cx="7313612"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7525" name="Rectangle 2">
            <a:extLst>
              <a:ext uri="{FF2B5EF4-FFF2-40B4-BE49-F238E27FC236}">
                <a16:creationId xmlns:a16="http://schemas.microsoft.com/office/drawing/2014/main" id="{70B5D273-9485-446A-AFAB-0CF07FE236B8}"/>
              </a:ext>
            </a:extLst>
          </p:cNvPr>
          <p:cNvSpPr>
            <a:spLocks noGrp="1" noChangeArrowheads="1"/>
          </p:cNvSpPr>
          <p:nvPr>
            <p:ph type="title"/>
          </p:nvPr>
        </p:nvSpPr>
        <p:spPr>
          <a:xfrm>
            <a:off x="2057401" y="152400"/>
            <a:ext cx="8170863" cy="941388"/>
          </a:xfrm>
        </p:spPr>
        <p:txBody>
          <a:bodyPr>
            <a:normAutofit fontScale="90000"/>
          </a:bodyPr>
          <a:lstStyle/>
          <a:p>
            <a:pPr>
              <a:defRPr/>
            </a:pPr>
            <a:r>
              <a:rPr lang="en-US" sz="4000"/>
              <a:t>RIP ( Routing Information Protocol)</a:t>
            </a:r>
          </a:p>
        </p:txBody>
      </p:sp>
      <p:sp>
        <p:nvSpPr>
          <p:cNvPr id="109574" name="Rectangle 3">
            <a:extLst>
              <a:ext uri="{FF2B5EF4-FFF2-40B4-BE49-F238E27FC236}">
                <a16:creationId xmlns:a16="http://schemas.microsoft.com/office/drawing/2014/main" id="{284B2AD6-A55E-48B5-8DD0-4826CF419CDE}"/>
              </a:ext>
            </a:extLst>
          </p:cNvPr>
          <p:cNvSpPr>
            <a:spLocks noGrp="1" noChangeArrowheads="1"/>
          </p:cNvSpPr>
          <p:nvPr>
            <p:ph type="body" idx="1"/>
          </p:nvPr>
        </p:nvSpPr>
        <p:spPr>
          <a:xfrm>
            <a:off x="1857375" y="1289050"/>
            <a:ext cx="8362950" cy="1695450"/>
          </a:xfrm>
        </p:spPr>
        <p:txBody>
          <a:bodyPr>
            <a:normAutofit fontScale="55000" lnSpcReduction="20000"/>
          </a:bodyPr>
          <a:lstStyle/>
          <a:p>
            <a:r>
              <a:rPr lang="en-US" altLang="en-US" sz="2400">
                <a:latin typeface="Comic Sans MS" panose="030F0702030302020204" pitchFamily="66" charset="0"/>
                <a:ea typeface="ＭＳ Ｐゴシック" panose="020B0600070205080204" pitchFamily="34" charset="-128"/>
              </a:rPr>
              <a:t>Công bố vào năm 1982 trong BSD-UNIX</a:t>
            </a:r>
          </a:p>
          <a:p>
            <a:r>
              <a:rPr lang="en-US" altLang="en-US" sz="2400">
                <a:latin typeface="Comic Sans MS" panose="030F0702030302020204" pitchFamily="66" charset="0"/>
                <a:ea typeface="ＭＳ Ｐゴシック" panose="020B0600070205080204" pitchFamily="34" charset="-128"/>
              </a:rPr>
              <a:t>Thuật toán distance vector</a:t>
            </a:r>
          </a:p>
          <a:p>
            <a:pPr lvl="1"/>
            <a:r>
              <a:rPr lang="en-US" altLang="en-US" sz="2000">
                <a:latin typeface="Comic Sans MS" panose="030F0702030302020204" pitchFamily="66" charset="0"/>
                <a:ea typeface="ＭＳ Ｐゴシック" panose="020B0600070205080204" pitchFamily="34" charset="-128"/>
              </a:rPr>
              <a:t>Metric khoảng cách: số lượng hop (max = 15 hops), mỗi link có giá trị là 1</a:t>
            </a:r>
          </a:p>
          <a:p>
            <a:pPr lvl="1"/>
            <a:r>
              <a:rPr lang="en-US" altLang="en-US" sz="2000">
                <a:latin typeface="Comic Sans MS" panose="030F0702030302020204" pitchFamily="66" charset="0"/>
                <a:ea typeface="ＭＳ Ｐゴシック" panose="020B0600070205080204" pitchFamily="34" charset="-128"/>
              </a:rPr>
              <a:t>Các DV được trao đổi giữa các neighbors mỗi 30 giây trong thông điệp phản hồi (còn gọi là </a:t>
            </a:r>
            <a:r>
              <a:rPr lang="en-US" altLang="en-US" sz="2000">
                <a:solidFill>
                  <a:srgbClr val="CC0000"/>
                </a:solidFill>
                <a:latin typeface="Comic Sans MS" panose="030F0702030302020204" pitchFamily="66" charset="0"/>
                <a:ea typeface="ＭＳ Ｐゴシック" panose="020B0600070205080204" pitchFamily="34" charset="-128"/>
              </a:rPr>
              <a:t>advertisement</a:t>
            </a:r>
            <a:r>
              <a:rPr lang="en-US" altLang="en-US" sz="2000">
                <a:latin typeface="Comic Sans MS" panose="030F0702030302020204" pitchFamily="66" charset="0"/>
                <a:ea typeface="ＭＳ Ｐゴシック" panose="020B0600070205080204" pitchFamily="34" charset="-128"/>
              </a:rPr>
              <a:t>)</a:t>
            </a:r>
          </a:p>
          <a:p>
            <a:pPr lvl="1"/>
            <a:r>
              <a:rPr lang="en-US" altLang="en-US" sz="2000">
                <a:latin typeface="Comic Sans MS" panose="030F0702030302020204" pitchFamily="66" charset="0"/>
                <a:ea typeface="ＭＳ Ｐゴシック" panose="020B0600070205080204" pitchFamily="34" charset="-128"/>
              </a:rPr>
              <a:t>Mỗi advertisement: danh sách lên đến 25 </a:t>
            </a:r>
            <a:r>
              <a:rPr lang="en-US" altLang="en-US" sz="2000" i="1">
                <a:solidFill>
                  <a:srgbClr val="CC0000"/>
                </a:solidFill>
                <a:latin typeface="Comic Sans MS" panose="030F0702030302020204" pitchFamily="66" charset="0"/>
                <a:ea typeface="ＭＳ Ｐゴシック" panose="020B0600070205080204" pitchFamily="34" charset="-128"/>
              </a:rPr>
              <a:t>subnet </a:t>
            </a:r>
            <a:r>
              <a:rPr lang="en-US" altLang="en-US" sz="2000">
                <a:latin typeface="Comic Sans MS" panose="030F0702030302020204" pitchFamily="66" charset="0"/>
                <a:ea typeface="ＭＳ Ｐゴシック" panose="020B0600070205080204" pitchFamily="34" charset="-128"/>
              </a:rPr>
              <a:t>đích</a:t>
            </a:r>
            <a:r>
              <a:rPr lang="en-US" altLang="en-US" sz="2000" i="1">
                <a:solidFill>
                  <a:srgbClr val="FF0000"/>
                </a:solidFill>
                <a:latin typeface="Comic Sans MS" panose="030F0702030302020204" pitchFamily="66" charset="0"/>
                <a:ea typeface="ＭＳ Ｐゴシック" panose="020B0600070205080204" pitchFamily="34" charset="-128"/>
              </a:rPr>
              <a:t> </a:t>
            </a:r>
            <a:endParaRPr lang="en-US" altLang="en-US" sz="2000" i="1">
              <a:latin typeface="Comic Sans MS" panose="030F0702030302020204" pitchFamily="66" charset="0"/>
              <a:ea typeface="ＭＳ Ｐゴシック" panose="020B0600070205080204" pitchFamily="34" charset="-128"/>
            </a:endParaRPr>
          </a:p>
          <a:p>
            <a:endParaRPr lang="en-US" altLang="en-US" sz="2400">
              <a:latin typeface="Comic Sans MS" panose="030F0702030302020204" pitchFamily="66" charset="0"/>
              <a:ea typeface="ＭＳ Ｐゴシック" panose="020B0600070205080204" pitchFamily="34" charset="-128"/>
            </a:endParaRPr>
          </a:p>
          <a:p>
            <a:pPr lvl="1">
              <a:buFont typeface="Wingdings" panose="05000000000000000000" pitchFamily="2" charset="2"/>
              <a:buNone/>
            </a:pPr>
            <a:endParaRPr lang="en-US" altLang="en-US" i="1">
              <a:solidFill>
                <a:schemeClr val="accent2"/>
              </a:solidFill>
              <a:latin typeface="Comic Sans MS" panose="030F0702030302020204" pitchFamily="66" charset="0"/>
              <a:ea typeface="ＭＳ Ｐゴシック" panose="020B0600070205080204" pitchFamily="34" charset="-128"/>
            </a:endParaRPr>
          </a:p>
          <a:p>
            <a:pPr>
              <a:buFont typeface="Wingdings" panose="05000000000000000000" pitchFamily="2" charset="2"/>
              <a:buNone/>
            </a:pPr>
            <a:endParaRPr lang="en-US" altLang="en-US" sz="2400">
              <a:latin typeface="Comic Sans MS" panose="030F0702030302020204" pitchFamily="66" charset="0"/>
              <a:ea typeface="ＭＳ Ｐゴシック" panose="020B0600070205080204" pitchFamily="34" charset="-128"/>
            </a:endParaRPr>
          </a:p>
        </p:txBody>
      </p:sp>
      <p:grpSp>
        <p:nvGrpSpPr>
          <p:cNvPr id="109575" name="Group 4">
            <a:extLst>
              <a:ext uri="{FF2B5EF4-FFF2-40B4-BE49-F238E27FC236}">
                <a16:creationId xmlns:a16="http://schemas.microsoft.com/office/drawing/2014/main" id="{76927A52-F9D5-4396-A751-318879BD922C}"/>
              </a:ext>
            </a:extLst>
          </p:cNvPr>
          <p:cNvGrpSpPr>
            <a:grpSpLocks/>
          </p:cNvGrpSpPr>
          <p:nvPr/>
        </p:nvGrpSpPr>
        <p:grpSpPr bwMode="auto">
          <a:xfrm>
            <a:off x="2359025" y="4143375"/>
            <a:ext cx="3968750" cy="2336800"/>
            <a:chOff x="1824" y="912"/>
            <a:chExt cx="2688" cy="1745"/>
          </a:xfrm>
        </p:grpSpPr>
        <p:sp>
          <p:nvSpPr>
            <p:cNvPr id="109578" name="Freeform 5">
              <a:extLst>
                <a:ext uri="{FF2B5EF4-FFF2-40B4-BE49-F238E27FC236}">
                  <a16:creationId xmlns:a16="http://schemas.microsoft.com/office/drawing/2014/main" id="{F24FADD1-DF3B-4EDC-BD84-152FDC18281D}"/>
                </a:ext>
              </a:extLst>
            </p:cNvPr>
            <p:cNvSpPr>
              <a:spLocks/>
            </p:cNvSpPr>
            <p:nvPr/>
          </p:nvSpPr>
          <p:spPr bwMode="auto">
            <a:xfrm>
              <a:off x="1824" y="912"/>
              <a:ext cx="2688" cy="1745"/>
            </a:xfrm>
            <a:custGeom>
              <a:avLst/>
              <a:gdLst>
                <a:gd name="T0" fmla="*/ 0 w 2250"/>
                <a:gd name="T1" fmla="*/ 68981 h 1409"/>
                <a:gd name="T2" fmla="*/ 10977 w 2250"/>
                <a:gd name="T3" fmla="*/ 35586 h 1409"/>
                <a:gd name="T4" fmla="*/ 26498 w 2250"/>
                <a:gd name="T5" fmla="*/ 3860 h 1409"/>
                <a:gd name="T6" fmla="*/ 77644 w 2250"/>
                <a:gd name="T7" fmla="*/ 12241 h 1409"/>
                <a:gd name="T8" fmla="*/ 98511 w 2250"/>
                <a:gd name="T9" fmla="*/ 53427 h 1409"/>
                <a:gd name="T10" fmla="*/ 110071 w 2250"/>
                <a:gd name="T11" fmla="*/ 100083 h 1409"/>
                <a:gd name="T12" fmla="*/ 83048 w 2250"/>
                <a:gd name="T13" fmla="*/ 145233 h 1409"/>
                <a:gd name="T14" fmla="*/ 49722 w 2250"/>
                <a:gd name="T15" fmla="*/ 153209 h 1409"/>
                <a:gd name="T16" fmla="*/ 23253 w 2250"/>
                <a:gd name="T17" fmla="*/ 149804 h 1409"/>
                <a:gd name="T18" fmla="*/ 5089 w 2250"/>
                <a:gd name="T19" fmla="*/ 118053 h 1409"/>
                <a:gd name="T20" fmla="*/ 0 w 2250"/>
                <a:gd name="T21" fmla="*/ 68981 h 140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50"/>
                <a:gd name="T34" fmla="*/ 0 h 1409"/>
                <a:gd name="T35" fmla="*/ 2250 w 2250"/>
                <a:gd name="T36" fmla="*/ 1409 h 140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50" h="1409">
                  <a:moveTo>
                    <a:pt x="0" y="624"/>
                  </a:moveTo>
                  <a:cubicBezTo>
                    <a:pt x="5" y="506"/>
                    <a:pt x="131" y="419"/>
                    <a:pt x="219" y="321"/>
                  </a:cubicBezTo>
                  <a:cubicBezTo>
                    <a:pt x="307" y="223"/>
                    <a:pt x="307" y="70"/>
                    <a:pt x="529" y="35"/>
                  </a:cubicBezTo>
                  <a:cubicBezTo>
                    <a:pt x="751" y="0"/>
                    <a:pt x="1311" y="36"/>
                    <a:pt x="1551" y="111"/>
                  </a:cubicBezTo>
                  <a:cubicBezTo>
                    <a:pt x="1791" y="186"/>
                    <a:pt x="1860" y="351"/>
                    <a:pt x="1968" y="483"/>
                  </a:cubicBezTo>
                  <a:cubicBezTo>
                    <a:pt x="2076" y="615"/>
                    <a:pt x="2250" y="767"/>
                    <a:pt x="2199" y="906"/>
                  </a:cubicBezTo>
                  <a:cubicBezTo>
                    <a:pt x="2148" y="1045"/>
                    <a:pt x="1860" y="1234"/>
                    <a:pt x="1659" y="1314"/>
                  </a:cubicBezTo>
                  <a:cubicBezTo>
                    <a:pt x="1458" y="1394"/>
                    <a:pt x="1192" y="1379"/>
                    <a:pt x="993" y="1386"/>
                  </a:cubicBezTo>
                  <a:cubicBezTo>
                    <a:pt x="794" y="1393"/>
                    <a:pt x="613" y="1409"/>
                    <a:pt x="465" y="1356"/>
                  </a:cubicBezTo>
                  <a:cubicBezTo>
                    <a:pt x="317" y="1303"/>
                    <a:pt x="180" y="1190"/>
                    <a:pt x="102" y="1068"/>
                  </a:cubicBezTo>
                  <a:cubicBezTo>
                    <a:pt x="24" y="946"/>
                    <a:pt x="21" y="716"/>
                    <a:pt x="0" y="624"/>
                  </a:cubicBezTo>
                  <a:close/>
                </a:path>
              </a:pathLst>
            </a:custGeom>
            <a:solidFill>
              <a:srgbClr val="99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09579" name="Oval 6">
              <a:extLst>
                <a:ext uri="{FF2B5EF4-FFF2-40B4-BE49-F238E27FC236}">
                  <a16:creationId xmlns:a16="http://schemas.microsoft.com/office/drawing/2014/main" id="{77FB9214-72B4-4E04-B744-8236A3C0682F}"/>
                </a:ext>
              </a:extLst>
            </p:cNvPr>
            <p:cNvSpPr>
              <a:spLocks noChangeArrowheads="1"/>
            </p:cNvSpPr>
            <p:nvPr/>
          </p:nvSpPr>
          <p:spPr bwMode="auto">
            <a:xfrm>
              <a:off x="2566" y="2186"/>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9580" name="Line 7">
              <a:extLst>
                <a:ext uri="{FF2B5EF4-FFF2-40B4-BE49-F238E27FC236}">
                  <a16:creationId xmlns:a16="http://schemas.microsoft.com/office/drawing/2014/main" id="{5D60F2E5-647A-43E2-A30A-0416D0EB6365}"/>
                </a:ext>
              </a:extLst>
            </p:cNvPr>
            <p:cNvSpPr>
              <a:spLocks noChangeShapeType="1"/>
            </p:cNvSpPr>
            <p:nvPr/>
          </p:nvSpPr>
          <p:spPr bwMode="auto">
            <a:xfrm>
              <a:off x="2566" y="2179"/>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9581" name="Line 8">
              <a:extLst>
                <a:ext uri="{FF2B5EF4-FFF2-40B4-BE49-F238E27FC236}">
                  <a16:creationId xmlns:a16="http://schemas.microsoft.com/office/drawing/2014/main" id="{0FA39207-5F75-4FA6-B223-F56539C680D4}"/>
                </a:ext>
              </a:extLst>
            </p:cNvPr>
            <p:cNvSpPr>
              <a:spLocks noChangeShapeType="1"/>
            </p:cNvSpPr>
            <p:nvPr/>
          </p:nvSpPr>
          <p:spPr bwMode="auto">
            <a:xfrm>
              <a:off x="2879" y="2179"/>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9582" name="Rectangle 9">
              <a:extLst>
                <a:ext uri="{FF2B5EF4-FFF2-40B4-BE49-F238E27FC236}">
                  <a16:creationId xmlns:a16="http://schemas.microsoft.com/office/drawing/2014/main" id="{0AA932E5-FD71-4BA0-A2A8-D02CDAD8E86B}"/>
                </a:ext>
              </a:extLst>
            </p:cNvPr>
            <p:cNvSpPr>
              <a:spLocks noChangeArrowheads="1"/>
            </p:cNvSpPr>
            <p:nvPr/>
          </p:nvSpPr>
          <p:spPr bwMode="auto">
            <a:xfrm>
              <a:off x="2566" y="2179"/>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109583" name="Oval 10">
              <a:extLst>
                <a:ext uri="{FF2B5EF4-FFF2-40B4-BE49-F238E27FC236}">
                  <a16:creationId xmlns:a16="http://schemas.microsoft.com/office/drawing/2014/main" id="{089580B9-CD56-4477-A5DB-9856D9EBB754}"/>
                </a:ext>
              </a:extLst>
            </p:cNvPr>
            <p:cNvSpPr>
              <a:spLocks noChangeArrowheads="1"/>
            </p:cNvSpPr>
            <p:nvPr/>
          </p:nvSpPr>
          <p:spPr bwMode="auto">
            <a:xfrm>
              <a:off x="2563" y="2120"/>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9584" name="Oval 11">
              <a:extLst>
                <a:ext uri="{FF2B5EF4-FFF2-40B4-BE49-F238E27FC236}">
                  <a16:creationId xmlns:a16="http://schemas.microsoft.com/office/drawing/2014/main" id="{066A98F1-CD21-4B67-A96B-76D272AF5D88}"/>
                </a:ext>
              </a:extLst>
            </p:cNvPr>
            <p:cNvSpPr>
              <a:spLocks noChangeArrowheads="1"/>
            </p:cNvSpPr>
            <p:nvPr/>
          </p:nvSpPr>
          <p:spPr bwMode="auto">
            <a:xfrm>
              <a:off x="2562" y="1496"/>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9585" name="Line 12">
              <a:extLst>
                <a:ext uri="{FF2B5EF4-FFF2-40B4-BE49-F238E27FC236}">
                  <a16:creationId xmlns:a16="http://schemas.microsoft.com/office/drawing/2014/main" id="{782C168B-B65F-417D-B760-C73A130B7146}"/>
                </a:ext>
              </a:extLst>
            </p:cNvPr>
            <p:cNvSpPr>
              <a:spLocks noChangeShapeType="1"/>
            </p:cNvSpPr>
            <p:nvPr/>
          </p:nvSpPr>
          <p:spPr bwMode="auto">
            <a:xfrm>
              <a:off x="2562" y="1489"/>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9586" name="Line 13">
              <a:extLst>
                <a:ext uri="{FF2B5EF4-FFF2-40B4-BE49-F238E27FC236}">
                  <a16:creationId xmlns:a16="http://schemas.microsoft.com/office/drawing/2014/main" id="{637A07B2-F165-4D44-83F1-586411131EF7}"/>
                </a:ext>
              </a:extLst>
            </p:cNvPr>
            <p:cNvSpPr>
              <a:spLocks noChangeShapeType="1"/>
            </p:cNvSpPr>
            <p:nvPr/>
          </p:nvSpPr>
          <p:spPr bwMode="auto">
            <a:xfrm>
              <a:off x="2874" y="1489"/>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9587" name="Rectangle 14">
              <a:extLst>
                <a:ext uri="{FF2B5EF4-FFF2-40B4-BE49-F238E27FC236}">
                  <a16:creationId xmlns:a16="http://schemas.microsoft.com/office/drawing/2014/main" id="{F46B9EB1-D444-483D-9A06-6270604D1A47}"/>
                </a:ext>
              </a:extLst>
            </p:cNvPr>
            <p:cNvSpPr>
              <a:spLocks noChangeArrowheads="1"/>
            </p:cNvSpPr>
            <p:nvPr/>
          </p:nvSpPr>
          <p:spPr bwMode="auto">
            <a:xfrm>
              <a:off x="2562" y="1489"/>
              <a:ext cx="312"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109588" name="Oval 15">
              <a:extLst>
                <a:ext uri="{FF2B5EF4-FFF2-40B4-BE49-F238E27FC236}">
                  <a16:creationId xmlns:a16="http://schemas.microsoft.com/office/drawing/2014/main" id="{AD064AB2-23CB-41EE-8654-C93100B85643}"/>
                </a:ext>
              </a:extLst>
            </p:cNvPr>
            <p:cNvSpPr>
              <a:spLocks noChangeArrowheads="1"/>
            </p:cNvSpPr>
            <p:nvPr/>
          </p:nvSpPr>
          <p:spPr bwMode="auto">
            <a:xfrm>
              <a:off x="2559" y="1430"/>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9589" name="Oval 16">
              <a:extLst>
                <a:ext uri="{FF2B5EF4-FFF2-40B4-BE49-F238E27FC236}">
                  <a16:creationId xmlns:a16="http://schemas.microsoft.com/office/drawing/2014/main" id="{B43F1337-6BC8-4AA6-B0C2-FF1EBB8353F5}"/>
                </a:ext>
              </a:extLst>
            </p:cNvPr>
            <p:cNvSpPr>
              <a:spLocks noChangeArrowheads="1"/>
            </p:cNvSpPr>
            <p:nvPr/>
          </p:nvSpPr>
          <p:spPr bwMode="auto">
            <a:xfrm>
              <a:off x="3245" y="1492"/>
              <a:ext cx="312" cy="82"/>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9590" name="Line 17">
              <a:extLst>
                <a:ext uri="{FF2B5EF4-FFF2-40B4-BE49-F238E27FC236}">
                  <a16:creationId xmlns:a16="http://schemas.microsoft.com/office/drawing/2014/main" id="{1596B397-AED5-4CF8-B375-5BB736E760A2}"/>
                </a:ext>
              </a:extLst>
            </p:cNvPr>
            <p:cNvSpPr>
              <a:spLocks noChangeShapeType="1"/>
            </p:cNvSpPr>
            <p:nvPr/>
          </p:nvSpPr>
          <p:spPr bwMode="auto">
            <a:xfrm>
              <a:off x="3245" y="1485"/>
              <a:ext cx="0" cy="5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9591" name="Line 18">
              <a:extLst>
                <a:ext uri="{FF2B5EF4-FFF2-40B4-BE49-F238E27FC236}">
                  <a16:creationId xmlns:a16="http://schemas.microsoft.com/office/drawing/2014/main" id="{F8B7BA98-DC07-45F6-98E7-51D5A4DAFE60}"/>
                </a:ext>
              </a:extLst>
            </p:cNvPr>
            <p:cNvSpPr>
              <a:spLocks noChangeShapeType="1"/>
            </p:cNvSpPr>
            <p:nvPr/>
          </p:nvSpPr>
          <p:spPr bwMode="auto">
            <a:xfrm>
              <a:off x="3557" y="1485"/>
              <a:ext cx="0" cy="5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9592" name="Rectangle 19">
              <a:extLst>
                <a:ext uri="{FF2B5EF4-FFF2-40B4-BE49-F238E27FC236}">
                  <a16:creationId xmlns:a16="http://schemas.microsoft.com/office/drawing/2014/main" id="{FF4D32C7-3CBC-4668-AC70-7BAB9A172147}"/>
                </a:ext>
              </a:extLst>
            </p:cNvPr>
            <p:cNvSpPr>
              <a:spLocks noChangeArrowheads="1"/>
            </p:cNvSpPr>
            <p:nvPr/>
          </p:nvSpPr>
          <p:spPr bwMode="auto">
            <a:xfrm>
              <a:off x="3245" y="1485"/>
              <a:ext cx="309" cy="51"/>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109593" name="Oval 20">
              <a:extLst>
                <a:ext uri="{FF2B5EF4-FFF2-40B4-BE49-F238E27FC236}">
                  <a16:creationId xmlns:a16="http://schemas.microsoft.com/office/drawing/2014/main" id="{8437E277-0FBD-45CC-8230-3BD5AB8CE29E}"/>
                </a:ext>
              </a:extLst>
            </p:cNvPr>
            <p:cNvSpPr>
              <a:spLocks noChangeArrowheads="1"/>
            </p:cNvSpPr>
            <p:nvPr/>
          </p:nvSpPr>
          <p:spPr bwMode="auto">
            <a:xfrm>
              <a:off x="3248" y="1429"/>
              <a:ext cx="314"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9594" name="Oval 21">
              <a:extLst>
                <a:ext uri="{FF2B5EF4-FFF2-40B4-BE49-F238E27FC236}">
                  <a16:creationId xmlns:a16="http://schemas.microsoft.com/office/drawing/2014/main" id="{201193A7-677A-48A6-9185-0B4FC6C34E08}"/>
                </a:ext>
              </a:extLst>
            </p:cNvPr>
            <p:cNvSpPr>
              <a:spLocks noChangeArrowheads="1"/>
            </p:cNvSpPr>
            <p:nvPr/>
          </p:nvSpPr>
          <p:spPr bwMode="auto">
            <a:xfrm>
              <a:off x="3255" y="2183"/>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9595" name="Line 22">
              <a:extLst>
                <a:ext uri="{FF2B5EF4-FFF2-40B4-BE49-F238E27FC236}">
                  <a16:creationId xmlns:a16="http://schemas.microsoft.com/office/drawing/2014/main" id="{FC556B0D-7257-4127-9CC8-8820BDFBA1B7}"/>
                </a:ext>
              </a:extLst>
            </p:cNvPr>
            <p:cNvSpPr>
              <a:spLocks noChangeShapeType="1"/>
            </p:cNvSpPr>
            <p:nvPr/>
          </p:nvSpPr>
          <p:spPr bwMode="auto">
            <a:xfrm>
              <a:off x="3255" y="2176"/>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9596" name="Rectangle 23">
              <a:extLst>
                <a:ext uri="{FF2B5EF4-FFF2-40B4-BE49-F238E27FC236}">
                  <a16:creationId xmlns:a16="http://schemas.microsoft.com/office/drawing/2014/main" id="{5418F613-E858-4389-9CFA-3210AA2A7664}"/>
                </a:ext>
              </a:extLst>
            </p:cNvPr>
            <p:cNvSpPr>
              <a:spLocks noChangeArrowheads="1"/>
            </p:cNvSpPr>
            <p:nvPr/>
          </p:nvSpPr>
          <p:spPr bwMode="auto">
            <a:xfrm>
              <a:off x="3255" y="2176"/>
              <a:ext cx="310" cy="50"/>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109597" name="Oval 24">
              <a:extLst>
                <a:ext uri="{FF2B5EF4-FFF2-40B4-BE49-F238E27FC236}">
                  <a16:creationId xmlns:a16="http://schemas.microsoft.com/office/drawing/2014/main" id="{54AE908A-68EC-4B90-BE13-037C9E778EE4}"/>
                </a:ext>
              </a:extLst>
            </p:cNvPr>
            <p:cNvSpPr>
              <a:spLocks noChangeArrowheads="1"/>
            </p:cNvSpPr>
            <p:nvPr/>
          </p:nvSpPr>
          <p:spPr bwMode="auto">
            <a:xfrm>
              <a:off x="3252" y="2116"/>
              <a:ext cx="313" cy="96"/>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9598" name="Freeform 25">
              <a:extLst>
                <a:ext uri="{FF2B5EF4-FFF2-40B4-BE49-F238E27FC236}">
                  <a16:creationId xmlns:a16="http://schemas.microsoft.com/office/drawing/2014/main" id="{BDE8145C-5054-4733-BA75-19CD1A8603DC}"/>
                </a:ext>
              </a:extLst>
            </p:cNvPr>
            <p:cNvSpPr>
              <a:spLocks/>
            </p:cNvSpPr>
            <p:nvPr/>
          </p:nvSpPr>
          <p:spPr bwMode="auto">
            <a:xfrm>
              <a:off x="3411" y="1584"/>
              <a:ext cx="1" cy="522"/>
            </a:xfrm>
            <a:custGeom>
              <a:avLst/>
              <a:gdLst>
                <a:gd name="T0" fmla="*/ 0 w 1"/>
                <a:gd name="T1" fmla="*/ 0 h 522"/>
                <a:gd name="T2" fmla="*/ 0 w 1"/>
                <a:gd name="T3" fmla="*/ 522 h 522"/>
                <a:gd name="T4" fmla="*/ 0 60000 65536"/>
                <a:gd name="T5" fmla="*/ 0 60000 65536"/>
                <a:gd name="T6" fmla="*/ 0 w 1"/>
                <a:gd name="T7" fmla="*/ 0 h 522"/>
                <a:gd name="T8" fmla="*/ 1 w 1"/>
                <a:gd name="T9" fmla="*/ 522 h 522"/>
              </a:gdLst>
              <a:ahLst/>
              <a:cxnLst>
                <a:cxn ang="T4">
                  <a:pos x="T0" y="T1"/>
                </a:cxn>
                <a:cxn ang="T5">
                  <a:pos x="T2" y="T3"/>
                </a:cxn>
              </a:cxnLst>
              <a:rect l="T6" t="T7" r="T8" b="T9"/>
              <a:pathLst>
                <a:path w="1" h="522">
                  <a:moveTo>
                    <a:pt x="0" y="0"/>
                  </a:moveTo>
                  <a:lnTo>
                    <a:pt x="0" y="522"/>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09599" name="Freeform 26">
              <a:extLst>
                <a:ext uri="{FF2B5EF4-FFF2-40B4-BE49-F238E27FC236}">
                  <a16:creationId xmlns:a16="http://schemas.microsoft.com/office/drawing/2014/main" id="{5D8E2D69-528C-4FD5-8FDB-CB4887D51C11}"/>
                </a:ext>
              </a:extLst>
            </p:cNvPr>
            <p:cNvSpPr>
              <a:spLocks/>
            </p:cNvSpPr>
            <p:nvPr/>
          </p:nvSpPr>
          <p:spPr bwMode="auto">
            <a:xfrm>
              <a:off x="2718" y="1590"/>
              <a:ext cx="1" cy="537"/>
            </a:xfrm>
            <a:custGeom>
              <a:avLst/>
              <a:gdLst>
                <a:gd name="T0" fmla="*/ 0 w 1"/>
                <a:gd name="T1" fmla="*/ 0 h 537"/>
                <a:gd name="T2" fmla="*/ 0 w 1"/>
                <a:gd name="T3" fmla="*/ 537 h 537"/>
                <a:gd name="T4" fmla="*/ 0 60000 65536"/>
                <a:gd name="T5" fmla="*/ 0 60000 65536"/>
                <a:gd name="T6" fmla="*/ 0 w 1"/>
                <a:gd name="T7" fmla="*/ 0 h 537"/>
                <a:gd name="T8" fmla="*/ 1 w 1"/>
                <a:gd name="T9" fmla="*/ 537 h 537"/>
              </a:gdLst>
              <a:ahLst/>
              <a:cxnLst>
                <a:cxn ang="T4">
                  <a:pos x="T0" y="T1"/>
                </a:cxn>
                <a:cxn ang="T5">
                  <a:pos x="T2" y="T3"/>
                </a:cxn>
              </a:cxnLst>
              <a:rect l="T6" t="T7" r="T8" b="T9"/>
              <a:pathLst>
                <a:path w="1" h="537">
                  <a:moveTo>
                    <a:pt x="0" y="0"/>
                  </a:moveTo>
                  <a:lnTo>
                    <a:pt x="0" y="537"/>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09600" name="Freeform 27">
              <a:extLst>
                <a:ext uri="{FF2B5EF4-FFF2-40B4-BE49-F238E27FC236}">
                  <a16:creationId xmlns:a16="http://schemas.microsoft.com/office/drawing/2014/main" id="{51129FC8-ACCD-4A24-A6EF-DBFD41EA3F9B}"/>
                </a:ext>
              </a:extLst>
            </p:cNvPr>
            <p:cNvSpPr>
              <a:spLocks/>
            </p:cNvSpPr>
            <p:nvPr/>
          </p:nvSpPr>
          <p:spPr bwMode="auto">
            <a:xfrm>
              <a:off x="2889" y="2205"/>
              <a:ext cx="366" cy="1"/>
            </a:xfrm>
            <a:custGeom>
              <a:avLst/>
              <a:gdLst>
                <a:gd name="T0" fmla="*/ 366 w 366"/>
                <a:gd name="T1" fmla="*/ 0 h 1"/>
                <a:gd name="T2" fmla="*/ 0 w 366"/>
                <a:gd name="T3" fmla="*/ 0 h 1"/>
                <a:gd name="T4" fmla="*/ 0 60000 65536"/>
                <a:gd name="T5" fmla="*/ 0 60000 65536"/>
                <a:gd name="T6" fmla="*/ 0 w 366"/>
                <a:gd name="T7" fmla="*/ 0 h 1"/>
                <a:gd name="T8" fmla="*/ 366 w 366"/>
                <a:gd name="T9" fmla="*/ 1 h 1"/>
              </a:gdLst>
              <a:ahLst/>
              <a:cxnLst>
                <a:cxn ang="T4">
                  <a:pos x="T0" y="T1"/>
                </a:cxn>
                <a:cxn ang="T5">
                  <a:pos x="T2" y="T3"/>
                </a:cxn>
              </a:cxnLst>
              <a:rect l="T6" t="T7" r="T8" b="T9"/>
              <a:pathLst>
                <a:path w="366" h="1">
                  <a:moveTo>
                    <a:pt x="366" y="0"/>
                  </a:moveTo>
                  <a:lnTo>
                    <a:pt x="0"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09601" name="Freeform 28">
              <a:extLst>
                <a:ext uri="{FF2B5EF4-FFF2-40B4-BE49-F238E27FC236}">
                  <a16:creationId xmlns:a16="http://schemas.microsoft.com/office/drawing/2014/main" id="{1E66B8AE-BD3A-4F9D-93BE-B63C13D5791A}"/>
                </a:ext>
              </a:extLst>
            </p:cNvPr>
            <p:cNvSpPr>
              <a:spLocks/>
            </p:cNvSpPr>
            <p:nvPr/>
          </p:nvSpPr>
          <p:spPr bwMode="auto">
            <a:xfrm>
              <a:off x="2883" y="1515"/>
              <a:ext cx="366" cy="1"/>
            </a:xfrm>
            <a:custGeom>
              <a:avLst/>
              <a:gdLst>
                <a:gd name="T0" fmla="*/ 366 w 366"/>
                <a:gd name="T1" fmla="*/ 0 h 1"/>
                <a:gd name="T2" fmla="*/ 0 w 366"/>
                <a:gd name="T3" fmla="*/ 0 h 1"/>
                <a:gd name="T4" fmla="*/ 0 60000 65536"/>
                <a:gd name="T5" fmla="*/ 0 60000 65536"/>
                <a:gd name="T6" fmla="*/ 0 w 366"/>
                <a:gd name="T7" fmla="*/ 0 h 1"/>
                <a:gd name="T8" fmla="*/ 366 w 366"/>
                <a:gd name="T9" fmla="*/ 1 h 1"/>
              </a:gdLst>
              <a:ahLst/>
              <a:cxnLst>
                <a:cxn ang="T4">
                  <a:pos x="T0" y="T1"/>
                </a:cxn>
                <a:cxn ang="T5">
                  <a:pos x="T2" y="T3"/>
                </a:cxn>
              </a:cxnLst>
              <a:rect l="T6" t="T7" r="T8" b="T9"/>
              <a:pathLst>
                <a:path w="366" h="1">
                  <a:moveTo>
                    <a:pt x="366" y="0"/>
                  </a:moveTo>
                  <a:lnTo>
                    <a:pt x="0"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nvGrpSpPr>
            <p:cNvPr id="109602" name="Group 29">
              <a:extLst>
                <a:ext uri="{FF2B5EF4-FFF2-40B4-BE49-F238E27FC236}">
                  <a16:creationId xmlns:a16="http://schemas.microsoft.com/office/drawing/2014/main" id="{239D0079-0E18-417E-88C5-836E1CFD7989}"/>
                </a:ext>
              </a:extLst>
            </p:cNvPr>
            <p:cNvGrpSpPr>
              <a:grpSpLocks/>
            </p:cNvGrpSpPr>
            <p:nvPr/>
          </p:nvGrpSpPr>
          <p:grpSpPr bwMode="auto">
            <a:xfrm>
              <a:off x="3289" y="2064"/>
              <a:ext cx="251" cy="299"/>
              <a:chOff x="2932" y="2424"/>
              <a:chExt cx="254" cy="299"/>
            </a:xfrm>
          </p:grpSpPr>
          <p:sp>
            <p:nvSpPr>
              <p:cNvPr id="109625" name="Rectangle 30">
                <a:extLst>
                  <a:ext uri="{FF2B5EF4-FFF2-40B4-BE49-F238E27FC236}">
                    <a16:creationId xmlns:a16="http://schemas.microsoft.com/office/drawing/2014/main" id="{B767DAF1-118A-4188-9A80-EECBEB7C4526}"/>
                  </a:ext>
                </a:extLst>
              </p:cNvPr>
              <p:cNvSpPr>
                <a:spLocks noChangeArrowheads="1"/>
              </p:cNvSpPr>
              <p:nvPr/>
            </p:nvSpPr>
            <p:spPr bwMode="auto">
              <a:xfrm>
                <a:off x="2984" y="2491"/>
                <a:ext cx="144"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9626" name="Text Box 31">
                <a:extLst>
                  <a:ext uri="{FF2B5EF4-FFF2-40B4-BE49-F238E27FC236}">
                    <a16:creationId xmlns:a16="http://schemas.microsoft.com/office/drawing/2014/main" id="{B9A99F0F-A6C4-4529-947D-7039165BE749}"/>
                  </a:ext>
                </a:extLst>
              </p:cNvPr>
              <p:cNvSpPr txBox="1">
                <a:spLocks noChangeArrowheads="1"/>
              </p:cNvSpPr>
              <p:nvPr/>
            </p:nvSpPr>
            <p:spPr bwMode="auto">
              <a:xfrm>
                <a:off x="2932" y="2424"/>
                <a:ext cx="254"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D</a:t>
                </a:r>
                <a:endParaRPr lang="en-US" altLang="en-US" sz="2400"/>
              </a:p>
            </p:txBody>
          </p:sp>
        </p:grpSp>
        <p:grpSp>
          <p:nvGrpSpPr>
            <p:cNvPr id="109603" name="Group 32">
              <a:extLst>
                <a:ext uri="{FF2B5EF4-FFF2-40B4-BE49-F238E27FC236}">
                  <a16:creationId xmlns:a16="http://schemas.microsoft.com/office/drawing/2014/main" id="{C7AEDE71-2E94-46D5-A727-D2347C825738}"/>
                </a:ext>
              </a:extLst>
            </p:cNvPr>
            <p:cNvGrpSpPr>
              <a:grpSpLocks/>
            </p:cNvGrpSpPr>
            <p:nvPr/>
          </p:nvGrpSpPr>
          <p:grpSpPr bwMode="auto">
            <a:xfrm>
              <a:off x="2594" y="2031"/>
              <a:ext cx="276" cy="345"/>
              <a:chOff x="2919" y="2394"/>
              <a:chExt cx="277" cy="345"/>
            </a:xfrm>
          </p:grpSpPr>
          <p:sp>
            <p:nvSpPr>
              <p:cNvPr id="109623" name="Rectangle 33">
                <a:extLst>
                  <a:ext uri="{FF2B5EF4-FFF2-40B4-BE49-F238E27FC236}">
                    <a16:creationId xmlns:a16="http://schemas.microsoft.com/office/drawing/2014/main" id="{7741D10B-7B52-4A68-90DE-9C72259C6700}"/>
                  </a:ext>
                </a:extLst>
              </p:cNvPr>
              <p:cNvSpPr>
                <a:spLocks noChangeArrowheads="1"/>
              </p:cNvSpPr>
              <p:nvPr/>
            </p:nvSpPr>
            <p:spPr bwMode="auto">
              <a:xfrm>
                <a:off x="2981" y="2490"/>
                <a:ext cx="145" cy="133"/>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9624" name="Text Box 34">
                <a:extLst>
                  <a:ext uri="{FF2B5EF4-FFF2-40B4-BE49-F238E27FC236}">
                    <a16:creationId xmlns:a16="http://schemas.microsoft.com/office/drawing/2014/main" id="{54B313D5-6D2E-44B7-88CD-35058A7070BD}"/>
                  </a:ext>
                </a:extLst>
              </p:cNvPr>
              <p:cNvSpPr txBox="1">
                <a:spLocks noChangeArrowheads="1"/>
              </p:cNvSpPr>
              <p:nvPr/>
            </p:nvSpPr>
            <p:spPr bwMode="auto">
              <a:xfrm>
                <a:off x="2919" y="2394"/>
                <a:ext cx="277" cy="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400"/>
                  <a:t>C</a:t>
                </a:r>
              </a:p>
            </p:txBody>
          </p:sp>
        </p:grpSp>
        <p:grpSp>
          <p:nvGrpSpPr>
            <p:cNvPr id="109604" name="Group 35">
              <a:extLst>
                <a:ext uri="{FF2B5EF4-FFF2-40B4-BE49-F238E27FC236}">
                  <a16:creationId xmlns:a16="http://schemas.microsoft.com/office/drawing/2014/main" id="{07DCE788-73B7-4AAD-B391-B2E40A17B11D}"/>
                </a:ext>
              </a:extLst>
            </p:cNvPr>
            <p:cNvGrpSpPr>
              <a:grpSpLocks/>
            </p:cNvGrpSpPr>
            <p:nvPr/>
          </p:nvGrpSpPr>
          <p:grpSpPr bwMode="auto">
            <a:xfrm>
              <a:off x="3286" y="1374"/>
              <a:ext cx="241" cy="299"/>
              <a:chOff x="2935" y="2424"/>
              <a:chExt cx="244" cy="299"/>
            </a:xfrm>
          </p:grpSpPr>
          <p:sp>
            <p:nvSpPr>
              <p:cNvPr id="109621" name="Rectangle 36">
                <a:extLst>
                  <a:ext uri="{FF2B5EF4-FFF2-40B4-BE49-F238E27FC236}">
                    <a16:creationId xmlns:a16="http://schemas.microsoft.com/office/drawing/2014/main" id="{E0836148-07DF-4086-9E93-27806A618121}"/>
                  </a:ext>
                </a:extLst>
              </p:cNvPr>
              <p:cNvSpPr>
                <a:spLocks noChangeArrowheads="1"/>
              </p:cNvSpPr>
              <p:nvPr/>
            </p:nvSpPr>
            <p:spPr bwMode="auto">
              <a:xfrm>
                <a:off x="2982" y="2491"/>
                <a:ext cx="144" cy="133"/>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9622" name="Text Box 37">
                <a:extLst>
                  <a:ext uri="{FF2B5EF4-FFF2-40B4-BE49-F238E27FC236}">
                    <a16:creationId xmlns:a16="http://schemas.microsoft.com/office/drawing/2014/main" id="{4DB20FA6-623D-4CA6-8D1F-D753FAA3FFA4}"/>
                  </a:ext>
                </a:extLst>
              </p:cNvPr>
              <p:cNvSpPr txBox="1">
                <a:spLocks noChangeArrowheads="1"/>
              </p:cNvSpPr>
              <p:nvPr/>
            </p:nvSpPr>
            <p:spPr bwMode="auto">
              <a:xfrm>
                <a:off x="2935" y="2424"/>
                <a:ext cx="244"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B</a:t>
                </a:r>
                <a:endParaRPr lang="en-US" altLang="en-US" sz="2400"/>
              </a:p>
            </p:txBody>
          </p:sp>
        </p:grpSp>
        <p:grpSp>
          <p:nvGrpSpPr>
            <p:cNvPr id="109605" name="Group 38">
              <a:extLst>
                <a:ext uri="{FF2B5EF4-FFF2-40B4-BE49-F238E27FC236}">
                  <a16:creationId xmlns:a16="http://schemas.microsoft.com/office/drawing/2014/main" id="{735A4831-4E81-4375-95F7-767E8E409147}"/>
                </a:ext>
              </a:extLst>
            </p:cNvPr>
            <p:cNvGrpSpPr>
              <a:grpSpLocks/>
            </p:cNvGrpSpPr>
            <p:nvPr/>
          </p:nvGrpSpPr>
          <p:grpSpPr bwMode="auto">
            <a:xfrm>
              <a:off x="2605" y="1374"/>
              <a:ext cx="241" cy="299"/>
              <a:chOff x="2938" y="2424"/>
              <a:chExt cx="244" cy="299"/>
            </a:xfrm>
          </p:grpSpPr>
          <p:sp>
            <p:nvSpPr>
              <p:cNvPr id="109619" name="Rectangle 39">
                <a:extLst>
                  <a:ext uri="{FF2B5EF4-FFF2-40B4-BE49-F238E27FC236}">
                    <a16:creationId xmlns:a16="http://schemas.microsoft.com/office/drawing/2014/main" id="{E3F668BF-35A4-4D1B-9C0D-A39035ED4A0D}"/>
                  </a:ext>
                </a:extLst>
              </p:cNvPr>
              <p:cNvSpPr>
                <a:spLocks noChangeArrowheads="1"/>
              </p:cNvSpPr>
              <p:nvPr/>
            </p:nvSpPr>
            <p:spPr bwMode="auto">
              <a:xfrm>
                <a:off x="2982" y="2491"/>
                <a:ext cx="144" cy="133"/>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9620" name="Text Box 40">
                <a:extLst>
                  <a:ext uri="{FF2B5EF4-FFF2-40B4-BE49-F238E27FC236}">
                    <a16:creationId xmlns:a16="http://schemas.microsoft.com/office/drawing/2014/main" id="{C1E27E33-EBAF-4259-ACD7-BB6171745B6D}"/>
                  </a:ext>
                </a:extLst>
              </p:cNvPr>
              <p:cNvSpPr txBox="1">
                <a:spLocks noChangeArrowheads="1"/>
              </p:cNvSpPr>
              <p:nvPr/>
            </p:nvSpPr>
            <p:spPr bwMode="auto">
              <a:xfrm>
                <a:off x="2938" y="2424"/>
                <a:ext cx="244"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A</a:t>
                </a:r>
                <a:endParaRPr lang="en-US" altLang="en-US" sz="2400"/>
              </a:p>
            </p:txBody>
          </p:sp>
        </p:grpSp>
        <p:sp>
          <p:nvSpPr>
            <p:cNvPr id="109606" name="Line 41">
              <a:extLst>
                <a:ext uri="{FF2B5EF4-FFF2-40B4-BE49-F238E27FC236}">
                  <a16:creationId xmlns:a16="http://schemas.microsoft.com/office/drawing/2014/main" id="{CCDC145B-7B8A-4AFD-8870-DB71C3D7D88B}"/>
                </a:ext>
              </a:extLst>
            </p:cNvPr>
            <p:cNvSpPr>
              <a:spLocks noChangeShapeType="1"/>
            </p:cNvSpPr>
            <p:nvPr/>
          </p:nvSpPr>
          <p:spPr bwMode="auto">
            <a:xfrm>
              <a:off x="3552" y="1488"/>
              <a:ext cx="338" cy="14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9607" name="Line 42">
              <a:extLst>
                <a:ext uri="{FF2B5EF4-FFF2-40B4-BE49-F238E27FC236}">
                  <a16:creationId xmlns:a16="http://schemas.microsoft.com/office/drawing/2014/main" id="{56BAE11B-8E59-4F31-B693-053E9F5E0230}"/>
                </a:ext>
              </a:extLst>
            </p:cNvPr>
            <p:cNvSpPr>
              <a:spLocks noChangeShapeType="1"/>
            </p:cNvSpPr>
            <p:nvPr/>
          </p:nvSpPr>
          <p:spPr bwMode="auto">
            <a:xfrm flipV="1">
              <a:off x="3505" y="1247"/>
              <a:ext cx="143"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9608" name="Line 43">
              <a:extLst>
                <a:ext uri="{FF2B5EF4-FFF2-40B4-BE49-F238E27FC236}">
                  <a16:creationId xmlns:a16="http://schemas.microsoft.com/office/drawing/2014/main" id="{1B5EA452-5DC5-4B1D-BCDD-DCB65695E27A}"/>
                </a:ext>
              </a:extLst>
            </p:cNvPr>
            <p:cNvSpPr>
              <a:spLocks noChangeShapeType="1"/>
            </p:cNvSpPr>
            <p:nvPr/>
          </p:nvSpPr>
          <p:spPr bwMode="auto">
            <a:xfrm flipV="1">
              <a:off x="3552" y="1920"/>
              <a:ext cx="240" cy="2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9609" name="Line 44">
              <a:extLst>
                <a:ext uri="{FF2B5EF4-FFF2-40B4-BE49-F238E27FC236}">
                  <a16:creationId xmlns:a16="http://schemas.microsoft.com/office/drawing/2014/main" id="{E364222E-7BB7-4A68-876F-E86EE0E9CA6D}"/>
                </a:ext>
              </a:extLst>
            </p:cNvPr>
            <p:cNvSpPr>
              <a:spLocks noChangeShapeType="1"/>
            </p:cNvSpPr>
            <p:nvPr/>
          </p:nvSpPr>
          <p:spPr bwMode="auto">
            <a:xfrm>
              <a:off x="3552" y="2208"/>
              <a:ext cx="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9610" name="Line 45">
              <a:extLst>
                <a:ext uri="{FF2B5EF4-FFF2-40B4-BE49-F238E27FC236}">
                  <a16:creationId xmlns:a16="http://schemas.microsoft.com/office/drawing/2014/main" id="{B8FBF76C-809D-4A88-B87C-B63B94EB6B34}"/>
                </a:ext>
              </a:extLst>
            </p:cNvPr>
            <p:cNvSpPr>
              <a:spLocks noChangeShapeType="1"/>
            </p:cNvSpPr>
            <p:nvPr/>
          </p:nvSpPr>
          <p:spPr bwMode="auto">
            <a:xfrm>
              <a:off x="3552" y="2208"/>
              <a:ext cx="288"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9611" name="Line 46">
              <a:extLst>
                <a:ext uri="{FF2B5EF4-FFF2-40B4-BE49-F238E27FC236}">
                  <a16:creationId xmlns:a16="http://schemas.microsoft.com/office/drawing/2014/main" id="{D1E11D04-4E4C-488C-9249-F3C17D58034F}"/>
                </a:ext>
              </a:extLst>
            </p:cNvPr>
            <p:cNvSpPr>
              <a:spLocks noChangeShapeType="1"/>
            </p:cNvSpPr>
            <p:nvPr/>
          </p:nvSpPr>
          <p:spPr bwMode="auto">
            <a:xfrm flipH="1" flipV="1">
              <a:off x="2352" y="1200"/>
              <a:ext cx="288" cy="23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9612" name="Line 47">
              <a:extLst>
                <a:ext uri="{FF2B5EF4-FFF2-40B4-BE49-F238E27FC236}">
                  <a16:creationId xmlns:a16="http://schemas.microsoft.com/office/drawing/2014/main" id="{82C7467D-3909-4536-AFBE-573D7981015C}"/>
                </a:ext>
              </a:extLst>
            </p:cNvPr>
            <p:cNvSpPr>
              <a:spLocks noChangeShapeType="1"/>
            </p:cNvSpPr>
            <p:nvPr/>
          </p:nvSpPr>
          <p:spPr bwMode="auto">
            <a:xfrm flipH="1" flipV="1">
              <a:off x="2208" y="2112"/>
              <a:ext cx="384" cy="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9613" name="Text Box 48">
              <a:extLst>
                <a:ext uri="{FF2B5EF4-FFF2-40B4-BE49-F238E27FC236}">
                  <a16:creationId xmlns:a16="http://schemas.microsoft.com/office/drawing/2014/main" id="{546645B3-456B-4AB0-B0CF-648B622A5EA9}"/>
                </a:ext>
              </a:extLst>
            </p:cNvPr>
            <p:cNvSpPr txBox="1">
              <a:spLocks noChangeArrowheads="1"/>
            </p:cNvSpPr>
            <p:nvPr/>
          </p:nvSpPr>
          <p:spPr bwMode="auto">
            <a:xfrm>
              <a:off x="2448" y="1100"/>
              <a:ext cx="212"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a:t>u</a:t>
              </a:r>
            </a:p>
          </p:txBody>
        </p:sp>
        <p:sp>
          <p:nvSpPr>
            <p:cNvPr id="109614" name="Text Box 49">
              <a:extLst>
                <a:ext uri="{FF2B5EF4-FFF2-40B4-BE49-F238E27FC236}">
                  <a16:creationId xmlns:a16="http://schemas.microsoft.com/office/drawing/2014/main" id="{E646EF50-BE1A-4D96-912D-27CAF2737533}"/>
                </a:ext>
              </a:extLst>
            </p:cNvPr>
            <p:cNvSpPr txBox="1">
              <a:spLocks noChangeArrowheads="1"/>
            </p:cNvSpPr>
            <p:nvPr/>
          </p:nvSpPr>
          <p:spPr bwMode="auto">
            <a:xfrm>
              <a:off x="3408" y="1103"/>
              <a:ext cx="202"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a:t>v</a:t>
              </a:r>
            </a:p>
          </p:txBody>
        </p:sp>
        <p:sp>
          <p:nvSpPr>
            <p:cNvPr id="109615" name="Text Box 50">
              <a:extLst>
                <a:ext uri="{FF2B5EF4-FFF2-40B4-BE49-F238E27FC236}">
                  <a16:creationId xmlns:a16="http://schemas.microsoft.com/office/drawing/2014/main" id="{4EFAB1A7-08B7-4D6F-98EA-59D50EC5A692}"/>
                </a:ext>
              </a:extLst>
            </p:cNvPr>
            <p:cNvSpPr txBox="1">
              <a:spLocks noChangeArrowheads="1"/>
            </p:cNvSpPr>
            <p:nvPr/>
          </p:nvSpPr>
          <p:spPr bwMode="auto">
            <a:xfrm>
              <a:off x="3648" y="1344"/>
              <a:ext cx="238" cy="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a:t>w</a:t>
              </a:r>
            </a:p>
          </p:txBody>
        </p:sp>
        <p:sp>
          <p:nvSpPr>
            <p:cNvPr id="109616" name="Text Box 51">
              <a:extLst>
                <a:ext uri="{FF2B5EF4-FFF2-40B4-BE49-F238E27FC236}">
                  <a16:creationId xmlns:a16="http://schemas.microsoft.com/office/drawing/2014/main" id="{65AAD6F4-322F-4FEF-95A0-1AB489335091}"/>
                </a:ext>
              </a:extLst>
            </p:cNvPr>
            <p:cNvSpPr txBox="1">
              <a:spLocks noChangeArrowheads="1"/>
            </p:cNvSpPr>
            <p:nvPr/>
          </p:nvSpPr>
          <p:spPr bwMode="auto">
            <a:xfrm>
              <a:off x="3696" y="1920"/>
              <a:ext cx="202"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a:t>x</a:t>
              </a:r>
            </a:p>
          </p:txBody>
        </p:sp>
        <p:sp>
          <p:nvSpPr>
            <p:cNvPr id="109617" name="Text Box 52">
              <a:extLst>
                <a:ext uri="{FF2B5EF4-FFF2-40B4-BE49-F238E27FC236}">
                  <a16:creationId xmlns:a16="http://schemas.microsoft.com/office/drawing/2014/main" id="{E4E7E0B8-5888-4A89-AEFD-768CD88C0814}"/>
                </a:ext>
              </a:extLst>
            </p:cNvPr>
            <p:cNvSpPr txBox="1">
              <a:spLocks noChangeArrowheads="1"/>
            </p:cNvSpPr>
            <p:nvPr/>
          </p:nvSpPr>
          <p:spPr bwMode="auto">
            <a:xfrm>
              <a:off x="3600" y="2255"/>
              <a:ext cx="202"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a:t>y</a:t>
              </a:r>
            </a:p>
          </p:txBody>
        </p:sp>
        <p:sp>
          <p:nvSpPr>
            <p:cNvPr id="109618" name="Text Box 53">
              <a:extLst>
                <a:ext uri="{FF2B5EF4-FFF2-40B4-BE49-F238E27FC236}">
                  <a16:creationId xmlns:a16="http://schemas.microsoft.com/office/drawing/2014/main" id="{46C2C775-4E84-4658-A447-C5384412B8F2}"/>
                </a:ext>
              </a:extLst>
            </p:cNvPr>
            <p:cNvSpPr txBox="1">
              <a:spLocks noChangeArrowheads="1"/>
            </p:cNvSpPr>
            <p:nvPr/>
          </p:nvSpPr>
          <p:spPr bwMode="auto">
            <a:xfrm>
              <a:off x="2304" y="2112"/>
              <a:ext cx="202"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a:t>z</a:t>
              </a:r>
            </a:p>
          </p:txBody>
        </p:sp>
      </p:grpSp>
      <p:sp>
        <p:nvSpPr>
          <p:cNvPr id="109576" name="Text Box 54">
            <a:extLst>
              <a:ext uri="{FF2B5EF4-FFF2-40B4-BE49-F238E27FC236}">
                <a16:creationId xmlns:a16="http://schemas.microsoft.com/office/drawing/2014/main" id="{546E768C-6A90-44D5-BF62-F0B332034014}"/>
              </a:ext>
            </a:extLst>
          </p:cNvPr>
          <p:cNvSpPr txBox="1">
            <a:spLocks noChangeArrowheads="1"/>
          </p:cNvSpPr>
          <p:nvPr/>
        </p:nvSpPr>
        <p:spPr bwMode="auto">
          <a:xfrm>
            <a:off x="7335838" y="4394201"/>
            <a:ext cx="1619250" cy="2289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u="sng"/>
              <a:t>subnet</a:t>
            </a:r>
            <a:r>
              <a:rPr lang="en-US" altLang="en-US"/>
              <a:t>    </a:t>
            </a:r>
            <a:r>
              <a:rPr lang="en-US" altLang="en-US" u="sng"/>
              <a:t>hops</a:t>
            </a:r>
          </a:p>
          <a:p>
            <a:pPr eaLnBrk="1" hangingPunct="1"/>
            <a:r>
              <a:rPr lang="en-US" altLang="en-US"/>
              <a:t>      u         1</a:t>
            </a:r>
          </a:p>
          <a:p>
            <a:pPr eaLnBrk="1" hangingPunct="1"/>
            <a:r>
              <a:rPr lang="en-US" altLang="en-US"/>
              <a:t>      v         2</a:t>
            </a:r>
          </a:p>
          <a:p>
            <a:pPr eaLnBrk="1" hangingPunct="1"/>
            <a:r>
              <a:rPr lang="en-US" altLang="en-US"/>
              <a:t>      w        2</a:t>
            </a:r>
          </a:p>
          <a:p>
            <a:pPr eaLnBrk="1" hangingPunct="1"/>
            <a:r>
              <a:rPr lang="en-US" altLang="en-US"/>
              <a:t>      x         3</a:t>
            </a:r>
          </a:p>
          <a:p>
            <a:pPr eaLnBrk="1" hangingPunct="1"/>
            <a:r>
              <a:rPr lang="en-US" altLang="en-US"/>
              <a:t>      y         3</a:t>
            </a:r>
          </a:p>
          <a:p>
            <a:pPr eaLnBrk="1" hangingPunct="1"/>
            <a:r>
              <a:rPr lang="en-US" altLang="en-US"/>
              <a:t>      z         2</a:t>
            </a:r>
          </a:p>
          <a:p>
            <a:pPr eaLnBrk="1" hangingPunct="1"/>
            <a:r>
              <a:rPr lang="en-US" altLang="en-US"/>
              <a:t>  </a:t>
            </a:r>
          </a:p>
        </p:txBody>
      </p:sp>
      <p:sp>
        <p:nvSpPr>
          <p:cNvPr id="109577" name="Text Box 55">
            <a:extLst>
              <a:ext uri="{FF2B5EF4-FFF2-40B4-BE49-F238E27FC236}">
                <a16:creationId xmlns:a16="http://schemas.microsoft.com/office/drawing/2014/main" id="{CB84E9D4-C20A-4B55-8761-B112A2BA92F4}"/>
              </a:ext>
            </a:extLst>
          </p:cNvPr>
          <p:cNvSpPr txBox="1">
            <a:spLocks noChangeArrowheads="1"/>
          </p:cNvSpPr>
          <p:nvPr/>
        </p:nvSpPr>
        <p:spPr bwMode="auto">
          <a:xfrm>
            <a:off x="6240464" y="4054475"/>
            <a:ext cx="35321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u="sng"/>
              <a:t>Từ router A đến các </a:t>
            </a:r>
            <a:r>
              <a:rPr lang="en-US" altLang="en-US" i="1" u="sng">
                <a:solidFill>
                  <a:srgbClr val="CC0000"/>
                </a:solidFill>
              </a:rPr>
              <a:t>subnet </a:t>
            </a:r>
            <a:r>
              <a:rPr lang="en-US" altLang="en-US" u="sng"/>
              <a:t>đích</a:t>
            </a:r>
            <a:r>
              <a:rPr lang="en-US" altLang="en-US" i="1" u="sng">
                <a:solidFill>
                  <a:srgbClr val="CC0000"/>
                </a:solidFill>
              </a:rPr>
              <a:t>:</a:t>
            </a:r>
          </a:p>
        </p:txBody>
      </p:sp>
    </p:spTree>
    <p:extLst>
      <p:ext uri="{BB962C8B-B14F-4D97-AF65-F5344CB8AC3E}">
        <p14:creationId xmlns:p14="http://schemas.microsoft.com/office/powerpoint/2010/main" val="98207816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Footer Placeholder 4">
            <a:extLst>
              <a:ext uri="{FF2B5EF4-FFF2-40B4-BE49-F238E27FC236}">
                <a16:creationId xmlns:a16="http://schemas.microsoft.com/office/drawing/2014/main" id="{E019177F-FCEA-4B56-A2A4-34A638BF353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Tầng Network</a:t>
            </a:r>
          </a:p>
        </p:txBody>
      </p:sp>
      <p:sp>
        <p:nvSpPr>
          <p:cNvPr id="111619" name="Slide Number Placeholder 5">
            <a:extLst>
              <a:ext uri="{FF2B5EF4-FFF2-40B4-BE49-F238E27FC236}">
                <a16:creationId xmlns:a16="http://schemas.microsoft.com/office/drawing/2014/main" id="{0F8B67EC-9489-4B6E-B9C3-80A7864AA8F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4-</a:t>
            </a:r>
            <a:fld id="{E94AE06B-88B9-4DB1-B21B-E48FFA640B83}" type="slidenum">
              <a:rPr lang="en-US" altLang="en-US">
                <a:latin typeface="Tahoma" panose="020B0604030504040204" pitchFamily="34" charset="0"/>
              </a:rPr>
              <a:pPr/>
              <a:t>94</a:t>
            </a:fld>
            <a:endParaRPr lang="en-US" altLang="en-US">
              <a:latin typeface="Tahoma" panose="020B0604030504040204" pitchFamily="34" charset="0"/>
            </a:endParaRPr>
          </a:p>
        </p:txBody>
      </p:sp>
      <p:sp>
        <p:nvSpPr>
          <p:cNvPr id="111620" name="Line 123">
            <a:extLst>
              <a:ext uri="{FF2B5EF4-FFF2-40B4-BE49-F238E27FC236}">
                <a16:creationId xmlns:a16="http://schemas.microsoft.com/office/drawing/2014/main" id="{3C8E51DD-AAD7-463B-9751-9A62B0CD4C16}"/>
              </a:ext>
            </a:extLst>
          </p:cNvPr>
          <p:cNvSpPr>
            <a:spLocks noChangeShapeType="1"/>
          </p:cNvSpPr>
          <p:nvPr/>
        </p:nvSpPr>
        <p:spPr bwMode="auto">
          <a:xfrm>
            <a:off x="7600950" y="2608263"/>
            <a:ext cx="97948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11621" name="Freeform 124">
            <a:extLst>
              <a:ext uri="{FF2B5EF4-FFF2-40B4-BE49-F238E27FC236}">
                <a16:creationId xmlns:a16="http://schemas.microsoft.com/office/drawing/2014/main" id="{66547944-6192-48B9-B718-F6202DEA85A6}"/>
              </a:ext>
            </a:extLst>
          </p:cNvPr>
          <p:cNvSpPr>
            <a:spLocks/>
          </p:cNvSpPr>
          <p:nvPr/>
        </p:nvSpPr>
        <p:spPr bwMode="auto">
          <a:xfrm>
            <a:off x="4052889" y="2619375"/>
            <a:ext cx="1241425" cy="1588"/>
          </a:xfrm>
          <a:custGeom>
            <a:avLst/>
            <a:gdLst>
              <a:gd name="T0" fmla="*/ 0 w 805"/>
              <a:gd name="T1" fmla="*/ 0 h 1"/>
              <a:gd name="T2" fmla="*/ 2147483647 w 805"/>
              <a:gd name="T3" fmla="*/ 2147483647 h 1"/>
              <a:gd name="T4" fmla="*/ 0 60000 65536"/>
              <a:gd name="T5" fmla="*/ 0 60000 65536"/>
              <a:gd name="T6" fmla="*/ 0 w 805"/>
              <a:gd name="T7" fmla="*/ 0 h 1"/>
              <a:gd name="T8" fmla="*/ 805 w 805"/>
              <a:gd name="T9" fmla="*/ 1 h 1"/>
            </a:gdLst>
            <a:ahLst/>
            <a:cxnLst>
              <a:cxn ang="T4">
                <a:pos x="T0" y="T1"/>
              </a:cxn>
              <a:cxn ang="T5">
                <a:pos x="T2" y="T3"/>
              </a:cxn>
            </a:cxnLst>
            <a:rect l="T6" t="T7" r="T8" b="T9"/>
            <a:pathLst>
              <a:path w="805" h="1">
                <a:moveTo>
                  <a:pt x="0" y="0"/>
                </a:moveTo>
                <a:lnTo>
                  <a:pt x="805" y="1"/>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11622" name="Freeform 125">
            <a:extLst>
              <a:ext uri="{FF2B5EF4-FFF2-40B4-BE49-F238E27FC236}">
                <a16:creationId xmlns:a16="http://schemas.microsoft.com/office/drawing/2014/main" id="{88E8AC64-34C9-40FB-8C37-1005174520F4}"/>
              </a:ext>
            </a:extLst>
          </p:cNvPr>
          <p:cNvSpPr>
            <a:spLocks/>
          </p:cNvSpPr>
          <p:nvPr/>
        </p:nvSpPr>
        <p:spPr bwMode="auto">
          <a:xfrm>
            <a:off x="4054476" y="2398713"/>
            <a:ext cx="1065213" cy="385762"/>
          </a:xfrm>
          <a:custGeom>
            <a:avLst/>
            <a:gdLst>
              <a:gd name="T0" fmla="*/ 2147483647 w 690"/>
              <a:gd name="T1" fmla="*/ 2147483647 h 274"/>
              <a:gd name="T2" fmla="*/ 2147483647 w 690"/>
              <a:gd name="T3" fmla="*/ 2147483647 h 274"/>
              <a:gd name="T4" fmla="*/ 2147483647 w 690"/>
              <a:gd name="T5" fmla="*/ 2147483647 h 274"/>
              <a:gd name="T6" fmla="*/ 2147483647 w 690"/>
              <a:gd name="T7" fmla="*/ 2147483647 h 274"/>
              <a:gd name="T8" fmla="*/ 2147483647 w 690"/>
              <a:gd name="T9" fmla="*/ 2147483647 h 274"/>
              <a:gd name="T10" fmla="*/ 2147483647 w 690"/>
              <a:gd name="T11" fmla="*/ 2147483647 h 274"/>
              <a:gd name="T12" fmla="*/ 0 60000 65536"/>
              <a:gd name="T13" fmla="*/ 0 60000 65536"/>
              <a:gd name="T14" fmla="*/ 0 60000 65536"/>
              <a:gd name="T15" fmla="*/ 0 60000 65536"/>
              <a:gd name="T16" fmla="*/ 0 60000 65536"/>
              <a:gd name="T17" fmla="*/ 0 60000 65536"/>
              <a:gd name="T18" fmla="*/ 0 w 690"/>
              <a:gd name="T19" fmla="*/ 0 h 274"/>
              <a:gd name="T20" fmla="*/ 690 w 690"/>
              <a:gd name="T21" fmla="*/ 274 h 274"/>
            </a:gdLst>
            <a:ahLst/>
            <a:cxnLst>
              <a:cxn ang="T12">
                <a:pos x="T0" y="T1"/>
              </a:cxn>
              <a:cxn ang="T13">
                <a:pos x="T2" y="T3"/>
              </a:cxn>
              <a:cxn ang="T14">
                <a:pos x="T4" y="T5"/>
              </a:cxn>
              <a:cxn ang="T15">
                <a:pos x="T6" y="T7"/>
              </a:cxn>
              <a:cxn ang="T16">
                <a:pos x="T8" y="T9"/>
              </a:cxn>
              <a:cxn ang="T17">
                <a:pos x="T10" y="T11"/>
              </a:cxn>
            </a:cxnLst>
            <a:rect l="T18" t="T19" r="T20" b="T21"/>
            <a:pathLst>
              <a:path w="690" h="274">
                <a:moveTo>
                  <a:pt x="391" y="60"/>
                </a:moveTo>
                <a:cubicBezTo>
                  <a:pt x="297" y="52"/>
                  <a:pt x="123" y="0"/>
                  <a:pt x="73" y="30"/>
                </a:cubicBezTo>
                <a:cubicBezTo>
                  <a:pt x="23" y="60"/>
                  <a:pt x="0" y="202"/>
                  <a:pt x="88" y="238"/>
                </a:cubicBezTo>
                <a:cubicBezTo>
                  <a:pt x="176" y="274"/>
                  <a:pt x="508" y="272"/>
                  <a:pt x="599" y="245"/>
                </a:cubicBezTo>
                <a:cubicBezTo>
                  <a:pt x="690" y="218"/>
                  <a:pt x="671" y="106"/>
                  <a:pt x="636" y="75"/>
                </a:cubicBezTo>
                <a:cubicBezTo>
                  <a:pt x="601" y="44"/>
                  <a:pt x="485" y="68"/>
                  <a:pt x="391" y="60"/>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11623" name="Freeform 126">
            <a:extLst>
              <a:ext uri="{FF2B5EF4-FFF2-40B4-BE49-F238E27FC236}">
                <a16:creationId xmlns:a16="http://schemas.microsoft.com/office/drawing/2014/main" id="{3B0DECE1-6DE7-41AF-8D53-B8ADF3739E71}"/>
              </a:ext>
            </a:extLst>
          </p:cNvPr>
          <p:cNvSpPr>
            <a:spLocks/>
          </p:cNvSpPr>
          <p:nvPr/>
        </p:nvSpPr>
        <p:spPr bwMode="auto">
          <a:xfrm>
            <a:off x="5846763" y="2619375"/>
            <a:ext cx="1243012" cy="1588"/>
          </a:xfrm>
          <a:custGeom>
            <a:avLst/>
            <a:gdLst>
              <a:gd name="T0" fmla="*/ 0 w 805"/>
              <a:gd name="T1" fmla="*/ 0 h 1"/>
              <a:gd name="T2" fmla="*/ 2147483647 w 805"/>
              <a:gd name="T3" fmla="*/ 2147483647 h 1"/>
              <a:gd name="T4" fmla="*/ 0 60000 65536"/>
              <a:gd name="T5" fmla="*/ 0 60000 65536"/>
              <a:gd name="T6" fmla="*/ 0 w 805"/>
              <a:gd name="T7" fmla="*/ 0 h 1"/>
              <a:gd name="T8" fmla="*/ 805 w 805"/>
              <a:gd name="T9" fmla="*/ 1 h 1"/>
            </a:gdLst>
            <a:ahLst/>
            <a:cxnLst>
              <a:cxn ang="T4">
                <a:pos x="T0" y="T1"/>
              </a:cxn>
              <a:cxn ang="T5">
                <a:pos x="T2" y="T3"/>
              </a:cxn>
            </a:cxnLst>
            <a:rect l="T6" t="T7" r="T8" b="T9"/>
            <a:pathLst>
              <a:path w="805" h="1">
                <a:moveTo>
                  <a:pt x="0" y="0"/>
                </a:moveTo>
                <a:lnTo>
                  <a:pt x="805" y="1"/>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11624" name="Freeform 127">
            <a:extLst>
              <a:ext uri="{FF2B5EF4-FFF2-40B4-BE49-F238E27FC236}">
                <a16:creationId xmlns:a16="http://schemas.microsoft.com/office/drawing/2014/main" id="{9760B564-8625-4889-B4B1-76C17EE72552}"/>
              </a:ext>
            </a:extLst>
          </p:cNvPr>
          <p:cNvSpPr>
            <a:spLocks/>
          </p:cNvSpPr>
          <p:nvPr/>
        </p:nvSpPr>
        <p:spPr bwMode="auto">
          <a:xfrm>
            <a:off x="2155826" y="2632075"/>
            <a:ext cx="1243013" cy="0"/>
          </a:xfrm>
          <a:custGeom>
            <a:avLst/>
            <a:gdLst>
              <a:gd name="T0" fmla="*/ 0 w 805"/>
              <a:gd name="T1" fmla="*/ 0 h 1"/>
              <a:gd name="T2" fmla="*/ 2147483647 w 805"/>
              <a:gd name="T3" fmla="*/ 0 h 1"/>
              <a:gd name="T4" fmla="*/ 0 60000 65536"/>
              <a:gd name="T5" fmla="*/ 0 60000 65536"/>
              <a:gd name="T6" fmla="*/ 0 w 805"/>
              <a:gd name="T7" fmla="*/ 0 h 1"/>
              <a:gd name="T8" fmla="*/ 805 w 805"/>
              <a:gd name="T9" fmla="*/ 0 h 1"/>
            </a:gdLst>
            <a:ahLst/>
            <a:cxnLst>
              <a:cxn ang="T4">
                <a:pos x="T0" y="T1"/>
              </a:cxn>
              <a:cxn ang="T5">
                <a:pos x="T2" y="T3"/>
              </a:cxn>
            </a:cxnLst>
            <a:rect l="T6" t="T7" r="T8" b="T9"/>
            <a:pathLst>
              <a:path w="805" h="1">
                <a:moveTo>
                  <a:pt x="0" y="0"/>
                </a:moveTo>
                <a:lnTo>
                  <a:pt x="805" y="1"/>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11625" name="Line 128">
            <a:extLst>
              <a:ext uri="{FF2B5EF4-FFF2-40B4-BE49-F238E27FC236}">
                <a16:creationId xmlns:a16="http://schemas.microsoft.com/office/drawing/2014/main" id="{90A09865-9658-43C5-88F9-671DD3C269B8}"/>
              </a:ext>
            </a:extLst>
          </p:cNvPr>
          <p:cNvSpPr>
            <a:spLocks noChangeShapeType="1"/>
          </p:cNvSpPr>
          <p:nvPr/>
        </p:nvSpPr>
        <p:spPr bwMode="auto">
          <a:xfrm flipV="1">
            <a:off x="9615489" y="2109788"/>
            <a:ext cx="604837" cy="3540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1626" name="Line 129">
            <a:extLst>
              <a:ext uri="{FF2B5EF4-FFF2-40B4-BE49-F238E27FC236}">
                <a16:creationId xmlns:a16="http://schemas.microsoft.com/office/drawing/2014/main" id="{0B561D8B-4C94-4D7E-874D-9DB70EE968EC}"/>
              </a:ext>
            </a:extLst>
          </p:cNvPr>
          <p:cNvSpPr>
            <a:spLocks noChangeShapeType="1"/>
          </p:cNvSpPr>
          <p:nvPr/>
        </p:nvSpPr>
        <p:spPr bwMode="auto">
          <a:xfrm>
            <a:off x="9569450" y="2752726"/>
            <a:ext cx="604838" cy="3540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1627" name="Line 130">
            <a:extLst>
              <a:ext uri="{FF2B5EF4-FFF2-40B4-BE49-F238E27FC236}">
                <a16:creationId xmlns:a16="http://schemas.microsoft.com/office/drawing/2014/main" id="{BE12D669-5205-4A10-B491-52252180CE8B}"/>
              </a:ext>
            </a:extLst>
          </p:cNvPr>
          <p:cNvSpPr>
            <a:spLocks noChangeShapeType="1"/>
          </p:cNvSpPr>
          <p:nvPr/>
        </p:nvSpPr>
        <p:spPr bwMode="auto">
          <a:xfrm>
            <a:off x="3892551" y="2744789"/>
            <a:ext cx="1255713" cy="5476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1628" name="Freeform 131">
            <a:extLst>
              <a:ext uri="{FF2B5EF4-FFF2-40B4-BE49-F238E27FC236}">
                <a16:creationId xmlns:a16="http://schemas.microsoft.com/office/drawing/2014/main" id="{25350F45-CED7-4D7A-9E6D-A76B1602A5BC}"/>
              </a:ext>
            </a:extLst>
          </p:cNvPr>
          <p:cNvSpPr>
            <a:spLocks/>
          </p:cNvSpPr>
          <p:nvPr/>
        </p:nvSpPr>
        <p:spPr bwMode="auto">
          <a:xfrm rot="1183889">
            <a:off x="4046538" y="2909888"/>
            <a:ext cx="1065212" cy="284162"/>
          </a:xfrm>
          <a:custGeom>
            <a:avLst/>
            <a:gdLst>
              <a:gd name="T0" fmla="*/ 2147483647 w 690"/>
              <a:gd name="T1" fmla="*/ 2147483647 h 274"/>
              <a:gd name="T2" fmla="*/ 2147483647 w 690"/>
              <a:gd name="T3" fmla="*/ 2147483647 h 274"/>
              <a:gd name="T4" fmla="*/ 2147483647 w 690"/>
              <a:gd name="T5" fmla="*/ 2147483647 h 274"/>
              <a:gd name="T6" fmla="*/ 2147483647 w 690"/>
              <a:gd name="T7" fmla="*/ 2147483647 h 274"/>
              <a:gd name="T8" fmla="*/ 2147483647 w 690"/>
              <a:gd name="T9" fmla="*/ 2147483647 h 274"/>
              <a:gd name="T10" fmla="*/ 2147483647 w 690"/>
              <a:gd name="T11" fmla="*/ 2147483647 h 274"/>
              <a:gd name="T12" fmla="*/ 0 60000 65536"/>
              <a:gd name="T13" fmla="*/ 0 60000 65536"/>
              <a:gd name="T14" fmla="*/ 0 60000 65536"/>
              <a:gd name="T15" fmla="*/ 0 60000 65536"/>
              <a:gd name="T16" fmla="*/ 0 60000 65536"/>
              <a:gd name="T17" fmla="*/ 0 60000 65536"/>
              <a:gd name="T18" fmla="*/ 0 w 690"/>
              <a:gd name="T19" fmla="*/ 0 h 274"/>
              <a:gd name="T20" fmla="*/ 690 w 690"/>
              <a:gd name="T21" fmla="*/ 274 h 274"/>
            </a:gdLst>
            <a:ahLst/>
            <a:cxnLst>
              <a:cxn ang="T12">
                <a:pos x="T0" y="T1"/>
              </a:cxn>
              <a:cxn ang="T13">
                <a:pos x="T2" y="T3"/>
              </a:cxn>
              <a:cxn ang="T14">
                <a:pos x="T4" y="T5"/>
              </a:cxn>
              <a:cxn ang="T15">
                <a:pos x="T6" y="T7"/>
              </a:cxn>
              <a:cxn ang="T16">
                <a:pos x="T8" y="T9"/>
              </a:cxn>
              <a:cxn ang="T17">
                <a:pos x="T10" y="T11"/>
              </a:cxn>
            </a:cxnLst>
            <a:rect l="T18" t="T19" r="T20" b="T21"/>
            <a:pathLst>
              <a:path w="690" h="274">
                <a:moveTo>
                  <a:pt x="391" y="60"/>
                </a:moveTo>
                <a:cubicBezTo>
                  <a:pt x="297" y="52"/>
                  <a:pt x="123" y="0"/>
                  <a:pt x="73" y="30"/>
                </a:cubicBezTo>
                <a:cubicBezTo>
                  <a:pt x="23" y="60"/>
                  <a:pt x="0" y="202"/>
                  <a:pt x="88" y="238"/>
                </a:cubicBezTo>
                <a:cubicBezTo>
                  <a:pt x="176" y="274"/>
                  <a:pt x="508" y="272"/>
                  <a:pt x="599" y="245"/>
                </a:cubicBezTo>
                <a:cubicBezTo>
                  <a:pt x="690" y="218"/>
                  <a:pt x="671" y="106"/>
                  <a:pt x="636" y="75"/>
                </a:cubicBezTo>
                <a:cubicBezTo>
                  <a:pt x="601" y="44"/>
                  <a:pt x="485" y="68"/>
                  <a:pt x="391" y="60"/>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11629" name="Freeform 132">
            <a:extLst>
              <a:ext uri="{FF2B5EF4-FFF2-40B4-BE49-F238E27FC236}">
                <a16:creationId xmlns:a16="http://schemas.microsoft.com/office/drawing/2014/main" id="{BC67E8E0-94A1-4754-8961-63301B152915}"/>
              </a:ext>
            </a:extLst>
          </p:cNvPr>
          <p:cNvSpPr>
            <a:spLocks/>
          </p:cNvSpPr>
          <p:nvPr/>
        </p:nvSpPr>
        <p:spPr bwMode="auto">
          <a:xfrm>
            <a:off x="2157413" y="2411414"/>
            <a:ext cx="1065212" cy="384175"/>
          </a:xfrm>
          <a:custGeom>
            <a:avLst/>
            <a:gdLst>
              <a:gd name="T0" fmla="*/ 2147483647 w 690"/>
              <a:gd name="T1" fmla="*/ 2147483647 h 274"/>
              <a:gd name="T2" fmla="*/ 2147483647 w 690"/>
              <a:gd name="T3" fmla="*/ 2147483647 h 274"/>
              <a:gd name="T4" fmla="*/ 2147483647 w 690"/>
              <a:gd name="T5" fmla="*/ 2147483647 h 274"/>
              <a:gd name="T6" fmla="*/ 2147483647 w 690"/>
              <a:gd name="T7" fmla="*/ 2147483647 h 274"/>
              <a:gd name="T8" fmla="*/ 2147483647 w 690"/>
              <a:gd name="T9" fmla="*/ 2147483647 h 274"/>
              <a:gd name="T10" fmla="*/ 2147483647 w 690"/>
              <a:gd name="T11" fmla="*/ 2147483647 h 274"/>
              <a:gd name="T12" fmla="*/ 0 60000 65536"/>
              <a:gd name="T13" fmla="*/ 0 60000 65536"/>
              <a:gd name="T14" fmla="*/ 0 60000 65536"/>
              <a:gd name="T15" fmla="*/ 0 60000 65536"/>
              <a:gd name="T16" fmla="*/ 0 60000 65536"/>
              <a:gd name="T17" fmla="*/ 0 60000 65536"/>
              <a:gd name="T18" fmla="*/ 0 w 690"/>
              <a:gd name="T19" fmla="*/ 0 h 274"/>
              <a:gd name="T20" fmla="*/ 690 w 690"/>
              <a:gd name="T21" fmla="*/ 274 h 274"/>
            </a:gdLst>
            <a:ahLst/>
            <a:cxnLst>
              <a:cxn ang="T12">
                <a:pos x="T0" y="T1"/>
              </a:cxn>
              <a:cxn ang="T13">
                <a:pos x="T2" y="T3"/>
              </a:cxn>
              <a:cxn ang="T14">
                <a:pos x="T4" y="T5"/>
              </a:cxn>
              <a:cxn ang="T15">
                <a:pos x="T6" y="T7"/>
              </a:cxn>
              <a:cxn ang="T16">
                <a:pos x="T8" y="T9"/>
              </a:cxn>
              <a:cxn ang="T17">
                <a:pos x="T10" y="T11"/>
              </a:cxn>
            </a:cxnLst>
            <a:rect l="T18" t="T19" r="T20" b="T21"/>
            <a:pathLst>
              <a:path w="690" h="274">
                <a:moveTo>
                  <a:pt x="391" y="60"/>
                </a:moveTo>
                <a:cubicBezTo>
                  <a:pt x="297" y="52"/>
                  <a:pt x="123" y="0"/>
                  <a:pt x="73" y="30"/>
                </a:cubicBezTo>
                <a:cubicBezTo>
                  <a:pt x="23" y="60"/>
                  <a:pt x="0" y="202"/>
                  <a:pt x="88" y="238"/>
                </a:cubicBezTo>
                <a:cubicBezTo>
                  <a:pt x="176" y="274"/>
                  <a:pt x="508" y="272"/>
                  <a:pt x="599" y="245"/>
                </a:cubicBezTo>
                <a:cubicBezTo>
                  <a:pt x="690" y="218"/>
                  <a:pt x="671" y="106"/>
                  <a:pt x="636" y="75"/>
                </a:cubicBezTo>
                <a:cubicBezTo>
                  <a:pt x="601" y="44"/>
                  <a:pt x="485" y="68"/>
                  <a:pt x="391" y="60"/>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11630" name="Freeform 133">
            <a:extLst>
              <a:ext uri="{FF2B5EF4-FFF2-40B4-BE49-F238E27FC236}">
                <a16:creationId xmlns:a16="http://schemas.microsoft.com/office/drawing/2014/main" id="{20154BE9-A606-407A-8BCA-002122C7E56D}"/>
              </a:ext>
            </a:extLst>
          </p:cNvPr>
          <p:cNvSpPr>
            <a:spLocks/>
          </p:cNvSpPr>
          <p:nvPr/>
        </p:nvSpPr>
        <p:spPr bwMode="auto">
          <a:xfrm>
            <a:off x="5848351" y="2409826"/>
            <a:ext cx="1065213" cy="385763"/>
          </a:xfrm>
          <a:custGeom>
            <a:avLst/>
            <a:gdLst>
              <a:gd name="T0" fmla="*/ 2147483647 w 690"/>
              <a:gd name="T1" fmla="*/ 2147483647 h 274"/>
              <a:gd name="T2" fmla="*/ 2147483647 w 690"/>
              <a:gd name="T3" fmla="*/ 2147483647 h 274"/>
              <a:gd name="T4" fmla="*/ 2147483647 w 690"/>
              <a:gd name="T5" fmla="*/ 2147483647 h 274"/>
              <a:gd name="T6" fmla="*/ 2147483647 w 690"/>
              <a:gd name="T7" fmla="*/ 2147483647 h 274"/>
              <a:gd name="T8" fmla="*/ 2147483647 w 690"/>
              <a:gd name="T9" fmla="*/ 2147483647 h 274"/>
              <a:gd name="T10" fmla="*/ 2147483647 w 690"/>
              <a:gd name="T11" fmla="*/ 2147483647 h 274"/>
              <a:gd name="T12" fmla="*/ 0 60000 65536"/>
              <a:gd name="T13" fmla="*/ 0 60000 65536"/>
              <a:gd name="T14" fmla="*/ 0 60000 65536"/>
              <a:gd name="T15" fmla="*/ 0 60000 65536"/>
              <a:gd name="T16" fmla="*/ 0 60000 65536"/>
              <a:gd name="T17" fmla="*/ 0 60000 65536"/>
              <a:gd name="T18" fmla="*/ 0 w 690"/>
              <a:gd name="T19" fmla="*/ 0 h 274"/>
              <a:gd name="T20" fmla="*/ 690 w 690"/>
              <a:gd name="T21" fmla="*/ 274 h 274"/>
            </a:gdLst>
            <a:ahLst/>
            <a:cxnLst>
              <a:cxn ang="T12">
                <a:pos x="T0" y="T1"/>
              </a:cxn>
              <a:cxn ang="T13">
                <a:pos x="T2" y="T3"/>
              </a:cxn>
              <a:cxn ang="T14">
                <a:pos x="T4" y="T5"/>
              </a:cxn>
              <a:cxn ang="T15">
                <a:pos x="T6" y="T7"/>
              </a:cxn>
              <a:cxn ang="T16">
                <a:pos x="T8" y="T9"/>
              </a:cxn>
              <a:cxn ang="T17">
                <a:pos x="T10" y="T11"/>
              </a:cxn>
            </a:cxnLst>
            <a:rect l="T18" t="T19" r="T20" b="T21"/>
            <a:pathLst>
              <a:path w="690" h="274">
                <a:moveTo>
                  <a:pt x="391" y="60"/>
                </a:moveTo>
                <a:cubicBezTo>
                  <a:pt x="297" y="52"/>
                  <a:pt x="123" y="0"/>
                  <a:pt x="73" y="30"/>
                </a:cubicBezTo>
                <a:cubicBezTo>
                  <a:pt x="23" y="60"/>
                  <a:pt x="0" y="202"/>
                  <a:pt x="88" y="238"/>
                </a:cubicBezTo>
                <a:cubicBezTo>
                  <a:pt x="176" y="274"/>
                  <a:pt x="508" y="272"/>
                  <a:pt x="599" y="245"/>
                </a:cubicBezTo>
                <a:cubicBezTo>
                  <a:pt x="690" y="218"/>
                  <a:pt x="671" y="106"/>
                  <a:pt x="636" y="75"/>
                </a:cubicBezTo>
                <a:cubicBezTo>
                  <a:pt x="601" y="44"/>
                  <a:pt x="485" y="68"/>
                  <a:pt x="391" y="60"/>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11631" name="Freeform 134">
            <a:extLst>
              <a:ext uri="{FF2B5EF4-FFF2-40B4-BE49-F238E27FC236}">
                <a16:creationId xmlns:a16="http://schemas.microsoft.com/office/drawing/2014/main" id="{6764D961-B4E7-4443-B220-B99F9F381AC3}"/>
              </a:ext>
            </a:extLst>
          </p:cNvPr>
          <p:cNvSpPr>
            <a:spLocks/>
          </p:cNvSpPr>
          <p:nvPr/>
        </p:nvSpPr>
        <p:spPr bwMode="auto">
          <a:xfrm>
            <a:off x="7621588" y="2400301"/>
            <a:ext cx="850900" cy="385763"/>
          </a:xfrm>
          <a:custGeom>
            <a:avLst/>
            <a:gdLst>
              <a:gd name="T0" fmla="*/ 2147483647 w 690"/>
              <a:gd name="T1" fmla="*/ 2147483647 h 274"/>
              <a:gd name="T2" fmla="*/ 2147483647 w 690"/>
              <a:gd name="T3" fmla="*/ 2147483647 h 274"/>
              <a:gd name="T4" fmla="*/ 2147483647 w 690"/>
              <a:gd name="T5" fmla="*/ 2147483647 h 274"/>
              <a:gd name="T6" fmla="*/ 2147483647 w 690"/>
              <a:gd name="T7" fmla="*/ 2147483647 h 274"/>
              <a:gd name="T8" fmla="*/ 2147483647 w 690"/>
              <a:gd name="T9" fmla="*/ 2147483647 h 274"/>
              <a:gd name="T10" fmla="*/ 2147483647 w 690"/>
              <a:gd name="T11" fmla="*/ 2147483647 h 274"/>
              <a:gd name="T12" fmla="*/ 0 60000 65536"/>
              <a:gd name="T13" fmla="*/ 0 60000 65536"/>
              <a:gd name="T14" fmla="*/ 0 60000 65536"/>
              <a:gd name="T15" fmla="*/ 0 60000 65536"/>
              <a:gd name="T16" fmla="*/ 0 60000 65536"/>
              <a:gd name="T17" fmla="*/ 0 60000 65536"/>
              <a:gd name="T18" fmla="*/ 0 w 690"/>
              <a:gd name="T19" fmla="*/ 0 h 274"/>
              <a:gd name="T20" fmla="*/ 690 w 690"/>
              <a:gd name="T21" fmla="*/ 274 h 274"/>
            </a:gdLst>
            <a:ahLst/>
            <a:cxnLst>
              <a:cxn ang="T12">
                <a:pos x="T0" y="T1"/>
              </a:cxn>
              <a:cxn ang="T13">
                <a:pos x="T2" y="T3"/>
              </a:cxn>
              <a:cxn ang="T14">
                <a:pos x="T4" y="T5"/>
              </a:cxn>
              <a:cxn ang="T15">
                <a:pos x="T6" y="T7"/>
              </a:cxn>
              <a:cxn ang="T16">
                <a:pos x="T8" y="T9"/>
              </a:cxn>
              <a:cxn ang="T17">
                <a:pos x="T10" y="T11"/>
              </a:cxn>
            </a:cxnLst>
            <a:rect l="T18" t="T19" r="T20" b="T21"/>
            <a:pathLst>
              <a:path w="690" h="274">
                <a:moveTo>
                  <a:pt x="391" y="60"/>
                </a:moveTo>
                <a:cubicBezTo>
                  <a:pt x="297" y="52"/>
                  <a:pt x="123" y="0"/>
                  <a:pt x="73" y="30"/>
                </a:cubicBezTo>
                <a:cubicBezTo>
                  <a:pt x="23" y="60"/>
                  <a:pt x="0" y="202"/>
                  <a:pt x="88" y="238"/>
                </a:cubicBezTo>
                <a:cubicBezTo>
                  <a:pt x="176" y="274"/>
                  <a:pt x="508" y="272"/>
                  <a:pt x="599" y="245"/>
                </a:cubicBezTo>
                <a:cubicBezTo>
                  <a:pt x="690" y="218"/>
                  <a:pt x="671" y="106"/>
                  <a:pt x="636" y="75"/>
                </a:cubicBezTo>
                <a:cubicBezTo>
                  <a:pt x="601" y="44"/>
                  <a:pt x="485" y="68"/>
                  <a:pt x="391" y="60"/>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11632" name="Freeform 135">
            <a:extLst>
              <a:ext uri="{FF2B5EF4-FFF2-40B4-BE49-F238E27FC236}">
                <a16:creationId xmlns:a16="http://schemas.microsoft.com/office/drawing/2014/main" id="{313C2C6C-AB16-4C6A-B8FC-A1F5D938F729}"/>
              </a:ext>
            </a:extLst>
          </p:cNvPr>
          <p:cNvSpPr>
            <a:spLocks/>
          </p:cNvSpPr>
          <p:nvPr/>
        </p:nvSpPr>
        <p:spPr bwMode="auto">
          <a:xfrm rot="19010567">
            <a:off x="9583738" y="1966913"/>
            <a:ext cx="868362" cy="385762"/>
          </a:xfrm>
          <a:custGeom>
            <a:avLst/>
            <a:gdLst>
              <a:gd name="T0" fmla="*/ 2147483647 w 690"/>
              <a:gd name="T1" fmla="*/ 2147483647 h 274"/>
              <a:gd name="T2" fmla="*/ 2147483647 w 690"/>
              <a:gd name="T3" fmla="*/ 2147483647 h 274"/>
              <a:gd name="T4" fmla="*/ 2147483647 w 690"/>
              <a:gd name="T5" fmla="*/ 2147483647 h 274"/>
              <a:gd name="T6" fmla="*/ 2147483647 w 690"/>
              <a:gd name="T7" fmla="*/ 2147483647 h 274"/>
              <a:gd name="T8" fmla="*/ 2147483647 w 690"/>
              <a:gd name="T9" fmla="*/ 2147483647 h 274"/>
              <a:gd name="T10" fmla="*/ 2147483647 w 690"/>
              <a:gd name="T11" fmla="*/ 2147483647 h 274"/>
              <a:gd name="T12" fmla="*/ 0 60000 65536"/>
              <a:gd name="T13" fmla="*/ 0 60000 65536"/>
              <a:gd name="T14" fmla="*/ 0 60000 65536"/>
              <a:gd name="T15" fmla="*/ 0 60000 65536"/>
              <a:gd name="T16" fmla="*/ 0 60000 65536"/>
              <a:gd name="T17" fmla="*/ 0 60000 65536"/>
              <a:gd name="T18" fmla="*/ 0 w 690"/>
              <a:gd name="T19" fmla="*/ 0 h 274"/>
              <a:gd name="T20" fmla="*/ 690 w 690"/>
              <a:gd name="T21" fmla="*/ 274 h 274"/>
            </a:gdLst>
            <a:ahLst/>
            <a:cxnLst>
              <a:cxn ang="T12">
                <a:pos x="T0" y="T1"/>
              </a:cxn>
              <a:cxn ang="T13">
                <a:pos x="T2" y="T3"/>
              </a:cxn>
              <a:cxn ang="T14">
                <a:pos x="T4" y="T5"/>
              </a:cxn>
              <a:cxn ang="T15">
                <a:pos x="T6" y="T7"/>
              </a:cxn>
              <a:cxn ang="T16">
                <a:pos x="T8" y="T9"/>
              </a:cxn>
              <a:cxn ang="T17">
                <a:pos x="T10" y="T11"/>
              </a:cxn>
            </a:cxnLst>
            <a:rect l="T18" t="T19" r="T20" b="T21"/>
            <a:pathLst>
              <a:path w="690" h="274">
                <a:moveTo>
                  <a:pt x="391" y="60"/>
                </a:moveTo>
                <a:cubicBezTo>
                  <a:pt x="297" y="52"/>
                  <a:pt x="123" y="0"/>
                  <a:pt x="73" y="30"/>
                </a:cubicBezTo>
                <a:cubicBezTo>
                  <a:pt x="23" y="60"/>
                  <a:pt x="0" y="202"/>
                  <a:pt x="88" y="238"/>
                </a:cubicBezTo>
                <a:cubicBezTo>
                  <a:pt x="176" y="274"/>
                  <a:pt x="508" y="272"/>
                  <a:pt x="599" y="245"/>
                </a:cubicBezTo>
                <a:cubicBezTo>
                  <a:pt x="690" y="218"/>
                  <a:pt x="671" y="106"/>
                  <a:pt x="636" y="75"/>
                </a:cubicBezTo>
                <a:cubicBezTo>
                  <a:pt x="601" y="44"/>
                  <a:pt x="485" y="68"/>
                  <a:pt x="391" y="60"/>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11633" name="Text Box 136">
            <a:extLst>
              <a:ext uri="{FF2B5EF4-FFF2-40B4-BE49-F238E27FC236}">
                <a16:creationId xmlns:a16="http://schemas.microsoft.com/office/drawing/2014/main" id="{C0792DC3-6B85-46F6-9364-30409B007584}"/>
              </a:ext>
            </a:extLst>
          </p:cNvPr>
          <p:cNvSpPr txBox="1">
            <a:spLocks noChangeArrowheads="1"/>
          </p:cNvSpPr>
          <p:nvPr/>
        </p:nvSpPr>
        <p:spPr bwMode="auto">
          <a:xfrm>
            <a:off x="2443163" y="2368550"/>
            <a:ext cx="4048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2400">
                <a:solidFill>
                  <a:srgbClr val="CC0000"/>
                </a:solidFill>
              </a:rPr>
              <a:t>w</a:t>
            </a:r>
            <a:endParaRPr lang="en-US" altLang="en-US">
              <a:solidFill>
                <a:srgbClr val="CC0000"/>
              </a:solidFill>
            </a:endParaRPr>
          </a:p>
        </p:txBody>
      </p:sp>
      <p:sp>
        <p:nvSpPr>
          <p:cNvPr id="111634" name="Text Box 137">
            <a:extLst>
              <a:ext uri="{FF2B5EF4-FFF2-40B4-BE49-F238E27FC236}">
                <a16:creationId xmlns:a16="http://schemas.microsoft.com/office/drawing/2014/main" id="{02C58B11-F3E1-497A-BEBD-0DC0E8AB4D78}"/>
              </a:ext>
            </a:extLst>
          </p:cNvPr>
          <p:cNvSpPr txBox="1">
            <a:spLocks noChangeArrowheads="1"/>
          </p:cNvSpPr>
          <p:nvPr/>
        </p:nvSpPr>
        <p:spPr bwMode="auto">
          <a:xfrm>
            <a:off x="4397375" y="24114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2400">
                <a:solidFill>
                  <a:srgbClr val="CC0000"/>
                </a:solidFill>
              </a:rPr>
              <a:t>x</a:t>
            </a:r>
            <a:endParaRPr lang="en-US" altLang="en-US">
              <a:solidFill>
                <a:srgbClr val="CC0000"/>
              </a:solidFill>
            </a:endParaRPr>
          </a:p>
        </p:txBody>
      </p:sp>
      <p:sp>
        <p:nvSpPr>
          <p:cNvPr id="111635" name="Text Box 138">
            <a:extLst>
              <a:ext uri="{FF2B5EF4-FFF2-40B4-BE49-F238E27FC236}">
                <a16:creationId xmlns:a16="http://schemas.microsoft.com/office/drawing/2014/main" id="{6022E834-175B-4214-B739-128A5B4BB3E9}"/>
              </a:ext>
            </a:extLst>
          </p:cNvPr>
          <p:cNvSpPr txBox="1">
            <a:spLocks noChangeArrowheads="1"/>
          </p:cNvSpPr>
          <p:nvPr/>
        </p:nvSpPr>
        <p:spPr bwMode="auto">
          <a:xfrm>
            <a:off x="7904163" y="2332038"/>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2400">
                <a:solidFill>
                  <a:srgbClr val="CC0000"/>
                </a:solidFill>
              </a:rPr>
              <a:t>y</a:t>
            </a:r>
            <a:endParaRPr lang="en-US" altLang="en-US">
              <a:solidFill>
                <a:srgbClr val="CC0000"/>
              </a:solidFill>
            </a:endParaRPr>
          </a:p>
        </p:txBody>
      </p:sp>
      <p:sp>
        <p:nvSpPr>
          <p:cNvPr id="111636" name="Text Box 139">
            <a:extLst>
              <a:ext uri="{FF2B5EF4-FFF2-40B4-BE49-F238E27FC236}">
                <a16:creationId xmlns:a16="http://schemas.microsoft.com/office/drawing/2014/main" id="{905BCEA8-29B9-4B4D-A74D-5765B230D900}"/>
              </a:ext>
            </a:extLst>
          </p:cNvPr>
          <p:cNvSpPr txBox="1">
            <a:spLocks noChangeArrowheads="1"/>
          </p:cNvSpPr>
          <p:nvPr/>
        </p:nvSpPr>
        <p:spPr bwMode="auto">
          <a:xfrm>
            <a:off x="9818688" y="19542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2400">
                <a:solidFill>
                  <a:srgbClr val="CC0000"/>
                </a:solidFill>
              </a:rPr>
              <a:t>z</a:t>
            </a:r>
            <a:endParaRPr lang="en-US" altLang="en-US">
              <a:solidFill>
                <a:srgbClr val="CC0000"/>
              </a:solidFill>
            </a:endParaRPr>
          </a:p>
        </p:txBody>
      </p:sp>
      <p:sp>
        <p:nvSpPr>
          <p:cNvPr id="111637" name="Text Box 140">
            <a:extLst>
              <a:ext uri="{FF2B5EF4-FFF2-40B4-BE49-F238E27FC236}">
                <a16:creationId xmlns:a16="http://schemas.microsoft.com/office/drawing/2014/main" id="{66E3FCC4-E26F-498C-BCFA-9169E50481EE}"/>
              </a:ext>
            </a:extLst>
          </p:cNvPr>
          <p:cNvSpPr txBox="1">
            <a:spLocks noChangeArrowheads="1"/>
          </p:cNvSpPr>
          <p:nvPr/>
        </p:nvSpPr>
        <p:spPr bwMode="auto">
          <a:xfrm>
            <a:off x="3471863" y="2690813"/>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2400"/>
              <a:t>A</a:t>
            </a:r>
          </a:p>
        </p:txBody>
      </p:sp>
      <p:sp>
        <p:nvSpPr>
          <p:cNvPr id="111638" name="Text Box 141">
            <a:extLst>
              <a:ext uri="{FF2B5EF4-FFF2-40B4-BE49-F238E27FC236}">
                <a16:creationId xmlns:a16="http://schemas.microsoft.com/office/drawing/2014/main" id="{FDB7912A-6A5D-4184-B4DA-49A3938514B0}"/>
              </a:ext>
            </a:extLst>
          </p:cNvPr>
          <p:cNvSpPr txBox="1">
            <a:spLocks noChangeArrowheads="1"/>
          </p:cNvSpPr>
          <p:nvPr/>
        </p:nvSpPr>
        <p:spPr bwMode="auto">
          <a:xfrm>
            <a:off x="5299076" y="3398838"/>
            <a:ext cx="404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2400"/>
              <a:t>C</a:t>
            </a:r>
          </a:p>
        </p:txBody>
      </p:sp>
      <p:sp>
        <p:nvSpPr>
          <p:cNvPr id="111639" name="Text Box 142">
            <a:extLst>
              <a:ext uri="{FF2B5EF4-FFF2-40B4-BE49-F238E27FC236}">
                <a16:creationId xmlns:a16="http://schemas.microsoft.com/office/drawing/2014/main" id="{54BD20F5-6744-4F99-B49C-51C2E40CABF1}"/>
              </a:ext>
            </a:extLst>
          </p:cNvPr>
          <p:cNvSpPr txBox="1">
            <a:spLocks noChangeArrowheads="1"/>
          </p:cNvSpPr>
          <p:nvPr/>
        </p:nvSpPr>
        <p:spPr bwMode="auto">
          <a:xfrm>
            <a:off x="5299076" y="2655888"/>
            <a:ext cx="404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2400"/>
              <a:t>D</a:t>
            </a:r>
          </a:p>
        </p:txBody>
      </p:sp>
      <p:sp>
        <p:nvSpPr>
          <p:cNvPr id="111640" name="Text Box 143">
            <a:extLst>
              <a:ext uri="{FF2B5EF4-FFF2-40B4-BE49-F238E27FC236}">
                <a16:creationId xmlns:a16="http://schemas.microsoft.com/office/drawing/2014/main" id="{C8016FEA-7139-4A4C-800B-2AA98F9A32DC}"/>
              </a:ext>
            </a:extLst>
          </p:cNvPr>
          <p:cNvSpPr txBox="1">
            <a:spLocks noChangeArrowheads="1"/>
          </p:cNvSpPr>
          <p:nvPr/>
        </p:nvSpPr>
        <p:spPr bwMode="auto">
          <a:xfrm>
            <a:off x="7083425" y="2654300"/>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2400"/>
              <a:t>B</a:t>
            </a:r>
          </a:p>
        </p:txBody>
      </p:sp>
      <p:sp>
        <p:nvSpPr>
          <p:cNvPr id="111641" name="Line 144">
            <a:extLst>
              <a:ext uri="{FF2B5EF4-FFF2-40B4-BE49-F238E27FC236}">
                <a16:creationId xmlns:a16="http://schemas.microsoft.com/office/drawing/2014/main" id="{8D255364-36F2-4EC2-BC65-8785EB636B3F}"/>
              </a:ext>
            </a:extLst>
          </p:cNvPr>
          <p:cNvSpPr>
            <a:spLocks noChangeShapeType="1"/>
          </p:cNvSpPr>
          <p:nvPr/>
        </p:nvSpPr>
        <p:spPr bwMode="auto">
          <a:xfrm>
            <a:off x="8607425" y="2597151"/>
            <a:ext cx="344488" cy="3175"/>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111642" name="Group 145">
            <a:extLst>
              <a:ext uri="{FF2B5EF4-FFF2-40B4-BE49-F238E27FC236}">
                <a16:creationId xmlns:a16="http://schemas.microsoft.com/office/drawing/2014/main" id="{F709399C-3D44-41EB-A48C-E34C34553E18}"/>
              </a:ext>
            </a:extLst>
          </p:cNvPr>
          <p:cNvGrpSpPr>
            <a:grpSpLocks/>
          </p:cNvGrpSpPr>
          <p:nvPr/>
        </p:nvGrpSpPr>
        <p:grpSpPr bwMode="auto">
          <a:xfrm>
            <a:off x="7446963" y="2141539"/>
            <a:ext cx="615950" cy="363537"/>
            <a:chOff x="3731" y="1153"/>
            <a:chExt cx="388" cy="229"/>
          </a:xfrm>
        </p:grpSpPr>
        <p:sp>
          <p:nvSpPr>
            <p:cNvPr id="111711" name="Line 146">
              <a:extLst>
                <a:ext uri="{FF2B5EF4-FFF2-40B4-BE49-F238E27FC236}">
                  <a16:creationId xmlns:a16="http://schemas.microsoft.com/office/drawing/2014/main" id="{420C5601-E0C2-47CF-AF46-5012AF9CA66D}"/>
                </a:ext>
              </a:extLst>
            </p:cNvPr>
            <p:cNvSpPr>
              <a:spLocks noChangeShapeType="1"/>
            </p:cNvSpPr>
            <p:nvPr/>
          </p:nvSpPr>
          <p:spPr bwMode="auto">
            <a:xfrm flipV="1">
              <a:off x="3731" y="1259"/>
              <a:ext cx="205" cy="12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1712" name="Line 147">
              <a:extLst>
                <a:ext uri="{FF2B5EF4-FFF2-40B4-BE49-F238E27FC236}">
                  <a16:creationId xmlns:a16="http://schemas.microsoft.com/office/drawing/2014/main" id="{60475555-347D-4B7A-AB31-71560E60A808}"/>
                </a:ext>
              </a:extLst>
            </p:cNvPr>
            <p:cNvSpPr>
              <a:spLocks noChangeShapeType="1"/>
            </p:cNvSpPr>
            <p:nvPr/>
          </p:nvSpPr>
          <p:spPr bwMode="auto">
            <a:xfrm flipV="1">
              <a:off x="3944" y="1153"/>
              <a:ext cx="175" cy="98"/>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11643" name="Group 148">
            <a:extLst>
              <a:ext uri="{FF2B5EF4-FFF2-40B4-BE49-F238E27FC236}">
                <a16:creationId xmlns:a16="http://schemas.microsoft.com/office/drawing/2014/main" id="{AC593820-39A0-4251-AC38-26055448B3C3}"/>
              </a:ext>
            </a:extLst>
          </p:cNvPr>
          <p:cNvGrpSpPr>
            <a:grpSpLocks/>
          </p:cNvGrpSpPr>
          <p:nvPr/>
        </p:nvGrpSpPr>
        <p:grpSpPr bwMode="auto">
          <a:xfrm>
            <a:off x="5668963" y="2116139"/>
            <a:ext cx="615950" cy="363537"/>
            <a:chOff x="3731" y="1153"/>
            <a:chExt cx="388" cy="229"/>
          </a:xfrm>
        </p:grpSpPr>
        <p:sp>
          <p:nvSpPr>
            <p:cNvPr id="111709" name="Line 149">
              <a:extLst>
                <a:ext uri="{FF2B5EF4-FFF2-40B4-BE49-F238E27FC236}">
                  <a16:creationId xmlns:a16="http://schemas.microsoft.com/office/drawing/2014/main" id="{0B69DFA4-71E0-4FC9-A9AB-70716A27D2BC}"/>
                </a:ext>
              </a:extLst>
            </p:cNvPr>
            <p:cNvSpPr>
              <a:spLocks noChangeShapeType="1"/>
            </p:cNvSpPr>
            <p:nvPr/>
          </p:nvSpPr>
          <p:spPr bwMode="auto">
            <a:xfrm flipV="1">
              <a:off x="3731" y="1259"/>
              <a:ext cx="205" cy="12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1710" name="Line 150">
              <a:extLst>
                <a:ext uri="{FF2B5EF4-FFF2-40B4-BE49-F238E27FC236}">
                  <a16:creationId xmlns:a16="http://schemas.microsoft.com/office/drawing/2014/main" id="{53513AEF-CB95-4C2A-8B14-F82CF14822A8}"/>
                </a:ext>
              </a:extLst>
            </p:cNvPr>
            <p:cNvSpPr>
              <a:spLocks noChangeShapeType="1"/>
            </p:cNvSpPr>
            <p:nvPr/>
          </p:nvSpPr>
          <p:spPr bwMode="auto">
            <a:xfrm flipV="1">
              <a:off x="3944" y="1153"/>
              <a:ext cx="175" cy="98"/>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11644" name="Group 151">
            <a:extLst>
              <a:ext uri="{FF2B5EF4-FFF2-40B4-BE49-F238E27FC236}">
                <a16:creationId xmlns:a16="http://schemas.microsoft.com/office/drawing/2014/main" id="{049081D7-0A48-4F26-A31F-54F58725C3A9}"/>
              </a:ext>
            </a:extLst>
          </p:cNvPr>
          <p:cNvGrpSpPr>
            <a:grpSpLocks/>
          </p:cNvGrpSpPr>
          <p:nvPr/>
        </p:nvGrpSpPr>
        <p:grpSpPr bwMode="auto">
          <a:xfrm>
            <a:off x="3890963" y="2090739"/>
            <a:ext cx="615950" cy="363537"/>
            <a:chOff x="3731" y="1153"/>
            <a:chExt cx="388" cy="229"/>
          </a:xfrm>
        </p:grpSpPr>
        <p:sp>
          <p:nvSpPr>
            <p:cNvPr id="111707" name="Line 152">
              <a:extLst>
                <a:ext uri="{FF2B5EF4-FFF2-40B4-BE49-F238E27FC236}">
                  <a16:creationId xmlns:a16="http://schemas.microsoft.com/office/drawing/2014/main" id="{797CCD7E-6682-4592-861F-6BCA19FDC2B8}"/>
                </a:ext>
              </a:extLst>
            </p:cNvPr>
            <p:cNvSpPr>
              <a:spLocks noChangeShapeType="1"/>
            </p:cNvSpPr>
            <p:nvPr/>
          </p:nvSpPr>
          <p:spPr bwMode="auto">
            <a:xfrm flipV="1">
              <a:off x="3731" y="1259"/>
              <a:ext cx="205" cy="12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1708" name="Line 153">
              <a:extLst>
                <a:ext uri="{FF2B5EF4-FFF2-40B4-BE49-F238E27FC236}">
                  <a16:creationId xmlns:a16="http://schemas.microsoft.com/office/drawing/2014/main" id="{A581472F-1808-4E4A-9FAC-24B957321848}"/>
                </a:ext>
              </a:extLst>
            </p:cNvPr>
            <p:cNvSpPr>
              <a:spLocks noChangeShapeType="1"/>
            </p:cNvSpPr>
            <p:nvPr/>
          </p:nvSpPr>
          <p:spPr bwMode="auto">
            <a:xfrm flipV="1">
              <a:off x="3944" y="1153"/>
              <a:ext cx="175" cy="98"/>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111645" name="Line 154">
            <a:extLst>
              <a:ext uri="{FF2B5EF4-FFF2-40B4-BE49-F238E27FC236}">
                <a16:creationId xmlns:a16="http://schemas.microsoft.com/office/drawing/2014/main" id="{67DCD7BA-ADB5-4032-88B3-3133114316AA}"/>
              </a:ext>
            </a:extLst>
          </p:cNvPr>
          <p:cNvSpPr>
            <a:spLocks noChangeShapeType="1"/>
          </p:cNvSpPr>
          <p:nvPr/>
        </p:nvSpPr>
        <p:spPr bwMode="auto">
          <a:xfrm>
            <a:off x="5802314" y="3308350"/>
            <a:ext cx="97948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11646" name="Freeform 155">
            <a:extLst>
              <a:ext uri="{FF2B5EF4-FFF2-40B4-BE49-F238E27FC236}">
                <a16:creationId xmlns:a16="http://schemas.microsoft.com/office/drawing/2014/main" id="{8DDA0941-DFBE-445D-AE0F-D7D50254CDF2}"/>
              </a:ext>
            </a:extLst>
          </p:cNvPr>
          <p:cNvSpPr>
            <a:spLocks/>
          </p:cNvSpPr>
          <p:nvPr/>
        </p:nvSpPr>
        <p:spPr bwMode="auto">
          <a:xfrm>
            <a:off x="5822950" y="3100388"/>
            <a:ext cx="850900" cy="385762"/>
          </a:xfrm>
          <a:custGeom>
            <a:avLst/>
            <a:gdLst>
              <a:gd name="T0" fmla="*/ 2147483647 w 690"/>
              <a:gd name="T1" fmla="*/ 2147483647 h 274"/>
              <a:gd name="T2" fmla="*/ 2147483647 w 690"/>
              <a:gd name="T3" fmla="*/ 2147483647 h 274"/>
              <a:gd name="T4" fmla="*/ 2147483647 w 690"/>
              <a:gd name="T5" fmla="*/ 2147483647 h 274"/>
              <a:gd name="T6" fmla="*/ 2147483647 w 690"/>
              <a:gd name="T7" fmla="*/ 2147483647 h 274"/>
              <a:gd name="T8" fmla="*/ 2147483647 w 690"/>
              <a:gd name="T9" fmla="*/ 2147483647 h 274"/>
              <a:gd name="T10" fmla="*/ 2147483647 w 690"/>
              <a:gd name="T11" fmla="*/ 2147483647 h 274"/>
              <a:gd name="T12" fmla="*/ 0 60000 65536"/>
              <a:gd name="T13" fmla="*/ 0 60000 65536"/>
              <a:gd name="T14" fmla="*/ 0 60000 65536"/>
              <a:gd name="T15" fmla="*/ 0 60000 65536"/>
              <a:gd name="T16" fmla="*/ 0 60000 65536"/>
              <a:gd name="T17" fmla="*/ 0 60000 65536"/>
              <a:gd name="T18" fmla="*/ 0 w 690"/>
              <a:gd name="T19" fmla="*/ 0 h 274"/>
              <a:gd name="T20" fmla="*/ 690 w 690"/>
              <a:gd name="T21" fmla="*/ 274 h 274"/>
            </a:gdLst>
            <a:ahLst/>
            <a:cxnLst>
              <a:cxn ang="T12">
                <a:pos x="T0" y="T1"/>
              </a:cxn>
              <a:cxn ang="T13">
                <a:pos x="T2" y="T3"/>
              </a:cxn>
              <a:cxn ang="T14">
                <a:pos x="T4" y="T5"/>
              </a:cxn>
              <a:cxn ang="T15">
                <a:pos x="T6" y="T7"/>
              </a:cxn>
              <a:cxn ang="T16">
                <a:pos x="T8" y="T9"/>
              </a:cxn>
              <a:cxn ang="T17">
                <a:pos x="T10" y="T11"/>
              </a:cxn>
            </a:cxnLst>
            <a:rect l="T18" t="T19" r="T20" b="T21"/>
            <a:pathLst>
              <a:path w="690" h="274">
                <a:moveTo>
                  <a:pt x="391" y="60"/>
                </a:moveTo>
                <a:cubicBezTo>
                  <a:pt x="297" y="52"/>
                  <a:pt x="123" y="0"/>
                  <a:pt x="73" y="30"/>
                </a:cubicBezTo>
                <a:cubicBezTo>
                  <a:pt x="23" y="60"/>
                  <a:pt x="0" y="202"/>
                  <a:pt x="88" y="238"/>
                </a:cubicBezTo>
                <a:cubicBezTo>
                  <a:pt x="176" y="274"/>
                  <a:pt x="508" y="272"/>
                  <a:pt x="599" y="245"/>
                </a:cubicBezTo>
                <a:cubicBezTo>
                  <a:pt x="690" y="218"/>
                  <a:pt x="671" y="106"/>
                  <a:pt x="636" y="75"/>
                </a:cubicBezTo>
                <a:cubicBezTo>
                  <a:pt x="601" y="44"/>
                  <a:pt x="485" y="68"/>
                  <a:pt x="391" y="60"/>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11647" name="Line 156">
            <a:extLst>
              <a:ext uri="{FF2B5EF4-FFF2-40B4-BE49-F238E27FC236}">
                <a16:creationId xmlns:a16="http://schemas.microsoft.com/office/drawing/2014/main" id="{2CA193EB-8A8C-419D-AC3C-5384BCB0E498}"/>
              </a:ext>
            </a:extLst>
          </p:cNvPr>
          <p:cNvSpPr>
            <a:spLocks noChangeShapeType="1"/>
          </p:cNvSpPr>
          <p:nvPr/>
        </p:nvSpPr>
        <p:spPr bwMode="auto">
          <a:xfrm>
            <a:off x="6808789" y="3297239"/>
            <a:ext cx="344487" cy="3175"/>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111648" name="Group 157">
            <a:extLst>
              <a:ext uri="{FF2B5EF4-FFF2-40B4-BE49-F238E27FC236}">
                <a16:creationId xmlns:a16="http://schemas.microsoft.com/office/drawing/2014/main" id="{8D82C23F-A4C5-4891-93C5-77724322DC10}"/>
              </a:ext>
            </a:extLst>
          </p:cNvPr>
          <p:cNvGrpSpPr>
            <a:grpSpLocks/>
          </p:cNvGrpSpPr>
          <p:nvPr/>
        </p:nvGrpSpPr>
        <p:grpSpPr bwMode="auto">
          <a:xfrm>
            <a:off x="5148263" y="2420938"/>
            <a:ext cx="677862" cy="315912"/>
            <a:chOff x="4396" y="1245"/>
            <a:chExt cx="672" cy="248"/>
          </a:xfrm>
        </p:grpSpPr>
        <p:sp>
          <p:nvSpPr>
            <p:cNvPr id="111699" name="Oval 407">
              <a:extLst>
                <a:ext uri="{FF2B5EF4-FFF2-40B4-BE49-F238E27FC236}">
                  <a16:creationId xmlns:a16="http://schemas.microsoft.com/office/drawing/2014/main" id="{E65601ED-6076-45CB-A616-22EAE59DA9BB}"/>
                </a:ext>
              </a:extLst>
            </p:cNvPr>
            <p:cNvSpPr>
              <a:spLocks noChangeArrowheads="1"/>
            </p:cNvSpPr>
            <p:nvPr/>
          </p:nvSpPr>
          <p:spPr bwMode="auto">
            <a:xfrm>
              <a:off x="4399" y="1355"/>
              <a:ext cx="666" cy="138"/>
            </a:xfrm>
            <a:prstGeom prst="ellipse">
              <a:avLst/>
            </a:prstGeom>
            <a:gradFill rotWithShape="1">
              <a:gsLst>
                <a:gs pos="0">
                  <a:srgbClr val="CCCCFF"/>
                </a:gs>
                <a:gs pos="100000">
                  <a:srgbClr val="FFFFFF"/>
                </a:gs>
              </a:gsLst>
              <a:lin ang="0" scaled="1"/>
            </a:gradFill>
            <a:ln w="1270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sp>
          <p:nvSpPr>
            <p:cNvPr id="111700" name="Rectangle 410">
              <a:extLst>
                <a:ext uri="{FF2B5EF4-FFF2-40B4-BE49-F238E27FC236}">
                  <a16:creationId xmlns:a16="http://schemas.microsoft.com/office/drawing/2014/main" id="{AF91FC71-B5AE-49D4-9E37-A0AC3D09FD0A}"/>
                </a:ext>
              </a:extLst>
            </p:cNvPr>
            <p:cNvSpPr>
              <a:spLocks noChangeArrowheads="1"/>
            </p:cNvSpPr>
            <p:nvPr/>
          </p:nvSpPr>
          <p:spPr bwMode="auto">
            <a:xfrm>
              <a:off x="4399" y="1339"/>
              <a:ext cx="669" cy="86"/>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latin typeface="Times New Roman" panose="02020603050405020304" pitchFamily="18" charset="0"/>
                <a:cs typeface="Arial" panose="020B0604020202020204" pitchFamily="34" charset="0"/>
              </a:endParaRPr>
            </a:p>
          </p:txBody>
        </p:sp>
        <p:sp>
          <p:nvSpPr>
            <p:cNvPr id="111701" name="Oval 411">
              <a:extLst>
                <a:ext uri="{FF2B5EF4-FFF2-40B4-BE49-F238E27FC236}">
                  <a16:creationId xmlns:a16="http://schemas.microsoft.com/office/drawing/2014/main" id="{32F2CBFD-67FE-49E6-8AF6-E3026FA32485}"/>
                </a:ext>
              </a:extLst>
            </p:cNvPr>
            <p:cNvSpPr>
              <a:spLocks noChangeArrowheads="1"/>
            </p:cNvSpPr>
            <p:nvPr/>
          </p:nvSpPr>
          <p:spPr bwMode="auto">
            <a:xfrm>
              <a:off x="4396" y="1245"/>
              <a:ext cx="667" cy="162"/>
            </a:xfrm>
            <a:prstGeom prst="ellipse">
              <a:avLst/>
            </a:prstGeom>
            <a:gradFill rotWithShape="1">
              <a:gsLst>
                <a:gs pos="0">
                  <a:srgbClr val="CCCCFF"/>
                </a:gs>
                <a:gs pos="100000">
                  <a:srgbClr val="FFFFFF"/>
                </a:gs>
              </a:gsLst>
              <a:lin ang="0" scaled="1"/>
            </a:gradFill>
            <a:ln w="1270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grpSp>
          <p:nvGrpSpPr>
            <p:cNvPr id="111702" name="Group 161">
              <a:extLst>
                <a:ext uri="{FF2B5EF4-FFF2-40B4-BE49-F238E27FC236}">
                  <a16:creationId xmlns:a16="http://schemas.microsoft.com/office/drawing/2014/main" id="{B3FCA27D-8EF9-406A-8718-E2AFC60B38E3}"/>
                </a:ext>
              </a:extLst>
            </p:cNvPr>
            <p:cNvGrpSpPr>
              <a:grpSpLocks/>
            </p:cNvGrpSpPr>
            <p:nvPr/>
          </p:nvGrpSpPr>
          <p:grpSpPr bwMode="auto">
            <a:xfrm>
              <a:off x="4530" y="1287"/>
              <a:ext cx="377" cy="75"/>
              <a:chOff x="2468" y="1332"/>
              <a:chExt cx="310" cy="60"/>
            </a:xfrm>
          </p:grpSpPr>
          <p:sp>
            <p:nvSpPr>
              <p:cNvPr id="111705" name="Freeform 162">
                <a:extLst>
                  <a:ext uri="{FF2B5EF4-FFF2-40B4-BE49-F238E27FC236}">
                    <a16:creationId xmlns:a16="http://schemas.microsoft.com/office/drawing/2014/main" id="{769B5230-9EF0-4D4E-9F5B-6C120D2121E6}"/>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11706" name="Freeform 163">
                <a:extLst>
                  <a:ext uri="{FF2B5EF4-FFF2-40B4-BE49-F238E27FC236}">
                    <a16:creationId xmlns:a16="http://schemas.microsoft.com/office/drawing/2014/main" id="{9A47C0AF-B153-48A7-9572-2E8A4301AA53}"/>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sp>
          <p:nvSpPr>
            <p:cNvPr id="111703" name="Line 164">
              <a:extLst>
                <a:ext uri="{FF2B5EF4-FFF2-40B4-BE49-F238E27FC236}">
                  <a16:creationId xmlns:a16="http://schemas.microsoft.com/office/drawing/2014/main" id="{1658E952-6A0A-4260-826F-1FBA413DCA5F}"/>
                </a:ext>
              </a:extLst>
            </p:cNvPr>
            <p:cNvSpPr>
              <a:spLocks noChangeShapeType="1"/>
            </p:cNvSpPr>
            <p:nvPr/>
          </p:nvSpPr>
          <p:spPr bwMode="auto">
            <a:xfrm>
              <a:off x="4399" y="1321"/>
              <a:ext cx="0" cy="10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1704" name="Line 165">
              <a:extLst>
                <a:ext uri="{FF2B5EF4-FFF2-40B4-BE49-F238E27FC236}">
                  <a16:creationId xmlns:a16="http://schemas.microsoft.com/office/drawing/2014/main" id="{3111FECA-CE6D-4390-97C9-B934BB4E8007}"/>
                </a:ext>
              </a:extLst>
            </p:cNvPr>
            <p:cNvSpPr>
              <a:spLocks noChangeShapeType="1"/>
            </p:cNvSpPr>
            <p:nvPr/>
          </p:nvSpPr>
          <p:spPr bwMode="auto">
            <a:xfrm>
              <a:off x="5063" y="1326"/>
              <a:ext cx="0" cy="107"/>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11649" name="Group 166">
            <a:extLst>
              <a:ext uri="{FF2B5EF4-FFF2-40B4-BE49-F238E27FC236}">
                <a16:creationId xmlns:a16="http://schemas.microsoft.com/office/drawing/2014/main" id="{BC452531-C52B-464D-9DE9-FAC93D41875F}"/>
              </a:ext>
            </a:extLst>
          </p:cNvPr>
          <p:cNvGrpSpPr>
            <a:grpSpLocks/>
          </p:cNvGrpSpPr>
          <p:nvPr/>
        </p:nvGrpSpPr>
        <p:grpSpPr bwMode="auto">
          <a:xfrm>
            <a:off x="6927851" y="2438401"/>
            <a:ext cx="677863" cy="315913"/>
            <a:chOff x="4396" y="1245"/>
            <a:chExt cx="672" cy="248"/>
          </a:xfrm>
        </p:grpSpPr>
        <p:sp>
          <p:nvSpPr>
            <p:cNvPr id="111691" name="Oval 407">
              <a:extLst>
                <a:ext uri="{FF2B5EF4-FFF2-40B4-BE49-F238E27FC236}">
                  <a16:creationId xmlns:a16="http://schemas.microsoft.com/office/drawing/2014/main" id="{606EB2DB-902C-467C-862B-1AB2FAD34174}"/>
                </a:ext>
              </a:extLst>
            </p:cNvPr>
            <p:cNvSpPr>
              <a:spLocks noChangeArrowheads="1"/>
            </p:cNvSpPr>
            <p:nvPr/>
          </p:nvSpPr>
          <p:spPr bwMode="auto">
            <a:xfrm>
              <a:off x="4399" y="1355"/>
              <a:ext cx="666" cy="138"/>
            </a:xfrm>
            <a:prstGeom prst="ellipse">
              <a:avLst/>
            </a:prstGeom>
            <a:gradFill rotWithShape="1">
              <a:gsLst>
                <a:gs pos="0">
                  <a:srgbClr val="CCCCFF"/>
                </a:gs>
                <a:gs pos="100000">
                  <a:srgbClr val="FFFFFF"/>
                </a:gs>
              </a:gsLst>
              <a:lin ang="0" scaled="1"/>
            </a:gradFill>
            <a:ln w="1270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sp>
          <p:nvSpPr>
            <p:cNvPr id="111692" name="Rectangle 410">
              <a:extLst>
                <a:ext uri="{FF2B5EF4-FFF2-40B4-BE49-F238E27FC236}">
                  <a16:creationId xmlns:a16="http://schemas.microsoft.com/office/drawing/2014/main" id="{E7037E89-BFE1-4B85-9A01-2947165ACE61}"/>
                </a:ext>
              </a:extLst>
            </p:cNvPr>
            <p:cNvSpPr>
              <a:spLocks noChangeArrowheads="1"/>
            </p:cNvSpPr>
            <p:nvPr/>
          </p:nvSpPr>
          <p:spPr bwMode="auto">
            <a:xfrm>
              <a:off x="4399" y="1339"/>
              <a:ext cx="669" cy="86"/>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latin typeface="Times New Roman" panose="02020603050405020304" pitchFamily="18" charset="0"/>
                <a:cs typeface="Arial" panose="020B0604020202020204" pitchFamily="34" charset="0"/>
              </a:endParaRPr>
            </a:p>
          </p:txBody>
        </p:sp>
        <p:sp>
          <p:nvSpPr>
            <p:cNvPr id="111693" name="Oval 411">
              <a:extLst>
                <a:ext uri="{FF2B5EF4-FFF2-40B4-BE49-F238E27FC236}">
                  <a16:creationId xmlns:a16="http://schemas.microsoft.com/office/drawing/2014/main" id="{A839A0FF-FB2A-458D-A713-456F07AEE798}"/>
                </a:ext>
              </a:extLst>
            </p:cNvPr>
            <p:cNvSpPr>
              <a:spLocks noChangeArrowheads="1"/>
            </p:cNvSpPr>
            <p:nvPr/>
          </p:nvSpPr>
          <p:spPr bwMode="auto">
            <a:xfrm>
              <a:off x="4396" y="1245"/>
              <a:ext cx="667" cy="162"/>
            </a:xfrm>
            <a:prstGeom prst="ellipse">
              <a:avLst/>
            </a:prstGeom>
            <a:gradFill rotWithShape="1">
              <a:gsLst>
                <a:gs pos="0">
                  <a:srgbClr val="CCCCFF"/>
                </a:gs>
                <a:gs pos="100000">
                  <a:srgbClr val="FFFFFF"/>
                </a:gs>
              </a:gsLst>
              <a:lin ang="0" scaled="1"/>
            </a:gradFill>
            <a:ln w="1270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grpSp>
          <p:nvGrpSpPr>
            <p:cNvPr id="111694" name="Group 170">
              <a:extLst>
                <a:ext uri="{FF2B5EF4-FFF2-40B4-BE49-F238E27FC236}">
                  <a16:creationId xmlns:a16="http://schemas.microsoft.com/office/drawing/2014/main" id="{1DCA8642-1B4F-4CD9-9304-AFBB0630FDF3}"/>
                </a:ext>
              </a:extLst>
            </p:cNvPr>
            <p:cNvGrpSpPr>
              <a:grpSpLocks/>
            </p:cNvGrpSpPr>
            <p:nvPr/>
          </p:nvGrpSpPr>
          <p:grpSpPr bwMode="auto">
            <a:xfrm>
              <a:off x="4530" y="1287"/>
              <a:ext cx="377" cy="75"/>
              <a:chOff x="2468" y="1332"/>
              <a:chExt cx="310" cy="60"/>
            </a:xfrm>
          </p:grpSpPr>
          <p:sp>
            <p:nvSpPr>
              <p:cNvPr id="111697" name="Freeform 171">
                <a:extLst>
                  <a:ext uri="{FF2B5EF4-FFF2-40B4-BE49-F238E27FC236}">
                    <a16:creationId xmlns:a16="http://schemas.microsoft.com/office/drawing/2014/main" id="{39DC9803-EABA-4D6F-9B07-9FF93E493591}"/>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11698" name="Freeform 172">
                <a:extLst>
                  <a:ext uri="{FF2B5EF4-FFF2-40B4-BE49-F238E27FC236}">
                    <a16:creationId xmlns:a16="http://schemas.microsoft.com/office/drawing/2014/main" id="{11F99265-A9D0-4930-BBA5-C454682784E9}"/>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sp>
          <p:nvSpPr>
            <p:cNvPr id="111695" name="Line 173">
              <a:extLst>
                <a:ext uri="{FF2B5EF4-FFF2-40B4-BE49-F238E27FC236}">
                  <a16:creationId xmlns:a16="http://schemas.microsoft.com/office/drawing/2014/main" id="{747C08C5-AB75-4F2E-AFE8-48A00EF6A070}"/>
                </a:ext>
              </a:extLst>
            </p:cNvPr>
            <p:cNvSpPr>
              <a:spLocks noChangeShapeType="1"/>
            </p:cNvSpPr>
            <p:nvPr/>
          </p:nvSpPr>
          <p:spPr bwMode="auto">
            <a:xfrm>
              <a:off x="4399" y="1321"/>
              <a:ext cx="0" cy="10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1696" name="Line 174">
              <a:extLst>
                <a:ext uri="{FF2B5EF4-FFF2-40B4-BE49-F238E27FC236}">
                  <a16:creationId xmlns:a16="http://schemas.microsoft.com/office/drawing/2014/main" id="{910D9BB9-8618-4D50-BA27-6ADFCF704AE8}"/>
                </a:ext>
              </a:extLst>
            </p:cNvPr>
            <p:cNvSpPr>
              <a:spLocks noChangeShapeType="1"/>
            </p:cNvSpPr>
            <p:nvPr/>
          </p:nvSpPr>
          <p:spPr bwMode="auto">
            <a:xfrm>
              <a:off x="5063" y="1326"/>
              <a:ext cx="0" cy="107"/>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11650" name="Group 175">
            <a:extLst>
              <a:ext uri="{FF2B5EF4-FFF2-40B4-BE49-F238E27FC236}">
                <a16:creationId xmlns:a16="http://schemas.microsoft.com/office/drawing/2014/main" id="{8DF1F5D6-5FC3-473B-8FBE-72025C73F14C}"/>
              </a:ext>
            </a:extLst>
          </p:cNvPr>
          <p:cNvGrpSpPr>
            <a:grpSpLocks/>
          </p:cNvGrpSpPr>
          <p:nvPr/>
        </p:nvGrpSpPr>
        <p:grpSpPr bwMode="auto">
          <a:xfrm>
            <a:off x="8964613" y="2433638"/>
            <a:ext cx="677862" cy="315912"/>
            <a:chOff x="4396" y="1245"/>
            <a:chExt cx="672" cy="248"/>
          </a:xfrm>
        </p:grpSpPr>
        <p:sp>
          <p:nvSpPr>
            <p:cNvPr id="111683" name="Oval 407">
              <a:extLst>
                <a:ext uri="{FF2B5EF4-FFF2-40B4-BE49-F238E27FC236}">
                  <a16:creationId xmlns:a16="http://schemas.microsoft.com/office/drawing/2014/main" id="{4C63A258-5B60-47A1-82FF-FE316FA9DA0A}"/>
                </a:ext>
              </a:extLst>
            </p:cNvPr>
            <p:cNvSpPr>
              <a:spLocks noChangeArrowheads="1"/>
            </p:cNvSpPr>
            <p:nvPr/>
          </p:nvSpPr>
          <p:spPr bwMode="auto">
            <a:xfrm>
              <a:off x="4399" y="1355"/>
              <a:ext cx="666" cy="138"/>
            </a:xfrm>
            <a:prstGeom prst="ellipse">
              <a:avLst/>
            </a:prstGeom>
            <a:gradFill rotWithShape="1">
              <a:gsLst>
                <a:gs pos="0">
                  <a:srgbClr val="CCCCFF"/>
                </a:gs>
                <a:gs pos="100000">
                  <a:srgbClr val="FFFFFF"/>
                </a:gs>
              </a:gsLst>
              <a:lin ang="0" scaled="1"/>
            </a:gradFill>
            <a:ln w="1270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sp>
          <p:nvSpPr>
            <p:cNvPr id="111684" name="Rectangle 410">
              <a:extLst>
                <a:ext uri="{FF2B5EF4-FFF2-40B4-BE49-F238E27FC236}">
                  <a16:creationId xmlns:a16="http://schemas.microsoft.com/office/drawing/2014/main" id="{A6B16A4B-6432-45CB-8D22-634E0F3C3D00}"/>
                </a:ext>
              </a:extLst>
            </p:cNvPr>
            <p:cNvSpPr>
              <a:spLocks noChangeArrowheads="1"/>
            </p:cNvSpPr>
            <p:nvPr/>
          </p:nvSpPr>
          <p:spPr bwMode="auto">
            <a:xfrm>
              <a:off x="4399" y="1339"/>
              <a:ext cx="669" cy="86"/>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latin typeface="Times New Roman" panose="02020603050405020304" pitchFamily="18" charset="0"/>
                <a:cs typeface="Arial" panose="020B0604020202020204" pitchFamily="34" charset="0"/>
              </a:endParaRPr>
            </a:p>
          </p:txBody>
        </p:sp>
        <p:sp>
          <p:nvSpPr>
            <p:cNvPr id="111685" name="Oval 411">
              <a:extLst>
                <a:ext uri="{FF2B5EF4-FFF2-40B4-BE49-F238E27FC236}">
                  <a16:creationId xmlns:a16="http://schemas.microsoft.com/office/drawing/2014/main" id="{21A6C8DA-3CAF-49C7-BDC7-893E0412127F}"/>
                </a:ext>
              </a:extLst>
            </p:cNvPr>
            <p:cNvSpPr>
              <a:spLocks noChangeArrowheads="1"/>
            </p:cNvSpPr>
            <p:nvPr/>
          </p:nvSpPr>
          <p:spPr bwMode="auto">
            <a:xfrm>
              <a:off x="4396" y="1245"/>
              <a:ext cx="667" cy="162"/>
            </a:xfrm>
            <a:prstGeom prst="ellipse">
              <a:avLst/>
            </a:prstGeom>
            <a:gradFill rotWithShape="1">
              <a:gsLst>
                <a:gs pos="0">
                  <a:srgbClr val="CCCCFF"/>
                </a:gs>
                <a:gs pos="100000">
                  <a:srgbClr val="FFFFFF"/>
                </a:gs>
              </a:gsLst>
              <a:lin ang="0" scaled="1"/>
            </a:gradFill>
            <a:ln w="1270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grpSp>
          <p:nvGrpSpPr>
            <p:cNvPr id="111686" name="Group 179">
              <a:extLst>
                <a:ext uri="{FF2B5EF4-FFF2-40B4-BE49-F238E27FC236}">
                  <a16:creationId xmlns:a16="http://schemas.microsoft.com/office/drawing/2014/main" id="{DF8A37FD-334A-4083-92D2-AA02586B8D44}"/>
                </a:ext>
              </a:extLst>
            </p:cNvPr>
            <p:cNvGrpSpPr>
              <a:grpSpLocks/>
            </p:cNvGrpSpPr>
            <p:nvPr/>
          </p:nvGrpSpPr>
          <p:grpSpPr bwMode="auto">
            <a:xfrm>
              <a:off x="4530" y="1287"/>
              <a:ext cx="377" cy="75"/>
              <a:chOff x="2468" y="1332"/>
              <a:chExt cx="310" cy="60"/>
            </a:xfrm>
          </p:grpSpPr>
          <p:sp>
            <p:nvSpPr>
              <p:cNvPr id="111689" name="Freeform 180">
                <a:extLst>
                  <a:ext uri="{FF2B5EF4-FFF2-40B4-BE49-F238E27FC236}">
                    <a16:creationId xmlns:a16="http://schemas.microsoft.com/office/drawing/2014/main" id="{554F20F3-7D97-46F2-A593-615D86F6CD1B}"/>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11690" name="Freeform 181">
                <a:extLst>
                  <a:ext uri="{FF2B5EF4-FFF2-40B4-BE49-F238E27FC236}">
                    <a16:creationId xmlns:a16="http://schemas.microsoft.com/office/drawing/2014/main" id="{7B40478D-6339-4F3F-9A45-E88577719158}"/>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sp>
          <p:nvSpPr>
            <p:cNvPr id="111687" name="Line 182">
              <a:extLst>
                <a:ext uri="{FF2B5EF4-FFF2-40B4-BE49-F238E27FC236}">
                  <a16:creationId xmlns:a16="http://schemas.microsoft.com/office/drawing/2014/main" id="{8738D443-1899-4749-863B-AEAA979BF088}"/>
                </a:ext>
              </a:extLst>
            </p:cNvPr>
            <p:cNvSpPr>
              <a:spLocks noChangeShapeType="1"/>
            </p:cNvSpPr>
            <p:nvPr/>
          </p:nvSpPr>
          <p:spPr bwMode="auto">
            <a:xfrm>
              <a:off x="4399" y="1321"/>
              <a:ext cx="0" cy="10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1688" name="Line 183">
              <a:extLst>
                <a:ext uri="{FF2B5EF4-FFF2-40B4-BE49-F238E27FC236}">
                  <a16:creationId xmlns:a16="http://schemas.microsoft.com/office/drawing/2014/main" id="{9D7860F3-64DD-497D-BED4-B82FB4527835}"/>
                </a:ext>
              </a:extLst>
            </p:cNvPr>
            <p:cNvSpPr>
              <a:spLocks noChangeShapeType="1"/>
            </p:cNvSpPr>
            <p:nvPr/>
          </p:nvSpPr>
          <p:spPr bwMode="auto">
            <a:xfrm>
              <a:off x="5063" y="1326"/>
              <a:ext cx="0" cy="107"/>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11651" name="Group 184">
            <a:extLst>
              <a:ext uri="{FF2B5EF4-FFF2-40B4-BE49-F238E27FC236}">
                <a16:creationId xmlns:a16="http://schemas.microsoft.com/office/drawing/2014/main" id="{467B145B-CA7B-4589-B19D-ED28E068E3D3}"/>
              </a:ext>
            </a:extLst>
          </p:cNvPr>
          <p:cNvGrpSpPr>
            <a:grpSpLocks/>
          </p:cNvGrpSpPr>
          <p:nvPr/>
        </p:nvGrpSpPr>
        <p:grpSpPr bwMode="auto">
          <a:xfrm>
            <a:off x="5133976" y="3130551"/>
            <a:ext cx="677863" cy="315913"/>
            <a:chOff x="4396" y="1245"/>
            <a:chExt cx="672" cy="248"/>
          </a:xfrm>
        </p:grpSpPr>
        <p:sp>
          <p:nvSpPr>
            <p:cNvPr id="111675" name="Oval 407">
              <a:extLst>
                <a:ext uri="{FF2B5EF4-FFF2-40B4-BE49-F238E27FC236}">
                  <a16:creationId xmlns:a16="http://schemas.microsoft.com/office/drawing/2014/main" id="{456E4EB8-19D6-4A86-9AD5-4B8BD82823F7}"/>
                </a:ext>
              </a:extLst>
            </p:cNvPr>
            <p:cNvSpPr>
              <a:spLocks noChangeArrowheads="1"/>
            </p:cNvSpPr>
            <p:nvPr/>
          </p:nvSpPr>
          <p:spPr bwMode="auto">
            <a:xfrm>
              <a:off x="4399" y="1355"/>
              <a:ext cx="666" cy="138"/>
            </a:xfrm>
            <a:prstGeom prst="ellipse">
              <a:avLst/>
            </a:prstGeom>
            <a:gradFill rotWithShape="1">
              <a:gsLst>
                <a:gs pos="0">
                  <a:srgbClr val="CCCCFF"/>
                </a:gs>
                <a:gs pos="100000">
                  <a:srgbClr val="FFFFFF"/>
                </a:gs>
              </a:gsLst>
              <a:lin ang="0" scaled="1"/>
            </a:gradFill>
            <a:ln w="1270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sp>
          <p:nvSpPr>
            <p:cNvPr id="111676" name="Rectangle 410">
              <a:extLst>
                <a:ext uri="{FF2B5EF4-FFF2-40B4-BE49-F238E27FC236}">
                  <a16:creationId xmlns:a16="http://schemas.microsoft.com/office/drawing/2014/main" id="{5E7BE505-4BE1-4DF8-84B2-E94F3EF238EF}"/>
                </a:ext>
              </a:extLst>
            </p:cNvPr>
            <p:cNvSpPr>
              <a:spLocks noChangeArrowheads="1"/>
            </p:cNvSpPr>
            <p:nvPr/>
          </p:nvSpPr>
          <p:spPr bwMode="auto">
            <a:xfrm>
              <a:off x="4399" y="1339"/>
              <a:ext cx="669" cy="86"/>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latin typeface="Times New Roman" panose="02020603050405020304" pitchFamily="18" charset="0"/>
                <a:cs typeface="Arial" panose="020B0604020202020204" pitchFamily="34" charset="0"/>
              </a:endParaRPr>
            </a:p>
          </p:txBody>
        </p:sp>
        <p:sp>
          <p:nvSpPr>
            <p:cNvPr id="111677" name="Oval 411">
              <a:extLst>
                <a:ext uri="{FF2B5EF4-FFF2-40B4-BE49-F238E27FC236}">
                  <a16:creationId xmlns:a16="http://schemas.microsoft.com/office/drawing/2014/main" id="{F9EB4376-5004-40A0-8802-CC3F01C9036D}"/>
                </a:ext>
              </a:extLst>
            </p:cNvPr>
            <p:cNvSpPr>
              <a:spLocks noChangeArrowheads="1"/>
            </p:cNvSpPr>
            <p:nvPr/>
          </p:nvSpPr>
          <p:spPr bwMode="auto">
            <a:xfrm>
              <a:off x="4396" y="1245"/>
              <a:ext cx="667" cy="162"/>
            </a:xfrm>
            <a:prstGeom prst="ellipse">
              <a:avLst/>
            </a:prstGeom>
            <a:gradFill rotWithShape="1">
              <a:gsLst>
                <a:gs pos="0">
                  <a:srgbClr val="CCCCFF"/>
                </a:gs>
                <a:gs pos="100000">
                  <a:srgbClr val="FFFFFF"/>
                </a:gs>
              </a:gsLst>
              <a:lin ang="0" scaled="1"/>
            </a:gradFill>
            <a:ln w="1270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grpSp>
          <p:nvGrpSpPr>
            <p:cNvPr id="111678" name="Group 188">
              <a:extLst>
                <a:ext uri="{FF2B5EF4-FFF2-40B4-BE49-F238E27FC236}">
                  <a16:creationId xmlns:a16="http://schemas.microsoft.com/office/drawing/2014/main" id="{6A8241A2-C5A7-458D-B95C-A7340E64E633}"/>
                </a:ext>
              </a:extLst>
            </p:cNvPr>
            <p:cNvGrpSpPr>
              <a:grpSpLocks/>
            </p:cNvGrpSpPr>
            <p:nvPr/>
          </p:nvGrpSpPr>
          <p:grpSpPr bwMode="auto">
            <a:xfrm>
              <a:off x="4530" y="1287"/>
              <a:ext cx="377" cy="75"/>
              <a:chOff x="2468" y="1332"/>
              <a:chExt cx="310" cy="60"/>
            </a:xfrm>
          </p:grpSpPr>
          <p:sp>
            <p:nvSpPr>
              <p:cNvPr id="111681" name="Freeform 189">
                <a:extLst>
                  <a:ext uri="{FF2B5EF4-FFF2-40B4-BE49-F238E27FC236}">
                    <a16:creationId xmlns:a16="http://schemas.microsoft.com/office/drawing/2014/main" id="{5452BE80-9B5A-4699-829C-C62170A061C6}"/>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11682" name="Freeform 190">
                <a:extLst>
                  <a:ext uri="{FF2B5EF4-FFF2-40B4-BE49-F238E27FC236}">
                    <a16:creationId xmlns:a16="http://schemas.microsoft.com/office/drawing/2014/main" id="{47BCF26B-3E89-4398-A85A-DAB377D6056A}"/>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sp>
          <p:nvSpPr>
            <p:cNvPr id="111679" name="Line 191">
              <a:extLst>
                <a:ext uri="{FF2B5EF4-FFF2-40B4-BE49-F238E27FC236}">
                  <a16:creationId xmlns:a16="http://schemas.microsoft.com/office/drawing/2014/main" id="{B1308191-E164-40FB-81DD-5630BD5D08E9}"/>
                </a:ext>
              </a:extLst>
            </p:cNvPr>
            <p:cNvSpPr>
              <a:spLocks noChangeShapeType="1"/>
            </p:cNvSpPr>
            <p:nvPr/>
          </p:nvSpPr>
          <p:spPr bwMode="auto">
            <a:xfrm>
              <a:off x="4399" y="1321"/>
              <a:ext cx="0" cy="10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1680" name="Line 192">
              <a:extLst>
                <a:ext uri="{FF2B5EF4-FFF2-40B4-BE49-F238E27FC236}">
                  <a16:creationId xmlns:a16="http://schemas.microsoft.com/office/drawing/2014/main" id="{819449D2-2CB2-4842-A97A-312C75F354BB}"/>
                </a:ext>
              </a:extLst>
            </p:cNvPr>
            <p:cNvSpPr>
              <a:spLocks noChangeShapeType="1"/>
            </p:cNvSpPr>
            <p:nvPr/>
          </p:nvSpPr>
          <p:spPr bwMode="auto">
            <a:xfrm>
              <a:off x="5063" y="1326"/>
              <a:ext cx="0" cy="107"/>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11652" name="Group 193">
            <a:extLst>
              <a:ext uri="{FF2B5EF4-FFF2-40B4-BE49-F238E27FC236}">
                <a16:creationId xmlns:a16="http://schemas.microsoft.com/office/drawing/2014/main" id="{A79FE7D4-8D44-4562-AC89-4D072B78CCE6}"/>
              </a:ext>
            </a:extLst>
          </p:cNvPr>
          <p:cNvGrpSpPr>
            <a:grpSpLocks/>
          </p:cNvGrpSpPr>
          <p:nvPr/>
        </p:nvGrpSpPr>
        <p:grpSpPr bwMode="auto">
          <a:xfrm>
            <a:off x="3390901" y="2457451"/>
            <a:ext cx="677863" cy="315913"/>
            <a:chOff x="4396" y="1245"/>
            <a:chExt cx="672" cy="248"/>
          </a:xfrm>
        </p:grpSpPr>
        <p:sp>
          <p:nvSpPr>
            <p:cNvPr id="111667" name="Oval 407">
              <a:extLst>
                <a:ext uri="{FF2B5EF4-FFF2-40B4-BE49-F238E27FC236}">
                  <a16:creationId xmlns:a16="http://schemas.microsoft.com/office/drawing/2014/main" id="{64B84AD9-BB59-4B5C-B20C-62652A3494AE}"/>
                </a:ext>
              </a:extLst>
            </p:cNvPr>
            <p:cNvSpPr>
              <a:spLocks noChangeArrowheads="1"/>
            </p:cNvSpPr>
            <p:nvPr/>
          </p:nvSpPr>
          <p:spPr bwMode="auto">
            <a:xfrm>
              <a:off x="4399" y="1355"/>
              <a:ext cx="666" cy="138"/>
            </a:xfrm>
            <a:prstGeom prst="ellipse">
              <a:avLst/>
            </a:prstGeom>
            <a:gradFill rotWithShape="1">
              <a:gsLst>
                <a:gs pos="0">
                  <a:srgbClr val="CCCCFF"/>
                </a:gs>
                <a:gs pos="100000">
                  <a:srgbClr val="FFFFFF"/>
                </a:gs>
              </a:gsLst>
              <a:lin ang="0" scaled="1"/>
            </a:gradFill>
            <a:ln w="1270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sp>
          <p:nvSpPr>
            <p:cNvPr id="111668" name="Rectangle 410">
              <a:extLst>
                <a:ext uri="{FF2B5EF4-FFF2-40B4-BE49-F238E27FC236}">
                  <a16:creationId xmlns:a16="http://schemas.microsoft.com/office/drawing/2014/main" id="{79B6E434-0EF7-4A5D-B8EB-4AFAAD6E237D}"/>
                </a:ext>
              </a:extLst>
            </p:cNvPr>
            <p:cNvSpPr>
              <a:spLocks noChangeArrowheads="1"/>
            </p:cNvSpPr>
            <p:nvPr/>
          </p:nvSpPr>
          <p:spPr bwMode="auto">
            <a:xfrm>
              <a:off x="4399" y="1339"/>
              <a:ext cx="669" cy="86"/>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latin typeface="Times New Roman" panose="02020603050405020304" pitchFamily="18" charset="0"/>
                <a:cs typeface="Arial" panose="020B0604020202020204" pitchFamily="34" charset="0"/>
              </a:endParaRPr>
            </a:p>
          </p:txBody>
        </p:sp>
        <p:sp>
          <p:nvSpPr>
            <p:cNvPr id="111669" name="Oval 411">
              <a:extLst>
                <a:ext uri="{FF2B5EF4-FFF2-40B4-BE49-F238E27FC236}">
                  <a16:creationId xmlns:a16="http://schemas.microsoft.com/office/drawing/2014/main" id="{D4A73FFD-F8AC-44DE-920B-148F81A99BAD}"/>
                </a:ext>
              </a:extLst>
            </p:cNvPr>
            <p:cNvSpPr>
              <a:spLocks noChangeArrowheads="1"/>
            </p:cNvSpPr>
            <p:nvPr/>
          </p:nvSpPr>
          <p:spPr bwMode="auto">
            <a:xfrm>
              <a:off x="4396" y="1245"/>
              <a:ext cx="667" cy="162"/>
            </a:xfrm>
            <a:prstGeom prst="ellipse">
              <a:avLst/>
            </a:prstGeom>
            <a:gradFill rotWithShape="1">
              <a:gsLst>
                <a:gs pos="0">
                  <a:srgbClr val="CCCCFF"/>
                </a:gs>
                <a:gs pos="100000">
                  <a:srgbClr val="FFFFFF"/>
                </a:gs>
              </a:gsLst>
              <a:lin ang="0" scaled="1"/>
            </a:gradFill>
            <a:ln w="1270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grpSp>
          <p:nvGrpSpPr>
            <p:cNvPr id="111670" name="Group 197">
              <a:extLst>
                <a:ext uri="{FF2B5EF4-FFF2-40B4-BE49-F238E27FC236}">
                  <a16:creationId xmlns:a16="http://schemas.microsoft.com/office/drawing/2014/main" id="{3EE0D639-E56E-4FE5-AAA3-99EAE0BA1A68}"/>
                </a:ext>
              </a:extLst>
            </p:cNvPr>
            <p:cNvGrpSpPr>
              <a:grpSpLocks/>
            </p:cNvGrpSpPr>
            <p:nvPr/>
          </p:nvGrpSpPr>
          <p:grpSpPr bwMode="auto">
            <a:xfrm>
              <a:off x="4530" y="1287"/>
              <a:ext cx="377" cy="75"/>
              <a:chOff x="2468" y="1332"/>
              <a:chExt cx="310" cy="60"/>
            </a:xfrm>
          </p:grpSpPr>
          <p:sp>
            <p:nvSpPr>
              <p:cNvPr id="111673" name="Freeform 198">
                <a:extLst>
                  <a:ext uri="{FF2B5EF4-FFF2-40B4-BE49-F238E27FC236}">
                    <a16:creationId xmlns:a16="http://schemas.microsoft.com/office/drawing/2014/main" id="{937FCFE6-5B79-44D7-AC4A-07FAC32E9B04}"/>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11674" name="Freeform 199">
                <a:extLst>
                  <a:ext uri="{FF2B5EF4-FFF2-40B4-BE49-F238E27FC236}">
                    <a16:creationId xmlns:a16="http://schemas.microsoft.com/office/drawing/2014/main" id="{017FDE14-AE81-401D-BAF8-00AEAEDF975A}"/>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sp>
          <p:nvSpPr>
            <p:cNvPr id="111671" name="Line 200">
              <a:extLst>
                <a:ext uri="{FF2B5EF4-FFF2-40B4-BE49-F238E27FC236}">
                  <a16:creationId xmlns:a16="http://schemas.microsoft.com/office/drawing/2014/main" id="{D4031CB5-86B5-47B1-B05A-BFEB13B759E1}"/>
                </a:ext>
              </a:extLst>
            </p:cNvPr>
            <p:cNvSpPr>
              <a:spLocks noChangeShapeType="1"/>
            </p:cNvSpPr>
            <p:nvPr/>
          </p:nvSpPr>
          <p:spPr bwMode="auto">
            <a:xfrm>
              <a:off x="4399" y="1321"/>
              <a:ext cx="0" cy="10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1672" name="Line 201">
              <a:extLst>
                <a:ext uri="{FF2B5EF4-FFF2-40B4-BE49-F238E27FC236}">
                  <a16:creationId xmlns:a16="http://schemas.microsoft.com/office/drawing/2014/main" id="{A925464C-DC43-4DB2-B020-BC82332DDF7C}"/>
                </a:ext>
              </a:extLst>
            </p:cNvPr>
            <p:cNvSpPr>
              <a:spLocks noChangeShapeType="1"/>
            </p:cNvSpPr>
            <p:nvPr/>
          </p:nvSpPr>
          <p:spPr bwMode="auto">
            <a:xfrm>
              <a:off x="5063" y="1326"/>
              <a:ext cx="0" cy="107"/>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11653" name="Text Box 3">
            <a:extLst>
              <a:ext uri="{FF2B5EF4-FFF2-40B4-BE49-F238E27FC236}">
                <a16:creationId xmlns:a16="http://schemas.microsoft.com/office/drawing/2014/main" id="{4F020F15-950C-4825-B31B-A35CBF98B68F}"/>
              </a:ext>
            </a:extLst>
          </p:cNvPr>
          <p:cNvSpPr txBox="1">
            <a:spLocks noChangeArrowheads="1"/>
          </p:cNvSpPr>
          <p:nvPr/>
        </p:nvSpPr>
        <p:spPr bwMode="auto">
          <a:xfrm>
            <a:off x="2744788" y="4205289"/>
            <a:ext cx="7224712" cy="2092325"/>
          </a:xfrm>
          <a:prstGeom prst="rect">
            <a:avLst/>
          </a:prstGeom>
          <a:noFill/>
          <a:ln w="28575">
            <a:solidFill>
              <a:srgbClr val="CC00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2000" b="1">
                <a:solidFill>
                  <a:srgbClr val="000099"/>
                </a:solidFill>
              </a:rPr>
              <a:t>Subnet đích 	  	router kế tiếp 	số lượng hop tới đích</a:t>
            </a:r>
          </a:p>
          <a:p>
            <a:r>
              <a:rPr lang="en-US" altLang="en-US" sz="2000" b="1"/>
              <a:t> 	</a:t>
            </a:r>
            <a:r>
              <a:rPr lang="en-US" altLang="en-US" sz="2400">
                <a:solidFill>
                  <a:srgbClr val="CC0000"/>
                </a:solidFill>
              </a:rPr>
              <a:t>w</a:t>
            </a:r>
            <a:r>
              <a:rPr lang="en-US" altLang="en-US" sz="2400"/>
              <a:t>			A		2</a:t>
            </a:r>
          </a:p>
          <a:p>
            <a:r>
              <a:rPr lang="en-US" altLang="en-US" sz="2400"/>
              <a:t>	</a:t>
            </a:r>
            <a:r>
              <a:rPr lang="en-US" altLang="en-US" sz="2400">
                <a:solidFill>
                  <a:srgbClr val="CC0000"/>
                </a:solidFill>
              </a:rPr>
              <a:t>y</a:t>
            </a:r>
            <a:r>
              <a:rPr lang="en-US" altLang="en-US" sz="2400"/>
              <a:t>			B		2</a:t>
            </a:r>
          </a:p>
          <a:p>
            <a:r>
              <a:rPr lang="en-US" altLang="en-US" sz="2400"/>
              <a:t> 	</a:t>
            </a:r>
            <a:r>
              <a:rPr lang="en-US" altLang="en-US" sz="2400">
                <a:solidFill>
                  <a:srgbClr val="CC0000"/>
                </a:solidFill>
              </a:rPr>
              <a:t>z</a:t>
            </a:r>
            <a:r>
              <a:rPr lang="en-US" altLang="en-US" sz="2400"/>
              <a:t>			B		7</a:t>
            </a:r>
          </a:p>
          <a:p>
            <a:r>
              <a:rPr lang="en-US" altLang="en-US" sz="2400"/>
              <a:t>	</a:t>
            </a:r>
            <a:r>
              <a:rPr lang="en-US" altLang="en-US" sz="2400">
                <a:solidFill>
                  <a:srgbClr val="CC0000"/>
                </a:solidFill>
              </a:rPr>
              <a:t>x</a:t>
            </a:r>
            <a:r>
              <a:rPr lang="en-US" altLang="en-US" sz="2400"/>
              <a:t>			--		1</a:t>
            </a:r>
          </a:p>
          <a:p>
            <a:r>
              <a:rPr lang="en-US" altLang="en-US" sz="2000"/>
              <a:t>	….			….		....</a:t>
            </a:r>
          </a:p>
        </p:txBody>
      </p:sp>
      <p:sp>
        <p:nvSpPr>
          <p:cNvPr id="111654" name="Text Box 4">
            <a:extLst>
              <a:ext uri="{FF2B5EF4-FFF2-40B4-BE49-F238E27FC236}">
                <a16:creationId xmlns:a16="http://schemas.microsoft.com/office/drawing/2014/main" id="{2A5C5CCC-44CC-4209-9CE4-780A549FBB5F}"/>
              </a:ext>
            </a:extLst>
          </p:cNvPr>
          <p:cNvSpPr txBox="1">
            <a:spLocks noChangeArrowheads="1"/>
          </p:cNvSpPr>
          <p:nvPr/>
        </p:nvSpPr>
        <p:spPr bwMode="auto">
          <a:xfrm>
            <a:off x="4422775" y="3825875"/>
            <a:ext cx="33401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Bảng định tuyến trong router D</a:t>
            </a:r>
          </a:p>
        </p:txBody>
      </p:sp>
      <p:grpSp>
        <p:nvGrpSpPr>
          <p:cNvPr id="15" name="Group 110">
            <a:extLst>
              <a:ext uri="{FF2B5EF4-FFF2-40B4-BE49-F238E27FC236}">
                <a16:creationId xmlns:a16="http://schemas.microsoft.com/office/drawing/2014/main" id="{94BB6047-CE88-4A03-A4F2-19C8ABBB7E00}"/>
              </a:ext>
            </a:extLst>
          </p:cNvPr>
          <p:cNvGrpSpPr>
            <a:grpSpLocks/>
          </p:cNvGrpSpPr>
          <p:nvPr/>
        </p:nvGrpSpPr>
        <p:grpSpPr bwMode="auto">
          <a:xfrm>
            <a:off x="6262689" y="5032376"/>
            <a:ext cx="896937" cy="576263"/>
            <a:chOff x="2985" y="3170"/>
            <a:chExt cx="565" cy="363"/>
          </a:xfrm>
        </p:grpSpPr>
        <p:sp>
          <p:nvSpPr>
            <p:cNvPr id="111665" name="Line 111">
              <a:extLst>
                <a:ext uri="{FF2B5EF4-FFF2-40B4-BE49-F238E27FC236}">
                  <a16:creationId xmlns:a16="http://schemas.microsoft.com/office/drawing/2014/main" id="{138E5695-AAEE-480C-BA63-CB3109B1EB89}"/>
                </a:ext>
              </a:extLst>
            </p:cNvPr>
            <p:cNvSpPr>
              <a:spLocks noChangeShapeType="1"/>
            </p:cNvSpPr>
            <p:nvPr/>
          </p:nvSpPr>
          <p:spPr bwMode="auto">
            <a:xfrm flipV="1">
              <a:off x="2985" y="3330"/>
              <a:ext cx="345" cy="203"/>
            </a:xfrm>
            <a:prstGeom prst="line">
              <a:avLst/>
            </a:prstGeom>
            <a:noFill/>
            <a:ln w="19050">
              <a:solidFill>
                <a:srgbClr val="CC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11666" name="Text Box 112">
              <a:extLst>
                <a:ext uri="{FF2B5EF4-FFF2-40B4-BE49-F238E27FC236}">
                  <a16:creationId xmlns:a16="http://schemas.microsoft.com/office/drawing/2014/main" id="{F2B2E6A2-A124-4383-874B-19325C13D8F3}"/>
                </a:ext>
              </a:extLst>
            </p:cNvPr>
            <p:cNvSpPr txBox="1">
              <a:spLocks noChangeArrowheads="1"/>
            </p:cNvSpPr>
            <p:nvPr/>
          </p:nvSpPr>
          <p:spPr bwMode="auto">
            <a:xfrm>
              <a:off x="3306" y="3170"/>
              <a:ext cx="2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2400"/>
                <a:t>A</a:t>
              </a:r>
            </a:p>
          </p:txBody>
        </p:sp>
      </p:grpSp>
      <p:grpSp>
        <p:nvGrpSpPr>
          <p:cNvPr id="16" name="Group 113">
            <a:extLst>
              <a:ext uri="{FF2B5EF4-FFF2-40B4-BE49-F238E27FC236}">
                <a16:creationId xmlns:a16="http://schemas.microsoft.com/office/drawing/2014/main" id="{E612294F-5F93-46CD-A8D8-844472987618}"/>
              </a:ext>
            </a:extLst>
          </p:cNvPr>
          <p:cNvGrpSpPr>
            <a:grpSpLocks/>
          </p:cNvGrpSpPr>
          <p:nvPr/>
        </p:nvGrpSpPr>
        <p:grpSpPr bwMode="auto">
          <a:xfrm>
            <a:off x="8075613" y="4995863"/>
            <a:ext cx="863600" cy="576262"/>
            <a:chOff x="2985" y="3170"/>
            <a:chExt cx="544" cy="363"/>
          </a:xfrm>
        </p:grpSpPr>
        <p:sp>
          <p:nvSpPr>
            <p:cNvPr id="111663" name="Line 114">
              <a:extLst>
                <a:ext uri="{FF2B5EF4-FFF2-40B4-BE49-F238E27FC236}">
                  <a16:creationId xmlns:a16="http://schemas.microsoft.com/office/drawing/2014/main" id="{EA2677AD-8F68-4597-8E14-23802268B786}"/>
                </a:ext>
              </a:extLst>
            </p:cNvPr>
            <p:cNvSpPr>
              <a:spLocks noChangeShapeType="1"/>
            </p:cNvSpPr>
            <p:nvPr/>
          </p:nvSpPr>
          <p:spPr bwMode="auto">
            <a:xfrm flipV="1">
              <a:off x="2985" y="3330"/>
              <a:ext cx="345" cy="203"/>
            </a:xfrm>
            <a:prstGeom prst="line">
              <a:avLst/>
            </a:prstGeom>
            <a:noFill/>
            <a:ln w="19050">
              <a:solidFill>
                <a:srgbClr val="CC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11664" name="Text Box 115">
              <a:extLst>
                <a:ext uri="{FF2B5EF4-FFF2-40B4-BE49-F238E27FC236}">
                  <a16:creationId xmlns:a16="http://schemas.microsoft.com/office/drawing/2014/main" id="{42D80EFD-4B05-46EC-B341-38548A257089}"/>
                </a:ext>
              </a:extLst>
            </p:cNvPr>
            <p:cNvSpPr txBox="1">
              <a:spLocks noChangeArrowheads="1"/>
            </p:cNvSpPr>
            <p:nvPr/>
          </p:nvSpPr>
          <p:spPr bwMode="auto">
            <a:xfrm>
              <a:off x="3306" y="3170"/>
              <a:ext cx="2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2400"/>
                <a:t>5</a:t>
              </a:r>
            </a:p>
          </p:txBody>
        </p:sp>
      </p:grpSp>
      <p:grpSp>
        <p:nvGrpSpPr>
          <p:cNvPr id="17" name="Group 116">
            <a:extLst>
              <a:ext uri="{FF2B5EF4-FFF2-40B4-BE49-F238E27FC236}">
                <a16:creationId xmlns:a16="http://schemas.microsoft.com/office/drawing/2014/main" id="{81D34115-3990-4A26-A091-D04BC18E2C53}"/>
              </a:ext>
            </a:extLst>
          </p:cNvPr>
          <p:cNvGrpSpPr>
            <a:grpSpLocks/>
          </p:cNvGrpSpPr>
          <p:nvPr/>
        </p:nvGrpSpPr>
        <p:grpSpPr bwMode="auto">
          <a:xfrm>
            <a:off x="3606801" y="920750"/>
            <a:ext cx="3662363" cy="1728788"/>
            <a:chOff x="1312" y="440"/>
            <a:chExt cx="2307" cy="1089"/>
          </a:xfrm>
        </p:grpSpPr>
        <p:sp>
          <p:nvSpPr>
            <p:cNvPr id="111660" name="Text Box 117">
              <a:extLst>
                <a:ext uri="{FF2B5EF4-FFF2-40B4-BE49-F238E27FC236}">
                  <a16:creationId xmlns:a16="http://schemas.microsoft.com/office/drawing/2014/main" id="{AA1877E8-2B3A-4036-BE84-7BCF1E3E74B5}"/>
                </a:ext>
              </a:extLst>
            </p:cNvPr>
            <p:cNvSpPr txBox="1">
              <a:spLocks noChangeArrowheads="1"/>
            </p:cNvSpPr>
            <p:nvPr/>
          </p:nvSpPr>
          <p:spPr bwMode="auto">
            <a:xfrm>
              <a:off x="1312" y="639"/>
              <a:ext cx="1454" cy="713"/>
            </a:xfrm>
            <a:prstGeom prst="rect">
              <a:avLst/>
            </a:prstGeom>
            <a:noFill/>
            <a:ln w="28575">
              <a:solidFill>
                <a:srgbClr val="CC00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600" b="1">
                  <a:solidFill>
                    <a:schemeClr val="accent2"/>
                  </a:solidFill>
                </a:rPr>
                <a:t> </a:t>
              </a:r>
              <a:r>
                <a:rPr lang="en-US" altLang="en-US" sz="1600" b="1">
                  <a:solidFill>
                    <a:srgbClr val="000099"/>
                  </a:solidFill>
                </a:rPr>
                <a:t>đích	kế    hops</a:t>
              </a:r>
            </a:p>
            <a:p>
              <a:pPr>
                <a:lnSpc>
                  <a:spcPct val="90000"/>
                </a:lnSpc>
              </a:pPr>
              <a:r>
                <a:rPr lang="en-US" altLang="en-US" sz="1600" b="1"/>
                <a:t>   </a:t>
              </a:r>
              <a:r>
                <a:rPr lang="en-US" altLang="en-US" sz="1600">
                  <a:solidFill>
                    <a:srgbClr val="CC0000"/>
                  </a:solidFill>
                </a:rPr>
                <a:t>w</a:t>
              </a:r>
              <a:r>
                <a:rPr lang="en-US" altLang="en-US" sz="1600"/>
                <a:t>	  -       1</a:t>
              </a:r>
            </a:p>
            <a:p>
              <a:pPr>
                <a:lnSpc>
                  <a:spcPct val="90000"/>
                </a:lnSpc>
              </a:pPr>
              <a:r>
                <a:rPr lang="en-US" altLang="en-US" sz="1600"/>
                <a:t>   </a:t>
              </a:r>
              <a:r>
                <a:rPr lang="en-US" altLang="en-US" sz="1600">
                  <a:solidFill>
                    <a:srgbClr val="CC0000"/>
                  </a:solidFill>
                </a:rPr>
                <a:t>x</a:t>
              </a:r>
              <a:r>
                <a:rPr lang="en-US" altLang="en-US" sz="1600"/>
                <a:t>	  -       1</a:t>
              </a:r>
            </a:p>
            <a:p>
              <a:pPr>
                <a:lnSpc>
                  <a:spcPct val="90000"/>
                </a:lnSpc>
              </a:pPr>
              <a:r>
                <a:rPr lang="en-US" altLang="en-US" sz="1600">
                  <a:solidFill>
                    <a:srgbClr val="FF0000"/>
                  </a:solidFill>
                </a:rPr>
                <a:t>   </a:t>
              </a:r>
              <a:r>
                <a:rPr lang="en-US" altLang="en-US" sz="1600">
                  <a:solidFill>
                    <a:srgbClr val="CC0000"/>
                  </a:solidFill>
                </a:rPr>
                <a:t>z</a:t>
              </a:r>
              <a:r>
                <a:rPr lang="en-US" altLang="en-US" sz="1600"/>
                <a:t>	  C      4</a:t>
              </a:r>
            </a:p>
            <a:p>
              <a:pPr>
                <a:lnSpc>
                  <a:spcPct val="90000"/>
                </a:lnSpc>
              </a:pPr>
              <a:r>
                <a:rPr lang="en-US" altLang="en-US" sz="1600"/>
                <a:t>   ….	  …     ...</a:t>
              </a:r>
            </a:p>
          </p:txBody>
        </p:sp>
        <p:sp>
          <p:nvSpPr>
            <p:cNvPr id="111661" name="Text Box 118">
              <a:extLst>
                <a:ext uri="{FF2B5EF4-FFF2-40B4-BE49-F238E27FC236}">
                  <a16:creationId xmlns:a16="http://schemas.microsoft.com/office/drawing/2014/main" id="{CB690A63-F13C-42D2-88D7-09EA688C3921}"/>
                </a:ext>
              </a:extLst>
            </p:cNvPr>
            <p:cNvSpPr txBox="1">
              <a:spLocks noChangeArrowheads="1"/>
            </p:cNvSpPr>
            <p:nvPr/>
          </p:nvSpPr>
          <p:spPr bwMode="auto">
            <a:xfrm>
              <a:off x="2230" y="440"/>
              <a:ext cx="1389"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600"/>
                <a:t>Quảng cáo từ A-tới-D </a:t>
              </a:r>
            </a:p>
          </p:txBody>
        </p:sp>
        <p:sp>
          <p:nvSpPr>
            <p:cNvPr id="111662" name="AutoShape 119">
              <a:extLst>
                <a:ext uri="{FF2B5EF4-FFF2-40B4-BE49-F238E27FC236}">
                  <a16:creationId xmlns:a16="http://schemas.microsoft.com/office/drawing/2014/main" id="{F1235F8B-48C8-4B24-8556-95A1026AFF9B}"/>
                </a:ext>
              </a:extLst>
            </p:cNvPr>
            <p:cNvSpPr>
              <a:spLocks noChangeArrowheads="1"/>
            </p:cNvSpPr>
            <p:nvPr/>
          </p:nvSpPr>
          <p:spPr bwMode="auto">
            <a:xfrm>
              <a:off x="1349" y="1271"/>
              <a:ext cx="1285" cy="258"/>
            </a:xfrm>
            <a:prstGeom prst="curvedDownArrow">
              <a:avLst>
                <a:gd name="adj1" fmla="val 99612"/>
                <a:gd name="adj2" fmla="val 199225"/>
                <a:gd name="adj3" fmla="val 33333"/>
              </a:avLst>
            </a:prstGeom>
            <a:gradFill rotWithShape="1">
              <a:gsLst>
                <a:gs pos="0">
                  <a:schemeClr val="bg1"/>
                </a:gs>
                <a:gs pos="100000">
                  <a:schemeClr val="accent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pic>
        <p:nvPicPr>
          <p:cNvPr id="111658" name="Picture 121" descr="underline_base">
            <a:extLst>
              <a:ext uri="{FF2B5EF4-FFF2-40B4-BE49-F238E27FC236}">
                <a16:creationId xmlns:a16="http://schemas.microsoft.com/office/drawing/2014/main" id="{587C02B6-70DC-4749-8A82-CEA8F08F4BD5}"/>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57388" y="822325"/>
            <a:ext cx="2970212"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9611" name="Rectangle 122">
            <a:extLst>
              <a:ext uri="{FF2B5EF4-FFF2-40B4-BE49-F238E27FC236}">
                <a16:creationId xmlns:a16="http://schemas.microsoft.com/office/drawing/2014/main" id="{12D3D3C9-4327-4F1E-B309-3D90923704FA}"/>
              </a:ext>
            </a:extLst>
          </p:cNvPr>
          <p:cNvSpPr>
            <a:spLocks noGrp="1" noChangeArrowheads="1"/>
          </p:cNvSpPr>
          <p:nvPr>
            <p:ph type="title"/>
          </p:nvPr>
        </p:nvSpPr>
        <p:spPr>
          <a:xfrm>
            <a:off x="1933575" y="190500"/>
            <a:ext cx="3937000" cy="863600"/>
          </a:xfrm>
        </p:spPr>
        <p:txBody>
          <a:bodyPr/>
          <a:lstStyle/>
          <a:p>
            <a:pPr>
              <a:defRPr/>
            </a:pPr>
            <a:r>
              <a:rPr lang="en-US" dirty="0">
                <a:cs typeface="+mj-cs"/>
              </a:rPr>
              <a:t>RIP: </a:t>
            </a:r>
            <a:r>
              <a:rPr lang="en-US" dirty="0" err="1">
                <a:cs typeface="+mj-cs"/>
              </a:rPr>
              <a:t>ví</a:t>
            </a:r>
            <a:r>
              <a:rPr lang="en-US" dirty="0">
                <a:cs typeface="+mj-cs"/>
              </a:rPr>
              <a:t> </a:t>
            </a:r>
            <a:r>
              <a:rPr lang="en-US" dirty="0" err="1">
                <a:cs typeface="+mj-cs"/>
              </a:rPr>
              <a:t>dụ</a:t>
            </a:r>
            <a:endParaRPr lang="en-US" dirty="0">
              <a:cs typeface="+mj-cs"/>
            </a:endParaRPr>
          </a:p>
        </p:txBody>
      </p:sp>
    </p:spTree>
    <p:extLst>
      <p:ext uri="{BB962C8B-B14F-4D97-AF65-F5344CB8AC3E}">
        <p14:creationId xmlns:p14="http://schemas.microsoft.com/office/powerpoint/2010/main" val="35998158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1000"/>
                                        <p:tgtEl>
                                          <p:spTgt spid="1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left)">
                                      <p:cBhvr>
                                        <p:cTn id="12" dur="1000"/>
                                        <p:tgtEl>
                                          <p:spTgt spid="15"/>
                                        </p:tgtEl>
                                      </p:cBhvr>
                                    </p:animEffect>
                                  </p:childTnLst>
                                </p:cTn>
                              </p:par>
                              <p:par>
                                <p:cTn id="13" presetID="22" presetClass="entr" presetSubtype="8" fill="hold" nodeType="with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wipe(left)">
                                      <p:cBhvr>
                                        <p:cTn id="15" dur="1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Footer Placeholder 4">
            <a:extLst>
              <a:ext uri="{FF2B5EF4-FFF2-40B4-BE49-F238E27FC236}">
                <a16:creationId xmlns:a16="http://schemas.microsoft.com/office/drawing/2014/main" id="{ADCD2401-2CF2-4B0A-AF38-AC6CAA490698}"/>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Tầng Network</a:t>
            </a:r>
          </a:p>
        </p:txBody>
      </p:sp>
      <p:sp>
        <p:nvSpPr>
          <p:cNvPr id="112643" name="Slide Number Placeholder 5">
            <a:extLst>
              <a:ext uri="{FF2B5EF4-FFF2-40B4-BE49-F238E27FC236}">
                <a16:creationId xmlns:a16="http://schemas.microsoft.com/office/drawing/2014/main" id="{6B8A5934-811C-4071-8378-2B55E433342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4-</a:t>
            </a:r>
            <a:fld id="{6D18CDED-1987-4354-8AFC-CD0F9D803F40}" type="slidenum">
              <a:rPr lang="en-US" altLang="en-US">
                <a:latin typeface="Tahoma" panose="020B0604030504040204" pitchFamily="34" charset="0"/>
              </a:rPr>
              <a:pPr/>
              <a:t>95</a:t>
            </a:fld>
            <a:endParaRPr lang="en-US" altLang="en-US">
              <a:latin typeface="Tahoma" panose="020B0604030504040204" pitchFamily="34" charset="0"/>
            </a:endParaRPr>
          </a:p>
        </p:txBody>
      </p:sp>
      <p:pic>
        <p:nvPicPr>
          <p:cNvPr id="112644" name="Picture 5" descr="underline_base">
            <a:extLst>
              <a:ext uri="{FF2B5EF4-FFF2-40B4-BE49-F238E27FC236}">
                <a16:creationId xmlns:a16="http://schemas.microsoft.com/office/drawing/2014/main" id="{758195EC-D39B-4A89-BBDB-DE65E34F01AD}"/>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951821"/>
            <a:ext cx="7703093" cy="2673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0597" name="Rectangle 2">
            <a:extLst>
              <a:ext uri="{FF2B5EF4-FFF2-40B4-BE49-F238E27FC236}">
                <a16:creationId xmlns:a16="http://schemas.microsoft.com/office/drawing/2014/main" id="{059A570C-13DC-4450-8C8C-6B63C64926E4}"/>
              </a:ext>
            </a:extLst>
          </p:cNvPr>
          <p:cNvSpPr>
            <a:spLocks noGrp="1" noChangeArrowheads="1"/>
          </p:cNvSpPr>
          <p:nvPr>
            <p:ph type="title"/>
          </p:nvPr>
        </p:nvSpPr>
        <p:spPr>
          <a:xfrm>
            <a:off x="1879600" y="76200"/>
            <a:ext cx="8305800" cy="1143000"/>
          </a:xfrm>
        </p:spPr>
        <p:txBody>
          <a:bodyPr>
            <a:normAutofit/>
          </a:bodyPr>
          <a:lstStyle/>
          <a:p>
            <a:pPr>
              <a:defRPr/>
            </a:pPr>
            <a:r>
              <a:rPr lang="en-US" sz="4000" dirty="0"/>
              <a:t>RIP: </a:t>
            </a:r>
            <a:r>
              <a:rPr lang="en-US" sz="4000" dirty="0" err="1"/>
              <a:t>lỗi</a:t>
            </a:r>
            <a:r>
              <a:rPr lang="en-US" sz="4000" dirty="0"/>
              <a:t> </a:t>
            </a:r>
            <a:r>
              <a:rPr lang="en-US" sz="4000" dirty="0" err="1"/>
              <a:t>đường</a:t>
            </a:r>
            <a:r>
              <a:rPr lang="en-US" sz="4000" dirty="0"/>
              <a:t> </a:t>
            </a:r>
            <a:r>
              <a:rPr lang="en-US" sz="4000" dirty="0" err="1"/>
              <a:t>kết</a:t>
            </a:r>
            <a:r>
              <a:rPr lang="en-US" sz="4000" dirty="0"/>
              <a:t> </a:t>
            </a:r>
            <a:r>
              <a:rPr lang="en-US" sz="4000" dirty="0" err="1"/>
              <a:t>nối</a:t>
            </a:r>
            <a:r>
              <a:rPr lang="en-US" sz="4000" dirty="0"/>
              <a:t> </a:t>
            </a:r>
            <a:r>
              <a:rPr lang="en-US" sz="4000" dirty="0" err="1"/>
              <a:t>và</a:t>
            </a:r>
            <a:r>
              <a:rPr lang="en-US" sz="4000" dirty="0"/>
              <a:t> </a:t>
            </a:r>
            <a:r>
              <a:rPr lang="en-US" sz="4000" dirty="0" err="1"/>
              <a:t>phục</a:t>
            </a:r>
            <a:r>
              <a:rPr lang="en-US" sz="4000" dirty="0"/>
              <a:t> </a:t>
            </a:r>
            <a:r>
              <a:rPr lang="en-US" sz="4000" dirty="0" err="1"/>
              <a:t>hồi</a:t>
            </a:r>
            <a:endParaRPr lang="en-US" dirty="0">
              <a:cs typeface="+mj-cs"/>
            </a:endParaRPr>
          </a:p>
        </p:txBody>
      </p:sp>
      <p:sp>
        <p:nvSpPr>
          <p:cNvPr id="110598" name="Rectangle 3">
            <a:extLst>
              <a:ext uri="{FF2B5EF4-FFF2-40B4-BE49-F238E27FC236}">
                <a16:creationId xmlns:a16="http://schemas.microsoft.com/office/drawing/2014/main" id="{0EA924F8-26C4-489A-B60D-3A3EA229827D}"/>
              </a:ext>
            </a:extLst>
          </p:cNvPr>
          <p:cNvSpPr>
            <a:spLocks noGrp="1" noChangeArrowheads="1"/>
          </p:cNvSpPr>
          <p:nvPr>
            <p:ph type="body" idx="1"/>
          </p:nvPr>
        </p:nvSpPr>
        <p:spPr>
          <a:xfrm>
            <a:off x="2057400" y="1714500"/>
            <a:ext cx="8229600" cy="3441700"/>
          </a:xfrm>
        </p:spPr>
        <p:txBody>
          <a:bodyPr/>
          <a:lstStyle/>
          <a:p>
            <a:pPr>
              <a:buFont typeface="Wingdings" charset="0"/>
              <a:buNone/>
              <a:defRPr/>
            </a:pPr>
            <a:r>
              <a:rPr lang="en-US" dirty="0" err="1">
                <a:latin typeface="Comic Sans MS" pitchFamily="66" charset="0"/>
                <a:cs typeface="+mn-cs"/>
              </a:rPr>
              <a:t>Nếu</a:t>
            </a:r>
            <a:r>
              <a:rPr lang="en-US" dirty="0">
                <a:latin typeface="Comic Sans MS" pitchFamily="66" charset="0"/>
                <a:cs typeface="+mn-cs"/>
              </a:rPr>
              <a:t> </a:t>
            </a:r>
            <a:r>
              <a:rPr lang="en-US" dirty="0" err="1">
                <a:latin typeface="Comic Sans MS" pitchFamily="66" charset="0"/>
                <a:cs typeface="+mn-cs"/>
              </a:rPr>
              <a:t>không</a:t>
            </a:r>
            <a:r>
              <a:rPr lang="en-US" dirty="0">
                <a:latin typeface="Comic Sans MS" pitchFamily="66" charset="0"/>
                <a:cs typeface="+mn-cs"/>
              </a:rPr>
              <a:t> </a:t>
            </a:r>
            <a:r>
              <a:rPr lang="en-US" dirty="0" err="1">
                <a:latin typeface="Comic Sans MS" pitchFamily="66" charset="0"/>
                <a:cs typeface="+mn-cs"/>
              </a:rPr>
              <a:t>có</a:t>
            </a:r>
            <a:r>
              <a:rPr lang="en-US" dirty="0">
                <a:latin typeface="Comic Sans MS" pitchFamily="66" charset="0"/>
                <a:cs typeface="+mn-cs"/>
              </a:rPr>
              <a:t> </a:t>
            </a:r>
            <a:r>
              <a:rPr lang="en-US" dirty="0" err="1">
                <a:latin typeface="Comic Sans MS" pitchFamily="66" charset="0"/>
                <a:cs typeface="+mn-cs"/>
              </a:rPr>
              <a:t>quảng</a:t>
            </a:r>
            <a:r>
              <a:rPr lang="en-US" dirty="0">
                <a:latin typeface="Comic Sans MS" pitchFamily="66" charset="0"/>
                <a:cs typeface="+mn-cs"/>
              </a:rPr>
              <a:t> </a:t>
            </a:r>
            <a:r>
              <a:rPr lang="en-US" dirty="0" err="1">
                <a:latin typeface="Comic Sans MS" pitchFamily="66" charset="0"/>
                <a:cs typeface="+mn-cs"/>
              </a:rPr>
              <a:t>cáo</a:t>
            </a:r>
            <a:r>
              <a:rPr lang="en-US" dirty="0">
                <a:latin typeface="Comic Sans MS" pitchFamily="66" charset="0"/>
                <a:cs typeface="+mn-cs"/>
              </a:rPr>
              <a:t> </a:t>
            </a:r>
            <a:r>
              <a:rPr lang="en-US" dirty="0" err="1">
                <a:latin typeface="Comic Sans MS" pitchFamily="66" charset="0"/>
                <a:cs typeface="+mn-cs"/>
              </a:rPr>
              <a:t>nào</a:t>
            </a:r>
            <a:r>
              <a:rPr lang="en-US" dirty="0">
                <a:latin typeface="Comic Sans MS" pitchFamily="66" charset="0"/>
                <a:cs typeface="+mn-cs"/>
              </a:rPr>
              <a:t> </a:t>
            </a:r>
            <a:r>
              <a:rPr lang="en-US" dirty="0" err="1">
                <a:latin typeface="Comic Sans MS" pitchFamily="66" charset="0"/>
                <a:cs typeface="+mn-cs"/>
              </a:rPr>
              <a:t>sau</a:t>
            </a:r>
            <a:r>
              <a:rPr lang="en-US" dirty="0">
                <a:latin typeface="Comic Sans MS" pitchFamily="66" charset="0"/>
                <a:cs typeface="+mn-cs"/>
              </a:rPr>
              <a:t> 180 </a:t>
            </a:r>
            <a:r>
              <a:rPr lang="en-US" dirty="0" err="1">
                <a:latin typeface="Comic Sans MS" pitchFamily="66" charset="0"/>
                <a:cs typeface="+mn-cs"/>
              </a:rPr>
              <a:t>giây</a:t>
            </a:r>
            <a:r>
              <a:rPr lang="en-US" dirty="0">
                <a:latin typeface="Comic Sans MS" pitchFamily="66" charset="0"/>
                <a:cs typeface="+mn-cs"/>
              </a:rPr>
              <a:t> --&gt; neighbor/</a:t>
            </a:r>
            <a:r>
              <a:rPr lang="en-US" dirty="0" err="1">
                <a:latin typeface="Comic Sans MS" pitchFamily="66" charset="0"/>
                <a:cs typeface="+mn-cs"/>
              </a:rPr>
              <a:t>kết</a:t>
            </a:r>
            <a:r>
              <a:rPr lang="en-US" dirty="0">
                <a:latin typeface="Comic Sans MS" pitchFamily="66" charset="0"/>
                <a:cs typeface="+mn-cs"/>
              </a:rPr>
              <a:t> </a:t>
            </a:r>
            <a:r>
              <a:rPr lang="en-US" dirty="0" err="1">
                <a:latin typeface="Comic Sans MS" pitchFamily="66" charset="0"/>
                <a:cs typeface="+mn-cs"/>
              </a:rPr>
              <a:t>nối</a:t>
            </a:r>
            <a:r>
              <a:rPr lang="en-US" dirty="0">
                <a:latin typeface="Comic Sans MS" pitchFamily="66" charset="0"/>
                <a:cs typeface="+mn-cs"/>
              </a:rPr>
              <a:t> </a:t>
            </a:r>
            <a:r>
              <a:rPr lang="en-US" dirty="0" err="1">
                <a:latin typeface="Comic Sans MS" pitchFamily="66" charset="0"/>
                <a:cs typeface="+mn-cs"/>
              </a:rPr>
              <a:t>được</a:t>
            </a:r>
            <a:r>
              <a:rPr lang="en-US" dirty="0">
                <a:latin typeface="Comic Sans MS" pitchFamily="66" charset="0"/>
                <a:cs typeface="+mn-cs"/>
              </a:rPr>
              <a:t> </a:t>
            </a:r>
            <a:r>
              <a:rPr lang="en-US" dirty="0" err="1">
                <a:latin typeface="Comic Sans MS" pitchFamily="66" charset="0"/>
                <a:cs typeface="+mn-cs"/>
              </a:rPr>
              <a:t>xem</a:t>
            </a:r>
            <a:r>
              <a:rPr lang="en-US" dirty="0">
                <a:latin typeface="Comic Sans MS" pitchFamily="66" charset="0"/>
                <a:cs typeface="+mn-cs"/>
              </a:rPr>
              <a:t> </a:t>
            </a:r>
            <a:r>
              <a:rPr lang="en-US" dirty="0" err="1">
                <a:latin typeface="Comic Sans MS" pitchFamily="66" charset="0"/>
                <a:cs typeface="+mn-cs"/>
              </a:rPr>
              <a:t>như</a:t>
            </a:r>
            <a:r>
              <a:rPr lang="en-US" dirty="0">
                <a:latin typeface="Comic Sans MS" pitchFamily="66" charset="0"/>
                <a:cs typeface="+mn-cs"/>
              </a:rPr>
              <a:t> </a:t>
            </a:r>
            <a:r>
              <a:rPr lang="en-US" dirty="0" err="1">
                <a:latin typeface="Comic Sans MS" pitchFamily="66" charset="0"/>
                <a:cs typeface="+mn-cs"/>
              </a:rPr>
              <a:t>đã</a:t>
            </a:r>
            <a:r>
              <a:rPr lang="en-US" dirty="0">
                <a:latin typeface="Comic Sans MS" pitchFamily="66" charset="0"/>
                <a:cs typeface="+mn-cs"/>
              </a:rPr>
              <a:t> </a:t>
            </a:r>
            <a:r>
              <a:rPr lang="en-US" dirty="0" err="1">
                <a:latin typeface="Comic Sans MS" pitchFamily="66" charset="0"/>
                <a:cs typeface="+mn-cs"/>
              </a:rPr>
              <a:t>chết</a:t>
            </a:r>
            <a:endParaRPr lang="en-US" dirty="0">
              <a:latin typeface="Comic Sans MS" pitchFamily="66" charset="0"/>
              <a:cs typeface="+mn-cs"/>
            </a:endParaRPr>
          </a:p>
          <a:p>
            <a:pPr lvl="1">
              <a:buFont typeface="Wingdings" charset="0"/>
              <a:buChar char="§"/>
              <a:defRPr/>
            </a:pPr>
            <a:r>
              <a:rPr lang="en-US" dirty="0" err="1">
                <a:latin typeface="Comic Sans MS" pitchFamily="66" charset="0"/>
              </a:rPr>
              <a:t>Những</a:t>
            </a:r>
            <a:r>
              <a:rPr lang="en-US" dirty="0">
                <a:latin typeface="Comic Sans MS" pitchFamily="66" charset="0"/>
              </a:rPr>
              <a:t> </a:t>
            </a:r>
            <a:r>
              <a:rPr lang="en-US" dirty="0" err="1">
                <a:latin typeface="Comic Sans MS" pitchFamily="66" charset="0"/>
              </a:rPr>
              <a:t>đường</a:t>
            </a:r>
            <a:r>
              <a:rPr lang="en-US" dirty="0">
                <a:latin typeface="Comic Sans MS" pitchFamily="66" charset="0"/>
              </a:rPr>
              <a:t> </a:t>
            </a:r>
            <a:r>
              <a:rPr lang="en-US" dirty="0" err="1">
                <a:latin typeface="Comic Sans MS" pitchFamily="66" charset="0"/>
              </a:rPr>
              <a:t>đi</a:t>
            </a:r>
            <a:r>
              <a:rPr lang="en-US" dirty="0">
                <a:latin typeface="Comic Sans MS" pitchFamily="66" charset="0"/>
              </a:rPr>
              <a:t> qua neighbor </a:t>
            </a:r>
            <a:r>
              <a:rPr lang="en-US" dirty="0" err="1">
                <a:latin typeface="Comic Sans MS" pitchFamily="66" charset="0"/>
              </a:rPr>
              <a:t>bị</a:t>
            </a:r>
            <a:r>
              <a:rPr lang="en-US" dirty="0">
                <a:latin typeface="Comic Sans MS" pitchFamily="66" charset="0"/>
              </a:rPr>
              <a:t> </a:t>
            </a:r>
            <a:r>
              <a:rPr lang="en-US" dirty="0" err="1">
                <a:latin typeface="Comic Sans MS" pitchFamily="66" charset="0"/>
              </a:rPr>
              <a:t>vô</a:t>
            </a:r>
            <a:r>
              <a:rPr lang="en-US" dirty="0">
                <a:latin typeface="Comic Sans MS" pitchFamily="66" charset="0"/>
              </a:rPr>
              <a:t> </a:t>
            </a:r>
            <a:r>
              <a:rPr lang="en-US" dirty="0" err="1">
                <a:latin typeface="Comic Sans MS" pitchFamily="66" charset="0"/>
              </a:rPr>
              <a:t>hiệu</a:t>
            </a:r>
            <a:endParaRPr lang="en-US" dirty="0">
              <a:latin typeface="Comic Sans MS" pitchFamily="66" charset="0"/>
            </a:endParaRPr>
          </a:p>
          <a:p>
            <a:pPr lvl="1">
              <a:buFont typeface="Wingdings" charset="0"/>
              <a:buChar char="§"/>
              <a:defRPr/>
            </a:pPr>
            <a:r>
              <a:rPr lang="en-US" dirty="0" err="1">
                <a:latin typeface="Comic Sans MS" pitchFamily="66" charset="0"/>
              </a:rPr>
              <a:t>Các</a:t>
            </a:r>
            <a:r>
              <a:rPr lang="en-US" dirty="0">
                <a:latin typeface="Comic Sans MS" pitchFamily="66" charset="0"/>
              </a:rPr>
              <a:t> </a:t>
            </a:r>
            <a:r>
              <a:rPr lang="en-US" dirty="0" err="1">
                <a:latin typeface="Comic Sans MS" pitchFamily="66" charset="0"/>
              </a:rPr>
              <a:t>quảng</a:t>
            </a:r>
            <a:r>
              <a:rPr lang="en-US" dirty="0">
                <a:latin typeface="Comic Sans MS" pitchFamily="66" charset="0"/>
              </a:rPr>
              <a:t> </a:t>
            </a:r>
            <a:r>
              <a:rPr lang="en-US" dirty="0" err="1">
                <a:latin typeface="Comic Sans MS" pitchFamily="66" charset="0"/>
              </a:rPr>
              <a:t>cáo</a:t>
            </a:r>
            <a:r>
              <a:rPr lang="en-US" dirty="0">
                <a:latin typeface="Comic Sans MS" pitchFamily="66" charset="0"/>
              </a:rPr>
              <a:t> </a:t>
            </a:r>
            <a:r>
              <a:rPr lang="en-US" dirty="0" err="1">
                <a:latin typeface="Comic Sans MS" pitchFamily="66" charset="0"/>
              </a:rPr>
              <a:t>mới</a:t>
            </a:r>
            <a:r>
              <a:rPr lang="en-US" dirty="0">
                <a:latin typeface="Comic Sans MS" pitchFamily="66" charset="0"/>
              </a:rPr>
              <a:t> </a:t>
            </a:r>
            <a:r>
              <a:rPr lang="en-US" dirty="0" err="1">
                <a:latin typeface="Comic Sans MS" pitchFamily="66" charset="0"/>
              </a:rPr>
              <a:t>được</a:t>
            </a:r>
            <a:r>
              <a:rPr lang="en-US" dirty="0">
                <a:latin typeface="Comic Sans MS" pitchFamily="66" charset="0"/>
              </a:rPr>
              <a:t> </a:t>
            </a:r>
            <a:r>
              <a:rPr lang="en-US" dirty="0" err="1">
                <a:latin typeface="Comic Sans MS" pitchFamily="66" charset="0"/>
              </a:rPr>
              <a:t>gởi</a:t>
            </a:r>
            <a:r>
              <a:rPr lang="en-US" dirty="0">
                <a:latin typeface="Comic Sans MS" pitchFamily="66" charset="0"/>
              </a:rPr>
              <a:t> </a:t>
            </a:r>
            <a:r>
              <a:rPr lang="en-US" dirty="0" err="1">
                <a:latin typeface="Comic Sans MS" pitchFamily="66" charset="0"/>
              </a:rPr>
              <a:t>tới</a:t>
            </a:r>
            <a:r>
              <a:rPr lang="en-US" dirty="0">
                <a:latin typeface="Comic Sans MS" pitchFamily="66" charset="0"/>
              </a:rPr>
              <a:t> </a:t>
            </a:r>
            <a:r>
              <a:rPr lang="en-US" dirty="0" err="1">
                <a:latin typeface="Comic Sans MS" pitchFamily="66" charset="0"/>
              </a:rPr>
              <a:t>các</a:t>
            </a:r>
            <a:r>
              <a:rPr lang="en-US" dirty="0">
                <a:latin typeface="Comic Sans MS" pitchFamily="66" charset="0"/>
              </a:rPr>
              <a:t> neighbor</a:t>
            </a:r>
          </a:p>
          <a:p>
            <a:pPr lvl="1">
              <a:buFont typeface="Wingdings" charset="0"/>
              <a:buChar char="§"/>
              <a:defRPr/>
            </a:pPr>
            <a:r>
              <a:rPr lang="en-US" dirty="0" err="1">
                <a:latin typeface="Comic Sans MS" pitchFamily="66" charset="0"/>
              </a:rPr>
              <a:t>Các</a:t>
            </a:r>
            <a:r>
              <a:rPr lang="en-US" dirty="0">
                <a:latin typeface="Comic Sans MS" pitchFamily="66" charset="0"/>
              </a:rPr>
              <a:t> neighbor </a:t>
            </a:r>
            <a:r>
              <a:rPr lang="en-US" dirty="0" err="1">
                <a:latin typeface="Comic Sans MS" pitchFamily="66" charset="0"/>
              </a:rPr>
              <a:t>đó</a:t>
            </a:r>
            <a:r>
              <a:rPr lang="en-US" dirty="0">
                <a:latin typeface="Comic Sans MS" pitchFamily="66" charset="0"/>
              </a:rPr>
              <a:t> </a:t>
            </a:r>
            <a:r>
              <a:rPr lang="en-US" dirty="0" err="1">
                <a:latin typeface="Comic Sans MS" pitchFamily="66" charset="0"/>
              </a:rPr>
              <a:t>tiếp</a:t>
            </a:r>
            <a:r>
              <a:rPr lang="en-US" dirty="0">
                <a:latin typeface="Comic Sans MS" pitchFamily="66" charset="0"/>
              </a:rPr>
              <a:t> </a:t>
            </a:r>
            <a:r>
              <a:rPr lang="en-US" dirty="0" err="1">
                <a:latin typeface="Comic Sans MS" pitchFamily="66" charset="0"/>
              </a:rPr>
              <a:t>tục</a:t>
            </a:r>
            <a:r>
              <a:rPr lang="en-US" dirty="0">
                <a:latin typeface="Comic Sans MS" pitchFamily="66" charset="0"/>
              </a:rPr>
              <a:t> </a:t>
            </a:r>
            <a:r>
              <a:rPr lang="en-US" dirty="0" err="1">
                <a:latin typeface="Comic Sans MS" pitchFamily="66" charset="0"/>
              </a:rPr>
              <a:t>gởi</a:t>
            </a:r>
            <a:r>
              <a:rPr lang="en-US" dirty="0">
                <a:latin typeface="Comic Sans MS" pitchFamily="66" charset="0"/>
              </a:rPr>
              <a:t> </a:t>
            </a:r>
            <a:r>
              <a:rPr lang="en-US" dirty="0" err="1">
                <a:latin typeface="Comic Sans MS" pitchFamily="66" charset="0"/>
              </a:rPr>
              <a:t>ra</a:t>
            </a:r>
            <a:r>
              <a:rPr lang="en-US" dirty="0">
                <a:latin typeface="Comic Sans MS" pitchFamily="66" charset="0"/>
              </a:rPr>
              <a:t> </a:t>
            </a:r>
            <a:r>
              <a:rPr lang="en-US" dirty="0" err="1">
                <a:latin typeface="Comic Sans MS" pitchFamily="66" charset="0"/>
              </a:rPr>
              <a:t>những</a:t>
            </a:r>
            <a:r>
              <a:rPr lang="en-US" dirty="0">
                <a:latin typeface="Comic Sans MS" pitchFamily="66" charset="0"/>
              </a:rPr>
              <a:t> </a:t>
            </a:r>
            <a:r>
              <a:rPr lang="en-US" dirty="0" err="1">
                <a:latin typeface="Comic Sans MS" pitchFamily="66" charset="0"/>
              </a:rPr>
              <a:t>quảng</a:t>
            </a:r>
            <a:r>
              <a:rPr lang="en-US" dirty="0">
                <a:latin typeface="Comic Sans MS" pitchFamily="66" charset="0"/>
              </a:rPr>
              <a:t> </a:t>
            </a:r>
            <a:r>
              <a:rPr lang="en-US" dirty="0" err="1">
                <a:latin typeface="Comic Sans MS" pitchFamily="66" charset="0"/>
              </a:rPr>
              <a:t>cáo</a:t>
            </a:r>
            <a:r>
              <a:rPr lang="en-US" dirty="0">
                <a:latin typeface="Comic Sans MS" pitchFamily="66" charset="0"/>
              </a:rPr>
              <a:t> </a:t>
            </a:r>
            <a:r>
              <a:rPr lang="en-US" dirty="0" err="1">
                <a:latin typeface="Comic Sans MS" pitchFamily="66" charset="0"/>
              </a:rPr>
              <a:t>mới</a:t>
            </a:r>
            <a:r>
              <a:rPr lang="en-US" dirty="0">
                <a:latin typeface="Comic Sans MS" pitchFamily="66" charset="0"/>
              </a:rPr>
              <a:t> </a:t>
            </a:r>
            <a:r>
              <a:rPr lang="en-US" dirty="0" err="1">
                <a:latin typeface="Comic Sans MS" pitchFamily="66" charset="0"/>
              </a:rPr>
              <a:t>đó</a:t>
            </a:r>
            <a:r>
              <a:rPr lang="en-US" dirty="0">
                <a:latin typeface="Comic Sans MS" pitchFamily="66" charset="0"/>
              </a:rPr>
              <a:t> (</a:t>
            </a:r>
            <a:r>
              <a:rPr lang="en-US" dirty="0" err="1">
                <a:latin typeface="Comic Sans MS" pitchFamily="66" charset="0"/>
              </a:rPr>
              <a:t>nếu</a:t>
            </a:r>
            <a:r>
              <a:rPr lang="en-US" dirty="0">
                <a:latin typeface="Comic Sans MS" pitchFamily="66" charset="0"/>
              </a:rPr>
              <a:t> </a:t>
            </a:r>
            <a:r>
              <a:rPr lang="en-US" dirty="0" err="1">
                <a:latin typeface="Comic Sans MS" pitchFamily="66" charset="0"/>
              </a:rPr>
              <a:t>các</a:t>
            </a:r>
            <a:r>
              <a:rPr lang="en-US" dirty="0">
                <a:latin typeface="Comic Sans MS" pitchFamily="66" charset="0"/>
              </a:rPr>
              <a:t> </a:t>
            </a:r>
            <a:r>
              <a:rPr lang="en-US" dirty="0" err="1">
                <a:latin typeface="Comic Sans MS" pitchFamily="66" charset="0"/>
              </a:rPr>
              <a:t>bảng</a:t>
            </a:r>
            <a:r>
              <a:rPr lang="en-US" dirty="0">
                <a:latin typeface="Comic Sans MS" pitchFamily="66" charset="0"/>
              </a:rPr>
              <a:t> </a:t>
            </a:r>
            <a:r>
              <a:rPr lang="en-US" dirty="0" err="1">
                <a:latin typeface="Comic Sans MS" pitchFamily="66" charset="0"/>
              </a:rPr>
              <a:t>bị</a:t>
            </a:r>
            <a:r>
              <a:rPr lang="en-US" dirty="0">
                <a:latin typeface="Comic Sans MS" pitchFamily="66" charset="0"/>
              </a:rPr>
              <a:t> </a:t>
            </a:r>
            <a:r>
              <a:rPr lang="en-US" dirty="0" err="1">
                <a:latin typeface="Comic Sans MS" pitchFamily="66" charset="0"/>
              </a:rPr>
              <a:t>thay</a:t>
            </a:r>
            <a:r>
              <a:rPr lang="en-US" dirty="0">
                <a:latin typeface="Comic Sans MS" pitchFamily="66" charset="0"/>
              </a:rPr>
              <a:t> </a:t>
            </a:r>
            <a:r>
              <a:rPr lang="en-US" dirty="0" err="1">
                <a:latin typeface="Comic Sans MS" pitchFamily="66" charset="0"/>
              </a:rPr>
              <a:t>đổi</a:t>
            </a:r>
            <a:r>
              <a:rPr lang="en-US" dirty="0">
                <a:latin typeface="Comic Sans MS" pitchFamily="66" charset="0"/>
              </a:rPr>
              <a:t>)</a:t>
            </a:r>
          </a:p>
          <a:p>
            <a:pPr lvl="1">
              <a:buFont typeface="Wingdings" charset="0"/>
              <a:buChar char="§"/>
              <a:defRPr/>
            </a:pPr>
            <a:r>
              <a:rPr lang="en-US" dirty="0" err="1">
                <a:latin typeface="Comic Sans MS" pitchFamily="66" charset="0"/>
              </a:rPr>
              <a:t>Thông</a:t>
            </a:r>
            <a:r>
              <a:rPr lang="en-US" dirty="0">
                <a:latin typeface="Comic Sans MS" pitchFamily="66" charset="0"/>
              </a:rPr>
              <a:t> tin </a:t>
            </a:r>
            <a:r>
              <a:rPr lang="en-US" dirty="0" err="1">
                <a:latin typeface="Comic Sans MS" pitchFamily="66" charset="0"/>
              </a:rPr>
              <a:t>về</a:t>
            </a:r>
            <a:r>
              <a:rPr lang="en-US" dirty="0">
                <a:latin typeface="Comic Sans MS" pitchFamily="66" charset="0"/>
              </a:rPr>
              <a:t> </a:t>
            </a:r>
            <a:r>
              <a:rPr lang="en-US" dirty="0" err="1">
                <a:latin typeface="Comic Sans MS" pitchFamily="66" charset="0"/>
              </a:rPr>
              <a:t>lỗi</a:t>
            </a:r>
            <a:r>
              <a:rPr lang="en-US" dirty="0">
                <a:latin typeface="Comic Sans MS" pitchFamily="66" charset="0"/>
              </a:rPr>
              <a:t> </a:t>
            </a:r>
            <a:r>
              <a:rPr lang="en-US" dirty="0" err="1">
                <a:latin typeface="Comic Sans MS" pitchFamily="66" charset="0"/>
              </a:rPr>
              <a:t>đường</a:t>
            </a:r>
            <a:r>
              <a:rPr lang="en-US" dirty="0">
                <a:latin typeface="Comic Sans MS" pitchFamily="66" charset="0"/>
              </a:rPr>
              <a:t> </a:t>
            </a:r>
            <a:r>
              <a:rPr lang="en-US" dirty="0" err="1">
                <a:latin typeface="Comic Sans MS" pitchFamily="66" charset="0"/>
              </a:rPr>
              <a:t>kết</a:t>
            </a:r>
            <a:r>
              <a:rPr lang="en-US" dirty="0">
                <a:latin typeface="Comic Sans MS" pitchFamily="66" charset="0"/>
              </a:rPr>
              <a:t> </a:t>
            </a:r>
            <a:r>
              <a:rPr lang="en-US" dirty="0" err="1">
                <a:latin typeface="Comic Sans MS" pitchFamily="66" charset="0"/>
              </a:rPr>
              <a:t>nối</a:t>
            </a:r>
            <a:r>
              <a:rPr lang="en-US" dirty="0">
                <a:latin typeface="Comic Sans MS" pitchFamily="66" charset="0"/>
              </a:rPr>
              <a:t> </a:t>
            </a:r>
            <a:r>
              <a:rPr lang="en-US" dirty="0" err="1">
                <a:latin typeface="Comic Sans MS" pitchFamily="66" charset="0"/>
              </a:rPr>
              <a:t>nhanh</a:t>
            </a:r>
            <a:r>
              <a:rPr lang="en-US" dirty="0">
                <a:latin typeface="Comic Sans MS" pitchFamily="66" charset="0"/>
              </a:rPr>
              <a:t> </a:t>
            </a:r>
            <a:r>
              <a:rPr lang="en-US" dirty="0" err="1">
                <a:latin typeface="Comic Sans MS" pitchFamily="66" charset="0"/>
              </a:rPr>
              <a:t>chóng</a:t>
            </a:r>
            <a:r>
              <a:rPr lang="en-US" dirty="0">
                <a:latin typeface="Comic Sans MS" pitchFamily="66" charset="0"/>
              </a:rPr>
              <a:t> (?) </a:t>
            </a:r>
            <a:r>
              <a:rPr lang="en-US" dirty="0" err="1">
                <a:latin typeface="Comic Sans MS" pitchFamily="66" charset="0"/>
              </a:rPr>
              <a:t>lan</a:t>
            </a:r>
            <a:r>
              <a:rPr lang="en-US" dirty="0">
                <a:latin typeface="Comic Sans MS" pitchFamily="66" charset="0"/>
              </a:rPr>
              <a:t> </a:t>
            </a:r>
            <a:r>
              <a:rPr lang="en-US" dirty="0" err="1">
                <a:latin typeface="Comic Sans MS" pitchFamily="66" charset="0"/>
              </a:rPr>
              <a:t>truyền</a:t>
            </a:r>
            <a:r>
              <a:rPr lang="en-US" dirty="0">
                <a:latin typeface="Comic Sans MS" pitchFamily="66" charset="0"/>
              </a:rPr>
              <a:t> </a:t>
            </a:r>
            <a:r>
              <a:rPr lang="en-US" dirty="0" err="1">
                <a:latin typeface="Comic Sans MS" pitchFamily="66" charset="0"/>
              </a:rPr>
              <a:t>trên</a:t>
            </a:r>
            <a:r>
              <a:rPr lang="en-US" dirty="0">
                <a:latin typeface="Comic Sans MS" pitchFamily="66" charset="0"/>
              </a:rPr>
              <a:t> </a:t>
            </a:r>
            <a:r>
              <a:rPr lang="en-US" dirty="0" err="1">
                <a:latin typeface="Comic Sans MS" pitchFamily="66" charset="0"/>
              </a:rPr>
              <a:t>toàn</a:t>
            </a:r>
            <a:r>
              <a:rPr lang="en-US" dirty="0">
                <a:latin typeface="Comic Sans MS" pitchFamily="66" charset="0"/>
              </a:rPr>
              <a:t> </a:t>
            </a:r>
            <a:r>
              <a:rPr lang="en-US" dirty="0" err="1">
                <a:latin typeface="Comic Sans MS" pitchFamily="66" charset="0"/>
              </a:rPr>
              <a:t>mạng</a:t>
            </a:r>
            <a:endParaRPr lang="en-US" dirty="0">
              <a:latin typeface="Comic Sans MS" pitchFamily="66" charset="0"/>
            </a:endParaRPr>
          </a:p>
          <a:p>
            <a:pPr lvl="1">
              <a:buFont typeface="Wingdings" charset="0"/>
              <a:buChar char="§"/>
              <a:defRPr/>
            </a:pPr>
            <a:r>
              <a:rPr lang="en-US" i="1" dirty="0">
                <a:solidFill>
                  <a:srgbClr val="CC0000"/>
                </a:solidFill>
                <a:latin typeface="Comic Sans MS" pitchFamily="66" charset="0"/>
              </a:rPr>
              <a:t>poison reverse</a:t>
            </a:r>
            <a:r>
              <a:rPr lang="en-US" dirty="0">
                <a:latin typeface="Comic Sans MS" pitchFamily="66" charset="0"/>
              </a:rPr>
              <a:t> </a:t>
            </a:r>
            <a:r>
              <a:rPr lang="en-US" dirty="0" err="1">
                <a:latin typeface="Comic Sans MS" pitchFamily="66" charset="0"/>
              </a:rPr>
              <a:t>được</a:t>
            </a:r>
            <a:r>
              <a:rPr lang="en-US" dirty="0">
                <a:latin typeface="Comic Sans MS" pitchFamily="66" charset="0"/>
              </a:rPr>
              <a:t> </a:t>
            </a:r>
            <a:r>
              <a:rPr lang="en-US" dirty="0" err="1">
                <a:latin typeface="Comic Sans MS" pitchFamily="66" charset="0"/>
              </a:rPr>
              <a:t>dùng</a:t>
            </a:r>
            <a:r>
              <a:rPr lang="en-US" dirty="0">
                <a:latin typeface="Comic Sans MS" pitchFamily="66" charset="0"/>
              </a:rPr>
              <a:t> </a:t>
            </a:r>
            <a:r>
              <a:rPr lang="en-US" dirty="0" err="1">
                <a:latin typeface="Comic Sans MS" pitchFamily="66" charset="0"/>
              </a:rPr>
              <a:t>để</a:t>
            </a:r>
            <a:r>
              <a:rPr lang="en-US" dirty="0">
                <a:latin typeface="Comic Sans MS" pitchFamily="66" charset="0"/>
              </a:rPr>
              <a:t> </a:t>
            </a:r>
            <a:r>
              <a:rPr lang="en-US" dirty="0" err="1">
                <a:latin typeface="Comic Sans MS" pitchFamily="66" charset="0"/>
              </a:rPr>
              <a:t>ngăn</a:t>
            </a:r>
            <a:r>
              <a:rPr lang="en-US" dirty="0">
                <a:latin typeface="Comic Sans MS" pitchFamily="66" charset="0"/>
              </a:rPr>
              <a:t> </a:t>
            </a:r>
            <a:r>
              <a:rPr lang="en-US" dirty="0" err="1">
                <a:latin typeface="Comic Sans MS" pitchFamily="66" charset="0"/>
              </a:rPr>
              <a:t>chặn</a:t>
            </a:r>
            <a:r>
              <a:rPr lang="en-US" dirty="0">
                <a:latin typeface="Comic Sans MS" pitchFamily="66" charset="0"/>
              </a:rPr>
              <a:t> </a:t>
            </a:r>
            <a:r>
              <a:rPr lang="en-US" dirty="0" err="1">
                <a:latin typeface="Comic Sans MS" pitchFamily="66" charset="0"/>
              </a:rPr>
              <a:t>vòng</a:t>
            </a:r>
            <a:r>
              <a:rPr lang="en-US" dirty="0">
                <a:latin typeface="Comic Sans MS" pitchFamily="66" charset="0"/>
              </a:rPr>
              <a:t> </a:t>
            </a:r>
            <a:r>
              <a:rPr lang="en-US" dirty="0" err="1">
                <a:latin typeface="Comic Sans MS" pitchFamily="66" charset="0"/>
              </a:rPr>
              <a:t>lặp</a:t>
            </a:r>
            <a:r>
              <a:rPr lang="en-US" dirty="0">
                <a:latin typeface="Comic Sans MS" pitchFamily="66" charset="0"/>
              </a:rPr>
              <a:t> ping-pong (</a:t>
            </a:r>
            <a:r>
              <a:rPr lang="en-US" dirty="0" err="1">
                <a:latin typeface="Comic Sans MS" pitchFamily="66" charset="0"/>
              </a:rPr>
              <a:t>khoảng</a:t>
            </a:r>
            <a:r>
              <a:rPr lang="en-US" dirty="0">
                <a:latin typeface="Comic Sans MS" pitchFamily="66" charset="0"/>
              </a:rPr>
              <a:t> </a:t>
            </a:r>
            <a:r>
              <a:rPr lang="en-US" dirty="0" err="1">
                <a:latin typeface="Comic Sans MS" pitchFamily="66" charset="0"/>
              </a:rPr>
              <a:t>cách</a:t>
            </a:r>
            <a:r>
              <a:rPr lang="en-US" dirty="0">
                <a:latin typeface="Comic Sans MS" pitchFamily="66" charset="0"/>
              </a:rPr>
              <a:t> </a:t>
            </a:r>
            <a:r>
              <a:rPr lang="en-US" dirty="0" err="1">
                <a:latin typeface="Comic Sans MS" pitchFamily="66" charset="0"/>
              </a:rPr>
              <a:t>vô</a:t>
            </a:r>
            <a:r>
              <a:rPr lang="en-US" dirty="0">
                <a:latin typeface="Comic Sans MS" pitchFamily="66" charset="0"/>
              </a:rPr>
              <a:t> </a:t>
            </a:r>
            <a:r>
              <a:rPr lang="en-US" dirty="0" err="1">
                <a:latin typeface="Comic Sans MS" pitchFamily="66" charset="0"/>
              </a:rPr>
              <a:t>hạn</a:t>
            </a:r>
            <a:r>
              <a:rPr lang="en-US" dirty="0">
                <a:latin typeface="Comic Sans MS" pitchFamily="66" charset="0"/>
              </a:rPr>
              <a:t> = 16 hops)</a:t>
            </a:r>
          </a:p>
        </p:txBody>
      </p:sp>
    </p:spTree>
    <p:extLst>
      <p:ext uri="{BB962C8B-B14F-4D97-AF65-F5344CB8AC3E}">
        <p14:creationId xmlns:p14="http://schemas.microsoft.com/office/powerpoint/2010/main" val="272369120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Footer Placeholder 4">
            <a:extLst>
              <a:ext uri="{FF2B5EF4-FFF2-40B4-BE49-F238E27FC236}">
                <a16:creationId xmlns:a16="http://schemas.microsoft.com/office/drawing/2014/main" id="{A14826D7-9562-4C89-9BFB-386AE9E0E9D2}"/>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Tầng Network</a:t>
            </a:r>
          </a:p>
        </p:txBody>
      </p:sp>
      <p:sp>
        <p:nvSpPr>
          <p:cNvPr id="113667" name="Slide Number Placeholder 5">
            <a:extLst>
              <a:ext uri="{FF2B5EF4-FFF2-40B4-BE49-F238E27FC236}">
                <a16:creationId xmlns:a16="http://schemas.microsoft.com/office/drawing/2014/main" id="{61E892BA-33C7-4613-989F-F3B8865A14F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4-</a:t>
            </a:r>
            <a:fld id="{888E5030-AAB5-42AE-837E-9546105B2832}" type="slidenum">
              <a:rPr lang="en-US" altLang="en-US">
                <a:latin typeface="Tahoma" panose="020B0604030504040204" pitchFamily="34" charset="0"/>
              </a:rPr>
              <a:pPr/>
              <a:t>96</a:t>
            </a:fld>
            <a:endParaRPr lang="en-US" altLang="en-US">
              <a:latin typeface="Tahoma" panose="020B0604030504040204" pitchFamily="34" charset="0"/>
            </a:endParaRPr>
          </a:p>
        </p:txBody>
      </p:sp>
      <p:pic>
        <p:nvPicPr>
          <p:cNvPr id="113668" name="Picture 27" descr="underline_base">
            <a:extLst>
              <a:ext uri="{FF2B5EF4-FFF2-40B4-BE49-F238E27FC236}">
                <a16:creationId xmlns:a16="http://schemas.microsoft.com/office/drawing/2014/main" id="{DB59CE52-E563-4206-9A1E-B20F407815F8}"/>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1" y="1003300"/>
            <a:ext cx="4570413"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3669" name="Rectangle 26">
            <a:extLst>
              <a:ext uri="{FF2B5EF4-FFF2-40B4-BE49-F238E27FC236}">
                <a16:creationId xmlns:a16="http://schemas.microsoft.com/office/drawing/2014/main" id="{B3695860-7778-4336-A033-B18A18B6C05C}"/>
              </a:ext>
            </a:extLst>
          </p:cNvPr>
          <p:cNvSpPr>
            <a:spLocks noChangeArrowheads="1"/>
          </p:cNvSpPr>
          <p:nvPr/>
        </p:nvSpPr>
        <p:spPr bwMode="auto">
          <a:xfrm>
            <a:off x="6934200" y="4030663"/>
            <a:ext cx="2643188" cy="2017712"/>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13670" name="Rectangle 25">
            <a:extLst>
              <a:ext uri="{FF2B5EF4-FFF2-40B4-BE49-F238E27FC236}">
                <a16:creationId xmlns:a16="http://schemas.microsoft.com/office/drawing/2014/main" id="{70C76E46-3F45-461C-9317-99CBCD8BA0D2}"/>
              </a:ext>
            </a:extLst>
          </p:cNvPr>
          <p:cNvSpPr>
            <a:spLocks noChangeArrowheads="1"/>
          </p:cNvSpPr>
          <p:nvPr/>
        </p:nvSpPr>
        <p:spPr bwMode="auto">
          <a:xfrm>
            <a:off x="2860675" y="4049713"/>
            <a:ext cx="2643188" cy="2017712"/>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11623" name="Rectangle 2">
            <a:extLst>
              <a:ext uri="{FF2B5EF4-FFF2-40B4-BE49-F238E27FC236}">
                <a16:creationId xmlns:a16="http://schemas.microsoft.com/office/drawing/2014/main" id="{9014C8AF-48D3-4778-BA2D-C3B7B655245B}"/>
              </a:ext>
            </a:extLst>
          </p:cNvPr>
          <p:cNvSpPr>
            <a:spLocks noGrp="1" noChangeArrowheads="1"/>
          </p:cNvSpPr>
          <p:nvPr>
            <p:ph type="title"/>
          </p:nvPr>
        </p:nvSpPr>
        <p:spPr>
          <a:xfrm>
            <a:off x="2133601" y="48682"/>
            <a:ext cx="10131425" cy="1456267"/>
          </a:xfrm>
        </p:spPr>
        <p:txBody>
          <a:bodyPr/>
          <a:lstStyle/>
          <a:p>
            <a:pPr>
              <a:defRPr/>
            </a:pPr>
            <a:r>
              <a:rPr lang="en-US" sz="4000" dirty="0"/>
              <a:t>RIP: </a:t>
            </a:r>
            <a:r>
              <a:rPr lang="en-US" sz="4000" dirty="0" err="1"/>
              <a:t>xử</a:t>
            </a:r>
            <a:r>
              <a:rPr lang="en-US" sz="4000" dirty="0"/>
              <a:t> </a:t>
            </a:r>
            <a:r>
              <a:rPr lang="en-US" sz="4000" dirty="0" err="1"/>
              <a:t>lý</a:t>
            </a:r>
            <a:r>
              <a:rPr lang="en-US" sz="4000" dirty="0"/>
              <a:t> </a:t>
            </a:r>
            <a:r>
              <a:rPr lang="en-US" sz="4000" dirty="0" err="1"/>
              <a:t>bảng</a:t>
            </a:r>
            <a:endParaRPr lang="en-US" sz="4000" dirty="0"/>
          </a:p>
        </p:txBody>
      </p:sp>
      <p:sp>
        <p:nvSpPr>
          <p:cNvPr id="111624" name="Rectangle 3">
            <a:extLst>
              <a:ext uri="{FF2B5EF4-FFF2-40B4-BE49-F238E27FC236}">
                <a16:creationId xmlns:a16="http://schemas.microsoft.com/office/drawing/2014/main" id="{34C9DB89-3D27-42FC-B6E1-A44274637FE7}"/>
              </a:ext>
            </a:extLst>
          </p:cNvPr>
          <p:cNvSpPr>
            <a:spLocks noGrp="1" noChangeArrowheads="1"/>
          </p:cNvSpPr>
          <p:nvPr>
            <p:ph type="body" idx="1"/>
          </p:nvPr>
        </p:nvSpPr>
        <p:spPr>
          <a:xfrm>
            <a:off x="2057400" y="1600200"/>
            <a:ext cx="8166100" cy="4648200"/>
          </a:xfrm>
        </p:spPr>
        <p:txBody>
          <a:bodyPr/>
          <a:lstStyle/>
          <a:p>
            <a:pPr>
              <a:buFont typeface="Wingdings" charset="0"/>
              <a:buChar char="v"/>
              <a:defRPr/>
            </a:pPr>
            <a:r>
              <a:rPr lang="en-US" dirty="0" err="1">
                <a:latin typeface="Comic Sans MS" pitchFamily="66" charset="0"/>
                <a:cs typeface="+mn-cs"/>
              </a:rPr>
              <a:t>Các</a:t>
            </a:r>
            <a:r>
              <a:rPr lang="en-US" dirty="0">
                <a:latin typeface="Comic Sans MS" pitchFamily="66" charset="0"/>
                <a:cs typeface="+mn-cs"/>
              </a:rPr>
              <a:t> </a:t>
            </a:r>
            <a:r>
              <a:rPr lang="en-US" dirty="0" err="1">
                <a:latin typeface="Comic Sans MS" pitchFamily="66" charset="0"/>
                <a:cs typeface="+mn-cs"/>
              </a:rPr>
              <a:t>bảng</a:t>
            </a:r>
            <a:r>
              <a:rPr lang="en-US" dirty="0">
                <a:latin typeface="Comic Sans MS" pitchFamily="66" charset="0"/>
                <a:cs typeface="+mn-cs"/>
              </a:rPr>
              <a:t> </a:t>
            </a:r>
            <a:r>
              <a:rPr lang="en-US" dirty="0" err="1">
                <a:latin typeface="Comic Sans MS" pitchFamily="66" charset="0"/>
                <a:cs typeface="+mn-cs"/>
              </a:rPr>
              <a:t>định</a:t>
            </a:r>
            <a:r>
              <a:rPr lang="en-US" dirty="0">
                <a:latin typeface="Comic Sans MS" pitchFamily="66" charset="0"/>
                <a:cs typeface="+mn-cs"/>
              </a:rPr>
              <a:t> </a:t>
            </a:r>
            <a:r>
              <a:rPr lang="en-US" dirty="0" err="1">
                <a:latin typeface="Comic Sans MS" pitchFamily="66" charset="0"/>
                <a:cs typeface="+mn-cs"/>
              </a:rPr>
              <a:t>tuyến</a:t>
            </a:r>
            <a:r>
              <a:rPr lang="en-US" dirty="0">
                <a:latin typeface="Comic Sans MS" pitchFamily="66" charset="0"/>
                <a:cs typeface="+mn-cs"/>
              </a:rPr>
              <a:t> </a:t>
            </a:r>
            <a:r>
              <a:rPr lang="en-US" dirty="0" err="1">
                <a:latin typeface="Comic Sans MS" pitchFamily="66" charset="0"/>
                <a:cs typeface="+mn-cs"/>
              </a:rPr>
              <a:t>được</a:t>
            </a:r>
            <a:r>
              <a:rPr lang="en-US" dirty="0">
                <a:latin typeface="Comic Sans MS" pitchFamily="66" charset="0"/>
                <a:cs typeface="+mn-cs"/>
              </a:rPr>
              <a:t> </a:t>
            </a:r>
            <a:r>
              <a:rPr lang="en-US" dirty="0" err="1">
                <a:latin typeface="Comic Sans MS" pitchFamily="66" charset="0"/>
                <a:cs typeface="+mn-cs"/>
              </a:rPr>
              <a:t>quản</a:t>
            </a:r>
            <a:r>
              <a:rPr lang="en-US" dirty="0">
                <a:latin typeface="Comic Sans MS" pitchFamily="66" charset="0"/>
                <a:cs typeface="+mn-cs"/>
              </a:rPr>
              <a:t> </a:t>
            </a:r>
            <a:r>
              <a:rPr lang="en-US" dirty="0" err="1">
                <a:latin typeface="Comic Sans MS" pitchFamily="66" charset="0"/>
                <a:cs typeface="+mn-cs"/>
              </a:rPr>
              <a:t>lý</a:t>
            </a:r>
            <a:r>
              <a:rPr lang="en-US" dirty="0">
                <a:latin typeface="Comic Sans MS" pitchFamily="66" charset="0"/>
                <a:cs typeface="+mn-cs"/>
              </a:rPr>
              <a:t> </a:t>
            </a:r>
            <a:r>
              <a:rPr lang="en-US" dirty="0" err="1">
                <a:latin typeface="Comic Sans MS" pitchFamily="66" charset="0"/>
                <a:cs typeface="+mn-cs"/>
              </a:rPr>
              <a:t>bởi</a:t>
            </a:r>
            <a:r>
              <a:rPr lang="en-US" dirty="0">
                <a:latin typeface="Comic Sans MS" pitchFamily="66" charset="0"/>
                <a:cs typeface="+mn-cs"/>
              </a:rPr>
              <a:t> </a:t>
            </a:r>
            <a:r>
              <a:rPr lang="en-US" dirty="0" err="1">
                <a:latin typeface="Comic Sans MS" pitchFamily="66" charset="0"/>
                <a:cs typeface="+mn-cs"/>
              </a:rPr>
              <a:t>tiến</a:t>
            </a:r>
            <a:r>
              <a:rPr lang="en-US" dirty="0">
                <a:latin typeface="Comic Sans MS" pitchFamily="66" charset="0"/>
                <a:cs typeface="+mn-cs"/>
              </a:rPr>
              <a:t> </a:t>
            </a:r>
            <a:r>
              <a:rPr lang="en-US" dirty="0" err="1">
                <a:latin typeface="Comic Sans MS" pitchFamily="66" charset="0"/>
                <a:cs typeface="+mn-cs"/>
              </a:rPr>
              <a:t>trình</a:t>
            </a:r>
            <a:r>
              <a:rPr lang="en-US" dirty="0">
                <a:latin typeface="Comic Sans MS" pitchFamily="66" charset="0"/>
                <a:cs typeface="+mn-cs"/>
              </a:rPr>
              <a:t> ở </a:t>
            </a:r>
            <a:r>
              <a:rPr lang="en-US" dirty="0" err="1">
                <a:latin typeface="Comic Sans MS" pitchFamily="66" charset="0"/>
                <a:cs typeface="+mn-cs"/>
              </a:rPr>
              <a:t>mức</a:t>
            </a:r>
            <a:r>
              <a:rPr lang="en-US" dirty="0">
                <a:latin typeface="Comic Sans MS" pitchFamily="66" charset="0"/>
                <a:cs typeface="+mn-cs"/>
              </a:rPr>
              <a:t> </a:t>
            </a:r>
            <a:r>
              <a:rPr lang="en-US" i="1" dirty="0">
                <a:solidFill>
                  <a:srgbClr val="CC0000"/>
                </a:solidFill>
                <a:latin typeface="Comic Sans MS" pitchFamily="66" charset="0"/>
                <a:cs typeface="+mn-cs"/>
              </a:rPr>
              <a:t>application </a:t>
            </a:r>
            <a:r>
              <a:rPr lang="en-US" dirty="0" err="1">
                <a:latin typeface="Comic Sans MS" pitchFamily="66" charset="0"/>
                <a:cs typeface="+mn-cs"/>
              </a:rPr>
              <a:t>được</a:t>
            </a:r>
            <a:r>
              <a:rPr lang="en-US" dirty="0">
                <a:latin typeface="Comic Sans MS" pitchFamily="66" charset="0"/>
                <a:cs typeface="+mn-cs"/>
              </a:rPr>
              <a:t> </a:t>
            </a:r>
            <a:r>
              <a:rPr lang="en-US" dirty="0" err="1">
                <a:latin typeface="Comic Sans MS" pitchFamily="66" charset="0"/>
                <a:cs typeface="+mn-cs"/>
              </a:rPr>
              <a:t>gọi</a:t>
            </a:r>
            <a:r>
              <a:rPr lang="en-US" dirty="0">
                <a:latin typeface="Comic Sans MS" pitchFamily="66" charset="0"/>
                <a:cs typeface="+mn-cs"/>
              </a:rPr>
              <a:t> </a:t>
            </a:r>
            <a:r>
              <a:rPr lang="en-US" dirty="0" err="1">
                <a:latin typeface="Comic Sans MS" pitchFamily="66" charset="0"/>
                <a:cs typeface="+mn-cs"/>
              </a:rPr>
              <a:t>là</a:t>
            </a:r>
            <a:r>
              <a:rPr lang="en-US" dirty="0">
                <a:latin typeface="Comic Sans MS" pitchFamily="66" charset="0"/>
                <a:cs typeface="+mn-cs"/>
              </a:rPr>
              <a:t> route-d (daemon)</a:t>
            </a:r>
          </a:p>
          <a:p>
            <a:pPr>
              <a:buFont typeface="Wingdings" charset="0"/>
              <a:buChar char="v"/>
              <a:defRPr/>
            </a:pPr>
            <a:r>
              <a:rPr lang="en-US" dirty="0" err="1">
                <a:latin typeface="Comic Sans MS" pitchFamily="66" charset="0"/>
                <a:cs typeface="+mn-cs"/>
              </a:rPr>
              <a:t>Các</a:t>
            </a:r>
            <a:r>
              <a:rPr lang="en-US" dirty="0">
                <a:latin typeface="Comic Sans MS" pitchFamily="66" charset="0"/>
                <a:cs typeface="+mn-cs"/>
              </a:rPr>
              <a:t> </a:t>
            </a:r>
            <a:r>
              <a:rPr lang="en-US" dirty="0" err="1">
                <a:latin typeface="Comic Sans MS" pitchFamily="66" charset="0"/>
                <a:cs typeface="+mn-cs"/>
              </a:rPr>
              <a:t>quảng</a:t>
            </a:r>
            <a:r>
              <a:rPr lang="en-US" dirty="0">
                <a:latin typeface="Comic Sans MS" pitchFamily="66" charset="0"/>
                <a:cs typeface="+mn-cs"/>
              </a:rPr>
              <a:t> </a:t>
            </a:r>
            <a:r>
              <a:rPr lang="en-US" dirty="0" err="1">
                <a:latin typeface="Comic Sans MS" pitchFamily="66" charset="0"/>
                <a:cs typeface="+mn-cs"/>
              </a:rPr>
              <a:t>cáo</a:t>
            </a:r>
            <a:r>
              <a:rPr lang="en-US" dirty="0">
                <a:latin typeface="Comic Sans MS" pitchFamily="66" charset="0"/>
                <a:cs typeface="+mn-cs"/>
              </a:rPr>
              <a:t> </a:t>
            </a:r>
            <a:r>
              <a:rPr lang="en-US" dirty="0" err="1">
                <a:latin typeface="Comic Sans MS" pitchFamily="66" charset="0"/>
                <a:cs typeface="+mn-cs"/>
              </a:rPr>
              <a:t>được</a:t>
            </a:r>
            <a:r>
              <a:rPr lang="en-US" dirty="0">
                <a:latin typeface="Comic Sans MS" pitchFamily="66" charset="0"/>
                <a:cs typeface="+mn-cs"/>
              </a:rPr>
              <a:t> </a:t>
            </a:r>
            <a:r>
              <a:rPr lang="en-US" dirty="0" err="1">
                <a:latin typeface="Comic Sans MS" pitchFamily="66" charset="0"/>
                <a:cs typeface="+mn-cs"/>
              </a:rPr>
              <a:t>gởi</a:t>
            </a:r>
            <a:r>
              <a:rPr lang="en-US" dirty="0">
                <a:latin typeface="Comic Sans MS" pitchFamily="66" charset="0"/>
                <a:cs typeface="+mn-cs"/>
              </a:rPr>
              <a:t> </a:t>
            </a:r>
            <a:r>
              <a:rPr lang="en-US" dirty="0" err="1">
                <a:latin typeface="Comic Sans MS" pitchFamily="66" charset="0"/>
                <a:cs typeface="+mn-cs"/>
              </a:rPr>
              <a:t>trong</a:t>
            </a:r>
            <a:r>
              <a:rPr lang="en-US" dirty="0">
                <a:latin typeface="Comic Sans MS" pitchFamily="66" charset="0"/>
                <a:cs typeface="+mn-cs"/>
              </a:rPr>
              <a:t> </a:t>
            </a:r>
            <a:r>
              <a:rPr lang="en-US" dirty="0" err="1">
                <a:latin typeface="Comic Sans MS" pitchFamily="66" charset="0"/>
                <a:cs typeface="+mn-cs"/>
              </a:rPr>
              <a:t>các</a:t>
            </a:r>
            <a:r>
              <a:rPr lang="en-US" dirty="0">
                <a:latin typeface="Comic Sans MS" pitchFamily="66" charset="0"/>
                <a:cs typeface="+mn-cs"/>
              </a:rPr>
              <a:t> packet UDP, </a:t>
            </a:r>
            <a:r>
              <a:rPr lang="en-US" dirty="0" err="1">
                <a:latin typeface="Comic Sans MS" pitchFamily="66" charset="0"/>
                <a:cs typeface="+mn-cs"/>
              </a:rPr>
              <a:t>được</a:t>
            </a:r>
            <a:r>
              <a:rPr lang="en-US" dirty="0">
                <a:latin typeface="Comic Sans MS" pitchFamily="66" charset="0"/>
                <a:cs typeface="+mn-cs"/>
              </a:rPr>
              <a:t> </a:t>
            </a:r>
            <a:r>
              <a:rPr lang="en-US" dirty="0" err="1">
                <a:latin typeface="Comic Sans MS" pitchFamily="66" charset="0"/>
                <a:cs typeface="+mn-cs"/>
              </a:rPr>
              <a:t>lặp</a:t>
            </a:r>
            <a:r>
              <a:rPr lang="en-US" dirty="0">
                <a:latin typeface="Comic Sans MS" pitchFamily="66" charset="0"/>
                <a:cs typeface="+mn-cs"/>
              </a:rPr>
              <a:t> </a:t>
            </a:r>
            <a:r>
              <a:rPr lang="en-US" dirty="0" err="1">
                <a:latin typeface="Comic Sans MS" pitchFamily="66" charset="0"/>
                <a:cs typeface="+mn-cs"/>
              </a:rPr>
              <a:t>lại</a:t>
            </a:r>
            <a:r>
              <a:rPr lang="en-US" dirty="0">
                <a:latin typeface="Comic Sans MS" pitchFamily="66" charset="0"/>
                <a:cs typeface="+mn-cs"/>
              </a:rPr>
              <a:t> </a:t>
            </a:r>
            <a:r>
              <a:rPr lang="en-US" dirty="0" err="1">
                <a:latin typeface="Comic Sans MS" pitchFamily="66" charset="0"/>
                <a:cs typeface="+mn-cs"/>
              </a:rPr>
              <a:t>theo</a:t>
            </a:r>
            <a:r>
              <a:rPr lang="en-US" dirty="0">
                <a:latin typeface="Comic Sans MS" pitchFamily="66" charset="0"/>
                <a:cs typeface="+mn-cs"/>
              </a:rPr>
              <a:t> </a:t>
            </a:r>
            <a:r>
              <a:rPr lang="en-US" dirty="0" err="1">
                <a:latin typeface="Comic Sans MS" pitchFamily="66" charset="0"/>
                <a:cs typeface="+mn-cs"/>
              </a:rPr>
              <a:t>chu</a:t>
            </a:r>
            <a:r>
              <a:rPr lang="en-US" dirty="0">
                <a:latin typeface="Comic Sans MS" pitchFamily="66" charset="0"/>
                <a:cs typeface="+mn-cs"/>
              </a:rPr>
              <a:t> </a:t>
            </a:r>
            <a:r>
              <a:rPr lang="en-US" dirty="0" err="1">
                <a:latin typeface="Comic Sans MS" pitchFamily="66" charset="0"/>
                <a:cs typeface="+mn-cs"/>
              </a:rPr>
              <a:t>kỳ</a:t>
            </a:r>
            <a:endParaRPr lang="en-US" dirty="0">
              <a:latin typeface="Comic Sans MS" pitchFamily="66" charset="0"/>
              <a:cs typeface="+mn-cs"/>
            </a:endParaRPr>
          </a:p>
        </p:txBody>
      </p:sp>
      <p:sp>
        <p:nvSpPr>
          <p:cNvPr id="113673" name="Text Box 4">
            <a:extLst>
              <a:ext uri="{FF2B5EF4-FFF2-40B4-BE49-F238E27FC236}">
                <a16:creationId xmlns:a16="http://schemas.microsoft.com/office/drawing/2014/main" id="{77E30F9A-4704-4E76-934C-9442EB86A9C5}"/>
              </a:ext>
            </a:extLst>
          </p:cNvPr>
          <p:cNvSpPr txBox="1">
            <a:spLocks noChangeArrowheads="1"/>
          </p:cNvSpPr>
          <p:nvPr/>
        </p:nvSpPr>
        <p:spPr bwMode="auto">
          <a:xfrm>
            <a:off x="2787650" y="5778500"/>
            <a:ext cx="2655888" cy="376238"/>
          </a:xfrm>
          <a:prstGeom prst="rect">
            <a:avLst/>
          </a:prstGeom>
          <a:solidFill>
            <a:schemeClr val="bg1"/>
          </a:solidFill>
          <a:ln w="9525">
            <a:solidFill>
              <a:schemeClr val="tx1"/>
            </a:solidFill>
            <a:miter lim="800000"/>
            <a:headEnd/>
            <a:tailEnd/>
          </a:ln>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physical</a:t>
            </a:r>
          </a:p>
        </p:txBody>
      </p:sp>
      <p:sp>
        <p:nvSpPr>
          <p:cNvPr id="113674" name="Text Box 5">
            <a:extLst>
              <a:ext uri="{FF2B5EF4-FFF2-40B4-BE49-F238E27FC236}">
                <a16:creationId xmlns:a16="http://schemas.microsoft.com/office/drawing/2014/main" id="{4B044278-B0E3-469D-945B-F6B164B7831D}"/>
              </a:ext>
            </a:extLst>
          </p:cNvPr>
          <p:cNvSpPr txBox="1">
            <a:spLocks noChangeArrowheads="1"/>
          </p:cNvSpPr>
          <p:nvPr/>
        </p:nvSpPr>
        <p:spPr bwMode="auto">
          <a:xfrm>
            <a:off x="2792414" y="5402264"/>
            <a:ext cx="2651125" cy="376237"/>
          </a:xfrm>
          <a:prstGeom prst="rect">
            <a:avLst/>
          </a:prstGeom>
          <a:solidFill>
            <a:schemeClr val="bg1"/>
          </a:solidFill>
          <a:ln w="9525">
            <a:solidFill>
              <a:schemeClr val="tx1"/>
            </a:solidFill>
            <a:miter lim="800000"/>
            <a:headEnd/>
            <a:tailEnd/>
          </a:ln>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link</a:t>
            </a:r>
          </a:p>
        </p:txBody>
      </p:sp>
      <p:sp>
        <p:nvSpPr>
          <p:cNvPr id="113675" name="Text Box 6">
            <a:extLst>
              <a:ext uri="{FF2B5EF4-FFF2-40B4-BE49-F238E27FC236}">
                <a16:creationId xmlns:a16="http://schemas.microsoft.com/office/drawing/2014/main" id="{4425DDD9-E001-4C1F-84E9-2762A777EF54}"/>
              </a:ext>
            </a:extLst>
          </p:cNvPr>
          <p:cNvSpPr txBox="1">
            <a:spLocks noChangeArrowheads="1"/>
          </p:cNvSpPr>
          <p:nvPr/>
        </p:nvSpPr>
        <p:spPr bwMode="auto">
          <a:xfrm>
            <a:off x="2792414" y="4751389"/>
            <a:ext cx="2651125" cy="650875"/>
          </a:xfrm>
          <a:prstGeom prst="rect">
            <a:avLst/>
          </a:prstGeom>
          <a:solidFill>
            <a:schemeClr val="bg1"/>
          </a:solidFill>
          <a:ln w="9525">
            <a:solidFill>
              <a:schemeClr val="tx1"/>
            </a:solidFill>
            <a:miter lim="800000"/>
            <a:headEnd/>
            <a:tailEnd/>
          </a:ln>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network       </a:t>
            </a:r>
            <a:r>
              <a:rPr lang="en-US" altLang="en-US" i="1">
                <a:solidFill>
                  <a:srgbClr val="CC0000"/>
                </a:solidFill>
              </a:rPr>
              <a:t>forwarding</a:t>
            </a:r>
          </a:p>
          <a:p>
            <a:r>
              <a:rPr lang="en-US" altLang="en-US"/>
              <a:t>   (IP)             </a:t>
            </a:r>
            <a:r>
              <a:rPr lang="en-US" altLang="en-US" i="1">
                <a:solidFill>
                  <a:srgbClr val="CC0000"/>
                </a:solidFill>
              </a:rPr>
              <a:t>table</a:t>
            </a:r>
          </a:p>
        </p:txBody>
      </p:sp>
      <p:sp>
        <p:nvSpPr>
          <p:cNvPr id="113676" name="Rectangle 7">
            <a:extLst>
              <a:ext uri="{FF2B5EF4-FFF2-40B4-BE49-F238E27FC236}">
                <a16:creationId xmlns:a16="http://schemas.microsoft.com/office/drawing/2014/main" id="{6EEF6BC1-2887-4A0C-B2D1-F6017B422216}"/>
              </a:ext>
            </a:extLst>
          </p:cNvPr>
          <p:cNvSpPr>
            <a:spLocks noChangeArrowheads="1"/>
          </p:cNvSpPr>
          <p:nvPr/>
        </p:nvSpPr>
        <p:spPr bwMode="auto">
          <a:xfrm>
            <a:off x="4051300" y="4787901"/>
            <a:ext cx="1233488" cy="574675"/>
          </a:xfrm>
          <a:prstGeom prst="rect">
            <a:avLst/>
          </a:prstGeom>
          <a:noFill/>
          <a:ln w="19050">
            <a:solidFill>
              <a:srgbClr val="CC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13677" name="Text Box 8">
            <a:extLst>
              <a:ext uri="{FF2B5EF4-FFF2-40B4-BE49-F238E27FC236}">
                <a16:creationId xmlns:a16="http://schemas.microsoft.com/office/drawing/2014/main" id="{69980E3F-6E10-4A9C-821B-977D9600D201}"/>
              </a:ext>
            </a:extLst>
          </p:cNvPr>
          <p:cNvSpPr txBox="1">
            <a:spLocks noChangeArrowheads="1"/>
          </p:cNvSpPr>
          <p:nvPr/>
        </p:nvSpPr>
        <p:spPr bwMode="auto">
          <a:xfrm>
            <a:off x="2792414" y="4100514"/>
            <a:ext cx="2651125" cy="650875"/>
          </a:xfrm>
          <a:prstGeom prst="rect">
            <a:avLst/>
          </a:prstGeom>
          <a:solidFill>
            <a:schemeClr val="bg1"/>
          </a:solidFill>
          <a:ln w="9525">
            <a:solidFill>
              <a:schemeClr val="tx1"/>
            </a:solidFill>
            <a:miter lim="800000"/>
            <a:headEnd/>
            <a:tailEnd/>
          </a:ln>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transport</a:t>
            </a:r>
          </a:p>
          <a:p>
            <a:r>
              <a:rPr lang="en-US" altLang="en-US"/>
              <a:t>  (UDP)</a:t>
            </a:r>
          </a:p>
        </p:txBody>
      </p:sp>
      <p:grpSp>
        <p:nvGrpSpPr>
          <p:cNvPr id="113678" name="Group 9">
            <a:extLst>
              <a:ext uri="{FF2B5EF4-FFF2-40B4-BE49-F238E27FC236}">
                <a16:creationId xmlns:a16="http://schemas.microsoft.com/office/drawing/2014/main" id="{57836CD5-8F30-45FF-8986-536E48545A3C}"/>
              </a:ext>
            </a:extLst>
          </p:cNvPr>
          <p:cNvGrpSpPr>
            <a:grpSpLocks/>
          </p:cNvGrpSpPr>
          <p:nvPr/>
        </p:nvGrpSpPr>
        <p:grpSpPr bwMode="auto">
          <a:xfrm>
            <a:off x="3648075" y="3346450"/>
            <a:ext cx="1258888" cy="560388"/>
            <a:chOff x="1315" y="2154"/>
            <a:chExt cx="793" cy="353"/>
          </a:xfrm>
        </p:grpSpPr>
        <p:sp>
          <p:nvSpPr>
            <p:cNvPr id="113692" name="Oval 10">
              <a:extLst>
                <a:ext uri="{FF2B5EF4-FFF2-40B4-BE49-F238E27FC236}">
                  <a16:creationId xmlns:a16="http://schemas.microsoft.com/office/drawing/2014/main" id="{31425CA3-8DD9-49A0-A121-BCFFB9ED9CF5}"/>
                </a:ext>
              </a:extLst>
            </p:cNvPr>
            <p:cNvSpPr>
              <a:spLocks noChangeArrowheads="1"/>
            </p:cNvSpPr>
            <p:nvPr/>
          </p:nvSpPr>
          <p:spPr bwMode="auto">
            <a:xfrm>
              <a:off x="1315" y="2154"/>
              <a:ext cx="793" cy="353"/>
            </a:xfrm>
            <a:prstGeom prst="ellipse">
              <a:avLst/>
            </a:prstGeom>
            <a:solidFill>
              <a:srgbClr val="66CCFF"/>
            </a:solidFill>
            <a:ln w="9525">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13693" name="Text Box 11">
              <a:extLst>
                <a:ext uri="{FF2B5EF4-FFF2-40B4-BE49-F238E27FC236}">
                  <a16:creationId xmlns:a16="http://schemas.microsoft.com/office/drawing/2014/main" id="{AE51FE86-8FB4-4786-B231-2351B8474D91}"/>
                </a:ext>
              </a:extLst>
            </p:cNvPr>
            <p:cNvSpPr txBox="1">
              <a:spLocks noChangeArrowheads="1"/>
            </p:cNvSpPr>
            <p:nvPr/>
          </p:nvSpPr>
          <p:spPr bwMode="auto">
            <a:xfrm>
              <a:off x="1434" y="2208"/>
              <a:ext cx="5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routed</a:t>
              </a:r>
            </a:p>
          </p:txBody>
        </p:sp>
      </p:grpSp>
      <p:sp>
        <p:nvSpPr>
          <p:cNvPr id="113679" name="Line 12">
            <a:extLst>
              <a:ext uri="{FF2B5EF4-FFF2-40B4-BE49-F238E27FC236}">
                <a16:creationId xmlns:a16="http://schemas.microsoft.com/office/drawing/2014/main" id="{EC01DA4A-BE52-44A7-B4F1-C596E7E07801}"/>
              </a:ext>
            </a:extLst>
          </p:cNvPr>
          <p:cNvSpPr>
            <a:spLocks noChangeShapeType="1"/>
          </p:cNvSpPr>
          <p:nvPr/>
        </p:nvSpPr>
        <p:spPr bwMode="auto">
          <a:xfrm flipV="1">
            <a:off x="3905250" y="3871913"/>
            <a:ext cx="0" cy="2038350"/>
          </a:xfrm>
          <a:prstGeom prst="line">
            <a:avLst/>
          </a:prstGeom>
          <a:noFill/>
          <a:ln w="19050">
            <a:solidFill>
              <a:srgbClr val="000099"/>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13680" name="Text Box 13">
            <a:extLst>
              <a:ext uri="{FF2B5EF4-FFF2-40B4-BE49-F238E27FC236}">
                <a16:creationId xmlns:a16="http://schemas.microsoft.com/office/drawing/2014/main" id="{B91BBE89-E92F-4D88-906A-C9BD87CBF8D4}"/>
              </a:ext>
            </a:extLst>
          </p:cNvPr>
          <p:cNvSpPr txBox="1">
            <a:spLocks noChangeArrowheads="1"/>
          </p:cNvSpPr>
          <p:nvPr/>
        </p:nvSpPr>
        <p:spPr bwMode="auto">
          <a:xfrm>
            <a:off x="6848475" y="5784850"/>
            <a:ext cx="2655888" cy="376238"/>
          </a:xfrm>
          <a:prstGeom prst="rect">
            <a:avLst/>
          </a:prstGeom>
          <a:solidFill>
            <a:schemeClr val="bg1"/>
          </a:solidFill>
          <a:ln w="9525">
            <a:solidFill>
              <a:schemeClr val="tx1"/>
            </a:solidFill>
            <a:miter lim="800000"/>
            <a:headEnd/>
            <a:tailEnd/>
          </a:ln>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a:r>
              <a:rPr lang="en-US" altLang="en-US"/>
              <a:t>physical</a:t>
            </a:r>
          </a:p>
        </p:txBody>
      </p:sp>
      <p:sp>
        <p:nvSpPr>
          <p:cNvPr id="113681" name="Text Box 14">
            <a:extLst>
              <a:ext uri="{FF2B5EF4-FFF2-40B4-BE49-F238E27FC236}">
                <a16:creationId xmlns:a16="http://schemas.microsoft.com/office/drawing/2014/main" id="{31B42B09-D83A-4AF4-80DC-DE5D7A56DFC9}"/>
              </a:ext>
            </a:extLst>
          </p:cNvPr>
          <p:cNvSpPr txBox="1">
            <a:spLocks noChangeArrowheads="1"/>
          </p:cNvSpPr>
          <p:nvPr/>
        </p:nvSpPr>
        <p:spPr bwMode="auto">
          <a:xfrm>
            <a:off x="6853239" y="5408614"/>
            <a:ext cx="2651125" cy="376237"/>
          </a:xfrm>
          <a:prstGeom prst="rect">
            <a:avLst/>
          </a:prstGeom>
          <a:solidFill>
            <a:schemeClr val="bg1"/>
          </a:solidFill>
          <a:ln w="9525">
            <a:solidFill>
              <a:schemeClr val="tx1"/>
            </a:solidFill>
            <a:miter lim="800000"/>
            <a:headEnd/>
            <a:tailEnd/>
          </a:ln>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a:r>
              <a:rPr lang="en-US" altLang="en-US"/>
              <a:t>link</a:t>
            </a:r>
          </a:p>
        </p:txBody>
      </p:sp>
      <p:sp>
        <p:nvSpPr>
          <p:cNvPr id="113682" name="Text Box 15">
            <a:extLst>
              <a:ext uri="{FF2B5EF4-FFF2-40B4-BE49-F238E27FC236}">
                <a16:creationId xmlns:a16="http://schemas.microsoft.com/office/drawing/2014/main" id="{914269E8-F951-431D-A638-C151A116DABA}"/>
              </a:ext>
            </a:extLst>
          </p:cNvPr>
          <p:cNvSpPr txBox="1">
            <a:spLocks noChangeArrowheads="1"/>
          </p:cNvSpPr>
          <p:nvPr/>
        </p:nvSpPr>
        <p:spPr bwMode="auto">
          <a:xfrm>
            <a:off x="6853239" y="4757739"/>
            <a:ext cx="2651125" cy="650875"/>
          </a:xfrm>
          <a:prstGeom prst="rect">
            <a:avLst/>
          </a:prstGeom>
          <a:solidFill>
            <a:schemeClr val="bg1"/>
          </a:solidFill>
          <a:ln w="9525">
            <a:solidFill>
              <a:schemeClr val="tx1"/>
            </a:solidFill>
            <a:miter lim="800000"/>
            <a:headEnd/>
            <a:tailEnd/>
          </a:ln>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a:r>
              <a:rPr lang="en-US" altLang="en-US"/>
              <a:t>network</a:t>
            </a:r>
          </a:p>
          <a:p>
            <a:pPr algn="r"/>
            <a:r>
              <a:rPr lang="en-US" altLang="en-US"/>
              <a:t>   (IP)</a:t>
            </a:r>
          </a:p>
        </p:txBody>
      </p:sp>
      <p:sp>
        <p:nvSpPr>
          <p:cNvPr id="113683" name="Text Box 16">
            <a:extLst>
              <a:ext uri="{FF2B5EF4-FFF2-40B4-BE49-F238E27FC236}">
                <a16:creationId xmlns:a16="http://schemas.microsoft.com/office/drawing/2014/main" id="{6A6F5AEB-5233-40DD-A6A0-F59A936DA163}"/>
              </a:ext>
            </a:extLst>
          </p:cNvPr>
          <p:cNvSpPr txBox="1">
            <a:spLocks noChangeArrowheads="1"/>
          </p:cNvSpPr>
          <p:nvPr/>
        </p:nvSpPr>
        <p:spPr bwMode="auto">
          <a:xfrm>
            <a:off x="6853239" y="4106864"/>
            <a:ext cx="2651125" cy="650875"/>
          </a:xfrm>
          <a:prstGeom prst="rect">
            <a:avLst/>
          </a:prstGeom>
          <a:solidFill>
            <a:schemeClr val="bg1"/>
          </a:solidFill>
          <a:ln w="9525">
            <a:solidFill>
              <a:schemeClr val="tx1"/>
            </a:solidFill>
            <a:miter lim="800000"/>
            <a:headEnd/>
            <a:tailEnd/>
          </a:ln>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a:r>
              <a:rPr lang="en-US" altLang="en-US"/>
              <a:t>transprt</a:t>
            </a:r>
          </a:p>
          <a:p>
            <a:pPr algn="r"/>
            <a:r>
              <a:rPr lang="en-US" altLang="en-US"/>
              <a:t>  (UDP)</a:t>
            </a:r>
          </a:p>
        </p:txBody>
      </p:sp>
      <p:grpSp>
        <p:nvGrpSpPr>
          <p:cNvPr id="113684" name="Group 17">
            <a:extLst>
              <a:ext uri="{FF2B5EF4-FFF2-40B4-BE49-F238E27FC236}">
                <a16:creationId xmlns:a16="http://schemas.microsoft.com/office/drawing/2014/main" id="{060D5941-159B-4036-9736-D1D24535FA78}"/>
              </a:ext>
            </a:extLst>
          </p:cNvPr>
          <p:cNvGrpSpPr>
            <a:grpSpLocks/>
          </p:cNvGrpSpPr>
          <p:nvPr/>
        </p:nvGrpSpPr>
        <p:grpSpPr bwMode="auto">
          <a:xfrm>
            <a:off x="7502525" y="3352800"/>
            <a:ext cx="1258888" cy="560388"/>
            <a:chOff x="1315" y="2154"/>
            <a:chExt cx="793" cy="353"/>
          </a:xfrm>
        </p:grpSpPr>
        <p:sp>
          <p:nvSpPr>
            <p:cNvPr id="113690" name="Oval 18">
              <a:extLst>
                <a:ext uri="{FF2B5EF4-FFF2-40B4-BE49-F238E27FC236}">
                  <a16:creationId xmlns:a16="http://schemas.microsoft.com/office/drawing/2014/main" id="{97D4C43F-D963-491D-B648-D627C8E9E505}"/>
                </a:ext>
              </a:extLst>
            </p:cNvPr>
            <p:cNvSpPr>
              <a:spLocks noChangeArrowheads="1"/>
            </p:cNvSpPr>
            <p:nvPr/>
          </p:nvSpPr>
          <p:spPr bwMode="auto">
            <a:xfrm>
              <a:off x="1315" y="2154"/>
              <a:ext cx="793" cy="353"/>
            </a:xfrm>
            <a:prstGeom prst="ellipse">
              <a:avLst/>
            </a:prstGeom>
            <a:solidFill>
              <a:srgbClr val="66CCFF"/>
            </a:solidFill>
            <a:ln w="9525">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13691" name="Text Box 19">
              <a:extLst>
                <a:ext uri="{FF2B5EF4-FFF2-40B4-BE49-F238E27FC236}">
                  <a16:creationId xmlns:a16="http://schemas.microsoft.com/office/drawing/2014/main" id="{67920496-D035-40C7-A2C5-4DDFFEBCDC13}"/>
                </a:ext>
              </a:extLst>
            </p:cNvPr>
            <p:cNvSpPr txBox="1">
              <a:spLocks noChangeArrowheads="1"/>
            </p:cNvSpPr>
            <p:nvPr/>
          </p:nvSpPr>
          <p:spPr bwMode="auto">
            <a:xfrm>
              <a:off x="1434" y="2208"/>
              <a:ext cx="5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routed</a:t>
              </a:r>
            </a:p>
          </p:txBody>
        </p:sp>
      </p:grpSp>
      <p:sp>
        <p:nvSpPr>
          <p:cNvPr id="113685" name="Line 20">
            <a:extLst>
              <a:ext uri="{FF2B5EF4-FFF2-40B4-BE49-F238E27FC236}">
                <a16:creationId xmlns:a16="http://schemas.microsoft.com/office/drawing/2014/main" id="{1AF28143-C26A-4513-9BFB-52A3CC852EC5}"/>
              </a:ext>
            </a:extLst>
          </p:cNvPr>
          <p:cNvSpPr>
            <a:spLocks noChangeShapeType="1"/>
          </p:cNvSpPr>
          <p:nvPr/>
        </p:nvSpPr>
        <p:spPr bwMode="auto">
          <a:xfrm flipV="1">
            <a:off x="8320088" y="3892550"/>
            <a:ext cx="0" cy="2038350"/>
          </a:xfrm>
          <a:prstGeom prst="line">
            <a:avLst/>
          </a:prstGeom>
          <a:noFill/>
          <a:ln w="19050">
            <a:solidFill>
              <a:srgbClr val="000099"/>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13686" name="Rectangle 21">
            <a:extLst>
              <a:ext uri="{FF2B5EF4-FFF2-40B4-BE49-F238E27FC236}">
                <a16:creationId xmlns:a16="http://schemas.microsoft.com/office/drawing/2014/main" id="{E8D0E6BA-FDF3-4B2E-BF15-EE1461574D40}"/>
              </a:ext>
            </a:extLst>
          </p:cNvPr>
          <p:cNvSpPr>
            <a:spLocks noChangeArrowheads="1"/>
          </p:cNvSpPr>
          <p:nvPr/>
        </p:nvSpPr>
        <p:spPr bwMode="auto">
          <a:xfrm>
            <a:off x="6888164" y="4794251"/>
            <a:ext cx="1233487" cy="574675"/>
          </a:xfrm>
          <a:prstGeom prst="rect">
            <a:avLst/>
          </a:prstGeom>
          <a:solidFill>
            <a:schemeClr val="bg1"/>
          </a:solidFill>
          <a:ln w="19050">
            <a:solidFill>
              <a:srgbClr val="CC0000"/>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i="1">
                <a:solidFill>
                  <a:srgbClr val="CC0000"/>
                </a:solidFill>
              </a:rPr>
              <a:t>forwarding</a:t>
            </a:r>
          </a:p>
          <a:p>
            <a:pPr algn="ctr"/>
            <a:r>
              <a:rPr lang="en-US" altLang="en-US" i="1">
                <a:solidFill>
                  <a:srgbClr val="CC0000"/>
                </a:solidFill>
              </a:rPr>
              <a:t>table</a:t>
            </a:r>
          </a:p>
        </p:txBody>
      </p:sp>
      <p:sp>
        <p:nvSpPr>
          <p:cNvPr id="113687" name="Line 22">
            <a:extLst>
              <a:ext uri="{FF2B5EF4-FFF2-40B4-BE49-F238E27FC236}">
                <a16:creationId xmlns:a16="http://schemas.microsoft.com/office/drawing/2014/main" id="{2C2C3E45-1E6F-4B41-9464-7AAAA3D09DD3}"/>
              </a:ext>
            </a:extLst>
          </p:cNvPr>
          <p:cNvSpPr>
            <a:spLocks noChangeShapeType="1"/>
          </p:cNvSpPr>
          <p:nvPr/>
        </p:nvSpPr>
        <p:spPr bwMode="auto">
          <a:xfrm>
            <a:off x="3905250" y="5910263"/>
            <a:ext cx="4408488"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3688" name="Line 23">
            <a:extLst>
              <a:ext uri="{FF2B5EF4-FFF2-40B4-BE49-F238E27FC236}">
                <a16:creationId xmlns:a16="http://schemas.microsoft.com/office/drawing/2014/main" id="{1F8068A3-E1FA-403F-954F-92137AE083B6}"/>
              </a:ext>
            </a:extLst>
          </p:cNvPr>
          <p:cNvSpPr>
            <a:spLocks noChangeShapeType="1"/>
          </p:cNvSpPr>
          <p:nvPr/>
        </p:nvSpPr>
        <p:spPr bwMode="auto">
          <a:xfrm>
            <a:off x="4418013" y="3932239"/>
            <a:ext cx="0" cy="866775"/>
          </a:xfrm>
          <a:prstGeom prst="line">
            <a:avLst/>
          </a:prstGeom>
          <a:noFill/>
          <a:ln w="19050">
            <a:solidFill>
              <a:srgbClr val="CC0000"/>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13689" name="Line 24">
            <a:extLst>
              <a:ext uri="{FF2B5EF4-FFF2-40B4-BE49-F238E27FC236}">
                <a16:creationId xmlns:a16="http://schemas.microsoft.com/office/drawing/2014/main" id="{0C99690A-16C5-4BF1-A192-6EDE07CBE084}"/>
              </a:ext>
            </a:extLst>
          </p:cNvPr>
          <p:cNvSpPr>
            <a:spLocks noChangeShapeType="1"/>
          </p:cNvSpPr>
          <p:nvPr/>
        </p:nvSpPr>
        <p:spPr bwMode="auto">
          <a:xfrm>
            <a:off x="7904163" y="3900489"/>
            <a:ext cx="0" cy="866775"/>
          </a:xfrm>
          <a:prstGeom prst="line">
            <a:avLst/>
          </a:prstGeom>
          <a:noFill/>
          <a:ln w="19050">
            <a:solidFill>
              <a:srgbClr val="CC0000"/>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Tree>
    <p:extLst>
      <p:ext uri="{BB962C8B-B14F-4D97-AF65-F5344CB8AC3E}">
        <p14:creationId xmlns:p14="http://schemas.microsoft.com/office/powerpoint/2010/main" val="424342170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Footer Placeholder 4">
            <a:extLst>
              <a:ext uri="{FF2B5EF4-FFF2-40B4-BE49-F238E27FC236}">
                <a16:creationId xmlns:a16="http://schemas.microsoft.com/office/drawing/2014/main" id="{D987D56F-B5E6-4F83-8C7D-4094E8E2B2C5}"/>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Tầng Network</a:t>
            </a:r>
          </a:p>
        </p:txBody>
      </p:sp>
      <p:sp>
        <p:nvSpPr>
          <p:cNvPr id="114691" name="Slide Number Placeholder 5">
            <a:extLst>
              <a:ext uri="{FF2B5EF4-FFF2-40B4-BE49-F238E27FC236}">
                <a16:creationId xmlns:a16="http://schemas.microsoft.com/office/drawing/2014/main" id="{A35F9406-3096-40F3-B5E5-61FDE7A975A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4-</a:t>
            </a:r>
            <a:fld id="{8B738B17-F44D-4CE7-995F-C0F7936432DE}" type="slidenum">
              <a:rPr lang="en-US" altLang="en-US">
                <a:latin typeface="Tahoma" panose="020B0604030504040204" pitchFamily="34" charset="0"/>
              </a:rPr>
              <a:pPr/>
              <a:t>97</a:t>
            </a:fld>
            <a:endParaRPr lang="en-US" altLang="en-US">
              <a:latin typeface="Tahoma" panose="020B0604030504040204" pitchFamily="34" charset="0"/>
            </a:endParaRPr>
          </a:p>
        </p:txBody>
      </p:sp>
      <p:pic>
        <p:nvPicPr>
          <p:cNvPr id="114692" name="Picture 5" descr="underline_base">
            <a:extLst>
              <a:ext uri="{FF2B5EF4-FFF2-40B4-BE49-F238E27FC236}">
                <a16:creationId xmlns:a16="http://schemas.microsoft.com/office/drawing/2014/main" id="{96849BC7-F432-49F4-80D8-2CFCC73D908E}"/>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1" y="1004889"/>
            <a:ext cx="7313613"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45" name="Rectangle 2">
            <a:extLst>
              <a:ext uri="{FF2B5EF4-FFF2-40B4-BE49-F238E27FC236}">
                <a16:creationId xmlns:a16="http://schemas.microsoft.com/office/drawing/2014/main" id="{C8C6438C-BBCD-4632-8429-019618C2254F}"/>
              </a:ext>
            </a:extLst>
          </p:cNvPr>
          <p:cNvSpPr>
            <a:spLocks noGrp="1" noChangeArrowheads="1"/>
          </p:cNvSpPr>
          <p:nvPr>
            <p:ph type="title"/>
          </p:nvPr>
        </p:nvSpPr>
        <p:spPr>
          <a:xfrm>
            <a:off x="1926772" y="-118534"/>
            <a:ext cx="10131425" cy="1456267"/>
          </a:xfrm>
        </p:spPr>
        <p:txBody>
          <a:bodyPr/>
          <a:lstStyle/>
          <a:p>
            <a:pPr>
              <a:defRPr/>
            </a:pPr>
            <a:r>
              <a:rPr lang="en-US" sz="4000" dirty="0"/>
              <a:t>OSPF (Open Shortest Path First)</a:t>
            </a:r>
          </a:p>
        </p:txBody>
      </p:sp>
      <p:sp>
        <p:nvSpPr>
          <p:cNvPr id="114694" name="Rectangle 3">
            <a:extLst>
              <a:ext uri="{FF2B5EF4-FFF2-40B4-BE49-F238E27FC236}">
                <a16:creationId xmlns:a16="http://schemas.microsoft.com/office/drawing/2014/main" id="{1FFD4A82-70E3-42EE-9644-48516B160658}"/>
              </a:ext>
            </a:extLst>
          </p:cNvPr>
          <p:cNvSpPr>
            <a:spLocks noGrp="1" noChangeArrowheads="1"/>
          </p:cNvSpPr>
          <p:nvPr>
            <p:ph type="body" idx="1"/>
          </p:nvPr>
        </p:nvSpPr>
        <p:spPr>
          <a:xfrm>
            <a:off x="2057400" y="1447800"/>
            <a:ext cx="8229600" cy="5105400"/>
          </a:xfrm>
        </p:spPr>
        <p:txBody>
          <a:bodyPr/>
          <a:lstStyle/>
          <a:p>
            <a:r>
              <a:rPr lang="ja-JP" altLang="en-US">
                <a:latin typeface="Comic Sans MS" panose="030F0702030302020204" pitchFamily="66" charset="0"/>
                <a:ea typeface="ＭＳ Ｐゴシック" panose="020B0600070205080204" pitchFamily="34" charset="-128"/>
              </a:rPr>
              <a:t>“</a:t>
            </a:r>
            <a:r>
              <a:rPr lang="en-US" altLang="ja-JP">
                <a:latin typeface="Comic Sans MS" panose="030F0702030302020204" pitchFamily="66" charset="0"/>
                <a:ea typeface="ＭＳ Ｐゴシック" panose="020B0600070205080204" pitchFamily="34" charset="-128"/>
              </a:rPr>
              <a:t>open</a:t>
            </a:r>
            <a:r>
              <a:rPr lang="ja-JP" altLang="en-US">
                <a:latin typeface="Comic Sans MS" panose="030F0702030302020204" pitchFamily="66" charset="0"/>
                <a:ea typeface="ＭＳ Ｐゴシック" panose="020B0600070205080204" pitchFamily="34" charset="-128"/>
              </a:rPr>
              <a:t>”</a:t>
            </a:r>
            <a:r>
              <a:rPr lang="en-US" altLang="ja-JP">
                <a:latin typeface="Comic Sans MS" panose="030F0702030302020204" pitchFamily="66" charset="0"/>
                <a:ea typeface="ＭＳ Ｐゴシック" panose="020B0600070205080204" pitchFamily="34" charset="-128"/>
              </a:rPr>
              <a:t>: sẵn sàng công khai</a:t>
            </a:r>
          </a:p>
          <a:p>
            <a:r>
              <a:rPr lang="en-US" altLang="en-US">
                <a:latin typeface="Comic Sans MS" panose="030F0702030302020204" pitchFamily="66" charset="0"/>
                <a:ea typeface="ＭＳ Ｐゴシック" panose="020B0600070205080204" pitchFamily="34" charset="-128"/>
              </a:rPr>
              <a:t>Dùng thuật toán link state</a:t>
            </a:r>
          </a:p>
          <a:p>
            <a:pPr lvl="1"/>
            <a:r>
              <a:rPr lang="en-US" altLang="en-US">
                <a:latin typeface="Comic Sans MS" panose="030F0702030302020204" pitchFamily="66" charset="0"/>
                <a:ea typeface="ＭＳ Ｐゴシック" panose="020B0600070205080204" pitchFamily="34" charset="-128"/>
              </a:rPr>
              <a:t>Phổ biến packet LS</a:t>
            </a:r>
          </a:p>
          <a:p>
            <a:pPr lvl="1"/>
            <a:r>
              <a:rPr lang="en-US" altLang="en-US">
                <a:latin typeface="Comic Sans MS" panose="030F0702030302020204" pitchFamily="66" charset="0"/>
                <a:ea typeface="ＭＳ Ｐゴシック" panose="020B0600070205080204" pitchFamily="34" charset="-128"/>
              </a:rPr>
              <a:t>Bảng đồ cấu trúc mạng tại mỗi node</a:t>
            </a:r>
          </a:p>
          <a:p>
            <a:pPr lvl="1"/>
            <a:r>
              <a:rPr lang="en-US" altLang="en-US">
                <a:latin typeface="Comic Sans MS" panose="030F0702030302020204" pitchFamily="66" charset="0"/>
                <a:ea typeface="ＭＳ Ｐゴシック" panose="020B0600070205080204" pitchFamily="34" charset="-128"/>
              </a:rPr>
              <a:t>Tính toán đường đi dùng thuật toán Dijkstra</a:t>
            </a:r>
            <a:endParaRPr lang="en-US" altLang="ja-JP">
              <a:latin typeface="Comic Sans MS" panose="030F0702030302020204" pitchFamily="66" charset="0"/>
              <a:ea typeface="ＭＳ Ｐゴシック" panose="020B0600070205080204" pitchFamily="34" charset="-128"/>
            </a:endParaRPr>
          </a:p>
          <a:p>
            <a:r>
              <a:rPr lang="en-US" altLang="en-US">
                <a:latin typeface="Comic Sans MS" panose="030F0702030302020204" pitchFamily="66" charset="0"/>
                <a:ea typeface="ＭＳ Ｐゴシック" panose="020B0600070205080204" pitchFamily="34" charset="-128"/>
              </a:rPr>
              <a:t>Quảng cáo OSPF mang 1 entry cho mỗi neighbor </a:t>
            </a:r>
          </a:p>
          <a:p>
            <a:r>
              <a:rPr lang="en-US" altLang="en-US">
                <a:latin typeface="Comic Sans MS" panose="030F0702030302020204" pitchFamily="66" charset="0"/>
                <a:ea typeface="ＭＳ Ｐゴシック" panose="020B0600070205080204" pitchFamily="34" charset="-128"/>
              </a:rPr>
              <a:t>Các quảng cáo được phát tán đến </a:t>
            </a:r>
            <a:r>
              <a:rPr lang="en-US" altLang="en-US" i="1">
                <a:solidFill>
                  <a:srgbClr val="C00000"/>
                </a:solidFill>
                <a:latin typeface="Comic Sans MS" panose="030F0702030302020204" pitchFamily="66" charset="0"/>
                <a:ea typeface="ＭＳ Ｐゴシック" panose="020B0600070205080204" pitchFamily="34" charset="-128"/>
              </a:rPr>
              <a:t>toàn bộ </a:t>
            </a:r>
            <a:r>
              <a:rPr lang="en-US" altLang="en-US">
                <a:latin typeface="Comic Sans MS" panose="030F0702030302020204" pitchFamily="66" charset="0"/>
                <a:ea typeface="ＭＳ Ｐゴシック" panose="020B0600070205080204" pitchFamily="34" charset="-128"/>
              </a:rPr>
              <a:t>AS</a:t>
            </a:r>
          </a:p>
          <a:p>
            <a:pPr lvl="1"/>
            <a:r>
              <a:rPr lang="en-US" altLang="en-US">
                <a:latin typeface="Comic Sans MS" panose="030F0702030302020204" pitchFamily="66" charset="0"/>
                <a:ea typeface="ＭＳ Ｐゴシック" panose="020B0600070205080204" pitchFamily="34" charset="-128"/>
              </a:rPr>
              <a:t>Được mang trong thông điệp OSPF trực tiếp trên IP (chứ không phải là TCP hoặc UDP)</a:t>
            </a:r>
          </a:p>
          <a:p>
            <a:r>
              <a:rPr lang="en-US" altLang="en-US">
                <a:latin typeface="Comic Sans MS" panose="030F0702030302020204" pitchFamily="66" charset="0"/>
                <a:ea typeface="ＭＳ Ｐゴシック" panose="020B0600070205080204" pitchFamily="34" charset="-128"/>
              </a:rPr>
              <a:t>Giao thức </a:t>
            </a:r>
            <a:r>
              <a:rPr lang="en-US" altLang="en-US" i="1">
                <a:solidFill>
                  <a:srgbClr val="CC0000"/>
                </a:solidFill>
                <a:latin typeface="Comic Sans MS" panose="030F0702030302020204" pitchFamily="66" charset="0"/>
                <a:ea typeface="ＭＳ Ｐゴシック" panose="020B0600070205080204" pitchFamily="34" charset="-128"/>
              </a:rPr>
              <a:t>định tuyến IS-IS </a:t>
            </a:r>
            <a:r>
              <a:rPr lang="en-US" altLang="en-US">
                <a:latin typeface="Comic Sans MS" panose="030F0702030302020204" pitchFamily="66" charset="0"/>
                <a:ea typeface="ＭＳ Ｐゴシック" panose="020B0600070205080204" pitchFamily="34" charset="-128"/>
              </a:rPr>
              <a:t>: gần giống với OSPF</a:t>
            </a:r>
          </a:p>
        </p:txBody>
      </p:sp>
    </p:spTree>
    <p:extLst>
      <p:ext uri="{BB962C8B-B14F-4D97-AF65-F5344CB8AC3E}">
        <p14:creationId xmlns:p14="http://schemas.microsoft.com/office/powerpoint/2010/main" val="16183080"/>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Footer Placeholder 4">
            <a:extLst>
              <a:ext uri="{FF2B5EF4-FFF2-40B4-BE49-F238E27FC236}">
                <a16:creationId xmlns:a16="http://schemas.microsoft.com/office/drawing/2014/main" id="{AA9A6923-05FC-4D8E-B3FD-897D2A1E6EF9}"/>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 Tầng Network</a:t>
            </a:r>
          </a:p>
        </p:txBody>
      </p:sp>
      <p:sp>
        <p:nvSpPr>
          <p:cNvPr id="115715" name="Slide Number Placeholder 5">
            <a:extLst>
              <a:ext uri="{FF2B5EF4-FFF2-40B4-BE49-F238E27FC236}">
                <a16:creationId xmlns:a16="http://schemas.microsoft.com/office/drawing/2014/main" id="{EE9628D2-6CD4-4C74-AA76-2D59432BC67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4-</a:t>
            </a:r>
            <a:fld id="{F9376790-3551-4208-BDD0-45D1555F4AC6}" type="slidenum">
              <a:rPr lang="en-US" altLang="en-US">
                <a:latin typeface="Tahoma" panose="020B0604030504040204" pitchFamily="34" charset="0"/>
              </a:rPr>
              <a:pPr/>
              <a:t>98</a:t>
            </a:fld>
            <a:endParaRPr lang="en-US" altLang="en-US">
              <a:latin typeface="Tahoma" panose="020B0604030504040204" pitchFamily="34" charset="0"/>
            </a:endParaRPr>
          </a:p>
        </p:txBody>
      </p:sp>
      <p:pic>
        <p:nvPicPr>
          <p:cNvPr id="115716" name="Picture 5" descr="underline_base">
            <a:extLst>
              <a:ext uri="{FF2B5EF4-FFF2-40B4-BE49-F238E27FC236}">
                <a16:creationId xmlns:a16="http://schemas.microsoft.com/office/drawing/2014/main" id="{2F4B7FF2-5C80-4089-A023-0639F9AD7355}"/>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46301" y="1109664"/>
            <a:ext cx="7313613"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5717" name="Rectangle 2">
            <a:extLst>
              <a:ext uri="{FF2B5EF4-FFF2-40B4-BE49-F238E27FC236}">
                <a16:creationId xmlns:a16="http://schemas.microsoft.com/office/drawing/2014/main" id="{38E9BEDD-A963-4552-90F9-2D5904CA9792}"/>
              </a:ext>
            </a:extLst>
          </p:cNvPr>
          <p:cNvSpPr>
            <a:spLocks noGrp="1" noChangeArrowheads="1"/>
          </p:cNvSpPr>
          <p:nvPr>
            <p:ph type="title"/>
          </p:nvPr>
        </p:nvSpPr>
        <p:spPr>
          <a:xfrm>
            <a:off x="2095500" y="12700"/>
            <a:ext cx="7772400" cy="1143000"/>
          </a:xfrm>
        </p:spPr>
        <p:txBody>
          <a:bodyPr>
            <a:normAutofit fontScale="90000"/>
          </a:bodyPr>
          <a:lstStyle/>
          <a:p>
            <a:r>
              <a:rPr lang="en-US" altLang="en-US" dirty="0" err="1">
                <a:ea typeface="ＭＳ Ｐゴシック" panose="020B0600070205080204" pitchFamily="34" charset="-128"/>
              </a:rPr>
              <a:t>Các</a:t>
            </a:r>
            <a:r>
              <a:rPr lang="en-US" altLang="en-US" dirty="0">
                <a:ea typeface="ＭＳ Ｐゴシック" panose="020B0600070205080204" pitchFamily="34" charset="-128"/>
              </a:rPr>
              <a:t> </a:t>
            </a:r>
            <a:r>
              <a:rPr lang="en-US" altLang="en-US" dirty="0" err="1">
                <a:ea typeface="ＭＳ Ｐゴシック" panose="020B0600070205080204" pitchFamily="34" charset="-128"/>
              </a:rPr>
              <a:t>đặc</a:t>
            </a:r>
            <a:r>
              <a:rPr lang="en-US" altLang="en-US" dirty="0">
                <a:ea typeface="ＭＳ Ｐゴシック" panose="020B0600070205080204" pitchFamily="34" charset="-128"/>
              </a:rPr>
              <a:t> </a:t>
            </a:r>
            <a:r>
              <a:rPr lang="en-US" altLang="en-US" dirty="0" err="1">
                <a:ea typeface="ＭＳ Ｐゴシック" panose="020B0600070205080204" pitchFamily="34" charset="-128"/>
              </a:rPr>
              <a:t>tính</a:t>
            </a:r>
            <a:r>
              <a:rPr lang="en-US" altLang="en-US" dirty="0">
                <a:ea typeface="ＭＳ Ｐゴシック" panose="020B0600070205080204" pitchFamily="34" charset="-128"/>
              </a:rPr>
              <a:t> </a:t>
            </a:r>
            <a:r>
              <a:rPr lang="ja-JP" altLang="en-US" dirty="0">
                <a:ea typeface="ＭＳ Ｐゴシック" panose="020B0600070205080204" pitchFamily="34" charset="-128"/>
              </a:rPr>
              <a:t>“</a:t>
            </a:r>
            <a:r>
              <a:rPr lang="en-US" altLang="ja-JP" dirty="0" err="1">
                <a:ea typeface="ＭＳ Ｐゴシック" panose="020B0600070205080204" pitchFamily="34" charset="-128"/>
              </a:rPr>
              <a:t>tiến</a:t>
            </a:r>
            <a:r>
              <a:rPr lang="en-US" altLang="ja-JP" dirty="0">
                <a:ea typeface="ＭＳ Ｐゴシック" panose="020B0600070205080204" pitchFamily="34" charset="-128"/>
              </a:rPr>
              <a:t> </a:t>
            </a:r>
            <a:r>
              <a:rPr lang="en-US" altLang="ja-JP" dirty="0" err="1">
                <a:ea typeface="ＭＳ Ｐゴシック" panose="020B0600070205080204" pitchFamily="34" charset="-128"/>
              </a:rPr>
              <a:t>bộ</a:t>
            </a:r>
            <a:r>
              <a:rPr lang="ja-JP" altLang="en-US" dirty="0">
                <a:ea typeface="ＭＳ Ｐゴシック" panose="020B0600070205080204" pitchFamily="34" charset="-128"/>
              </a:rPr>
              <a:t>” </a:t>
            </a:r>
            <a:r>
              <a:rPr lang="en-AU" altLang="ja-JP" dirty="0" err="1">
                <a:ea typeface="ＭＳ Ｐゴシック" panose="020B0600070205080204" pitchFamily="34" charset="-128"/>
              </a:rPr>
              <a:t>của</a:t>
            </a:r>
            <a:r>
              <a:rPr lang="en-AU" altLang="ja-JP" dirty="0">
                <a:ea typeface="ＭＳ Ｐゴシック" panose="020B0600070205080204" pitchFamily="34" charset="-128"/>
              </a:rPr>
              <a:t> </a:t>
            </a:r>
            <a:r>
              <a:rPr lang="en-US" altLang="en-US" dirty="0">
                <a:ea typeface="ＭＳ Ｐゴシック" panose="020B0600070205080204" pitchFamily="34" charset="-128"/>
              </a:rPr>
              <a:t>OSPF </a:t>
            </a:r>
            <a:r>
              <a:rPr lang="en-US" altLang="ja-JP" dirty="0">
                <a:ea typeface="ＭＳ Ｐゴシック" panose="020B0600070205080204" pitchFamily="34" charset="-128"/>
              </a:rPr>
              <a:t>(</a:t>
            </a:r>
            <a:r>
              <a:rPr lang="en-US" altLang="ja-JP" dirty="0" err="1">
                <a:ea typeface="ＭＳ Ｐゴシック" panose="020B0600070205080204" pitchFamily="34" charset="-128"/>
              </a:rPr>
              <a:t>không</a:t>
            </a:r>
            <a:r>
              <a:rPr lang="en-US" altLang="ja-JP" dirty="0">
                <a:ea typeface="ＭＳ Ｐゴシック" panose="020B0600070205080204" pitchFamily="34" charset="-128"/>
              </a:rPr>
              <a:t> </a:t>
            </a:r>
            <a:r>
              <a:rPr lang="en-US" altLang="ja-JP" dirty="0" err="1">
                <a:ea typeface="ＭＳ Ｐゴシック" panose="020B0600070205080204" pitchFamily="34" charset="-128"/>
              </a:rPr>
              <a:t>có</a:t>
            </a:r>
            <a:r>
              <a:rPr lang="en-US" altLang="ja-JP" dirty="0">
                <a:ea typeface="ＭＳ Ｐゴシック" panose="020B0600070205080204" pitchFamily="34" charset="-128"/>
              </a:rPr>
              <a:t> </a:t>
            </a:r>
            <a:r>
              <a:rPr lang="en-US" altLang="ja-JP" dirty="0" err="1">
                <a:ea typeface="ＭＳ Ｐゴシック" panose="020B0600070205080204" pitchFamily="34" charset="-128"/>
              </a:rPr>
              <a:t>trong</a:t>
            </a:r>
            <a:r>
              <a:rPr lang="en-US" altLang="ja-JP" dirty="0">
                <a:ea typeface="ＭＳ Ｐゴシック" panose="020B0600070205080204" pitchFamily="34" charset="-128"/>
              </a:rPr>
              <a:t> RIP)</a:t>
            </a:r>
            <a:endParaRPr lang="en-US" altLang="en-US" dirty="0">
              <a:ea typeface="ＭＳ Ｐゴシック" panose="020B0600070205080204" pitchFamily="34" charset="-128"/>
            </a:endParaRPr>
          </a:p>
        </p:txBody>
      </p:sp>
      <p:sp>
        <p:nvSpPr>
          <p:cNvPr id="115718" name="Rectangle 3">
            <a:extLst>
              <a:ext uri="{FF2B5EF4-FFF2-40B4-BE49-F238E27FC236}">
                <a16:creationId xmlns:a16="http://schemas.microsoft.com/office/drawing/2014/main" id="{44D63866-AD93-4E5F-A6AB-83FAEEB682AD}"/>
              </a:ext>
            </a:extLst>
          </p:cNvPr>
          <p:cNvSpPr>
            <a:spLocks noGrp="1" noChangeArrowheads="1"/>
          </p:cNvSpPr>
          <p:nvPr>
            <p:ph type="body" idx="1"/>
          </p:nvPr>
        </p:nvSpPr>
        <p:spPr>
          <a:xfrm>
            <a:off x="1701800" y="1347788"/>
            <a:ext cx="8915400" cy="4659312"/>
          </a:xfrm>
        </p:spPr>
        <p:txBody>
          <a:bodyPr/>
          <a:lstStyle/>
          <a:p>
            <a:r>
              <a:rPr lang="en-US" altLang="en-US" i="1">
                <a:solidFill>
                  <a:srgbClr val="CC0000"/>
                </a:solidFill>
                <a:latin typeface="Comic Sans MS" panose="030F0702030302020204" pitchFamily="66" charset="0"/>
                <a:ea typeface="ＭＳ Ｐゴシック" panose="020B0600070205080204" pitchFamily="34" charset="-128"/>
              </a:rPr>
              <a:t>Bảo mật:</a:t>
            </a:r>
            <a:r>
              <a:rPr lang="en-US" altLang="en-US">
                <a:latin typeface="Comic Sans MS" panose="030F0702030302020204" pitchFamily="66" charset="0"/>
                <a:ea typeface="ＭＳ Ｐゴシック" panose="020B0600070205080204" pitchFamily="34" charset="-128"/>
              </a:rPr>
              <a:t> tất cả các thông điệp OSPF được chứng thực (để chống lại sự xâm nhập có hại) </a:t>
            </a:r>
          </a:p>
          <a:p>
            <a:r>
              <a:rPr lang="en-US" altLang="en-US">
                <a:latin typeface="Comic Sans MS" panose="030F0702030302020204" pitchFamily="66" charset="0"/>
                <a:ea typeface="ＭＳ Ｐゴシック" panose="020B0600070205080204" pitchFamily="34" charset="-128"/>
              </a:rPr>
              <a:t>Cho phép có </a:t>
            </a:r>
            <a:r>
              <a:rPr lang="en-US" altLang="en-US">
                <a:solidFill>
                  <a:srgbClr val="CC0000"/>
                </a:solidFill>
                <a:latin typeface="Comic Sans MS" panose="030F0702030302020204" pitchFamily="66" charset="0"/>
                <a:ea typeface="ＭＳ Ｐゴシック" panose="020B0600070205080204" pitchFamily="34" charset="-128"/>
              </a:rPr>
              <a:t>nhiều đường đi </a:t>
            </a:r>
            <a:r>
              <a:rPr lang="en-US" altLang="en-US">
                <a:latin typeface="Comic Sans MS" panose="030F0702030302020204" pitchFamily="66" charset="0"/>
                <a:ea typeface="ＭＳ Ｐゴシック" panose="020B0600070205080204" pitchFamily="34" charset="-128"/>
              </a:rPr>
              <a:t>có chi phí như nhau </a:t>
            </a:r>
            <a:r>
              <a:rPr lang="en-US" altLang="en-US">
                <a:solidFill>
                  <a:srgbClr val="CC0000"/>
                </a:solidFill>
                <a:latin typeface="Comic Sans MS" panose="030F0702030302020204" pitchFamily="66" charset="0"/>
                <a:ea typeface="ＭＳ Ｐゴシック" panose="020B0600070205080204" pitchFamily="34" charset="-128"/>
              </a:rPr>
              <a:t> </a:t>
            </a:r>
            <a:r>
              <a:rPr lang="en-US" altLang="en-US">
                <a:latin typeface="Comic Sans MS" panose="030F0702030302020204" pitchFamily="66" charset="0"/>
                <a:ea typeface="ＭＳ Ｐゴシック" panose="020B0600070205080204" pitchFamily="34" charset="-128"/>
              </a:rPr>
              <a:t>(RIP chỉ cho 1)</a:t>
            </a:r>
          </a:p>
          <a:p>
            <a:r>
              <a:rPr lang="en-US" altLang="en-US">
                <a:latin typeface="Comic Sans MS" panose="030F0702030302020204" pitchFamily="66" charset="0"/>
                <a:ea typeface="ＭＳ Ｐゴシック" panose="020B0600070205080204" pitchFamily="34" charset="-128"/>
              </a:rPr>
              <a:t>Với mỗi đường kết nối, nhiều số liệu chi phí (cost metrics) cho </a:t>
            </a:r>
            <a:r>
              <a:rPr lang="en-US" altLang="en-US">
                <a:solidFill>
                  <a:srgbClr val="CC0000"/>
                </a:solidFill>
                <a:latin typeface="Comic Sans MS" panose="030F0702030302020204" pitchFamily="66" charset="0"/>
                <a:ea typeface="ＭＳ Ｐゴシック" panose="020B0600070205080204" pitchFamily="34" charset="-128"/>
              </a:rPr>
              <a:t>TOS</a:t>
            </a:r>
            <a:r>
              <a:rPr lang="en-US" altLang="en-US">
                <a:solidFill>
                  <a:srgbClr val="FF0000"/>
                </a:solidFill>
                <a:latin typeface="Comic Sans MS" panose="030F0702030302020204" pitchFamily="66" charset="0"/>
                <a:ea typeface="ＭＳ Ｐゴシック" panose="020B0600070205080204" pitchFamily="34" charset="-128"/>
              </a:rPr>
              <a:t>  </a:t>
            </a:r>
            <a:r>
              <a:rPr lang="en-US" altLang="en-US">
                <a:latin typeface="Comic Sans MS" panose="030F0702030302020204" pitchFamily="66" charset="0"/>
                <a:ea typeface="ＭＳ Ｐゴシック" panose="020B0600070205080204" pitchFamily="34" charset="-128"/>
              </a:rPr>
              <a:t>khác nhau (ví dụ:chi phí đường kết nối vệ tinh được thiết lập “thấp” cho ToS nổ lực tốt nhất; cao cho ToS thời gian thực</a:t>
            </a:r>
            <a:r>
              <a:rPr lang="en-US" altLang="ja-JP">
                <a:latin typeface="Comic Sans MS" panose="030F0702030302020204" pitchFamily="66" charset="0"/>
                <a:ea typeface="ＭＳ Ｐゴシック" panose="020B0600070205080204" pitchFamily="34" charset="-128"/>
              </a:rPr>
              <a:t>)</a:t>
            </a:r>
          </a:p>
          <a:p>
            <a:r>
              <a:rPr lang="en-US" altLang="en-US">
                <a:latin typeface="Comic Sans MS" panose="030F0702030302020204" pitchFamily="66" charset="0"/>
                <a:ea typeface="ＭＳ Ｐゴシック" panose="020B0600070205080204" pitchFamily="34" charset="-128"/>
              </a:rPr>
              <a:t>Hỗ trợ uni- và </a:t>
            </a:r>
            <a:r>
              <a:rPr lang="en-US" altLang="en-US">
                <a:solidFill>
                  <a:srgbClr val="CC0000"/>
                </a:solidFill>
                <a:latin typeface="Comic Sans MS" panose="030F0702030302020204" pitchFamily="66" charset="0"/>
                <a:ea typeface="ＭＳ Ｐゴシック" panose="020B0600070205080204" pitchFamily="34" charset="-128"/>
              </a:rPr>
              <a:t>multicast</a:t>
            </a:r>
            <a:r>
              <a:rPr lang="en-US" altLang="en-US">
                <a:latin typeface="Comic Sans MS" panose="030F0702030302020204" pitchFamily="66" charset="0"/>
                <a:ea typeface="ＭＳ Ｐゴシック" panose="020B0600070205080204" pitchFamily="34" charset="-128"/>
              </a:rPr>
              <a:t> tích hợp: </a:t>
            </a:r>
          </a:p>
          <a:p>
            <a:pPr lvl="1"/>
            <a:r>
              <a:rPr lang="en-US" altLang="en-US" sz="2800">
                <a:latin typeface="Comic Sans MS" panose="030F0702030302020204" pitchFamily="66" charset="0"/>
                <a:ea typeface="ＭＳ Ｐゴシック" panose="020B0600070205080204" pitchFamily="34" charset="-128"/>
              </a:rPr>
              <a:t>Multicast OSPF (MOSPF) dùng cùng cơ sở dữ liệu cấu trúc mạng như OSPF</a:t>
            </a:r>
          </a:p>
          <a:p>
            <a:r>
              <a:rPr lang="en-US" altLang="en-US">
                <a:latin typeface="Comic Sans MS" panose="030F0702030302020204" pitchFamily="66" charset="0"/>
                <a:ea typeface="ＭＳ Ｐゴシック" panose="020B0600070205080204" pitchFamily="34" charset="-128"/>
              </a:rPr>
              <a:t>OSPF </a:t>
            </a:r>
            <a:r>
              <a:rPr lang="en-US" altLang="en-US">
                <a:solidFill>
                  <a:srgbClr val="C00000"/>
                </a:solidFill>
                <a:latin typeface="Comic Sans MS" panose="030F0702030302020204" pitchFamily="66" charset="0"/>
                <a:ea typeface="ＭＳ Ｐゴシック" panose="020B0600070205080204" pitchFamily="34" charset="-128"/>
              </a:rPr>
              <a:t>phân cấp </a:t>
            </a:r>
            <a:r>
              <a:rPr lang="en-US" altLang="en-US">
                <a:latin typeface="Comic Sans MS" panose="030F0702030302020204" pitchFamily="66" charset="0"/>
                <a:ea typeface="ＭＳ Ｐゴシック" panose="020B0600070205080204" pitchFamily="34" charset="-128"/>
              </a:rPr>
              <a:t>trong các miền lớn (large domains).</a:t>
            </a:r>
          </a:p>
          <a:p>
            <a:endParaRPr lang="en-US" altLang="en-US">
              <a:latin typeface="Comic Sans MS" panose="030F0702030302020204" pitchFamily="66" charset="0"/>
              <a:ea typeface="ＭＳ Ｐゴシック" panose="020B0600070205080204" pitchFamily="34" charset="-128"/>
            </a:endParaRPr>
          </a:p>
        </p:txBody>
      </p:sp>
    </p:spTree>
    <p:extLst>
      <p:ext uri="{BB962C8B-B14F-4D97-AF65-F5344CB8AC3E}">
        <p14:creationId xmlns:p14="http://schemas.microsoft.com/office/powerpoint/2010/main" val="3416888889"/>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Footer Placeholder 4">
            <a:extLst>
              <a:ext uri="{FF2B5EF4-FFF2-40B4-BE49-F238E27FC236}">
                <a16:creationId xmlns:a16="http://schemas.microsoft.com/office/drawing/2014/main" id="{85336475-E425-4858-9849-743F3722A5F9}"/>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Tầng Network</a:t>
            </a:r>
          </a:p>
        </p:txBody>
      </p:sp>
      <p:sp>
        <p:nvSpPr>
          <p:cNvPr id="116739" name="Slide Number Placeholder 5">
            <a:extLst>
              <a:ext uri="{FF2B5EF4-FFF2-40B4-BE49-F238E27FC236}">
                <a16:creationId xmlns:a16="http://schemas.microsoft.com/office/drawing/2014/main" id="{0F48AFA4-6D51-4174-BDA0-883C1E1DEB9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4-</a:t>
            </a:r>
            <a:fld id="{23930C60-053C-431E-BA79-5B7FC2E4B9B9}" type="slidenum">
              <a:rPr lang="en-US" altLang="en-US">
                <a:latin typeface="Tahoma" panose="020B0604030504040204" pitchFamily="34" charset="0"/>
              </a:rPr>
              <a:pPr/>
              <a:t>99</a:t>
            </a:fld>
            <a:endParaRPr lang="en-US" altLang="en-US">
              <a:latin typeface="Tahoma" panose="020B0604030504040204" pitchFamily="34" charset="0"/>
            </a:endParaRPr>
          </a:p>
        </p:txBody>
      </p:sp>
      <p:sp>
        <p:nvSpPr>
          <p:cNvPr id="116740" name="Freeform 2">
            <a:extLst>
              <a:ext uri="{FF2B5EF4-FFF2-40B4-BE49-F238E27FC236}">
                <a16:creationId xmlns:a16="http://schemas.microsoft.com/office/drawing/2014/main" id="{3B4A40ED-388C-4758-97D8-0FA72F904333}"/>
              </a:ext>
            </a:extLst>
          </p:cNvPr>
          <p:cNvSpPr>
            <a:spLocks/>
          </p:cNvSpPr>
          <p:nvPr/>
        </p:nvSpPr>
        <p:spPr bwMode="auto">
          <a:xfrm>
            <a:off x="3551239" y="1652589"/>
            <a:ext cx="6010275" cy="2206625"/>
          </a:xfrm>
          <a:custGeom>
            <a:avLst/>
            <a:gdLst>
              <a:gd name="T0" fmla="*/ 2147483647 w 3786"/>
              <a:gd name="T1" fmla="*/ 2147483647 h 1390"/>
              <a:gd name="T2" fmla="*/ 2147483647 w 3786"/>
              <a:gd name="T3" fmla="*/ 2147483647 h 1390"/>
              <a:gd name="T4" fmla="*/ 2147483647 w 3786"/>
              <a:gd name="T5" fmla="*/ 2147483647 h 1390"/>
              <a:gd name="T6" fmla="*/ 2147483647 w 3786"/>
              <a:gd name="T7" fmla="*/ 2147483647 h 1390"/>
              <a:gd name="T8" fmla="*/ 2147483647 w 3786"/>
              <a:gd name="T9" fmla="*/ 2147483647 h 1390"/>
              <a:gd name="T10" fmla="*/ 2147483647 w 3786"/>
              <a:gd name="T11" fmla="*/ 2147483647 h 1390"/>
              <a:gd name="T12" fmla="*/ 2147483647 w 3786"/>
              <a:gd name="T13" fmla="*/ 2147483647 h 1390"/>
              <a:gd name="T14" fmla="*/ 2147483647 w 3786"/>
              <a:gd name="T15" fmla="*/ 2147483647 h 1390"/>
              <a:gd name="T16" fmla="*/ 2147483647 w 3786"/>
              <a:gd name="T17" fmla="*/ 2147483647 h 1390"/>
              <a:gd name="T18" fmla="*/ 2147483647 w 3786"/>
              <a:gd name="T19" fmla="*/ 2147483647 h 1390"/>
              <a:gd name="T20" fmla="*/ 2147483647 w 3786"/>
              <a:gd name="T21" fmla="*/ 2147483647 h 1390"/>
              <a:gd name="T22" fmla="*/ 2147483647 w 3786"/>
              <a:gd name="T23" fmla="*/ 2147483647 h 1390"/>
              <a:gd name="T24" fmla="*/ 2147483647 w 3786"/>
              <a:gd name="T25" fmla="*/ 2147483647 h 1390"/>
              <a:gd name="T26" fmla="*/ 2147483647 w 3786"/>
              <a:gd name="T27" fmla="*/ 2147483647 h 139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786"/>
              <a:gd name="T43" fmla="*/ 0 h 1390"/>
              <a:gd name="T44" fmla="*/ 3786 w 3786"/>
              <a:gd name="T45" fmla="*/ 1390 h 139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786" h="1390">
                <a:moveTo>
                  <a:pt x="408" y="575"/>
                </a:moveTo>
                <a:cubicBezTo>
                  <a:pt x="689" y="273"/>
                  <a:pt x="1286" y="110"/>
                  <a:pt x="1693" y="55"/>
                </a:cubicBezTo>
                <a:cubicBezTo>
                  <a:pt x="2100" y="0"/>
                  <a:pt x="2585" y="164"/>
                  <a:pt x="2852" y="245"/>
                </a:cubicBezTo>
                <a:cubicBezTo>
                  <a:pt x="3119" y="326"/>
                  <a:pt x="3163" y="420"/>
                  <a:pt x="3295" y="540"/>
                </a:cubicBezTo>
                <a:cubicBezTo>
                  <a:pt x="3427" y="660"/>
                  <a:pt x="3786" y="870"/>
                  <a:pt x="3702" y="1130"/>
                </a:cubicBezTo>
                <a:cubicBezTo>
                  <a:pt x="3618" y="1390"/>
                  <a:pt x="3209" y="1190"/>
                  <a:pt x="3035" y="1214"/>
                </a:cubicBezTo>
                <a:cubicBezTo>
                  <a:pt x="2870" y="1266"/>
                  <a:pt x="2655" y="1277"/>
                  <a:pt x="2655" y="1277"/>
                </a:cubicBezTo>
                <a:cubicBezTo>
                  <a:pt x="2655" y="1277"/>
                  <a:pt x="2160" y="1316"/>
                  <a:pt x="1918" y="1326"/>
                </a:cubicBezTo>
                <a:cubicBezTo>
                  <a:pt x="1676" y="1336"/>
                  <a:pt x="1387" y="1353"/>
                  <a:pt x="1201" y="1340"/>
                </a:cubicBezTo>
                <a:cubicBezTo>
                  <a:pt x="1015" y="1327"/>
                  <a:pt x="913" y="1278"/>
                  <a:pt x="801" y="1249"/>
                </a:cubicBezTo>
                <a:lnTo>
                  <a:pt x="527" y="1165"/>
                </a:lnTo>
                <a:cubicBezTo>
                  <a:pt x="404" y="1140"/>
                  <a:pt x="126" y="1159"/>
                  <a:pt x="63" y="1102"/>
                </a:cubicBezTo>
                <a:cubicBezTo>
                  <a:pt x="0" y="1045"/>
                  <a:pt x="85" y="919"/>
                  <a:pt x="148" y="821"/>
                </a:cubicBezTo>
                <a:cubicBezTo>
                  <a:pt x="205" y="733"/>
                  <a:pt x="127" y="877"/>
                  <a:pt x="408" y="575"/>
                </a:cubicBezTo>
                <a:close/>
              </a:path>
            </a:pathLst>
          </a:custGeom>
          <a:solidFill>
            <a:srgbClr val="3399FF"/>
          </a:solidFill>
          <a:ln>
            <a:noFill/>
          </a:ln>
          <a:extLst>
            <a:ext uri="{91240B29-F687-4F45-9708-019B960494DF}">
              <a14:hiddenLine xmlns:a14="http://schemas.microsoft.com/office/drawing/2010/main" w="9525">
                <a:solidFill>
                  <a:srgbClr val="000000"/>
                </a:solidFill>
                <a:round/>
                <a:headEnd/>
                <a:tailEnd/>
              </a14:hiddenLine>
            </a:ext>
          </a:extLst>
        </p:spPr>
        <p:txBody>
          <a:bodyPr wrap="none"/>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16741" name="Rectangle 3">
            <a:extLst>
              <a:ext uri="{FF2B5EF4-FFF2-40B4-BE49-F238E27FC236}">
                <a16:creationId xmlns:a16="http://schemas.microsoft.com/office/drawing/2014/main" id="{5C3EC2AC-42DA-43EB-B9D6-229BD0C56EF2}"/>
              </a:ext>
            </a:extLst>
          </p:cNvPr>
          <p:cNvSpPr>
            <a:spLocks noGrp="1" noChangeArrowheads="1"/>
          </p:cNvSpPr>
          <p:nvPr>
            <p:ph type="title"/>
          </p:nvPr>
        </p:nvSpPr>
        <p:spPr>
          <a:xfrm>
            <a:off x="1951038" y="169863"/>
            <a:ext cx="4438650" cy="1143000"/>
          </a:xfrm>
        </p:spPr>
        <p:txBody>
          <a:bodyPr/>
          <a:lstStyle/>
          <a:p>
            <a:r>
              <a:rPr lang="en-US" altLang="en-US" sz="4000" dirty="0">
                <a:ea typeface="ＭＳ Ｐゴシック" panose="020B0600070205080204" pitchFamily="34" charset="-128"/>
              </a:rPr>
              <a:t>OSPF </a:t>
            </a:r>
            <a:r>
              <a:rPr lang="en-US" altLang="en-US" sz="4000" dirty="0" err="1">
                <a:ea typeface="ＭＳ Ｐゴシック" panose="020B0600070205080204" pitchFamily="34" charset="-128"/>
              </a:rPr>
              <a:t>phân</a:t>
            </a:r>
            <a:r>
              <a:rPr lang="en-US" altLang="en-US" sz="4000" dirty="0">
                <a:ea typeface="ＭＳ Ｐゴシック" panose="020B0600070205080204" pitchFamily="34" charset="-128"/>
              </a:rPr>
              <a:t> </a:t>
            </a:r>
            <a:r>
              <a:rPr lang="en-US" altLang="en-US" sz="4000" dirty="0" err="1">
                <a:ea typeface="ＭＳ Ｐゴシック" panose="020B0600070205080204" pitchFamily="34" charset="-128"/>
              </a:rPr>
              <a:t>cấp</a:t>
            </a:r>
            <a:endParaRPr lang="en-US" altLang="en-US" dirty="0">
              <a:ea typeface="ＭＳ Ｐゴシック" panose="020B0600070205080204" pitchFamily="34" charset="-128"/>
            </a:endParaRPr>
          </a:p>
        </p:txBody>
      </p:sp>
      <p:sp>
        <p:nvSpPr>
          <p:cNvPr id="116742" name="Line 4">
            <a:extLst>
              <a:ext uri="{FF2B5EF4-FFF2-40B4-BE49-F238E27FC236}">
                <a16:creationId xmlns:a16="http://schemas.microsoft.com/office/drawing/2014/main" id="{233F10B0-7E7C-4CAE-AD43-B22000B9B7A1}"/>
              </a:ext>
            </a:extLst>
          </p:cNvPr>
          <p:cNvSpPr>
            <a:spLocks noChangeShapeType="1"/>
          </p:cNvSpPr>
          <p:nvPr/>
        </p:nvSpPr>
        <p:spPr bwMode="auto">
          <a:xfrm flipV="1">
            <a:off x="5203826" y="2039939"/>
            <a:ext cx="1058863" cy="3460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16743" name="Line 5">
            <a:extLst>
              <a:ext uri="{FF2B5EF4-FFF2-40B4-BE49-F238E27FC236}">
                <a16:creationId xmlns:a16="http://schemas.microsoft.com/office/drawing/2014/main" id="{20CA8CCD-90D6-4091-8066-D66AFDC00A27}"/>
              </a:ext>
            </a:extLst>
          </p:cNvPr>
          <p:cNvSpPr>
            <a:spLocks noChangeShapeType="1"/>
          </p:cNvSpPr>
          <p:nvPr/>
        </p:nvSpPr>
        <p:spPr bwMode="auto">
          <a:xfrm>
            <a:off x="6481764" y="2036764"/>
            <a:ext cx="1169987" cy="3444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16744" name="Line 6">
            <a:extLst>
              <a:ext uri="{FF2B5EF4-FFF2-40B4-BE49-F238E27FC236}">
                <a16:creationId xmlns:a16="http://schemas.microsoft.com/office/drawing/2014/main" id="{CB934EF0-AAF5-4333-85C5-A7E9B769DFFB}"/>
              </a:ext>
            </a:extLst>
          </p:cNvPr>
          <p:cNvSpPr>
            <a:spLocks noChangeShapeType="1"/>
          </p:cNvSpPr>
          <p:nvPr/>
        </p:nvSpPr>
        <p:spPr bwMode="auto">
          <a:xfrm>
            <a:off x="7893051" y="2435225"/>
            <a:ext cx="803275" cy="80168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16745" name="Line 7">
            <a:extLst>
              <a:ext uri="{FF2B5EF4-FFF2-40B4-BE49-F238E27FC236}">
                <a16:creationId xmlns:a16="http://schemas.microsoft.com/office/drawing/2014/main" id="{80C2B598-F235-4169-9A32-0682E847986C}"/>
              </a:ext>
            </a:extLst>
          </p:cNvPr>
          <p:cNvSpPr>
            <a:spLocks noChangeShapeType="1"/>
          </p:cNvSpPr>
          <p:nvPr/>
        </p:nvSpPr>
        <p:spPr bwMode="auto">
          <a:xfrm flipV="1">
            <a:off x="6472239" y="2330450"/>
            <a:ext cx="1271587" cy="118268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16746" name="Line 8">
            <a:extLst>
              <a:ext uri="{FF2B5EF4-FFF2-40B4-BE49-F238E27FC236}">
                <a16:creationId xmlns:a16="http://schemas.microsoft.com/office/drawing/2014/main" id="{D519F96A-6C70-4C46-A1FB-FCCCA075F1EA}"/>
              </a:ext>
            </a:extLst>
          </p:cNvPr>
          <p:cNvSpPr>
            <a:spLocks noChangeShapeType="1"/>
          </p:cNvSpPr>
          <p:nvPr/>
        </p:nvSpPr>
        <p:spPr bwMode="auto">
          <a:xfrm>
            <a:off x="5207000" y="2471739"/>
            <a:ext cx="1138238" cy="9921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16747" name="Line 9">
            <a:extLst>
              <a:ext uri="{FF2B5EF4-FFF2-40B4-BE49-F238E27FC236}">
                <a16:creationId xmlns:a16="http://schemas.microsoft.com/office/drawing/2014/main" id="{38B42382-2BD7-4C04-9D47-BF274C9639EB}"/>
              </a:ext>
            </a:extLst>
          </p:cNvPr>
          <p:cNvSpPr>
            <a:spLocks noChangeShapeType="1"/>
          </p:cNvSpPr>
          <p:nvPr/>
        </p:nvSpPr>
        <p:spPr bwMode="auto">
          <a:xfrm flipH="1">
            <a:off x="8304213" y="3236913"/>
            <a:ext cx="400050" cy="88106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16748" name="Line 10">
            <a:extLst>
              <a:ext uri="{FF2B5EF4-FFF2-40B4-BE49-F238E27FC236}">
                <a16:creationId xmlns:a16="http://schemas.microsoft.com/office/drawing/2014/main" id="{3C712557-9B38-4459-8509-C2B5344A0120}"/>
              </a:ext>
            </a:extLst>
          </p:cNvPr>
          <p:cNvSpPr>
            <a:spLocks noChangeShapeType="1"/>
          </p:cNvSpPr>
          <p:nvPr/>
        </p:nvSpPr>
        <p:spPr bwMode="auto">
          <a:xfrm>
            <a:off x="8332788" y="4090988"/>
            <a:ext cx="893762" cy="83661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16749" name="Line 11">
            <a:extLst>
              <a:ext uri="{FF2B5EF4-FFF2-40B4-BE49-F238E27FC236}">
                <a16:creationId xmlns:a16="http://schemas.microsoft.com/office/drawing/2014/main" id="{02AC5840-5EED-4BAF-BC47-6019F24D50E7}"/>
              </a:ext>
            </a:extLst>
          </p:cNvPr>
          <p:cNvSpPr>
            <a:spLocks noChangeShapeType="1"/>
          </p:cNvSpPr>
          <p:nvPr/>
        </p:nvSpPr>
        <p:spPr bwMode="auto">
          <a:xfrm>
            <a:off x="6365875" y="3405188"/>
            <a:ext cx="547688" cy="133826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16750" name="Line 12">
            <a:extLst>
              <a:ext uri="{FF2B5EF4-FFF2-40B4-BE49-F238E27FC236}">
                <a16:creationId xmlns:a16="http://schemas.microsoft.com/office/drawing/2014/main" id="{1524F38F-CCE5-4D53-80AF-AEB295C411E6}"/>
              </a:ext>
            </a:extLst>
          </p:cNvPr>
          <p:cNvSpPr>
            <a:spLocks noChangeShapeType="1"/>
          </p:cNvSpPr>
          <p:nvPr/>
        </p:nvSpPr>
        <p:spPr bwMode="auto">
          <a:xfrm>
            <a:off x="5927726" y="4268788"/>
            <a:ext cx="246063" cy="9715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16751" name="Line 13">
            <a:extLst>
              <a:ext uri="{FF2B5EF4-FFF2-40B4-BE49-F238E27FC236}">
                <a16:creationId xmlns:a16="http://schemas.microsoft.com/office/drawing/2014/main" id="{7D3AF7DC-DE6F-4E48-8313-1DDE5A1295FA}"/>
              </a:ext>
            </a:extLst>
          </p:cNvPr>
          <p:cNvSpPr>
            <a:spLocks noChangeShapeType="1"/>
          </p:cNvSpPr>
          <p:nvPr/>
        </p:nvSpPr>
        <p:spPr bwMode="auto">
          <a:xfrm flipH="1">
            <a:off x="6170613" y="4775200"/>
            <a:ext cx="723900" cy="4572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16752" name="Line 14">
            <a:extLst>
              <a:ext uri="{FF2B5EF4-FFF2-40B4-BE49-F238E27FC236}">
                <a16:creationId xmlns:a16="http://schemas.microsoft.com/office/drawing/2014/main" id="{9BF84053-5FB8-447D-97DB-3FE4FE5A4C12}"/>
              </a:ext>
            </a:extLst>
          </p:cNvPr>
          <p:cNvSpPr>
            <a:spLocks noChangeShapeType="1"/>
          </p:cNvSpPr>
          <p:nvPr/>
        </p:nvSpPr>
        <p:spPr bwMode="auto">
          <a:xfrm flipH="1">
            <a:off x="5978525" y="3519488"/>
            <a:ext cx="388938" cy="77946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16753" name="Line 15">
            <a:extLst>
              <a:ext uri="{FF2B5EF4-FFF2-40B4-BE49-F238E27FC236}">
                <a16:creationId xmlns:a16="http://schemas.microsoft.com/office/drawing/2014/main" id="{26C34289-3DB3-49DC-A96F-B4AA5DB4B149}"/>
              </a:ext>
            </a:extLst>
          </p:cNvPr>
          <p:cNvSpPr>
            <a:spLocks noChangeShapeType="1"/>
          </p:cNvSpPr>
          <p:nvPr/>
        </p:nvSpPr>
        <p:spPr bwMode="auto">
          <a:xfrm flipH="1">
            <a:off x="4213225" y="2319339"/>
            <a:ext cx="857250" cy="84613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16754" name="Line 16">
            <a:extLst>
              <a:ext uri="{FF2B5EF4-FFF2-40B4-BE49-F238E27FC236}">
                <a16:creationId xmlns:a16="http://schemas.microsoft.com/office/drawing/2014/main" id="{40A5DAF0-5C9B-40C7-B9F1-BD26813B3140}"/>
              </a:ext>
            </a:extLst>
          </p:cNvPr>
          <p:cNvSpPr>
            <a:spLocks noChangeShapeType="1"/>
          </p:cNvSpPr>
          <p:nvPr/>
        </p:nvSpPr>
        <p:spPr bwMode="auto">
          <a:xfrm flipH="1">
            <a:off x="3608388" y="3171826"/>
            <a:ext cx="577850" cy="7905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16755" name="Line 17">
            <a:extLst>
              <a:ext uri="{FF2B5EF4-FFF2-40B4-BE49-F238E27FC236}">
                <a16:creationId xmlns:a16="http://schemas.microsoft.com/office/drawing/2014/main" id="{1828E7C3-CB77-467B-9CF4-F5409752D2EE}"/>
              </a:ext>
            </a:extLst>
          </p:cNvPr>
          <p:cNvSpPr>
            <a:spLocks noChangeShapeType="1"/>
          </p:cNvSpPr>
          <p:nvPr/>
        </p:nvSpPr>
        <p:spPr bwMode="auto">
          <a:xfrm flipH="1">
            <a:off x="2959100" y="4024314"/>
            <a:ext cx="622300" cy="6000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16756" name="Line 18">
            <a:extLst>
              <a:ext uri="{FF2B5EF4-FFF2-40B4-BE49-F238E27FC236}">
                <a16:creationId xmlns:a16="http://schemas.microsoft.com/office/drawing/2014/main" id="{51CA9218-D254-4915-957C-0C7D7E6C2514}"/>
              </a:ext>
            </a:extLst>
          </p:cNvPr>
          <p:cNvSpPr>
            <a:spLocks noChangeShapeType="1"/>
          </p:cNvSpPr>
          <p:nvPr/>
        </p:nvSpPr>
        <p:spPr bwMode="auto">
          <a:xfrm flipH="1">
            <a:off x="3814764" y="4552951"/>
            <a:ext cx="433387" cy="67786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16757" name="Line 19">
            <a:extLst>
              <a:ext uri="{FF2B5EF4-FFF2-40B4-BE49-F238E27FC236}">
                <a16:creationId xmlns:a16="http://schemas.microsoft.com/office/drawing/2014/main" id="{62236F40-7D3A-4BB6-9704-8E02954184F3}"/>
              </a:ext>
            </a:extLst>
          </p:cNvPr>
          <p:cNvSpPr>
            <a:spLocks noChangeShapeType="1"/>
          </p:cNvSpPr>
          <p:nvPr/>
        </p:nvSpPr>
        <p:spPr bwMode="auto">
          <a:xfrm>
            <a:off x="3687764" y="3981450"/>
            <a:ext cx="636587" cy="5207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16758" name="Freeform 20">
            <a:extLst>
              <a:ext uri="{FF2B5EF4-FFF2-40B4-BE49-F238E27FC236}">
                <a16:creationId xmlns:a16="http://schemas.microsoft.com/office/drawing/2014/main" id="{094EB177-DB32-4F6A-993C-1941F26D4CEC}"/>
              </a:ext>
            </a:extLst>
          </p:cNvPr>
          <p:cNvSpPr>
            <a:spLocks/>
          </p:cNvSpPr>
          <p:nvPr/>
        </p:nvSpPr>
        <p:spPr bwMode="auto">
          <a:xfrm>
            <a:off x="2611439" y="2833689"/>
            <a:ext cx="2185987" cy="2820987"/>
          </a:xfrm>
          <a:custGeom>
            <a:avLst/>
            <a:gdLst>
              <a:gd name="T0" fmla="*/ 2147483647 w 1377"/>
              <a:gd name="T1" fmla="*/ 2147483647 h 1777"/>
              <a:gd name="T2" fmla="*/ 2147483647 w 1377"/>
              <a:gd name="T3" fmla="*/ 2147483647 h 1777"/>
              <a:gd name="T4" fmla="*/ 2147483647 w 1377"/>
              <a:gd name="T5" fmla="*/ 2147483647 h 1777"/>
              <a:gd name="T6" fmla="*/ 2147483647 w 1377"/>
              <a:gd name="T7" fmla="*/ 2147483647 h 1777"/>
              <a:gd name="T8" fmla="*/ 2147483647 w 1377"/>
              <a:gd name="T9" fmla="*/ 2147483647 h 1777"/>
              <a:gd name="T10" fmla="*/ 2147483647 w 1377"/>
              <a:gd name="T11" fmla="*/ 2147483647 h 1777"/>
              <a:gd name="T12" fmla="*/ 2147483647 w 1377"/>
              <a:gd name="T13" fmla="*/ 2147483647 h 1777"/>
              <a:gd name="T14" fmla="*/ 2147483647 w 1377"/>
              <a:gd name="T15" fmla="*/ 2147483647 h 1777"/>
              <a:gd name="T16" fmla="*/ 2147483647 w 1377"/>
              <a:gd name="T17" fmla="*/ 2147483647 h 1777"/>
              <a:gd name="T18" fmla="*/ 2147483647 w 1377"/>
              <a:gd name="T19" fmla="*/ 2147483647 h 1777"/>
              <a:gd name="T20" fmla="*/ 2147483647 w 1377"/>
              <a:gd name="T21" fmla="*/ 2147483647 h 1777"/>
              <a:gd name="T22" fmla="*/ 2147483647 w 1377"/>
              <a:gd name="T23" fmla="*/ 2147483647 h 1777"/>
              <a:gd name="T24" fmla="*/ 2147483647 w 1377"/>
              <a:gd name="T25" fmla="*/ 2147483647 h 1777"/>
              <a:gd name="T26" fmla="*/ 2147483647 w 1377"/>
              <a:gd name="T27" fmla="*/ 2147483647 h 1777"/>
              <a:gd name="T28" fmla="*/ 2147483647 w 1377"/>
              <a:gd name="T29" fmla="*/ 2147483647 h 1777"/>
              <a:gd name="T30" fmla="*/ 2147483647 w 1377"/>
              <a:gd name="T31" fmla="*/ 2147483647 h 1777"/>
              <a:gd name="T32" fmla="*/ 2147483647 w 1377"/>
              <a:gd name="T33" fmla="*/ 2147483647 h 177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377"/>
              <a:gd name="T52" fmla="*/ 0 h 1777"/>
              <a:gd name="T53" fmla="*/ 1377 w 1377"/>
              <a:gd name="T54" fmla="*/ 1777 h 177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377" h="1777">
                <a:moveTo>
                  <a:pt x="671" y="245"/>
                </a:moveTo>
                <a:cubicBezTo>
                  <a:pt x="604" y="317"/>
                  <a:pt x="533" y="382"/>
                  <a:pt x="474" y="463"/>
                </a:cubicBezTo>
                <a:cubicBezTo>
                  <a:pt x="415" y="544"/>
                  <a:pt x="366" y="663"/>
                  <a:pt x="319" y="730"/>
                </a:cubicBezTo>
                <a:cubicBezTo>
                  <a:pt x="272" y="797"/>
                  <a:pt x="242" y="800"/>
                  <a:pt x="193" y="863"/>
                </a:cubicBezTo>
                <a:cubicBezTo>
                  <a:pt x="144" y="926"/>
                  <a:pt x="48" y="1027"/>
                  <a:pt x="24" y="1109"/>
                </a:cubicBezTo>
                <a:cubicBezTo>
                  <a:pt x="0" y="1191"/>
                  <a:pt x="10" y="1295"/>
                  <a:pt x="46" y="1355"/>
                </a:cubicBezTo>
                <a:cubicBezTo>
                  <a:pt x="82" y="1415"/>
                  <a:pt x="172" y="1437"/>
                  <a:pt x="242" y="1467"/>
                </a:cubicBezTo>
                <a:cubicBezTo>
                  <a:pt x="312" y="1497"/>
                  <a:pt x="404" y="1499"/>
                  <a:pt x="467" y="1538"/>
                </a:cubicBezTo>
                <a:cubicBezTo>
                  <a:pt x="530" y="1577"/>
                  <a:pt x="518" y="1669"/>
                  <a:pt x="622" y="1699"/>
                </a:cubicBezTo>
                <a:cubicBezTo>
                  <a:pt x="726" y="1729"/>
                  <a:pt x="986" y="1777"/>
                  <a:pt x="1092" y="1720"/>
                </a:cubicBezTo>
                <a:cubicBezTo>
                  <a:pt x="1198" y="1663"/>
                  <a:pt x="1219" y="1471"/>
                  <a:pt x="1261" y="1355"/>
                </a:cubicBezTo>
                <a:cubicBezTo>
                  <a:pt x="1303" y="1239"/>
                  <a:pt x="1377" y="1150"/>
                  <a:pt x="1345" y="1025"/>
                </a:cubicBezTo>
                <a:cubicBezTo>
                  <a:pt x="1313" y="900"/>
                  <a:pt x="1084" y="727"/>
                  <a:pt x="1071" y="603"/>
                </a:cubicBezTo>
                <a:cubicBezTo>
                  <a:pt x="1058" y="479"/>
                  <a:pt x="1237" y="374"/>
                  <a:pt x="1268" y="280"/>
                </a:cubicBezTo>
                <a:cubicBezTo>
                  <a:pt x="1299" y="186"/>
                  <a:pt x="1320" y="82"/>
                  <a:pt x="1254" y="41"/>
                </a:cubicBezTo>
                <a:cubicBezTo>
                  <a:pt x="1188" y="0"/>
                  <a:pt x="970" y="2"/>
                  <a:pt x="874" y="34"/>
                </a:cubicBezTo>
                <a:cubicBezTo>
                  <a:pt x="778" y="66"/>
                  <a:pt x="738" y="173"/>
                  <a:pt x="671" y="245"/>
                </a:cubicBezTo>
                <a:close/>
              </a:path>
            </a:pathLst>
          </a:custGeom>
          <a:noFill/>
          <a:ln w="19050">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16759" name="Freeform 21">
            <a:extLst>
              <a:ext uri="{FF2B5EF4-FFF2-40B4-BE49-F238E27FC236}">
                <a16:creationId xmlns:a16="http://schemas.microsoft.com/office/drawing/2014/main" id="{1CC84D31-EF92-4D03-A53C-B7C0E938CA7B}"/>
              </a:ext>
            </a:extLst>
          </p:cNvPr>
          <p:cNvSpPr>
            <a:spLocks/>
          </p:cNvSpPr>
          <p:nvPr/>
        </p:nvSpPr>
        <p:spPr bwMode="auto">
          <a:xfrm>
            <a:off x="5475288" y="3068638"/>
            <a:ext cx="1903412" cy="2730500"/>
          </a:xfrm>
          <a:custGeom>
            <a:avLst/>
            <a:gdLst>
              <a:gd name="T0" fmla="*/ 2147483647 w 1199"/>
              <a:gd name="T1" fmla="*/ 2147483647 h 1720"/>
              <a:gd name="T2" fmla="*/ 2147483647 w 1199"/>
              <a:gd name="T3" fmla="*/ 2147483647 h 1720"/>
              <a:gd name="T4" fmla="*/ 2147483647 w 1199"/>
              <a:gd name="T5" fmla="*/ 2147483647 h 1720"/>
              <a:gd name="T6" fmla="*/ 2147483647 w 1199"/>
              <a:gd name="T7" fmla="*/ 2147483647 h 1720"/>
              <a:gd name="T8" fmla="*/ 2147483647 w 1199"/>
              <a:gd name="T9" fmla="*/ 2147483647 h 1720"/>
              <a:gd name="T10" fmla="*/ 2147483647 w 1199"/>
              <a:gd name="T11" fmla="*/ 2147483647 h 1720"/>
              <a:gd name="T12" fmla="*/ 2147483647 w 1199"/>
              <a:gd name="T13" fmla="*/ 2147483647 h 1720"/>
              <a:gd name="T14" fmla="*/ 2147483647 w 1199"/>
              <a:gd name="T15" fmla="*/ 2147483647 h 1720"/>
              <a:gd name="T16" fmla="*/ 2147483647 w 1199"/>
              <a:gd name="T17" fmla="*/ 2147483647 h 1720"/>
              <a:gd name="T18" fmla="*/ 2147483647 w 1199"/>
              <a:gd name="T19" fmla="*/ 2147483647 h 1720"/>
              <a:gd name="T20" fmla="*/ 2147483647 w 1199"/>
              <a:gd name="T21" fmla="*/ 2147483647 h 1720"/>
              <a:gd name="T22" fmla="*/ 2147483647 w 1199"/>
              <a:gd name="T23" fmla="*/ 2147483647 h 1720"/>
              <a:gd name="T24" fmla="*/ 2147483647 w 1199"/>
              <a:gd name="T25" fmla="*/ 2147483647 h 1720"/>
              <a:gd name="T26" fmla="*/ 2147483647 w 1199"/>
              <a:gd name="T27" fmla="*/ 2147483647 h 1720"/>
              <a:gd name="T28" fmla="*/ 2147483647 w 1199"/>
              <a:gd name="T29" fmla="*/ 2147483647 h 172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199"/>
              <a:gd name="T46" fmla="*/ 0 h 1720"/>
              <a:gd name="T47" fmla="*/ 1199 w 1199"/>
              <a:gd name="T48" fmla="*/ 1720 h 172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199" h="1720">
                <a:moveTo>
                  <a:pt x="651" y="20"/>
                </a:moveTo>
                <a:cubicBezTo>
                  <a:pt x="595" y="0"/>
                  <a:pt x="643" y="10"/>
                  <a:pt x="609" y="20"/>
                </a:cubicBezTo>
                <a:cubicBezTo>
                  <a:pt x="575" y="30"/>
                  <a:pt x="499" y="45"/>
                  <a:pt x="447" y="83"/>
                </a:cubicBezTo>
                <a:cubicBezTo>
                  <a:pt x="395" y="121"/>
                  <a:pt x="354" y="178"/>
                  <a:pt x="300" y="245"/>
                </a:cubicBezTo>
                <a:cubicBezTo>
                  <a:pt x="246" y="312"/>
                  <a:pt x="173" y="379"/>
                  <a:pt x="124" y="483"/>
                </a:cubicBezTo>
                <a:cubicBezTo>
                  <a:pt x="75" y="587"/>
                  <a:pt x="10" y="742"/>
                  <a:pt x="5" y="870"/>
                </a:cubicBezTo>
                <a:cubicBezTo>
                  <a:pt x="0" y="998"/>
                  <a:pt x="50" y="1122"/>
                  <a:pt x="96" y="1249"/>
                </a:cubicBezTo>
                <a:cubicBezTo>
                  <a:pt x="142" y="1376"/>
                  <a:pt x="153" y="1564"/>
                  <a:pt x="279" y="1635"/>
                </a:cubicBezTo>
                <a:cubicBezTo>
                  <a:pt x="405" y="1706"/>
                  <a:pt x="711" y="1720"/>
                  <a:pt x="855" y="1678"/>
                </a:cubicBezTo>
                <a:cubicBezTo>
                  <a:pt x="999" y="1636"/>
                  <a:pt x="1089" y="1492"/>
                  <a:pt x="1143" y="1383"/>
                </a:cubicBezTo>
                <a:cubicBezTo>
                  <a:pt x="1197" y="1274"/>
                  <a:pt x="1199" y="1129"/>
                  <a:pt x="1178" y="1024"/>
                </a:cubicBezTo>
                <a:cubicBezTo>
                  <a:pt x="1157" y="919"/>
                  <a:pt x="1057" y="854"/>
                  <a:pt x="1016" y="750"/>
                </a:cubicBezTo>
                <a:cubicBezTo>
                  <a:pt x="975" y="646"/>
                  <a:pt x="944" y="501"/>
                  <a:pt x="932" y="399"/>
                </a:cubicBezTo>
                <a:cubicBezTo>
                  <a:pt x="920" y="297"/>
                  <a:pt x="994" y="203"/>
                  <a:pt x="946" y="139"/>
                </a:cubicBezTo>
                <a:cubicBezTo>
                  <a:pt x="898" y="75"/>
                  <a:pt x="707" y="40"/>
                  <a:pt x="651" y="20"/>
                </a:cubicBezTo>
                <a:close/>
              </a:path>
            </a:pathLst>
          </a:custGeom>
          <a:noFill/>
          <a:ln w="19050">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16760" name="Freeform 22">
            <a:extLst>
              <a:ext uri="{FF2B5EF4-FFF2-40B4-BE49-F238E27FC236}">
                <a16:creationId xmlns:a16="http://schemas.microsoft.com/office/drawing/2014/main" id="{89C8998C-05E3-476C-880A-2445872A45EF}"/>
              </a:ext>
            </a:extLst>
          </p:cNvPr>
          <p:cNvSpPr>
            <a:spLocks/>
          </p:cNvSpPr>
          <p:nvPr/>
        </p:nvSpPr>
        <p:spPr bwMode="auto">
          <a:xfrm>
            <a:off x="7904164" y="2774951"/>
            <a:ext cx="2079625" cy="2720975"/>
          </a:xfrm>
          <a:custGeom>
            <a:avLst/>
            <a:gdLst>
              <a:gd name="T0" fmla="*/ 2147483647 w 1310"/>
              <a:gd name="T1" fmla="*/ 2147483647 h 1714"/>
              <a:gd name="T2" fmla="*/ 2147483647 w 1310"/>
              <a:gd name="T3" fmla="*/ 2147483647 h 1714"/>
              <a:gd name="T4" fmla="*/ 2147483647 w 1310"/>
              <a:gd name="T5" fmla="*/ 2147483647 h 1714"/>
              <a:gd name="T6" fmla="*/ 2147483647 w 1310"/>
              <a:gd name="T7" fmla="*/ 2147483647 h 1714"/>
              <a:gd name="T8" fmla="*/ 2147483647 w 1310"/>
              <a:gd name="T9" fmla="*/ 2147483647 h 1714"/>
              <a:gd name="T10" fmla="*/ 2147483647 w 1310"/>
              <a:gd name="T11" fmla="*/ 2147483647 h 1714"/>
              <a:gd name="T12" fmla="*/ 2147483647 w 1310"/>
              <a:gd name="T13" fmla="*/ 2147483647 h 1714"/>
              <a:gd name="T14" fmla="*/ 2147483647 w 1310"/>
              <a:gd name="T15" fmla="*/ 2147483647 h 1714"/>
              <a:gd name="T16" fmla="*/ 2147483647 w 1310"/>
              <a:gd name="T17" fmla="*/ 2147483647 h 1714"/>
              <a:gd name="T18" fmla="*/ 2147483647 w 1310"/>
              <a:gd name="T19" fmla="*/ 2147483647 h 1714"/>
              <a:gd name="T20" fmla="*/ 2147483647 w 1310"/>
              <a:gd name="T21" fmla="*/ 2147483647 h 1714"/>
              <a:gd name="T22" fmla="*/ 2147483647 w 1310"/>
              <a:gd name="T23" fmla="*/ 2147483647 h 1714"/>
              <a:gd name="T24" fmla="*/ 2147483647 w 1310"/>
              <a:gd name="T25" fmla="*/ 2147483647 h 171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310"/>
              <a:gd name="T40" fmla="*/ 0 h 1714"/>
              <a:gd name="T41" fmla="*/ 1310 w 1310"/>
              <a:gd name="T42" fmla="*/ 1714 h 171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310" h="1714">
                <a:moveTo>
                  <a:pt x="470" y="29"/>
                </a:moveTo>
                <a:cubicBezTo>
                  <a:pt x="373" y="0"/>
                  <a:pt x="308" y="123"/>
                  <a:pt x="245" y="198"/>
                </a:cubicBezTo>
                <a:cubicBezTo>
                  <a:pt x="182" y="273"/>
                  <a:pt x="130" y="385"/>
                  <a:pt x="90" y="479"/>
                </a:cubicBezTo>
                <a:cubicBezTo>
                  <a:pt x="50" y="573"/>
                  <a:pt x="12" y="651"/>
                  <a:pt x="6" y="760"/>
                </a:cubicBezTo>
                <a:cubicBezTo>
                  <a:pt x="0" y="869"/>
                  <a:pt x="7" y="1042"/>
                  <a:pt x="55" y="1132"/>
                </a:cubicBezTo>
                <a:cubicBezTo>
                  <a:pt x="103" y="1222"/>
                  <a:pt x="191" y="1232"/>
                  <a:pt x="294" y="1301"/>
                </a:cubicBezTo>
                <a:cubicBezTo>
                  <a:pt x="397" y="1370"/>
                  <a:pt x="536" y="1479"/>
                  <a:pt x="673" y="1546"/>
                </a:cubicBezTo>
                <a:cubicBezTo>
                  <a:pt x="810" y="1613"/>
                  <a:pt x="1018" y="1714"/>
                  <a:pt x="1116" y="1701"/>
                </a:cubicBezTo>
                <a:cubicBezTo>
                  <a:pt x="1214" y="1688"/>
                  <a:pt x="1310" y="1559"/>
                  <a:pt x="1263" y="1469"/>
                </a:cubicBezTo>
                <a:cubicBezTo>
                  <a:pt x="1216" y="1379"/>
                  <a:pt x="925" y="1270"/>
                  <a:pt x="835" y="1160"/>
                </a:cubicBezTo>
                <a:cubicBezTo>
                  <a:pt x="745" y="1050"/>
                  <a:pt x="723" y="940"/>
                  <a:pt x="722" y="809"/>
                </a:cubicBezTo>
                <a:cubicBezTo>
                  <a:pt x="721" y="678"/>
                  <a:pt x="871" y="504"/>
                  <a:pt x="828" y="373"/>
                </a:cubicBezTo>
                <a:cubicBezTo>
                  <a:pt x="785" y="242"/>
                  <a:pt x="567" y="58"/>
                  <a:pt x="470" y="29"/>
                </a:cubicBezTo>
                <a:close/>
              </a:path>
            </a:pathLst>
          </a:custGeom>
          <a:noFill/>
          <a:ln w="19050">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16761" name="Text Box 23">
            <a:extLst>
              <a:ext uri="{FF2B5EF4-FFF2-40B4-BE49-F238E27FC236}">
                <a16:creationId xmlns:a16="http://schemas.microsoft.com/office/drawing/2014/main" id="{49FB7554-1F58-49B9-AE50-4091F3DF5E7B}"/>
              </a:ext>
            </a:extLst>
          </p:cNvPr>
          <p:cNvSpPr txBox="1">
            <a:spLocks noChangeArrowheads="1"/>
          </p:cNvSpPr>
          <p:nvPr/>
        </p:nvSpPr>
        <p:spPr bwMode="auto">
          <a:xfrm>
            <a:off x="6616701" y="1293814"/>
            <a:ext cx="26209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solidFill>
                  <a:srgbClr val="CC0000"/>
                </a:solidFill>
              </a:rPr>
              <a:t>Router biên (boundary )</a:t>
            </a:r>
          </a:p>
        </p:txBody>
      </p:sp>
      <p:sp>
        <p:nvSpPr>
          <p:cNvPr id="116762" name="Text Box 24">
            <a:extLst>
              <a:ext uri="{FF2B5EF4-FFF2-40B4-BE49-F238E27FC236}">
                <a16:creationId xmlns:a16="http://schemas.microsoft.com/office/drawing/2014/main" id="{7436476F-F64B-4D92-A7AA-802C45F37E94}"/>
              </a:ext>
            </a:extLst>
          </p:cNvPr>
          <p:cNvSpPr txBox="1">
            <a:spLocks noChangeArrowheads="1"/>
          </p:cNvSpPr>
          <p:nvPr/>
        </p:nvSpPr>
        <p:spPr bwMode="auto">
          <a:xfrm>
            <a:off x="8140700" y="1714501"/>
            <a:ext cx="1835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solidFill>
                  <a:srgbClr val="CC0000"/>
                </a:solidFill>
              </a:rPr>
              <a:t>backbone router</a:t>
            </a:r>
          </a:p>
        </p:txBody>
      </p:sp>
      <p:sp>
        <p:nvSpPr>
          <p:cNvPr id="116763" name="Text Box 25">
            <a:extLst>
              <a:ext uri="{FF2B5EF4-FFF2-40B4-BE49-F238E27FC236}">
                <a16:creationId xmlns:a16="http://schemas.microsoft.com/office/drawing/2014/main" id="{0F8D6A70-6B53-459F-B6A2-519C3789FFE8}"/>
              </a:ext>
            </a:extLst>
          </p:cNvPr>
          <p:cNvSpPr txBox="1">
            <a:spLocks noChangeArrowheads="1"/>
          </p:cNvSpPr>
          <p:nvPr/>
        </p:nvSpPr>
        <p:spPr bwMode="auto">
          <a:xfrm>
            <a:off x="2460625" y="5357813"/>
            <a:ext cx="8318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area 1</a:t>
            </a:r>
          </a:p>
        </p:txBody>
      </p:sp>
      <p:sp>
        <p:nvSpPr>
          <p:cNvPr id="116764" name="Text Box 26">
            <a:extLst>
              <a:ext uri="{FF2B5EF4-FFF2-40B4-BE49-F238E27FC236}">
                <a16:creationId xmlns:a16="http://schemas.microsoft.com/office/drawing/2014/main" id="{2F7E53FE-0355-4E62-A74A-971B7180B43B}"/>
              </a:ext>
            </a:extLst>
          </p:cNvPr>
          <p:cNvSpPr txBox="1">
            <a:spLocks noChangeArrowheads="1"/>
          </p:cNvSpPr>
          <p:nvPr/>
        </p:nvSpPr>
        <p:spPr bwMode="auto">
          <a:xfrm>
            <a:off x="6026150" y="5734051"/>
            <a:ext cx="831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area 2</a:t>
            </a:r>
          </a:p>
        </p:txBody>
      </p:sp>
      <p:sp>
        <p:nvSpPr>
          <p:cNvPr id="116765" name="Text Box 27">
            <a:extLst>
              <a:ext uri="{FF2B5EF4-FFF2-40B4-BE49-F238E27FC236}">
                <a16:creationId xmlns:a16="http://schemas.microsoft.com/office/drawing/2014/main" id="{420291BC-3EE4-4A2B-9AF3-255E931CFA88}"/>
              </a:ext>
            </a:extLst>
          </p:cNvPr>
          <p:cNvSpPr txBox="1">
            <a:spLocks noChangeArrowheads="1"/>
          </p:cNvSpPr>
          <p:nvPr/>
        </p:nvSpPr>
        <p:spPr bwMode="auto">
          <a:xfrm>
            <a:off x="9110663" y="4113213"/>
            <a:ext cx="8318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area 3</a:t>
            </a:r>
          </a:p>
        </p:txBody>
      </p:sp>
      <p:sp>
        <p:nvSpPr>
          <p:cNvPr id="116766" name="Text Box 28">
            <a:extLst>
              <a:ext uri="{FF2B5EF4-FFF2-40B4-BE49-F238E27FC236}">
                <a16:creationId xmlns:a16="http://schemas.microsoft.com/office/drawing/2014/main" id="{5401C833-3561-499D-BF06-600B7A8F567A}"/>
              </a:ext>
            </a:extLst>
          </p:cNvPr>
          <p:cNvSpPr txBox="1">
            <a:spLocks noChangeArrowheads="1"/>
          </p:cNvSpPr>
          <p:nvPr/>
        </p:nvSpPr>
        <p:spPr bwMode="auto">
          <a:xfrm>
            <a:off x="5918201" y="2411414"/>
            <a:ext cx="12858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2000">
                <a:solidFill>
                  <a:schemeClr val="bg1"/>
                </a:solidFill>
              </a:rPr>
              <a:t>backbone</a:t>
            </a:r>
          </a:p>
        </p:txBody>
      </p:sp>
      <p:sp>
        <p:nvSpPr>
          <p:cNvPr id="116767" name="Text Box 29">
            <a:extLst>
              <a:ext uri="{FF2B5EF4-FFF2-40B4-BE49-F238E27FC236}">
                <a16:creationId xmlns:a16="http://schemas.microsoft.com/office/drawing/2014/main" id="{8E8CF271-32B1-47FB-8A6B-BB1E2A2C21F6}"/>
              </a:ext>
            </a:extLst>
          </p:cNvPr>
          <p:cNvSpPr txBox="1">
            <a:spLocks noChangeArrowheads="1"/>
          </p:cNvSpPr>
          <p:nvPr/>
        </p:nvSpPr>
        <p:spPr bwMode="auto">
          <a:xfrm>
            <a:off x="4743450" y="2822576"/>
            <a:ext cx="895350"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nSpc>
                <a:spcPct val="85000"/>
              </a:lnSpc>
            </a:pPr>
            <a:r>
              <a:rPr lang="en-US" altLang="en-US">
                <a:solidFill>
                  <a:schemeClr val="bg1"/>
                </a:solidFill>
              </a:rPr>
              <a:t>area</a:t>
            </a:r>
          </a:p>
          <a:p>
            <a:pPr>
              <a:lnSpc>
                <a:spcPct val="85000"/>
              </a:lnSpc>
            </a:pPr>
            <a:r>
              <a:rPr lang="en-US" altLang="en-US">
                <a:solidFill>
                  <a:schemeClr val="bg1"/>
                </a:solidFill>
              </a:rPr>
              <a:t>border</a:t>
            </a:r>
          </a:p>
          <a:p>
            <a:pPr>
              <a:lnSpc>
                <a:spcPct val="85000"/>
              </a:lnSpc>
            </a:pPr>
            <a:r>
              <a:rPr lang="en-US" altLang="en-US">
                <a:solidFill>
                  <a:schemeClr val="bg1"/>
                </a:solidFill>
              </a:rPr>
              <a:t>routers</a:t>
            </a:r>
          </a:p>
        </p:txBody>
      </p:sp>
      <p:sp>
        <p:nvSpPr>
          <p:cNvPr id="116768" name="Text Box 30">
            <a:extLst>
              <a:ext uri="{FF2B5EF4-FFF2-40B4-BE49-F238E27FC236}">
                <a16:creationId xmlns:a16="http://schemas.microsoft.com/office/drawing/2014/main" id="{C85E16BC-DA28-407D-8CE1-D4CBB66F6B1A}"/>
              </a:ext>
            </a:extLst>
          </p:cNvPr>
          <p:cNvSpPr txBox="1">
            <a:spLocks noChangeArrowheads="1"/>
          </p:cNvSpPr>
          <p:nvPr/>
        </p:nvSpPr>
        <p:spPr bwMode="auto">
          <a:xfrm>
            <a:off x="7493000" y="5048250"/>
            <a:ext cx="93345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nSpc>
                <a:spcPct val="85000"/>
              </a:lnSpc>
            </a:pPr>
            <a:r>
              <a:rPr lang="en-US" altLang="en-US">
                <a:solidFill>
                  <a:srgbClr val="CC0000"/>
                </a:solidFill>
              </a:rPr>
              <a:t>internal</a:t>
            </a:r>
          </a:p>
          <a:p>
            <a:pPr>
              <a:lnSpc>
                <a:spcPct val="85000"/>
              </a:lnSpc>
            </a:pPr>
            <a:r>
              <a:rPr lang="en-US" altLang="en-US">
                <a:solidFill>
                  <a:srgbClr val="CC0000"/>
                </a:solidFill>
              </a:rPr>
              <a:t>routers</a:t>
            </a:r>
          </a:p>
        </p:txBody>
      </p:sp>
      <p:sp>
        <p:nvSpPr>
          <p:cNvPr id="116769" name="Line 242">
            <a:extLst>
              <a:ext uri="{FF2B5EF4-FFF2-40B4-BE49-F238E27FC236}">
                <a16:creationId xmlns:a16="http://schemas.microsoft.com/office/drawing/2014/main" id="{34E02A7A-C702-4510-91E8-8F7BBF015B9F}"/>
              </a:ext>
            </a:extLst>
          </p:cNvPr>
          <p:cNvSpPr>
            <a:spLocks noChangeShapeType="1"/>
          </p:cNvSpPr>
          <p:nvPr/>
        </p:nvSpPr>
        <p:spPr bwMode="auto">
          <a:xfrm flipV="1">
            <a:off x="8470900" y="5018089"/>
            <a:ext cx="490538" cy="200025"/>
          </a:xfrm>
          <a:prstGeom prst="line">
            <a:avLst/>
          </a:prstGeom>
          <a:noFill/>
          <a:ln w="9525">
            <a:solidFill>
              <a:srgbClr val="CC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16770" name="Line 243">
            <a:extLst>
              <a:ext uri="{FF2B5EF4-FFF2-40B4-BE49-F238E27FC236}">
                <a16:creationId xmlns:a16="http://schemas.microsoft.com/office/drawing/2014/main" id="{053AD896-3AB1-448C-A198-CE2E62AA3B51}"/>
              </a:ext>
            </a:extLst>
          </p:cNvPr>
          <p:cNvSpPr>
            <a:spLocks noChangeShapeType="1"/>
          </p:cNvSpPr>
          <p:nvPr/>
        </p:nvSpPr>
        <p:spPr bwMode="auto">
          <a:xfrm flipH="1" flipV="1">
            <a:off x="7083426" y="4892675"/>
            <a:ext cx="481013" cy="300038"/>
          </a:xfrm>
          <a:prstGeom prst="line">
            <a:avLst/>
          </a:prstGeom>
          <a:noFill/>
          <a:ln w="9525">
            <a:solidFill>
              <a:srgbClr val="CC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16771" name="Line 244">
            <a:extLst>
              <a:ext uri="{FF2B5EF4-FFF2-40B4-BE49-F238E27FC236}">
                <a16:creationId xmlns:a16="http://schemas.microsoft.com/office/drawing/2014/main" id="{7C078F7F-962E-4F14-BF9A-102F2070C2CE}"/>
              </a:ext>
            </a:extLst>
          </p:cNvPr>
          <p:cNvSpPr>
            <a:spLocks noChangeShapeType="1"/>
          </p:cNvSpPr>
          <p:nvPr/>
        </p:nvSpPr>
        <p:spPr bwMode="auto">
          <a:xfrm flipV="1">
            <a:off x="6386513" y="1081088"/>
            <a:ext cx="0" cy="79216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16772" name="Line 245">
            <a:extLst>
              <a:ext uri="{FF2B5EF4-FFF2-40B4-BE49-F238E27FC236}">
                <a16:creationId xmlns:a16="http://schemas.microsoft.com/office/drawing/2014/main" id="{6A0138B3-785B-4AAE-ABEC-79D57651EDEE}"/>
              </a:ext>
            </a:extLst>
          </p:cNvPr>
          <p:cNvSpPr>
            <a:spLocks noChangeShapeType="1"/>
          </p:cNvSpPr>
          <p:nvPr/>
        </p:nvSpPr>
        <p:spPr bwMode="auto">
          <a:xfrm flipH="1">
            <a:off x="8058150" y="2039938"/>
            <a:ext cx="312738" cy="201612"/>
          </a:xfrm>
          <a:prstGeom prst="line">
            <a:avLst/>
          </a:prstGeom>
          <a:noFill/>
          <a:ln w="9525">
            <a:solidFill>
              <a:srgbClr val="CC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16773" name="Line 246">
            <a:extLst>
              <a:ext uri="{FF2B5EF4-FFF2-40B4-BE49-F238E27FC236}">
                <a16:creationId xmlns:a16="http://schemas.microsoft.com/office/drawing/2014/main" id="{C8328A02-F1C3-4E31-8D1A-AB8F4FFA34DB}"/>
              </a:ext>
            </a:extLst>
          </p:cNvPr>
          <p:cNvSpPr>
            <a:spLocks noChangeShapeType="1"/>
          </p:cNvSpPr>
          <p:nvPr/>
        </p:nvSpPr>
        <p:spPr bwMode="auto">
          <a:xfrm flipH="1">
            <a:off x="6548439" y="1646238"/>
            <a:ext cx="312737" cy="201612"/>
          </a:xfrm>
          <a:prstGeom prst="line">
            <a:avLst/>
          </a:prstGeom>
          <a:noFill/>
          <a:ln w="9525">
            <a:solidFill>
              <a:srgbClr val="CC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16774" name="Line 247">
            <a:extLst>
              <a:ext uri="{FF2B5EF4-FFF2-40B4-BE49-F238E27FC236}">
                <a16:creationId xmlns:a16="http://schemas.microsoft.com/office/drawing/2014/main" id="{80E2B7F3-DB58-41AC-AB2F-0D37154D4345}"/>
              </a:ext>
            </a:extLst>
          </p:cNvPr>
          <p:cNvSpPr>
            <a:spLocks noChangeShapeType="1"/>
          </p:cNvSpPr>
          <p:nvPr/>
        </p:nvSpPr>
        <p:spPr bwMode="auto">
          <a:xfrm>
            <a:off x="5678488" y="3463926"/>
            <a:ext cx="334962" cy="55563"/>
          </a:xfrm>
          <a:prstGeom prst="line">
            <a:avLst/>
          </a:prstGeom>
          <a:noFill/>
          <a:ln w="9525">
            <a:solidFill>
              <a:schemeClr val="bg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16775" name="Line 248">
            <a:extLst>
              <a:ext uri="{FF2B5EF4-FFF2-40B4-BE49-F238E27FC236}">
                <a16:creationId xmlns:a16="http://schemas.microsoft.com/office/drawing/2014/main" id="{F9804730-F4AF-4B9A-8EA8-1E015F8FE2FF}"/>
              </a:ext>
            </a:extLst>
          </p:cNvPr>
          <p:cNvSpPr>
            <a:spLocks noChangeShapeType="1"/>
          </p:cNvSpPr>
          <p:nvPr/>
        </p:nvSpPr>
        <p:spPr bwMode="auto">
          <a:xfrm flipH="1" flipV="1">
            <a:off x="4492626" y="3270251"/>
            <a:ext cx="257175" cy="157163"/>
          </a:xfrm>
          <a:prstGeom prst="line">
            <a:avLst/>
          </a:prstGeom>
          <a:noFill/>
          <a:ln w="9525">
            <a:solidFill>
              <a:schemeClr val="bg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nvGrpSpPr>
          <p:cNvPr id="116776" name="Group 249">
            <a:extLst>
              <a:ext uri="{FF2B5EF4-FFF2-40B4-BE49-F238E27FC236}">
                <a16:creationId xmlns:a16="http://schemas.microsoft.com/office/drawing/2014/main" id="{C308A8F1-555A-4C1C-81BD-DC0537914441}"/>
              </a:ext>
            </a:extLst>
          </p:cNvPr>
          <p:cNvGrpSpPr>
            <a:grpSpLocks/>
          </p:cNvGrpSpPr>
          <p:nvPr/>
        </p:nvGrpSpPr>
        <p:grpSpPr bwMode="auto">
          <a:xfrm>
            <a:off x="7426326" y="2276476"/>
            <a:ext cx="644525" cy="282575"/>
            <a:chOff x="4396" y="1245"/>
            <a:chExt cx="672" cy="248"/>
          </a:xfrm>
        </p:grpSpPr>
        <p:sp>
          <p:nvSpPr>
            <p:cNvPr id="116904" name="Oval 407">
              <a:extLst>
                <a:ext uri="{FF2B5EF4-FFF2-40B4-BE49-F238E27FC236}">
                  <a16:creationId xmlns:a16="http://schemas.microsoft.com/office/drawing/2014/main" id="{2684F4A5-7B48-4CA2-8B03-FC252ABD7B8B}"/>
                </a:ext>
              </a:extLst>
            </p:cNvPr>
            <p:cNvSpPr>
              <a:spLocks noChangeArrowheads="1"/>
            </p:cNvSpPr>
            <p:nvPr/>
          </p:nvSpPr>
          <p:spPr bwMode="auto">
            <a:xfrm>
              <a:off x="4399" y="1355"/>
              <a:ext cx="666" cy="138"/>
            </a:xfrm>
            <a:prstGeom prst="ellipse">
              <a:avLst/>
            </a:prstGeom>
            <a:gradFill rotWithShape="1">
              <a:gsLst>
                <a:gs pos="0">
                  <a:srgbClr val="CCCCFF"/>
                </a:gs>
                <a:gs pos="100000">
                  <a:srgbClr val="FFFFFF"/>
                </a:gs>
              </a:gsLst>
              <a:lin ang="0" scaled="1"/>
            </a:gradFill>
            <a:ln w="1270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sp>
          <p:nvSpPr>
            <p:cNvPr id="116905" name="Rectangle 410">
              <a:extLst>
                <a:ext uri="{FF2B5EF4-FFF2-40B4-BE49-F238E27FC236}">
                  <a16:creationId xmlns:a16="http://schemas.microsoft.com/office/drawing/2014/main" id="{C86BAEA7-6736-43EC-97D6-ED12A95B95C3}"/>
                </a:ext>
              </a:extLst>
            </p:cNvPr>
            <p:cNvSpPr>
              <a:spLocks noChangeArrowheads="1"/>
            </p:cNvSpPr>
            <p:nvPr/>
          </p:nvSpPr>
          <p:spPr bwMode="auto">
            <a:xfrm>
              <a:off x="4399" y="1339"/>
              <a:ext cx="669" cy="86"/>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latin typeface="Times New Roman" panose="02020603050405020304" pitchFamily="18" charset="0"/>
                <a:cs typeface="Arial" panose="020B0604020202020204" pitchFamily="34" charset="0"/>
              </a:endParaRPr>
            </a:p>
          </p:txBody>
        </p:sp>
        <p:sp>
          <p:nvSpPr>
            <p:cNvPr id="116906" name="Oval 411">
              <a:extLst>
                <a:ext uri="{FF2B5EF4-FFF2-40B4-BE49-F238E27FC236}">
                  <a16:creationId xmlns:a16="http://schemas.microsoft.com/office/drawing/2014/main" id="{B382974A-42DF-4696-8309-1C5E01295A41}"/>
                </a:ext>
              </a:extLst>
            </p:cNvPr>
            <p:cNvSpPr>
              <a:spLocks noChangeArrowheads="1"/>
            </p:cNvSpPr>
            <p:nvPr/>
          </p:nvSpPr>
          <p:spPr bwMode="auto">
            <a:xfrm>
              <a:off x="4396" y="1245"/>
              <a:ext cx="667" cy="162"/>
            </a:xfrm>
            <a:prstGeom prst="ellipse">
              <a:avLst/>
            </a:prstGeom>
            <a:gradFill rotWithShape="1">
              <a:gsLst>
                <a:gs pos="0">
                  <a:srgbClr val="CCCCFF"/>
                </a:gs>
                <a:gs pos="100000">
                  <a:srgbClr val="FFFFFF"/>
                </a:gs>
              </a:gsLst>
              <a:lin ang="0" scaled="1"/>
            </a:gradFill>
            <a:ln w="1270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grpSp>
          <p:nvGrpSpPr>
            <p:cNvPr id="116907" name="Group 253">
              <a:extLst>
                <a:ext uri="{FF2B5EF4-FFF2-40B4-BE49-F238E27FC236}">
                  <a16:creationId xmlns:a16="http://schemas.microsoft.com/office/drawing/2014/main" id="{F1D044E4-CA35-4D92-B9B1-AFAC8DFC768A}"/>
                </a:ext>
              </a:extLst>
            </p:cNvPr>
            <p:cNvGrpSpPr>
              <a:grpSpLocks/>
            </p:cNvGrpSpPr>
            <p:nvPr/>
          </p:nvGrpSpPr>
          <p:grpSpPr bwMode="auto">
            <a:xfrm>
              <a:off x="4530" y="1287"/>
              <a:ext cx="377" cy="75"/>
              <a:chOff x="2468" y="1332"/>
              <a:chExt cx="310" cy="60"/>
            </a:xfrm>
          </p:grpSpPr>
          <p:sp>
            <p:nvSpPr>
              <p:cNvPr id="116910" name="Freeform 254">
                <a:extLst>
                  <a:ext uri="{FF2B5EF4-FFF2-40B4-BE49-F238E27FC236}">
                    <a16:creationId xmlns:a16="http://schemas.microsoft.com/office/drawing/2014/main" id="{0417EDB7-0063-4CAF-AD9B-87776BF3D1E7}"/>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16911" name="Freeform 255">
                <a:extLst>
                  <a:ext uri="{FF2B5EF4-FFF2-40B4-BE49-F238E27FC236}">
                    <a16:creationId xmlns:a16="http://schemas.microsoft.com/office/drawing/2014/main" id="{E32C2C1A-FA95-4ECE-B451-E6AF0887DE7D}"/>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sp>
          <p:nvSpPr>
            <p:cNvPr id="116908" name="Line 256">
              <a:extLst>
                <a:ext uri="{FF2B5EF4-FFF2-40B4-BE49-F238E27FC236}">
                  <a16:creationId xmlns:a16="http://schemas.microsoft.com/office/drawing/2014/main" id="{DD9E5A97-0F40-403D-8632-C7C5A5616CB9}"/>
                </a:ext>
              </a:extLst>
            </p:cNvPr>
            <p:cNvSpPr>
              <a:spLocks noChangeShapeType="1"/>
            </p:cNvSpPr>
            <p:nvPr/>
          </p:nvSpPr>
          <p:spPr bwMode="auto">
            <a:xfrm>
              <a:off x="4399" y="1322"/>
              <a:ext cx="0" cy="11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909" name="Line 257">
              <a:extLst>
                <a:ext uri="{FF2B5EF4-FFF2-40B4-BE49-F238E27FC236}">
                  <a16:creationId xmlns:a16="http://schemas.microsoft.com/office/drawing/2014/main" id="{138C13CD-6612-40E8-B92F-1CD9A5B26935}"/>
                </a:ext>
              </a:extLst>
            </p:cNvPr>
            <p:cNvSpPr>
              <a:spLocks noChangeShapeType="1"/>
            </p:cNvSpPr>
            <p:nvPr/>
          </p:nvSpPr>
          <p:spPr bwMode="auto">
            <a:xfrm>
              <a:off x="5063" y="1326"/>
              <a:ext cx="0" cy="107"/>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16777" name="Group 258">
            <a:extLst>
              <a:ext uri="{FF2B5EF4-FFF2-40B4-BE49-F238E27FC236}">
                <a16:creationId xmlns:a16="http://schemas.microsoft.com/office/drawing/2014/main" id="{91DAF589-2B3B-467B-BBED-CB3C1126AC21}"/>
              </a:ext>
            </a:extLst>
          </p:cNvPr>
          <p:cNvGrpSpPr>
            <a:grpSpLocks/>
          </p:cNvGrpSpPr>
          <p:nvPr/>
        </p:nvGrpSpPr>
        <p:grpSpPr bwMode="auto">
          <a:xfrm>
            <a:off x="8348664" y="3119439"/>
            <a:ext cx="644525" cy="282575"/>
            <a:chOff x="4396" y="1245"/>
            <a:chExt cx="672" cy="248"/>
          </a:xfrm>
        </p:grpSpPr>
        <p:sp>
          <p:nvSpPr>
            <p:cNvPr id="116896" name="Oval 407">
              <a:extLst>
                <a:ext uri="{FF2B5EF4-FFF2-40B4-BE49-F238E27FC236}">
                  <a16:creationId xmlns:a16="http://schemas.microsoft.com/office/drawing/2014/main" id="{C224971F-6407-478B-BEBC-FA7231D268F8}"/>
                </a:ext>
              </a:extLst>
            </p:cNvPr>
            <p:cNvSpPr>
              <a:spLocks noChangeArrowheads="1"/>
            </p:cNvSpPr>
            <p:nvPr/>
          </p:nvSpPr>
          <p:spPr bwMode="auto">
            <a:xfrm>
              <a:off x="4399" y="1355"/>
              <a:ext cx="666" cy="138"/>
            </a:xfrm>
            <a:prstGeom prst="ellipse">
              <a:avLst/>
            </a:prstGeom>
            <a:gradFill rotWithShape="1">
              <a:gsLst>
                <a:gs pos="0">
                  <a:srgbClr val="CCCCFF"/>
                </a:gs>
                <a:gs pos="100000">
                  <a:srgbClr val="FFFFFF"/>
                </a:gs>
              </a:gsLst>
              <a:lin ang="0" scaled="1"/>
            </a:gradFill>
            <a:ln w="1270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sp>
          <p:nvSpPr>
            <p:cNvPr id="116897" name="Rectangle 410">
              <a:extLst>
                <a:ext uri="{FF2B5EF4-FFF2-40B4-BE49-F238E27FC236}">
                  <a16:creationId xmlns:a16="http://schemas.microsoft.com/office/drawing/2014/main" id="{15F11D83-6A8A-4587-94FC-C9A8131A8922}"/>
                </a:ext>
              </a:extLst>
            </p:cNvPr>
            <p:cNvSpPr>
              <a:spLocks noChangeArrowheads="1"/>
            </p:cNvSpPr>
            <p:nvPr/>
          </p:nvSpPr>
          <p:spPr bwMode="auto">
            <a:xfrm>
              <a:off x="4399" y="1339"/>
              <a:ext cx="669" cy="86"/>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latin typeface="Times New Roman" panose="02020603050405020304" pitchFamily="18" charset="0"/>
                <a:cs typeface="Arial" panose="020B0604020202020204" pitchFamily="34" charset="0"/>
              </a:endParaRPr>
            </a:p>
          </p:txBody>
        </p:sp>
        <p:sp>
          <p:nvSpPr>
            <p:cNvPr id="116898" name="Oval 411">
              <a:extLst>
                <a:ext uri="{FF2B5EF4-FFF2-40B4-BE49-F238E27FC236}">
                  <a16:creationId xmlns:a16="http://schemas.microsoft.com/office/drawing/2014/main" id="{2716108E-D7BF-4ED6-9AFA-2D47F7964E93}"/>
                </a:ext>
              </a:extLst>
            </p:cNvPr>
            <p:cNvSpPr>
              <a:spLocks noChangeArrowheads="1"/>
            </p:cNvSpPr>
            <p:nvPr/>
          </p:nvSpPr>
          <p:spPr bwMode="auto">
            <a:xfrm>
              <a:off x="4396" y="1245"/>
              <a:ext cx="667" cy="162"/>
            </a:xfrm>
            <a:prstGeom prst="ellipse">
              <a:avLst/>
            </a:prstGeom>
            <a:gradFill rotWithShape="1">
              <a:gsLst>
                <a:gs pos="0">
                  <a:srgbClr val="CCCCFF"/>
                </a:gs>
                <a:gs pos="100000">
                  <a:srgbClr val="FFFFFF"/>
                </a:gs>
              </a:gsLst>
              <a:lin ang="0" scaled="1"/>
            </a:gradFill>
            <a:ln w="1270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grpSp>
          <p:nvGrpSpPr>
            <p:cNvPr id="116899" name="Group 262">
              <a:extLst>
                <a:ext uri="{FF2B5EF4-FFF2-40B4-BE49-F238E27FC236}">
                  <a16:creationId xmlns:a16="http://schemas.microsoft.com/office/drawing/2014/main" id="{E5930B49-D28D-45D2-8510-E47283064D8D}"/>
                </a:ext>
              </a:extLst>
            </p:cNvPr>
            <p:cNvGrpSpPr>
              <a:grpSpLocks/>
            </p:cNvGrpSpPr>
            <p:nvPr/>
          </p:nvGrpSpPr>
          <p:grpSpPr bwMode="auto">
            <a:xfrm>
              <a:off x="4530" y="1287"/>
              <a:ext cx="377" cy="75"/>
              <a:chOff x="2468" y="1332"/>
              <a:chExt cx="310" cy="60"/>
            </a:xfrm>
          </p:grpSpPr>
          <p:sp>
            <p:nvSpPr>
              <p:cNvPr id="116902" name="Freeform 263">
                <a:extLst>
                  <a:ext uri="{FF2B5EF4-FFF2-40B4-BE49-F238E27FC236}">
                    <a16:creationId xmlns:a16="http://schemas.microsoft.com/office/drawing/2014/main" id="{32C89936-F969-4BB7-9C56-84962723309B}"/>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16903" name="Freeform 264">
                <a:extLst>
                  <a:ext uri="{FF2B5EF4-FFF2-40B4-BE49-F238E27FC236}">
                    <a16:creationId xmlns:a16="http://schemas.microsoft.com/office/drawing/2014/main" id="{A5E9AA21-13B5-4BEA-B022-F2BFD027256C}"/>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sp>
          <p:nvSpPr>
            <p:cNvPr id="116900" name="Line 265">
              <a:extLst>
                <a:ext uri="{FF2B5EF4-FFF2-40B4-BE49-F238E27FC236}">
                  <a16:creationId xmlns:a16="http://schemas.microsoft.com/office/drawing/2014/main" id="{C469731B-0A89-4A07-B910-F5C93355536F}"/>
                </a:ext>
              </a:extLst>
            </p:cNvPr>
            <p:cNvSpPr>
              <a:spLocks noChangeShapeType="1"/>
            </p:cNvSpPr>
            <p:nvPr/>
          </p:nvSpPr>
          <p:spPr bwMode="auto">
            <a:xfrm>
              <a:off x="4399" y="1322"/>
              <a:ext cx="0" cy="11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901" name="Line 266">
              <a:extLst>
                <a:ext uri="{FF2B5EF4-FFF2-40B4-BE49-F238E27FC236}">
                  <a16:creationId xmlns:a16="http://schemas.microsoft.com/office/drawing/2014/main" id="{40B04722-556A-4716-AA16-E44E561CD3A5}"/>
                </a:ext>
              </a:extLst>
            </p:cNvPr>
            <p:cNvSpPr>
              <a:spLocks noChangeShapeType="1"/>
            </p:cNvSpPr>
            <p:nvPr/>
          </p:nvSpPr>
          <p:spPr bwMode="auto">
            <a:xfrm>
              <a:off x="5063" y="1326"/>
              <a:ext cx="0" cy="107"/>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16778" name="Group 267">
            <a:extLst>
              <a:ext uri="{FF2B5EF4-FFF2-40B4-BE49-F238E27FC236}">
                <a16:creationId xmlns:a16="http://schemas.microsoft.com/office/drawing/2014/main" id="{78B7F0C7-9DBE-4635-8C49-E54D463782BC}"/>
              </a:ext>
            </a:extLst>
          </p:cNvPr>
          <p:cNvGrpSpPr>
            <a:grpSpLocks/>
          </p:cNvGrpSpPr>
          <p:nvPr/>
        </p:nvGrpSpPr>
        <p:grpSpPr bwMode="auto">
          <a:xfrm>
            <a:off x="8132764" y="3952876"/>
            <a:ext cx="644525" cy="282575"/>
            <a:chOff x="4396" y="1245"/>
            <a:chExt cx="672" cy="248"/>
          </a:xfrm>
        </p:grpSpPr>
        <p:sp>
          <p:nvSpPr>
            <p:cNvPr id="116888" name="Oval 407">
              <a:extLst>
                <a:ext uri="{FF2B5EF4-FFF2-40B4-BE49-F238E27FC236}">
                  <a16:creationId xmlns:a16="http://schemas.microsoft.com/office/drawing/2014/main" id="{2D62BF4B-6728-47A8-9E46-9765166343D7}"/>
                </a:ext>
              </a:extLst>
            </p:cNvPr>
            <p:cNvSpPr>
              <a:spLocks noChangeArrowheads="1"/>
            </p:cNvSpPr>
            <p:nvPr/>
          </p:nvSpPr>
          <p:spPr bwMode="auto">
            <a:xfrm>
              <a:off x="4399" y="1355"/>
              <a:ext cx="666" cy="138"/>
            </a:xfrm>
            <a:prstGeom prst="ellipse">
              <a:avLst/>
            </a:prstGeom>
            <a:gradFill rotWithShape="1">
              <a:gsLst>
                <a:gs pos="0">
                  <a:srgbClr val="CCCCFF"/>
                </a:gs>
                <a:gs pos="100000">
                  <a:srgbClr val="FFFFFF"/>
                </a:gs>
              </a:gsLst>
              <a:lin ang="0" scaled="1"/>
            </a:gradFill>
            <a:ln w="1270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sp>
          <p:nvSpPr>
            <p:cNvPr id="116889" name="Rectangle 410">
              <a:extLst>
                <a:ext uri="{FF2B5EF4-FFF2-40B4-BE49-F238E27FC236}">
                  <a16:creationId xmlns:a16="http://schemas.microsoft.com/office/drawing/2014/main" id="{DD6CCBA4-165F-4CDA-933E-6E6B9620639E}"/>
                </a:ext>
              </a:extLst>
            </p:cNvPr>
            <p:cNvSpPr>
              <a:spLocks noChangeArrowheads="1"/>
            </p:cNvSpPr>
            <p:nvPr/>
          </p:nvSpPr>
          <p:spPr bwMode="auto">
            <a:xfrm>
              <a:off x="4399" y="1339"/>
              <a:ext cx="669" cy="86"/>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latin typeface="Times New Roman" panose="02020603050405020304" pitchFamily="18" charset="0"/>
                <a:cs typeface="Arial" panose="020B0604020202020204" pitchFamily="34" charset="0"/>
              </a:endParaRPr>
            </a:p>
          </p:txBody>
        </p:sp>
        <p:sp>
          <p:nvSpPr>
            <p:cNvPr id="116890" name="Oval 411">
              <a:extLst>
                <a:ext uri="{FF2B5EF4-FFF2-40B4-BE49-F238E27FC236}">
                  <a16:creationId xmlns:a16="http://schemas.microsoft.com/office/drawing/2014/main" id="{9DAB6DAC-81D9-45CE-A096-7156104F211B}"/>
                </a:ext>
              </a:extLst>
            </p:cNvPr>
            <p:cNvSpPr>
              <a:spLocks noChangeArrowheads="1"/>
            </p:cNvSpPr>
            <p:nvPr/>
          </p:nvSpPr>
          <p:spPr bwMode="auto">
            <a:xfrm>
              <a:off x="4396" y="1245"/>
              <a:ext cx="667" cy="162"/>
            </a:xfrm>
            <a:prstGeom prst="ellipse">
              <a:avLst/>
            </a:prstGeom>
            <a:gradFill rotWithShape="1">
              <a:gsLst>
                <a:gs pos="0">
                  <a:srgbClr val="CCCCFF"/>
                </a:gs>
                <a:gs pos="100000">
                  <a:srgbClr val="FFFFFF"/>
                </a:gs>
              </a:gsLst>
              <a:lin ang="0" scaled="1"/>
            </a:gradFill>
            <a:ln w="1270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grpSp>
          <p:nvGrpSpPr>
            <p:cNvPr id="116891" name="Group 271">
              <a:extLst>
                <a:ext uri="{FF2B5EF4-FFF2-40B4-BE49-F238E27FC236}">
                  <a16:creationId xmlns:a16="http://schemas.microsoft.com/office/drawing/2014/main" id="{BDCF30CC-96AB-4EC5-9D91-BA2C10866BA9}"/>
                </a:ext>
              </a:extLst>
            </p:cNvPr>
            <p:cNvGrpSpPr>
              <a:grpSpLocks/>
            </p:cNvGrpSpPr>
            <p:nvPr/>
          </p:nvGrpSpPr>
          <p:grpSpPr bwMode="auto">
            <a:xfrm>
              <a:off x="4530" y="1287"/>
              <a:ext cx="377" cy="75"/>
              <a:chOff x="2468" y="1332"/>
              <a:chExt cx="310" cy="60"/>
            </a:xfrm>
          </p:grpSpPr>
          <p:sp>
            <p:nvSpPr>
              <p:cNvPr id="116894" name="Freeform 272">
                <a:extLst>
                  <a:ext uri="{FF2B5EF4-FFF2-40B4-BE49-F238E27FC236}">
                    <a16:creationId xmlns:a16="http://schemas.microsoft.com/office/drawing/2014/main" id="{A3A9C105-6FED-47E8-81EA-C147D3E4EA75}"/>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16895" name="Freeform 273">
                <a:extLst>
                  <a:ext uri="{FF2B5EF4-FFF2-40B4-BE49-F238E27FC236}">
                    <a16:creationId xmlns:a16="http://schemas.microsoft.com/office/drawing/2014/main" id="{3ED28562-8FE3-43FA-913A-73462EB83A43}"/>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sp>
          <p:nvSpPr>
            <p:cNvPr id="116892" name="Line 274">
              <a:extLst>
                <a:ext uri="{FF2B5EF4-FFF2-40B4-BE49-F238E27FC236}">
                  <a16:creationId xmlns:a16="http://schemas.microsoft.com/office/drawing/2014/main" id="{9FB15302-80CA-41E9-B87A-B2AC3674578B}"/>
                </a:ext>
              </a:extLst>
            </p:cNvPr>
            <p:cNvSpPr>
              <a:spLocks noChangeShapeType="1"/>
            </p:cNvSpPr>
            <p:nvPr/>
          </p:nvSpPr>
          <p:spPr bwMode="auto">
            <a:xfrm>
              <a:off x="4399" y="1322"/>
              <a:ext cx="0" cy="11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893" name="Line 275">
              <a:extLst>
                <a:ext uri="{FF2B5EF4-FFF2-40B4-BE49-F238E27FC236}">
                  <a16:creationId xmlns:a16="http://schemas.microsoft.com/office/drawing/2014/main" id="{9455CD68-24D7-4237-B874-307B5CB99316}"/>
                </a:ext>
              </a:extLst>
            </p:cNvPr>
            <p:cNvSpPr>
              <a:spLocks noChangeShapeType="1"/>
            </p:cNvSpPr>
            <p:nvPr/>
          </p:nvSpPr>
          <p:spPr bwMode="auto">
            <a:xfrm>
              <a:off x="5063" y="1326"/>
              <a:ext cx="0" cy="107"/>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16779" name="Group 276">
            <a:extLst>
              <a:ext uri="{FF2B5EF4-FFF2-40B4-BE49-F238E27FC236}">
                <a16:creationId xmlns:a16="http://schemas.microsoft.com/office/drawing/2014/main" id="{46F0665C-931A-4A69-AD0E-C68D1DEBCED0}"/>
              </a:ext>
            </a:extLst>
          </p:cNvPr>
          <p:cNvGrpSpPr>
            <a:grpSpLocks/>
          </p:cNvGrpSpPr>
          <p:nvPr/>
        </p:nvGrpSpPr>
        <p:grpSpPr bwMode="auto">
          <a:xfrm>
            <a:off x="8942389" y="4797426"/>
            <a:ext cx="644525" cy="282575"/>
            <a:chOff x="4396" y="1245"/>
            <a:chExt cx="672" cy="248"/>
          </a:xfrm>
        </p:grpSpPr>
        <p:sp>
          <p:nvSpPr>
            <p:cNvPr id="116880" name="Oval 407">
              <a:extLst>
                <a:ext uri="{FF2B5EF4-FFF2-40B4-BE49-F238E27FC236}">
                  <a16:creationId xmlns:a16="http://schemas.microsoft.com/office/drawing/2014/main" id="{A07C189B-1713-48BB-9FCF-BF33157B9E9C}"/>
                </a:ext>
              </a:extLst>
            </p:cNvPr>
            <p:cNvSpPr>
              <a:spLocks noChangeArrowheads="1"/>
            </p:cNvSpPr>
            <p:nvPr/>
          </p:nvSpPr>
          <p:spPr bwMode="auto">
            <a:xfrm>
              <a:off x="4399" y="1355"/>
              <a:ext cx="666" cy="138"/>
            </a:xfrm>
            <a:prstGeom prst="ellipse">
              <a:avLst/>
            </a:prstGeom>
            <a:gradFill rotWithShape="1">
              <a:gsLst>
                <a:gs pos="0">
                  <a:srgbClr val="CCCCFF"/>
                </a:gs>
                <a:gs pos="100000">
                  <a:srgbClr val="FFFFFF"/>
                </a:gs>
              </a:gsLst>
              <a:lin ang="0" scaled="1"/>
            </a:gradFill>
            <a:ln w="1270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sp>
          <p:nvSpPr>
            <p:cNvPr id="116881" name="Rectangle 410">
              <a:extLst>
                <a:ext uri="{FF2B5EF4-FFF2-40B4-BE49-F238E27FC236}">
                  <a16:creationId xmlns:a16="http://schemas.microsoft.com/office/drawing/2014/main" id="{BC619605-4EE5-4CE6-86C2-94B67FA00063}"/>
                </a:ext>
              </a:extLst>
            </p:cNvPr>
            <p:cNvSpPr>
              <a:spLocks noChangeArrowheads="1"/>
            </p:cNvSpPr>
            <p:nvPr/>
          </p:nvSpPr>
          <p:spPr bwMode="auto">
            <a:xfrm>
              <a:off x="4399" y="1339"/>
              <a:ext cx="669" cy="86"/>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latin typeface="Times New Roman" panose="02020603050405020304" pitchFamily="18" charset="0"/>
                <a:cs typeface="Arial" panose="020B0604020202020204" pitchFamily="34" charset="0"/>
              </a:endParaRPr>
            </a:p>
          </p:txBody>
        </p:sp>
        <p:sp>
          <p:nvSpPr>
            <p:cNvPr id="116882" name="Oval 411">
              <a:extLst>
                <a:ext uri="{FF2B5EF4-FFF2-40B4-BE49-F238E27FC236}">
                  <a16:creationId xmlns:a16="http://schemas.microsoft.com/office/drawing/2014/main" id="{2FF7175E-F764-45C7-9D35-B2238C8B5F38}"/>
                </a:ext>
              </a:extLst>
            </p:cNvPr>
            <p:cNvSpPr>
              <a:spLocks noChangeArrowheads="1"/>
            </p:cNvSpPr>
            <p:nvPr/>
          </p:nvSpPr>
          <p:spPr bwMode="auto">
            <a:xfrm>
              <a:off x="4396" y="1245"/>
              <a:ext cx="667" cy="162"/>
            </a:xfrm>
            <a:prstGeom prst="ellipse">
              <a:avLst/>
            </a:prstGeom>
            <a:gradFill rotWithShape="1">
              <a:gsLst>
                <a:gs pos="0">
                  <a:srgbClr val="CCCCFF"/>
                </a:gs>
                <a:gs pos="100000">
                  <a:srgbClr val="FFFFFF"/>
                </a:gs>
              </a:gsLst>
              <a:lin ang="0" scaled="1"/>
            </a:gradFill>
            <a:ln w="1270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grpSp>
          <p:nvGrpSpPr>
            <p:cNvPr id="116883" name="Group 280">
              <a:extLst>
                <a:ext uri="{FF2B5EF4-FFF2-40B4-BE49-F238E27FC236}">
                  <a16:creationId xmlns:a16="http://schemas.microsoft.com/office/drawing/2014/main" id="{D8769FA3-31AC-4401-ABCC-19B51DE217D9}"/>
                </a:ext>
              </a:extLst>
            </p:cNvPr>
            <p:cNvGrpSpPr>
              <a:grpSpLocks/>
            </p:cNvGrpSpPr>
            <p:nvPr/>
          </p:nvGrpSpPr>
          <p:grpSpPr bwMode="auto">
            <a:xfrm>
              <a:off x="4530" y="1287"/>
              <a:ext cx="377" cy="75"/>
              <a:chOff x="2468" y="1332"/>
              <a:chExt cx="310" cy="60"/>
            </a:xfrm>
          </p:grpSpPr>
          <p:sp>
            <p:nvSpPr>
              <p:cNvPr id="116886" name="Freeform 281">
                <a:extLst>
                  <a:ext uri="{FF2B5EF4-FFF2-40B4-BE49-F238E27FC236}">
                    <a16:creationId xmlns:a16="http://schemas.microsoft.com/office/drawing/2014/main" id="{060BBC49-E8B4-4281-856F-2047308AA91A}"/>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16887" name="Freeform 282">
                <a:extLst>
                  <a:ext uri="{FF2B5EF4-FFF2-40B4-BE49-F238E27FC236}">
                    <a16:creationId xmlns:a16="http://schemas.microsoft.com/office/drawing/2014/main" id="{6F79EA26-BD0B-4D54-9E65-28E8F777D017}"/>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sp>
          <p:nvSpPr>
            <p:cNvPr id="116884" name="Line 283">
              <a:extLst>
                <a:ext uri="{FF2B5EF4-FFF2-40B4-BE49-F238E27FC236}">
                  <a16:creationId xmlns:a16="http://schemas.microsoft.com/office/drawing/2014/main" id="{11EF6AB8-9796-4B7A-87FF-27AE3D892C4C}"/>
                </a:ext>
              </a:extLst>
            </p:cNvPr>
            <p:cNvSpPr>
              <a:spLocks noChangeShapeType="1"/>
            </p:cNvSpPr>
            <p:nvPr/>
          </p:nvSpPr>
          <p:spPr bwMode="auto">
            <a:xfrm>
              <a:off x="4399" y="1322"/>
              <a:ext cx="0" cy="11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885" name="Line 284">
              <a:extLst>
                <a:ext uri="{FF2B5EF4-FFF2-40B4-BE49-F238E27FC236}">
                  <a16:creationId xmlns:a16="http://schemas.microsoft.com/office/drawing/2014/main" id="{EFE238D6-87D1-4A12-8C2F-BFBFE42BBC4C}"/>
                </a:ext>
              </a:extLst>
            </p:cNvPr>
            <p:cNvSpPr>
              <a:spLocks noChangeShapeType="1"/>
            </p:cNvSpPr>
            <p:nvPr/>
          </p:nvSpPr>
          <p:spPr bwMode="auto">
            <a:xfrm>
              <a:off x="5063" y="1326"/>
              <a:ext cx="0" cy="107"/>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16780" name="Group 285">
            <a:extLst>
              <a:ext uri="{FF2B5EF4-FFF2-40B4-BE49-F238E27FC236}">
                <a16:creationId xmlns:a16="http://schemas.microsoft.com/office/drawing/2014/main" id="{45D68A2B-7B87-4FFF-8D8B-5393961B6D29}"/>
              </a:ext>
            </a:extLst>
          </p:cNvPr>
          <p:cNvGrpSpPr>
            <a:grpSpLocks/>
          </p:cNvGrpSpPr>
          <p:nvPr/>
        </p:nvGrpSpPr>
        <p:grpSpPr bwMode="auto">
          <a:xfrm>
            <a:off x="6072189" y="1871664"/>
            <a:ext cx="644525" cy="282575"/>
            <a:chOff x="4396" y="1245"/>
            <a:chExt cx="672" cy="248"/>
          </a:xfrm>
        </p:grpSpPr>
        <p:sp>
          <p:nvSpPr>
            <p:cNvPr id="116872" name="Oval 407">
              <a:extLst>
                <a:ext uri="{FF2B5EF4-FFF2-40B4-BE49-F238E27FC236}">
                  <a16:creationId xmlns:a16="http://schemas.microsoft.com/office/drawing/2014/main" id="{AE9EA24C-F9A9-402B-B4FE-C8FB834AA373}"/>
                </a:ext>
              </a:extLst>
            </p:cNvPr>
            <p:cNvSpPr>
              <a:spLocks noChangeArrowheads="1"/>
            </p:cNvSpPr>
            <p:nvPr/>
          </p:nvSpPr>
          <p:spPr bwMode="auto">
            <a:xfrm>
              <a:off x="4399" y="1355"/>
              <a:ext cx="666" cy="138"/>
            </a:xfrm>
            <a:prstGeom prst="ellipse">
              <a:avLst/>
            </a:prstGeom>
            <a:gradFill rotWithShape="1">
              <a:gsLst>
                <a:gs pos="0">
                  <a:srgbClr val="CCCCFF"/>
                </a:gs>
                <a:gs pos="100000">
                  <a:srgbClr val="FFFFFF"/>
                </a:gs>
              </a:gsLst>
              <a:lin ang="0" scaled="1"/>
            </a:gradFill>
            <a:ln w="1270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sp>
          <p:nvSpPr>
            <p:cNvPr id="116873" name="Rectangle 410">
              <a:extLst>
                <a:ext uri="{FF2B5EF4-FFF2-40B4-BE49-F238E27FC236}">
                  <a16:creationId xmlns:a16="http://schemas.microsoft.com/office/drawing/2014/main" id="{EC3D531F-79A8-4228-921D-A344F88FF67C}"/>
                </a:ext>
              </a:extLst>
            </p:cNvPr>
            <p:cNvSpPr>
              <a:spLocks noChangeArrowheads="1"/>
            </p:cNvSpPr>
            <p:nvPr/>
          </p:nvSpPr>
          <p:spPr bwMode="auto">
            <a:xfrm>
              <a:off x="4399" y="1339"/>
              <a:ext cx="669" cy="86"/>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latin typeface="Times New Roman" panose="02020603050405020304" pitchFamily="18" charset="0"/>
                <a:cs typeface="Arial" panose="020B0604020202020204" pitchFamily="34" charset="0"/>
              </a:endParaRPr>
            </a:p>
          </p:txBody>
        </p:sp>
        <p:sp>
          <p:nvSpPr>
            <p:cNvPr id="116874" name="Oval 411">
              <a:extLst>
                <a:ext uri="{FF2B5EF4-FFF2-40B4-BE49-F238E27FC236}">
                  <a16:creationId xmlns:a16="http://schemas.microsoft.com/office/drawing/2014/main" id="{0BA361C4-B474-4731-B7F1-62583971E224}"/>
                </a:ext>
              </a:extLst>
            </p:cNvPr>
            <p:cNvSpPr>
              <a:spLocks noChangeArrowheads="1"/>
            </p:cNvSpPr>
            <p:nvPr/>
          </p:nvSpPr>
          <p:spPr bwMode="auto">
            <a:xfrm>
              <a:off x="4396" y="1245"/>
              <a:ext cx="667" cy="162"/>
            </a:xfrm>
            <a:prstGeom prst="ellipse">
              <a:avLst/>
            </a:prstGeom>
            <a:gradFill rotWithShape="1">
              <a:gsLst>
                <a:gs pos="0">
                  <a:srgbClr val="CCCCFF"/>
                </a:gs>
                <a:gs pos="100000">
                  <a:srgbClr val="FFFFFF"/>
                </a:gs>
              </a:gsLst>
              <a:lin ang="0" scaled="1"/>
            </a:gradFill>
            <a:ln w="1270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grpSp>
          <p:nvGrpSpPr>
            <p:cNvPr id="116875" name="Group 289">
              <a:extLst>
                <a:ext uri="{FF2B5EF4-FFF2-40B4-BE49-F238E27FC236}">
                  <a16:creationId xmlns:a16="http://schemas.microsoft.com/office/drawing/2014/main" id="{2CB0F69B-55DC-4EFF-B6EF-B67646E0EC6E}"/>
                </a:ext>
              </a:extLst>
            </p:cNvPr>
            <p:cNvGrpSpPr>
              <a:grpSpLocks/>
            </p:cNvGrpSpPr>
            <p:nvPr/>
          </p:nvGrpSpPr>
          <p:grpSpPr bwMode="auto">
            <a:xfrm>
              <a:off x="4530" y="1287"/>
              <a:ext cx="377" cy="75"/>
              <a:chOff x="2468" y="1332"/>
              <a:chExt cx="310" cy="60"/>
            </a:xfrm>
          </p:grpSpPr>
          <p:sp>
            <p:nvSpPr>
              <p:cNvPr id="116878" name="Freeform 290">
                <a:extLst>
                  <a:ext uri="{FF2B5EF4-FFF2-40B4-BE49-F238E27FC236}">
                    <a16:creationId xmlns:a16="http://schemas.microsoft.com/office/drawing/2014/main" id="{795EEF8D-5AEA-4FF7-9476-0D381DC69AFC}"/>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16879" name="Freeform 291">
                <a:extLst>
                  <a:ext uri="{FF2B5EF4-FFF2-40B4-BE49-F238E27FC236}">
                    <a16:creationId xmlns:a16="http://schemas.microsoft.com/office/drawing/2014/main" id="{BBC3C111-2C86-4DF2-BB0D-09F05D3329AF}"/>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sp>
          <p:nvSpPr>
            <p:cNvPr id="116876" name="Line 292">
              <a:extLst>
                <a:ext uri="{FF2B5EF4-FFF2-40B4-BE49-F238E27FC236}">
                  <a16:creationId xmlns:a16="http://schemas.microsoft.com/office/drawing/2014/main" id="{5EDFF289-55A3-46F3-ACF4-C5D051DD89EE}"/>
                </a:ext>
              </a:extLst>
            </p:cNvPr>
            <p:cNvSpPr>
              <a:spLocks noChangeShapeType="1"/>
            </p:cNvSpPr>
            <p:nvPr/>
          </p:nvSpPr>
          <p:spPr bwMode="auto">
            <a:xfrm>
              <a:off x="4399" y="1322"/>
              <a:ext cx="0" cy="11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877" name="Line 293">
              <a:extLst>
                <a:ext uri="{FF2B5EF4-FFF2-40B4-BE49-F238E27FC236}">
                  <a16:creationId xmlns:a16="http://schemas.microsoft.com/office/drawing/2014/main" id="{C9CB8434-ABB0-4344-AA14-04E305B7E29A}"/>
                </a:ext>
              </a:extLst>
            </p:cNvPr>
            <p:cNvSpPr>
              <a:spLocks noChangeShapeType="1"/>
            </p:cNvSpPr>
            <p:nvPr/>
          </p:nvSpPr>
          <p:spPr bwMode="auto">
            <a:xfrm>
              <a:off x="5063" y="1326"/>
              <a:ext cx="0" cy="107"/>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16781" name="Group 294">
            <a:extLst>
              <a:ext uri="{FF2B5EF4-FFF2-40B4-BE49-F238E27FC236}">
                <a16:creationId xmlns:a16="http://schemas.microsoft.com/office/drawing/2014/main" id="{8366AC66-23FB-4CF7-8411-9624A57BF1FA}"/>
              </a:ext>
            </a:extLst>
          </p:cNvPr>
          <p:cNvGrpSpPr>
            <a:grpSpLocks/>
          </p:cNvGrpSpPr>
          <p:nvPr/>
        </p:nvGrpSpPr>
        <p:grpSpPr bwMode="auto">
          <a:xfrm>
            <a:off x="6091239" y="3273426"/>
            <a:ext cx="644525" cy="282575"/>
            <a:chOff x="4396" y="1245"/>
            <a:chExt cx="672" cy="248"/>
          </a:xfrm>
        </p:grpSpPr>
        <p:sp>
          <p:nvSpPr>
            <p:cNvPr id="116864" name="Oval 407">
              <a:extLst>
                <a:ext uri="{FF2B5EF4-FFF2-40B4-BE49-F238E27FC236}">
                  <a16:creationId xmlns:a16="http://schemas.microsoft.com/office/drawing/2014/main" id="{A850340E-234D-47CC-86BF-5C02942BD7D4}"/>
                </a:ext>
              </a:extLst>
            </p:cNvPr>
            <p:cNvSpPr>
              <a:spLocks noChangeArrowheads="1"/>
            </p:cNvSpPr>
            <p:nvPr/>
          </p:nvSpPr>
          <p:spPr bwMode="auto">
            <a:xfrm>
              <a:off x="4399" y="1355"/>
              <a:ext cx="666" cy="138"/>
            </a:xfrm>
            <a:prstGeom prst="ellipse">
              <a:avLst/>
            </a:prstGeom>
            <a:gradFill rotWithShape="1">
              <a:gsLst>
                <a:gs pos="0">
                  <a:srgbClr val="CCCCFF"/>
                </a:gs>
                <a:gs pos="100000">
                  <a:srgbClr val="FFFFFF"/>
                </a:gs>
              </a:gsLst>
              <a:lin ang="0" scaled="1"/>
            </a:gradFill>
            <a:ln w="1270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sp>
          <p:nvSpPr>
            <p:cNvPr id="116865" name="Rectangle 410">
              <a:extLst>
                <a:ext uri="{FF2B5EF4-FFF2-40B4-BE49-F238E27FC236}">
                  <a16:creationId xmlns:a16="http://schemas.microsoft.com/office/drawing/2014/main" id="{78F7DBC2-C643-48C3-AC81-19208D569B81}"/>
                </a:ext>
              </a:extLst>
            </p:cNvPr>
            <p:cNvSpPr>
              <a:spLocks noChangeArrowheads="1"/>
            </p:cNvSpPr>
            <p:nvPr/>
          </p:nvSpPr>
          <p:spPr bwMode="auto">
            <a:xfrm>
              <a:off x="4399" y="1339"/>
              <a:ext cx="669" cy="86"/>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latin typeface="Times New Roman" panose="02020603050405020304" pitchFamily="18" charset="0"/>
                <a:cs typeface="Arial" panose="020B0604020202020204" pitchFamily="34" charset="0"/>
              </a:endParaRPr>
            </a:p>
          </p:txBody>
        </p:sp>
        <p:sp>
          <p:nvSpPr>
            <p:cNvPr id="116866" name="Oval 411">
              <a:extLst>
                <a:ext uri="{FF2B5EF4-FFF2-40B4-BE49-F238E27FC236}">
                  <a16:creationId xmlns:a16="http://schemas.microsoft.com/office/drawing/2014/main" id="{D06D2D55-6F3A-4701-AB6E-E173B72D2164}"/>
                </a:ext>
              </a:extLst>
            </p:cNvPr>
            <p:cNvSpPr>
              <a:spLocks noChangeArrowheads="1"/>
            </p:cNvSpPr>
            <p:nvPr/>
          </p:nvSpPr>
          <p:spPr bwMode="auto">
            <a:xfrm>
              <a:off x="4396" y="1245"/>
              <a:ext cx="667" cy="162"/>
            </a:xfrm>
            <a:prstGeom prst="ellipse">
              <a:avLst/>
            </a:prstGeom>
            <a:gradFill rotWithShape="1">
              <a:gsLst>
                <a:gs pos="0">
                  <a:srgbClr val="CCCCFF"/>
                </a:gs>
                <a:gs pos="100000">
                  <a:srgbClr val="FFFFFF"/>
                </a:gs>
              </a:gsLst>
              <a:lin ang="0" scaled="1"/>
            </a:gradFill>
            <a:ln w="1270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grpSp>
          <p:nvGrpSpPr>
            <p:cNvPr id="116867" name="Group 298">
              <a:extLst>
                <a:ext uri="{FF2B5EF4-FFF2-40B4-BE49-F238E27FC236}">
                  <a16:creationId xmlns:a16="http://schemas.microsoft.com/office/drawing/2014/main" id="{0C6C0FDF-D9A0-432E-B229-5B5762DEC77E}"/>
                </a:ext>
              </a:extLst>
            </p:cNvPr>
            <p:cNvGrpSpPr>
              <a:grpSpLocks/>
            </p:cNvGrpSpPr>
            <p:nvPr/>
          </p:nvGrpSpPr>
          <p:grpSpPr bwMode="auto">
            <a:xfrm>
              <a:off x="4530" y="1287"/>
              <a:ext cx="377" cy="75"/>
              <a:chOff x="2468" y="1332"/>
              <a:chExt cx="310" cy="60"/>
            </a:xfrm>
          </p:grpSpPr>
          <p:sp>
            <p:nvSpPr>
              <p:cNvPr id="116870" name="Freeform 299">
                <a:extLst>
                  <a:ext uri="{FF2B5EF4-FFF2-40B4-BE49-F238E27FC236}">
                    <a16:creationId xmlns:a16="http://schemas.microsoft.com/office/drawing/2014/main" id="{8542285B-3DBA-4F3E-9261-A5D599B7A381}"/>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16871" name="Freeform 300">
                <a:extLst>
                  <a:ext uri="{FF2B5EF4-FFF2-40B4-BE49-F238E27FC236}">
                    <a16:creationId xmlns:a16="http://schemas.microsoft.com/office/drawing/2014/main" id="{600659F7-0BE1-4152-B243-56993A982B79}"/>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sp>
          <p:nvSpPr>
            <p:cNvPr id="116868" name="Line 301">
              <a:extLst>
                <a:ext uri="{FF2B5EF4-FFF2-40B4-BE49-F238E27FC236}">
                  <a16:creationId xmlns:a16="http://schemas.microsoft.com/office/drawing/2014/main" id="{BCF17A2A-7A1B-42E3-A304-E704D4E25B7B}"/>
                </a:ext>
              </a:extLst>
            </p:cNvPr>
            <p:cNvSpPr>
              <a:spLocks noChangeShapeType="1"/>
            </p:cNvSpPr>
            <p:nvPr/>
          </p:nvSpPr>
          <p:spPr bwMode="auto">
            <a:xfrm>
              <a:off x="4399" y="1322"/>
              <a:ext cx="0" cy="11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869" name="Line 302">
              <a:extLst>
                <a:ext uri="{FF2B5EF4-FFF2-40B4-BE49-F238E27FC236}">
                  <a16:creationId xmlns:a16="http://schemas.microsoft.com/office/drawing/2014/main" id="{768A3206-DE71-4A15-9593-5AFF5D40FF1A}"/>
                </a:ext>
              </a:extLst>
            </p:cNvPr>
            <p:cNvSpPr>
              <a:spLocks noChangeShapeType="1"/>
            </p:cNvSpPr>
            <p:nvPr/>
          </p:nvSpPr>
          <p:spPr bwMode="auto">
            <a:xfrm>
              <a:off x="5063" y="1326"/>
              <a:ext cx="0" cy="107"/>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16782" name="Group 303">
            <a:extLst>
              <a:ext uri="{FF2B5EF4-FFF2-40B4-BE49-F238E27FC236}">
                <a16:creationId xmlns:a16="http://schemas.microsoft.com/office/drawing/2014/main" id="{6453A99C-262D-4C4E-B1E0-2DF8553E6BE7}"/>
              </a:ext>
            </a:extLst>
          </p:cNvPr>
          <p:cNvGrpSpPr>
            <a:grpSpLocks/>
          </p:cNvGrpSpPr>
          <p:nvPr/>
        </p:nvGrpSpPr>
        <p:grpSpPr bwMode="auto">
          <a:xfrm>
            <a:off x="4838701" y="2276476"/>
            <a:ext cx="644525" cy="282575"/>
            <a:chOff x="4396" y="1245"/>
            <a:chExt cx="672" cy="248"/>
          </a:xfrm>
        </p:grpSpPr>
        <p:sp>
          <p:nvSpPr>
            <p:cNvPr id="116856" name="Oval 407">
              <a:extLst>
                <a:ext uri="{FF2B5EF4-FFF2-40B4-BE49-F238E27FC236}">
                  <a16:creationId xmlns:a16="http://schemas.microsoft.com/office/drawing/2014/main" id="{DD0B9DBA-8F6C-4B2E-B4C2-AB08D0973F36}"/>
                </a:ext>
              </a:extLst>
            </p:cNvPr>
            <p:cNvSpPr>
              <a:spLocks noChangeArrowheads="1"/>
            </p:cNvSpPr>
            <p:nvPr/>
          </p:nvSpPr>
          <p:spPr bwMode="auto">
            <a:xfrm>
              <a:off x="4399" y="1355"/>
              <a:ext cx="666" cy="138"/>
            </a:xfrm>
            <a:prstGeom prst="ellipse">
              <a:avLst/>
            </a:prstGeom>
            <a:gradFill rotWithShape="1">
              <a:gsLst>
                <a:gs pos="0">
                  <a:srgbClr val="CCCCFF"/>
                </a:gs>
                <a:gs pos="100000">
                  <a:srgbClr val="FFFFFF"/>
                </a:gs>
              </a:gsLst>
              <a:lin ang="0" scaled="1"/>
            </a:gradFill>
            <a:ln w="1270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sp>
          <p:nvSpPr>
            <p:cNvPr id="116857" name="Rectangle 410">
              <a:extLst>
                <a:ext uri="{FF2B5EF4-FFF2-40B4-BE49-F238E27FC236}">
                  <a16:creationId xmlns:a16="http://schemas.microsoft.com/office/drawing/2014/main" id="{51B10DF3-8F87-4846-AA6E-DD09666F2D36}"/>
                </a:ext>
              </a:extLst>
            </p:cNvPr>
            <p:cNvSpPr>
              <a:spLocks noChangeArrowheads="1"/>
            </p:cNvSpPr>
            <p:nvPr/>
          </p:nvSpPr>
          <p:spPr bwMode="auto">
            <a:xfrm>
              <a:off x="4399" y="1339"/>
              <a:ext cx="669" cy="86"/>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latin typeface="Times New Roman" panose="02020603050405020304" pitchFamily="18" charset="0"/>
                <a:cs typeface="Arial" panose="020B0604020202020204" pitchFamily="34" charset="0"/>
              </a:endParaRPr>
            </a:p>
          </p:txBody>
        </p:sp>
        <p:sp>
          <p:nvSpPr>
            <p:cNvPr id="116858" name="Oval 411">
              <a:extLst>
                <a:ext uri="{FF2B5EF4-FFF2-40B4-BE49-F238E27FC236}">
                  <a16:creationId xmlns:a16="http://schemas.microsoft.com/office/drawing/2014/main" id="{21631695-07B2-4417-9049-458116A5CD75}"/>
                </a:ext>
              </a:extLst>
            </p:cNvPr>
            <p:cNvSpPr>
              <a:spLocks noChangeArrowheads="1"/>
            </p:cNvSpPr>
            <p:nvPr/>
          </p:nvSpPr>
          <p:spPr bwMode="auto">
            <a:xfrm>
              <a:off x="4396" y="1245"/>
              <a:ext cx="667" cy="162"/>
            </a:xfrm>
            <a:prstGeom prst="ellipse">
              <a:avLst/>
            </a:prstGeom>
            <a:gradFill rotWithShape="1">
              <a:gsLst>
                <a:gs pos="0">
                  <a:srgbClr val="CCCCFF"/>
                </a:gs>
                <a:gs pos="100000">
                  <a:srgbClr val="FFFFFF"/>
                </a:gs>
              </a:gsLst>
              <a:lin ang="0" scaled="1"/>
            </a:gradFill>
            <a:ln w="1270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grpSp>
          <p:nvGrpSpPr>
            <p:cNvPr id="116859" name="Group 307">
              <a:extLst>
                <a:ext uri="{FF2B5EF4-FFF2-40B4-BE49-F238E27FC236}">
                  <a16:creationId xmlns:a16="http://schemas.microsoft.com/office/drawing/2014/main" id="{D733D34B-9541-4806-BB5F-370E0A566B42}"/>
                </a:ext>
              </a:extLst>
            </p:cNvPr>
            <p:cNvGrpSpPr>
              <a:grpSpLocks/>
            </p:cNvGrpSpPr>
            <p:nvPr/>
          </p:nvGrpSpPr>
          <p:grpSpPr bwMode="auto">
            <a:xfrm>
              <a:off x="4530" y="1287"/>
              <a:ext cx="377" cy="75"/>
              <a:chOff x="2468" y="1332"/>
              <a:chExt cx="310" cy="60"/>
            </a:xfrm>
          </p:grpSpPr>
          <p:sp>
            <p:nvSpPr>
              <p:cNvPr id="116862" name="Freeform 308">
                <a:extLst>
                  <a:ext uri="{FF2B5EF4-FFF2-40B4-BE49-F238E27FC236}">
                    <a16:creationId xmlns:a16="http://schemas.microsoft.com/office/drawing/2014/main" id="{6311F775-E26E-4279-A6D5-A35231C00813}"/>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16863" name="Freeform 309">
                <a:extLst>
                  <a:ext uri="{FF2B5EF4-FFF2-40B4-BE49-F238E27FC236}">
                    <a16:creationId xmlns:a16="http://schemas.microsoft.com/office/drawing/2014/main" id="{81F8973C-04A6-4FAE-A0C0-08903E51A35C}"/>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sp>
          <p:nvSpPr>
            <p:cNvPr id="116860" name="Line 310">
              <a:extLst>
                <a:ext uri="{FF2B5EF4-FFF2-40B4-BE49-F238E27FC236}">
                  <a16:creationId xmlns:a16="http://schemas.microsoft.com/office/drawing/2014/main" id="{91324DAC-F8BD-4DB5-980F-DD7F7A264B10}"/>
                </a:ext>
              </a:extLst>
            </p:cNvPr>
            <p:cNvSpPr>
              <a:spLocks noChangeShapeType="1"/>
            </p:cNvSpPr>
            <p:nvPr/>
          </p:nvSpPr>
          <p:spPr bwMode="auto">
            <a:xfrm>
              <a:off x="4399" y="1322"/>
              <a:ext cx="0" cy="11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861" name="Line 311">
              <a:extLst>
                <a:ext uri="{FF2B5EF4-FFF2-40B4-BE49-F238E27FC236}">
                  <a16:creationId xmlns:a16="http://schemas.microsoft.com/office/drawing/2014/main" id="{DD3DBF9F-D393-4EA5-B6B8-52AABA153F5F}"/>
                </a:ext>
              </a:extLst>
            </p:cNvPr>
            <p:cNvSpPr>
              <a:spLocks noChangeShapeType="1"/>
            </p:cNvSpPr>
            <p:nvPr/>
          </p:nvSpPr>
          <p:spPr bwMode="auto">
            <a:xfrm>
              <a:off x="5063" y="1326"/>
              <a:ext cx="0" cy="107"/>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16783" name="Group 312">
            <a:extLst>
              <a:ext uri="{FF2B5EF4-FFF2-40B4-BE49-F238E27FC236}">
                <a16:creationId xmlns:a16="http://schemas.microsoft.com/office/drawing/2014/main" id="{978B7EC2-6D01-4344-BA2F-08BBE7FEE1C1}"/>
              </a:ext>
            </a:extLst>
          </p:cNvPr>
          <p:cNvGrpSpPr>
            <a:grpSpLocks/>
          </p:cNvGrpSpPr>
          <p:nvPr/>
        </p:nvGrpSpPr>
        <p:grpSpPr bwMode="auto">
          <a:xfrm>
            <a:off x="3854451" y="3063876"/>
            <a:ext cx="644525" cy="282575"/>
            <a:chOff x="4396" y="1245"/>
            <a:chExt cx="672" cy="248"/>
          </a:xfrm>
        </p:grpSpPr>
        <p:sp>
          <p:nvSpPr>
            <p:cNvPr id="116848" name="Oval 407">
              <a:extLst>
                <a:ext uri="{FF2B5EF4-FFF2-40B4-BE49-F238E27FC236}">
                  <a16:creationId xmlns:a16="http://schemas.microsoft.com/office/drawing/2014/main" id="{EE04F457-E86E-45F0-8052-19CA9DB2A5F9}"/>
                </a:ext>
              </a:extLst>
            </p:cNvPr>
            <p:cNvSpPr>
              <a:spLocks noChangeArrowheads="1"/>
            </p:cNvSpPr>
            <p:nvPr/>
          </p:nvSpPr>
          <p:spPr bwMode="auto">
            <a:xfrm>
              <a:off x="4399" y="1355"/>
              <a:ext cx="666" cy="138"/>
            </a:xfrm>
            <a:prstGeom prst="ellipse">
              <a:avLst/>
            </a:prstGeom>
            <a:gradFill rotWithShape="1">
              <a:gsLst>
                <a:gs pos="0">
                  <a:srgbClr val="CCCCFF"/>
                </a:gs>
                <a:gs pos="100000">
                  <a:srgbClr val="FFFFFF"/>
                </a:gs>
              </a:gsLst>
              <a:lin ang="0" scaled="1"/>
            </a:gradFill>
            <a:ln w="1270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sp>
          <p:nvSpPr>
            <p:cNvPr id="116849" name="Rectangle 410">
              <a:extLst>
                <a:ext uri="{FF2B5EF4-FFF2-40B4-BE49-F238E27FC236}">
                  <a16:creationId xmlns:a16="http://schemas.microsoft.com/office/drawing/2014/main" id="{427E9110-9CE3-45EF-8EF7-5ECD537E90F4}"/>
                </a:ext>
              </a:extLst>
            </p:cNvPr>
            <p:cNvSpPr>
              <a:spLocks noChangeArrowheads="1"/>
            </p:cNvSpPr>
            <p:nvPr/>
          </p:nvSpPr>
          <p:spPr bwMode="auto">
            <a:xfrm>
              <a:off x="4399" y="1339"/>
              <a:ext cx="669" cy="86"/>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latin typeface="Times New Roman" panose="02020603050405020304" pitchFamily="18" charset="0"/>
                <a:cs typeface="Arial" panose="020B0604020202020204" pitchFamily="34" charset="0"/>
              </a:endParaRPr>
            </a:p>
          </p:txBody>
        </p:sp>
        <p:sp>
          <p:nvSpPr>
            <p:cNvPr id="116850" name="Oval 411">
              <a:extLst>
                <a:ext uri="{FF2B5EF4-FFF2-40B4-BE49-F238E27FC236}">
                  <a16:creationId xmlns:a16="http://schemas.microsoft.com/office/drawing/2014/main" id="{2887F983-F43A-4FE5-B935-BB060788C819}"/>
                </a:ext>
              </a:extLst>
            </p:cNvPr>
            <p:cNvSpPr>
              <a:spLocks noChangeArrowheads="1"/>
            </p:cNvSpPr>
            <p:nvPr/>
          </p:nvSpPr>
          <p:spPr bwMode="auto">
            <a:xfrm>
              <a:off x="4396" y="1245"/>
              <a:ext cx="667" cy="162"/>
            </a:xfrm>
            <a:prstGeom prst="ellipse">
              <a:avLst/>
            </a:prstGeom>
            <a:gradFill rotWithShape="1">
              <a:gsLst>
                <a:gs pos="0">
                  <a:srgbClr val="CCCCFF"/>
                </a:gs>
                <a:gs pos="100000">
                  <a:srgbClr val="FFFFFF"/>
                </a:gs>
              </a:gsLst>
              <a:lin ang="0" scaled="1"/>
            </a:gradFill>
            <a:ln w="1270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grpSp>
          <p:nvGrpSpPr>
            <p:cNvPr id="116851" name="Group 316">
              <a:extLst>
                <a:ext uri="{FF2B5EF4-FFF2-40B4-BE49-F238E27FC236}">
                  <a16:creationId xmlns:a16="http://schemas.microsoft.com/office/drawing/2014/main" id="{DDB3A70E-A640-4C64-97C0-8189EC196A51}"/>
                </a:ext>
              </a:extLst>
            </p:cNvPr>
            <p:cNvGrpSpPr>
              <a:grpSpLocks/>
            </p:cNvGrpSpPr>
            <p:nvPr/>
          </p:nvGrpSpPr>
          <p:grpSpPr bwMode="auto">
            <a:xfrm>
              <a:off x="4530" y="1287"/>
              <a:ext cx="377" cy="75"/>
              <a:chOff x="2468" y="1332"/>
              <a:chExt cx="310" cy="60"/>
            </a:xfrm>
          </p:grpSpPr>
          <p:sp>
            <p:nvSpPr>
              <p:cNvPr id="116854" name="Freeform 317">
                <a:extLst>
                  <a:ext uri="{FF2B5EF4-FFF2-40B4-BE49-F238E27FC236}">
                    <a16:creationId xmlns:a16="http://schemas.microsoft.com/office/drawing/2014/main" id="{B10B829E-4D9E-4476-A266-AC46B703F75E}"/>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16855" name="Freeform 318">
                <a:extLst>
                  <a:ext uri="{FF2B5EF4-FFF2-40B4-BE49-F238E27FC236}">
                    <a16:creationId xmlns:a16="http://schemas.microsoft.com/office/drawing/2014/main" id="{1654E527-EC39-46AD-BB4F-FA0C26D1D854}"/>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sp>
          <p:nvSpPr>
            <p:cNvPr id="116852" name="Line 319">
              <a:extLst>
                <a:ext uri="{FF2B5EF4-FFF2-40B4-BE49-F238E27FC236}">
                  <a16:creationId xmlns:a16="http://schemas.microsoft.com/office/drawing/2014/main" id="{335F5056-5A0B-4B18-BB98-D0BD14DD4E7F}"/>
                </a:ext>
              </a:extLst>
            </p:cNvPr>
            <p:cNvSpPr>
              <a:spLocks noChangeShapeType="1"/>
            </p:cNvSpPr>
            <p:nvPr/>
          </p:nvSpPr>
          <p:spPr bwMode="auto">
            <a:xfrm>
              <a:off x="4399" y="1322"/>
              <a:ext cx="0" cy="11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853" name="Line 320">
              <a:extLst>
                <a:ext uri="{FF2B5EF4-FFF2-40B4-BE49-F238E27FC236}">
                  <a16:creationId xmlns:a16="http://schemas.microsoft.com/office/drawing/2014/main" id="{92070627-47F0-47EC-8420-B476272A13A0}"/>
                </a:ext>
              </a:extLst>
            </p:cNvPr>
            <p:cNvSpPr>
              <a:spLocks noChangeShapeType="1"/>
            </p:cNvSpPr>
            <p:nvPr/>
          </p:nvSpPr>
          <p:spPr bwMode="auto">
            <a:xfrm>
              <a:off x="5063" y="1326"/>
              <a:ext cx="0" cy="107"/>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16784" name="Group 321">
            <a:extLst>
              <a:ext uri="{FF2B5EF4-FFF2-40B4-BE49-F238E27FC236}">
                <a16:creationId xmlns:a16="http://schemas.microsoft.com/office/drawing/2014/main" id="{35B0770E-6B25-4A30-B41E-E8BE8CB4767A}"/>
              </a:ext>
            </a:extLst>
          </p:cNvPr>
          <p:cNvGrpSpPr>
            <a:grpSpLocks/>
          </p:cNvGrpSpPr>
          <p:nvPr/>
        </p:nvGrpSpPr>
        <p:grpSpPr bwMode="auto">
          <a:xfrm>
            <a:off x="3305176" y="3841751"/>
            <a:ext cx="644525" cy="282575"/>
            <a:chOff x="4396" y="1245"/>
            <a:chExt cx="672" cy="248"/>
          </a:xfrm>
        </p:grpSpPr>
        <p:sp>
          <p:nvSpPr>
            <p:cNvPr id="116840" name="Oval 407">
              <a:extLst>
                <a:ext uri="{FF2B5EF4-FFF2-40B4-BE49-F238E27FC236}">
                  <a16:creationId xmlns:a16="http://schemas.microsoft.com/office/drawing/2014/main" id="{D0A6BC4B-1E59-4DD9-ACA4-FE12753A6686}"/>
                </a:ext>
              </a:extLst>
            </p:cNvPr>
            <p:cNvSpPr>
              <a:spLocks noChangeArrowheads="1"/>
            </p:cNvSpPr>
            <p:nvPr/>
          </p:nvSpPr>
          <p:spPr bwMode="auto">
            <a:xfrm>
              <a:off x="4399" y="1355"/>
              <a:ext cx="666" cy="138"/>
            </a:xfrm>
            <a:prstGeom prst="ellipse">
              <a:avLst/>
            </a:prstGeom>
            <a:gradFill rotWithShape="1">
              <a:gsLst>
                <a:gs pos="0">
                  <a:srgbClr val="CCCCFF"/>
                </a:gs>
                <a:gs pos="100000">
                  <a:srgbClr val="FFFFFF"/>
                </a:gs>
              </a:gsLst>
              <a:lin ang="0" scaled="1"/>
            </a:gradFill>
            <a:ln w="1270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sp>
          <p:nvSpPr>
            <p:cNvPr id="116841" name="Rectangle 410">
              <a:extLst>
                <a:ext uri="{FF2B5EF4-FFF2-40B4-BE49-F238E27FC236}">
                  <a16:creationId xmlns:a16="http://schemas.microsoft.com/office/drawing/2014/main" id="{5A5E0539-20FE-4B02-A39B-66F42972A638}"/>
                </a:ext>
              </a:extLst>
            </p:cNvPr>
            <p:cNvSpPr>
              <a:spLocks noChangeArrowheads="1"/>
            </p:cNvSpPr>
            <p:nvPr/>
          </p:nvSpPr>
          <p:spPr bwMode="auto">
            <a:xfrm>
              <a:off x="4399" y="1339"/>
              <a:ext cx="669" cy="86"/>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latin typeface="Times New Roman" panose="02020603050405020304" pitchFamily="18" charset="0"/>
                <a:cs typeface="Arial" panose="020B0604020202020204" pitchFamily="34" charset="0"/>
              </a:endParaRPr>
            </a:p>
          </p:txBody>
        </p:sp>
        <p:sp>
          <p:nvSpPr>
            <p:cNvPr id="116842" name="Oval 411">
              <a:extLst>
                <a:ext uri="{FF2B5EF4-FFF2-40B4-BE49-F238E27FC236}">
                  <a16:creationId xmlns:a16="http://schemas.microsoft.com/office/drawing/2014/main" id="{732761A6-4195-4AF5-B218-24D5D39A97F5}"/>
                </a:ext>
              </a:extLst>
            </p:cNvPr>
            <p:cNvSpPr>
              <a:spLocks noChangeArrowheads="1"/>
            </p:cNvSpPr>
            <p:nvPr/>
          </p:nvSpPr>
          <p:spPr bwMode="auto">
            <a:xfrm>
              <a:off x="4396" y="1245"/>
              <a:ext cx="667" cy="162"/>
            </a:xfrm>
            <a:prstGeom prst="ellipse">
              <a:avLst/>
            </a:prstGeom>
            <a:gradFill rotWithShape="1">
              <a:gsLst>
                <a:gs pos="0">
                  <a:srgbClr val="CCCCFF"/>
                </a:gs>
                <a:gs pos="100000">
                  <a:srgbClr val="FFFFFF"/>
                </a:gs>
              </a:gsLst>
              <a:lin ang="0" scaled="1"/>
            </a:gradFill>
            <a:ln w="1270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grpSp>
          <p:nvGrpSpPr>
            <p:cNvPr id="116843" name="Group 325">
              <a:extLst>
                <a:ext uri="{FF2B5EF4-FFF2-40B4-BE49-F238E27FC236}">
                  <a16:creationId xmlns:a16="http://schemas.microsoft.com/office/drawing/2014/main" id="{E58900AA-40B8-4E35-8F5B-DF2C733AD886}"/>
                </a:ext>
              </a:extLst>
            </p:cNvPr>
            <p:cNvGrpSpPr>
              <a:grpSpLocks/>
            </p:cNvGrpSpPr>
            <p:nvPr/>
          </p:nvGrpSpPr>
          <p:grpSpPr bwMode="auto">
            <a:xfrm>
              <a:off x="4530" y="1287"/>
              <a:ext cx="377" cy="75"/>
              <a:chOff x="2468" y="1332"/>
              <a:chExt cx="310" cy="60"/>
            </a:xfrm>
          </p:grpSpPr>
          <p:sp>
            <p:nvSpPr>
              <p:cNvPr id="116846" name="Freeform 326">
                <a:extLst>
                  <a:ext uri="{FF2B5EF4-FFF2-40B4-BE49-F238E27FC236}">
                    <a16:creationId xmlns:a16="http://schemas.microsoft.com/office/drawing/2014/main" id="{0C401611-9822-4677-9FCE-290E8670FEB7}"/>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16847" name="Freeform 327">
                <a:extLst>
                  <a:ext uri="{FF2B5EF4-FFF2-40B4-BE49-F238E27FC236}">
                    <a16:creationId xmlns:a16="http://schemas.microsoft.com/office/drawing/2014/main" id="{8A3D6D4B-0053-4F5D-AB5D-AA810CC3130C}"/>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sp>
          <p:nvSpPr>
            <p:cNvPr id="116844" name="Line 328">
              <a:extLst>
                <a:ext uri="{FF2B5EF4-FFF2-40B4-BE49-F238E27FC236}">
                  <a16:creationId xmlns:a16="http://schemas.microsoft.com/office/drawing/2014/main" id="{1ACE74AD-AD13-4822-AF7F-BBC17F043691}"/>
                </a:ext>
              </a:extLst>
            </p:cNvPr>
            <p:cNvSpPr>
              <a:spLocks noChangeShapeType="1"/>
            </p:cNvSpPr>
            <p:nvPr/>
          </p:nvSpPr>
          <p:spPr bwMode="auto">
            <a:xfrm>
              <a:off x="4399" y="1322"/>
              <a:ext cx="0" cy="11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845" name="Line 329">
              <a:extLst>
                <a:ext uri="{FF2B5EF4-FFF2-40B4-BE49-F238E27FC236}">
                  <a16:creationId xmlns:a16="http://schemas.microsoft.com/office/drawing/2014/main" id="{675081FA-6633-40B9-B056-0DE175336D4E}"/>
                </a:ext>
              </a:extLst>
            </p:cNvPr>
            <p:cNvSpPr>
              <a:spLocks noChangeShapeType="1"/>
            </p:cNvSpPr>
            <p:nvPr/>
          </p:nvSpPr>
          <p:spPr bwMode="auto">
            <a:xfrm>
              <a:off x="5063" y="1326"/>
              <a:ext cx="0" cy="107"/>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16785" name="Group 330">
            <a:extLst>
              <a:ext uri="{FF2B5EF4-FFF2-40B4-BE49-F238E27FC236}">
                <a16:creationId xmlns:a16="http://schemas.microsoft.com/office/drawing/2014/main" id="{77CD276F-1C59-494F-9FAA-D56F533BA66B}"/>
              </a:ext>
            </a:extLst>
          </p:cNvPr>
          <p:cNvGrpSpPr>
            <a:grpSpLocks/>
          </p:cNvGrpSpPr>
          <p:nvPr/>
        </p:nvGrpSpPr>
        <p:grpSpPr bwMode="auto">
          <a:xfrm>
            <a:off x="3892551" y="4362451"/>
            <a:ext cx="644525" cy="282575"/>
            <a:chOff x="4396" y="1245"/>
            <a:chExt cx="672" cy="248"/>
          </a:xfrm>
        </p:grpSpPr>
        <p:sp>
          <p:nvSpPr>
            <p:cNvPr id="116832" name="Oval 407">
              <a:extLst>
                <a:ext uri="{FF2B5EF4-FFF2-40B4-BE49-F238E27FC236}">
                  <a16:creationId xmlns:a16="http://schemas.microsoft.com/office/drawing/2014/main" id="{04B49DA9-D8E9-47D1-A0DB-543ACD502DE2}"/>
                </a:ext>
              </a:extLst>
            </p:cNvPr>
            <p:cNvSpPr>
              <a:spLocks noChangeArrowheads="1"/>
            </p:cNvSpPr>
            <p:nvPr/>
          </p:nvSpPr>
          <p:spPr bwMode="auto">
            <a:xfrm>
              <a:off x="4399" y="1355"/>
              <a:ext cx="666" cy="138"/>
            </a:xfrm>
            <a:prstGeom prst="ellipse">
              <a:avLst/>
            </a:prstGeom>
            <a:gradFill rotWithShape="1">
              <a:gsLst>
                <a:gs pos="0">
                  <a:srgbClr val="CCCCFF"/>
                </a:gs>
                <a:gs pos="100000">
                  <a:srgbClr val="FFFFFF"/>
                </a:gs>
              </a:gsLst>
              <a:lin ang="0" scaled="1"/>
            </a:gradFill>
            <a:ln w="1270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sp>
          <p:nvSpPr>
            <p:cNvPr id="116833" name="Rectangle 410">
              <a:extLst>
                <a:ext uri="{FF2B5EF4-FFF2-40B4-BE49-F238E27FC236}">
                  <a16:creationId xmlns:a16="http://schemas.microsoft.com/office/drawing/2014/main" id="{751DA970-7A9A-419F-AD5F-E0528D181CB9}"/>
                </a:ext>
              </a:extLst>
            </p:cNvPr>
            <p:cNvSpPr>
              <a:spLocks noChangeArrowheads="1"/>
            </p:cNvSpPr>
            <p:nvPr/>
          </p:nvSpPr>
          <p:spPr bwMode="auto">
            <a:xfrm>
              <a:off x="4399" y="1339"/>
              <a:ext cx="669" cy="86"/>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latin typeface="Times New Roman" panose="02020603050405020304" pitchFamily="18" charset="0"/>
                <a:cs typeface="Arial" panose="020B0604020202020204" pitchFamily="34" charset="0"/>
              </a:endParaRPr>
            </a:p>
          </p:txBody>
        </p:sp>
        <p:sp>
          <p:nvSpPr>
            <p:cNvPr id="116834" name="Oval 411">
              <a:extLst>
                <a:ext uri="{FF2B5EF4-FFF2-40B4-BE49-F238E27FC236}">
                  <a16:creationId xmlns:a16="http://schemas.microsoft.com/office/drawing/2014/main" id="{1BAE392E-A90B-41B7-AA92-F3AA5B99F9CB}"/>
                </a:ext>
              </a:extLst>
            </p:cNvPr>
            <p:cNvSpPr>
              <a:spLocks noChangeArrowheads="1"/>
            </p:cNvSpPr>
            <p:nvPr/>
          </p:nvSpPr>
          <p:spPr bwMode="auto">
            <a:xfrm>
              <a:off x="4396" y="1245"/>
              <a:ext cx="667" cy="162"/>
            </a:xfrm>
            <a:prstGeom prst="ellipse">
              <a:avLst/>
            </a:prstGeom>
            <a:gradFill rotWithShape="1">
              <a:gsLst>
                <a:gs pos="0">
                  <a:srgbClr val="CCCCFF"/>
                </a:gs>
                <a:gs pos="100000">
                  <a:srgbClr val="FFFFFF"/>
                </a:gs>
              </a:gsLst>
              <a:lin ang="0" scaled="1"/>
            </a:gradFill>
            <a:ln w="1270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grpSp>
          <p:nvGrpSpPr>
            <p:cNvPr id="116835" name="Group 334">
              <a:extLst>
                <a:ext uri="{FF2B5EF4-FFF2-40B4-BE49-F238E27FC236}">
                  <a16:creationId xmlns:a16="http://schemas.microsoft.com/office/drawing/2014/main" id="{A8E2604B-09BB-43D3-BBD7-5BA7190B2201}"/>
                </a:ext>
              </a:extLst>
            </p:cNvPr>
            <p:cNvGrpSpPr>
              <a:grpSpLocks/>
            </p:cNvGrpSpPr>
            <p:nvPr/>
          </p:nvGrpSpPr>
          <p:grpSpPr bwMode="auto">
            <a:xfrm>
              <a:off x="4530" y="1287"/>
              <a:ext cx="377" cy="75"/>
              <a:chOff x="2468" y="1332"/>
              <a:chExt cx="310" cy="60"/>
            </a:xfrm>
          </p:grpSpPr>
          <p:sp>
            <p:nvSpPr>
              <p:cNvPr id="116838" name="Freeform 335">
                <a:extLst>
                  <a:ext uri="{FF2B5EF4-FFF2-40B4-BE49-F238E27FC236}">
                    <a16:creationId xmlns:a16="http://schemas.microsoft.com/office/drawing/2014/main" id="{C87C8D9B-D21B-486F-A126-BF2A7C5622D8}"/>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16839" name="Freeform 336">
                <a:extLst>
                  <a:ext uri="{FF2B5EF4-FFF2-40B4-BE49-F238E27FC236}">
                    <a16:creationId xmlns:a16="http://schemas.microsoft.com/office/drawing/2014/main" id="{57E55568-75B3-4221-9B97-667189B6D1D9}"/>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sp>
          <p:nvSpPr>
            <p:cNvPr id="116836" name="Line 337">
              <a:extLst>
                <a:ext uri="{FF2B5EF4-FFF2-40B4-BE49-F238E27FC236}">
                  <a16:creationId xmlns:a16="http://schemas.microsoft.com/office/drawing/2014/main" id="{4A1D0292-BFFF-4AA5-B58C-0A1A8E9D3B97}"/>
                </a:ext>
              </a:extLst>
            </p:cNvPr>
            <p:cNvSpPr>
              <a:spLocks noChangeShapeType="1"/>
            </p:cNvSpPr>
            <p:nvPr/>
          </p:nvSpPr>
          <p:spPr bwMode="auto">
            <a:xfrm>
              <a:off x="4399" y="1322"/>
              <a:ext cx="0" cy="11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837" name="Line 338">
              <a:extLst>
                <a:ext uri="{FF2B5EF4-FFF2-40B4-BE49-F238E27FC236}">
                  <a16:creationId xmlns:a16="http://schemas.microsoft.com/office/drawing/2014/main" id="{AD77EDE3-CAA8-4795-B047-853B726F80C8}"/>
                </a:ext>
              </a:extLst>
            </p:cNvPr>
            <p:cNvSpPr>
              <a:spLocks noChangeShapeType="1"/>
            </p:cNvSpPr>
            <p:nvPr/>
          </p:nvSpPr>
          <p:spPr bwMode="auto">
            <a:xfrm>
              <a:off x="5063" y="1326"/>
              <a:ext cx="0" cy="107"/>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16786" name="Group 339">
            <a:extLst>
              <a:ext uri="{FF2B5EF4-FFF2-40B4-BE49-F238E27FC236}">
                <a16:creationId xmlns:a16="http://schemas.microsoft.com/office/drawing/2014/main" id="{C9545010-5E33-4DE9-A347-4A53201AE58A}"/>
              </a:ext>
            </a:extLst>
          </p:cNvPr>
          <p:cNvGrpSpPr>
            <a:grpSpLocks/>
          </p:cNvGrpSpPr>
          <p:nvPr/>
        </p:nvGrpSpPr>
        <p:grpSpPr bwMode="auto">
          <a:xfrm>
            <a:off x="3543301" y="5095876"/>
            <a:ext cx="644525" cy="282575"/>
            <a:chOff x="4396" y="1245"/>
            <a:chExt cx="672" cy="248"/>
          </a:xfrm>
        </p:grpSpPr>
        <p:sp>
          <p:nvSpPr>
            <p:cNvPr id="116824" name="Oval 407">
              <a:extLst>
                <a:ext uri="{FF2B5EF4-FFF2-40B4-BE49-F238E27FC236}">
                  <a16:creationId xmlns:a16="http://schemas.microsoft.com/office/drawing/2014/main" id="{6A0EC9A4-E85C-4F2B-A75D-D461E2E1D69B}"/>
                </a:ext>
              </a:extLst>
            </p:cNvPr>
            <p:cNvSpPr>
              <a:spLocks noChangeArrowheads="1"/>
            </p:cNvSpPr>
            <p:nvPr/>
          </p:nvSpPr>
          <p:spPr bwMode="auto">
            <a:xfrm>
              <a:off x="4399" y="1355"/>
              <a:ext cx="666" cy="138"/>
            </a:xfrm>
            <a:prstGeom prst="ellipse">
              <a:avLst/>
            </a:prstGeom>
            <a:gradFill rotWithShape="1">
              <a:gsLst>
                <a:gs pos="0">
                  <a:srgbClr val="CCCCFF"/>
                </a:gs>
                <a:gs pos="100000">
                  <a:srgbClr val="FFFFFF"/>
                </a:gs>
              </a:gsLst>
              <a:lin ang="0" scaled="1"/>
            </a:gradFill>
            <a:ln w="1270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sp>
          <p:nvSpPr>
            <p:cNvPr id="116825" name="Rectangle 410">
              <a:extLst>
                <a:ext uri="{FF2B5EF4-FFF2-40B4-BE49-F238E27FC236}">
                  <a16:creationId xmlns:a16="http://schemas.microsoft.com/office/drawing/2014/main" id="{2519898A-0D85-4B6D-9B43-1D7543E87316}"/>
                </a:ext>
              </a:extLst>
            </p:cNvPr>
            <p:cNvSpPr>
              <a:spLocks noChangeArrowheads="1"/>
            </p:cNvSpPr>
            <p:nvPr/>
          </p:nvSpPr>
          <p:spPr bwMode="auto">
            <a:xfrm>
              <a:off x="4399" y="1339"/>
              <a:ext cx="669" cy="86"/>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latin typeface="Times New Roman" panose="02020603050405020304" pitchFamily="18" charset="0"/>
                <a:cs typeface="Arial" panose="020B0604020202020204" pitchFamily="34" charset="0"/>
              </a:endParaRPr>
            </a:p>
          </p:txBody>
        </p:sp>
        <p:sp>
          <p:nvSpPr>
            <p:cNvPr id="116826" name="Oval 411">
              <a:extLst>
                <a:ext uri="{FF2B5EF4-FFF2-40B4-BE49-F238E27FC236}">
                  <a16:creationId xmlns:a16="http://schemas.microsoft.com/office/drawing/2014/main" id="{549AF2DE-2C21-42B7-933A-FC286454B0C4}"/>
                </a:ext>
              </a:extLst>
            </p:cNvPr>
            <p:cNvSpPr>
              <a:spLocks noChangeArrowheads="1"/>
            </p:cNvSpPr>
            <p:nvPr/>
          </p:nvSpPr>
          <p:spPr bwMode="auto">
            <a:xfrm>
              <a:off x="4396" y="1245"/>
              <a:ext cx="667" cy="162"/>
            </a:xfrm>
            <a:prstGeom prst="ellipse">
              <a:avLst/>
            </a:prstGeom>
            <a:gradFill rotWithShape="1">
              <a:gsLst>
                <a:gs pos="0">
                  <a:srgbClr val="CCCCFF"/>
                </a:gs>
                <a:gs pos="100000">
                  <a:srgbClr val="FFFFFF"/>
                </a:gs>
              </a:gsLst>
              <a:lin ang="0" scaled="1"/>
            </a:gradFill>
            <a:ln w="1270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grpSp>
          <p:nvGrpSpPr>
            <p:cNvPr id="116827" name="Group 343">
              <a:extLst>
                <a:ext uri="{FF2B5EF4-FFF2-40B4-BE49-F238E27FC236}">
                  <a16:creationId xmlns:a16="http://schemas.microsoft.com/office/drawing/2014/main" id="{94C1D226-B14A-4318-BE8F-E81C8C18F2E2}"/>
                </a:ext>
              </a:extLst>
            </p:cNvPr>
            <p:cNvGrpSpPr>
              <a:grpSpLocks/>
            </p:cNvGrpSpPr>
            <p:nvPr/>
          </p:nvGrpSpPr>
          <p:grpSpPr bwMode="auto">
            <a:xfrm>
              <a:off x="4530" y="1287"/>
              <a:ext cx="377" cy="75"/>
              <a:chOff x="2468" y="1332"/>
              <a:chExt cx="310" cy="60"/>
            </a:xfrm>
          </p:grpSpPr>
          <p:sp>
            <p:nvSpPr>
              <p:cNvPr id="116830" name="Freeform 344">
                <a:extLst>
                  <a:ext uri="{FF2B5EF4-FFF2-40B4-BE49-F238E27FC236}">
                    <a16:creationId xmlns:a16="http://schemas.microsoft.com/office/drawing/2014/main" id="{FBE024EA-965D-4926-AEDE-04A966B1A0D4}"/>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16831" name="Freeform 345">
                <a:extLst>
                  <a:ext uri="{FF2B5EF4-FFF2-40B4-BE49-F238E27FC236}">
                    <a16:creationId xmlns:a16="http://schemas.microsoft.com/office/drawing/2014/main" id="{D8903B56-5633-40EA-A7CC-4A0E30484721}"/>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sp>
          <p:nvSpPr>
            <p:cNvPr id="116828" name="Line 346">
              <a:extLst>
                <a:ext uri="{FF2B5EF4-FFF2-40B4-BE49-F238E27FC236}">
                  <a16:creationId xmlns:a16="http://schemas.microsoft.com/office/drawing/2014/main" id="{1162CE01-3C25-496A-8846-79FFD6D99D72}"/>
                </a:ext>
              </a:extLst>
            </p:cNvPr>
            <p:cNvSpPr>
              <a:spLocks noChangeShapeType="1"/>
            </p:cNvSpPr>
            <p:nvPr/>
          </p:nvSpPr>
          <p:spPr bwMode="auto">
            <a:xfrm>
              <a:off x="4399" y="1322"/>
              <a:ext cx="0" cy="11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829" name="Line 347">
              <a:extLst>
                <a:ext uri="{FF2B5EF4-FFF2-40B4-BE49-F238E27FC236}">
                  <a16:creationId xmlns:a16="http://schemas.microsoft.com/office/drawing/2014/main" id="{C3389735-BA6F-464A-BAFB-58231A8AC432}"/>
                </a:ext>
              </a:extLst>
            </p:cNvPr>
            <p:cNvSpPr>
              <a:spLocks noChangeShapeType="1"/>
            </p:cNvSpPr>
            <p:nvPr/>
          </p:nvSpPr>
          <p:spPr bwMode="auto">
            <a:xfrm>
              <a:off x="5063" y="1326"/>
              <a:ext cx="0" cy="107"/>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16787" name="Group 348">
            <a:extLst>
              <a:ext uri="{FF2B5EF4-FFF2-40B4-BE49-F238E27FC236}">
                <a16:creationId xmlns:a16="http://schemas.microsoft.com/office/drawing/2014/main" id="{469E60CC-C281-4FE1-9437-E66B6BD46A92}"/>
              </a:ext>
            </a:extLst>
          </p:cNvPr>
          <p:cNvGrpSpPr>
            <a:grpSpLocks/>
          </p:cNvGrpSpPr>
          <p:nvPr/>
        </p:nvGrpSpPr>
        <p:grpSpPr bwMode="auto">
          <a:xfrm>
            <a:off x="2713039" y="4511676"/>
            <a:ext cx="644525" cy="282575"/>
            <a:chOff x="4396" y="1245"/>
            <a:chExt cx="672" cy="248"/>
          </a:xfrm>
        </p:grpSpPr>
        <p:sp>
          <p:nvSpPr>
            <p:cNvPr id="116816" name="Oval 407">
              <a:extLst>
                <a:ext uri="{FF2B5EF4-FFF2-40B4-BE49-F238E27FC236}">
                  <a16:creationId xmlns:a16="http://schemas.microsoft.com/office/drawing/2014/main" id="{22E5BDAB-D41E-4FE6-929F-19C9F28A5317}"/>
                </a:ext>
              </a:extLst>
            </p:cNvPr>
            <p:cNvSpPr>
              <a:spLocks noChangeArrowheads="1"/>
            </p:cNvSpPr>
            <p:nvPr/>
          </p:nvSpPr>
          <p:spPr bwMode="auto">
            <a:xfrm>
              <a:off x="4399" y="1355"/>
              <a:ext cx="666" cy="138"/>
            </a:xfrm>
            <a:prstGeom prst="ellipse">
              <a:avLst/>
            </a:prstGeom>
            <a:gradFill rotWithShape="1">
              <a:gsLst>
                <a:gs pos="0">
                  <a:srgbClr val="CCCCFF"/>
                </a:gs>
                <a:gs pos="100000">
                  <a:srgbClr val="FFFFFF"/>
                </a:gs>
              </a:gsLst>
              <a:lin ang="0" scaled="1"/>
            </a:gradFill>
            <a:ln w="1270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sp>
          <p:nvSpPr>
            <p:cNvPr id="116817" name="Rectangle 410">
              <a:extLst>
                <a:ext uri="{FF2B5EF4-FFF2-40B4-BE49-F238E27FC236}">
                  <a16:creationId xmlns:a16="http://schemas.microsoft.com/office/drawing/2014/main" id="{0A33B37F-9BA8-4807-B9E7-5E5B8A994067}"/>
                </a:ext>
              </a:extLst>
            </p:cNvPr>
            <p:cNvSpPr>
              <a:spLocks noChangeArrowheads="1"/>
            </p:cNvSpPr>
            <p:nvPr/>
          </p:nvSpPr>
          <p:spPr bwMode="auto">
            <a:xfrm>
              <a:off x="4399" y="1339"/>
              <a:ext cx="669" cy="86"/>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latin typeface="Times New Roman" panose="02020603050405020304" pitchFamily="18" charset="0"/>
                <a:cs typeface="Arial" panose="020B0604020202020204" pitchFamily="34" charset="0"/>
              </a:endParaRPr>
            </a:p>
          </p:txBody>
        </p:sp>
        <p:sp>
          <p:nvSpPr>
            <p:cNvPr id="116818" name="Oval 411">
              <a:extLst>
                <a:ext uri="{FF2B5EF4-FFF2-40B4-BE49-F238E27FC236}">
                  <a16:creationId xmlns:a16="http://schemas.microsoft.com/office/drawing/2014/main" id="{C2369A7E-4A20-40B9-9F31-24C7A1E553D0}"/>
                </a:ext>
              </a:extLst>
            </p:cNvPr>
            <p:cNvSpPr>
              <a:spLocks noChangeArrowheads="1"/>
            </p:cNvSpPr>
            <p:nvPr/>
          </p:nvSpPr>
          <p:spPr bwMode="auto">
            <a:xfrm>
              <a:off x="4396" y="1245"/>
              <a:ext cx="667" cy="162"/>
            </a:xfrm>
            <a:prstGeom prst="ellipse">
              <a:avLst/>
            </a:prstGeom>
            <a:gradFill rotWithShape="1">
              <a:gsLst>
                <a:gs pos="0">
                  <a:srgbClr val="CCCCFF"/>
                </a:gs>
                <a:gs pos="100000">
                  <a:srgbClr val="FFFFFF"/>
                </a:gs>
              </a:gsLst>
              <a:lin ang="0" scaled="1"/>
            </a:gradFill>
            <a:ln w="1270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grpSp>
          <p:nvGrpSpPr>
            <p:cNvPr id="116819" name="Group 352">
              <a:extLst>
                <a:ext uri="{FF2B5EF4-FFF2-40B4-BE49-F238E27FC236}">
                  <a16:creationId xmlns:a16="http://schemas.microsoft.com/office/drawing/2014/main" id="{550F3C1C-6329-40F1-A15D-5F103A405C05}"/>
                </a:ext>
              </a:extLst>
            </p:cNvPr>
            <p:cNvGrpSpPr>
              <a:grpSpLocks/>
            </p:cNvGrpSpPr>
            <p:nvPr/>
          </p:nvGrpSpPr>
          <p:grpSpPr bwMode="auto">
            <a:xfrm>
              <a:off x="4530" y="1287"/>
              <a:ext cx="377" cy="75"/>
              <a:chOff x="2468" y="1332"/>
              <a:chExt cx="310" cy="60"/>
            </a:xfrm>
          </p:grpSpPr>
          <p:sp>
            <p:nvSpPr>
              <p:cNvPr id="116822" name="Freeform 353">
                <a:extLst>
                  <a:ext uri="{FF2B5EF4-FFF2-40B4-BE49-F238E27FC236}">
                    <a16:creationId xmlns:a16="http://schemas.microsoft.com/office/drawing/2014/main" id="{4D01B0F4-22A2-4D19-9192-9A1A4E14E285}"/>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16823" name="Freeform 354">
                <a:extLst>
                  <a:ext uri="{FF2B5EF4-FFF2-40B4-BE49-F238E27FC236}">
                    <a16:creationId xmlns:a16="http://schemas.microsoft.com/office/drawing/2014/main" id="{61592C9A-CD29-47AD-B610-5F6CF8CA4B0B}"/>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sp>
          <p:nvSpPr>
            <p:cNvPr id="116820" name="Line 355">
              <a:extLst>
                <a:ext uri="{FF2B5EF4-FFF2-40B4-BE49-F238E27FC236}">
                  <a16:creationId xmlns:a16="http://schemas.microsoft.com/office/drawing/2014/main" id="{CDDE5A48-D86F-4068-A897-005F96E5C0E8}"/>
                </a:ext>
              </a:extLst>
            </p:cNvPr>
            <p:cNvSpPr>
              <a:spLocks noChangeShapeType="1"/>
            </p:cNvSpPr>
            <p:nvPr/>
          </p:nvSpPr>
          <p:spPr bwMode="auto">
            <a:xfrm>
              <a:off x="4399" y="1322"/>
              <a:ext cx="0" cy="11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821" name="Line 356">
              <a:extLst>
                <a:ext uri="{FF2B5EF4-FFF2-40B4-BE49-F238E27FC236}">
                  <a16:creationId xmlns:a16="http://schemas.microsoft.com/office/drawing/2014/main" id="{5FB8BF76-7EC9-4F11-AD94-18D0A1198942}"/>
                </a:ext>
              </a:extLst>
            </p:cNvPr>
            <p:cNvSpPr>
              <a:spLocks noChangeShapeType="1"/>
            </p:cNvSpPr>
            <p:nvPr/>
          </p:nvSpPr>
          <p:spPr bwMode="auto">
            <a:xfrm>
              <a:off x="5063" y="1326"/>
              <a:ext cx="0" cy="107"/>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16788" name="Group 357">
            <a:extLst>
              <a:ext uri="{FF2B5EF4-FFF2-40B4-BE49-F238E27FC236}">
                <a16:creationId xmlns:a16="http://schemas.microsoft.com/office/drawing/2014/main" id="{2F6269BC-314B-4BAE-AD22-28041701306A}"/>
              </a:ext>
            </a:extLst>
          </p:cNvPr>
          <p:cNvGrpSpPr>
            <a:grpSpLocks/>
          </p:cNvGrpSpPr>
          <p:nvPr/>
        </p:nvGrpSpPr>
        <p:grpSpPr bwMode="auto">
          <a:xfrm>
            <a:off x="5673726" y="4191001"/>
            <a:ext cx="644525" cy="282575"/>
            <a:chOff x="4396" y="1245"/>
            <a:chExt cx="672" cy="248"/>
          </a:xfrm>
        </p:grpSpPr>
        <p:sp>
          <p:nvSpPr>
            <p:cNvPr id="116808" name="Oval 407">
              <a:extLst>
                <a:ext uri="{FF2B5EF4-FFF2-40B4-BE49-F238E27FC236}">
                  <a16:creationId xmlns:a16="http://schemas.microsoft.com/office/drawing/2014/main" id="{277DEF9D-EAC3-44B3-B996-66B53A8862E8}"/>
                </a:ext>
              </a:extLst>
            </p:cNvPr>
            <p:cNvSpPr>
              <a:spLocks noChangeArrowheads="1"/>
            </p:cNvSpPr>
            <p:nvPr/>
          </p:nvSpPr>
          <p:spPr bwMode="auto">
            <a:xfrm>
              <a:off x="4399" y="1355"/>
              <a:ext cx="666" cy="138"/>
            </a:xfrm>
            <a:prstGeom prst="ellipse">
              <a:avLst/>
            </a:prstGeom>
            <a:gradFill rotWithShape="1">
              <a:gsLst>
                <a:gs pos="0">
                  <a:srgbClr val="CCCCFF"/>
                </a:gs>
                <a:gs pos="100000">
                  <a:srgbClr val="FFFFFF"/>
                </a:gs>
              </a:gsLst>
              <a:lin ang="0" scaled="1"/>
            </a:gradFill>
            <a:ln w="1270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sp>
          <p:nvSpPr>
            <p:cNvPr id="116809" name="Rectangle 410">
              <a:extLst>
                <a:ext uri="{FF2B5EF4-FFF2-40B4-BE49-F238E27FC236}">
                  <a16:creationId xmlns:a16="http://schemas.microsoft.com/office/drawing/2014/main" id="{D074F3D1-AF2F-4F05-85F2-CFF65B713FA8}"/>
                </a:ext>
              </a:extLst>
            </p:cNvPr>
            <p:cNvSpPr>
              <a:spLocks noChangeArrowheads="1"/>
            </p:cNvSpPr>
            <p:nvPr/>
          </p:nvSpPr>
          <p:spPr bwMode="auto">
            <a:xfrm>
              <a:off x="4399" y="1339"/>
              <a:ext cx="669" cy="86"/>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latin typeface="Times New Roman" panose="02020603050405020304" pitchFamily="18" charset="0"/>
                <a:cs typeface="Arial" panose="020B0604020202020204" pitchFamily="34" charset="0"/>
              </a:endParaRPr>
            </a:p>
          </p:txBody>
        </p:sp>
        <p:sp>
          <p:nvSpPr>
            <p:cNvPr id="116810" name="Oval 411">
              <a:extLst>
                <a:ext uri="{FF2B5EF4-FFF2-40B4-BE49-F238E27FC236}">
                  <a16:creationId xmlns:a16="http://schemas.microsoft.com/office/drawing/2014/main" id="{4ACCC658-BFE3-4F95-9116-4B099E285763}"/>
                </a:ext>
              </a:extLst>
            </p:cNvPr>
            <p:cNvSpPr>
              <a:spLocks noChangeArrowheads="1"/>
            </p:cNvSpPr>
            <p:nvPr/>
          </p:nvSpPr>
          <p:spPr bwMode="auto">
            <a:xfrm>
              <a:off x="4396" y="1245"/>
              <a:ext cx="667" cy="162"/>
            </a:xfrm>
            <a:prstGeom prst="ellipse">
              <a:avLst/>
            </a:prstGeom>
            <a:gradFill rotWithShape="1">
              <a:gsLst>
                <a:gs pos="0">
                  <a:srgbClr val="CCCCFF"/>
                </a:gs>
                <a:gs pos="100000">
                  <a:srgbClr val="FFFFFF"/>
                </a:gs>
              </a:gsLst>
              <a:lin ang="0" scaled="1"/>
            </a:gradFill>
            <a:ln w="1270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grpSp>
          <p:nvGrpSpPr>
            <p:cNvPr id="116811" name="Group 361">
              <a:extLst>
                <a:ext uri="{FF2B5EF4-FFF2-40B4-BE49-F238E27FC236}">
                  <a16:creationId xmlns:a16="http://schemas.microsoft.com/office/drawing/2014/main" id="{7593B881-8772-432F-A559-885330FEC69A}"/>
                </a:ext>
              </a:extLst>
            </p:cNvPr>
            <p:cNvGrpSpPr>
              <a:grpSpLocks/>
            </p:cNvGrpSpPr>
            <p:nvPr/>
          </p:nvGrpSpPr>
          <p:grpSpPr bwMode="auto">
            <a:xfrm>
              <a:off x="4530" y="1287"/>
              <a:ext cx="377" cy="75"/>
              <a:chOff x="2468" y="1332"/>
              <a:chExt cx="310" cy="60"/>
            </a:xfrm>
          </p:grpSpPr>
          <p:sp>
            <p:nvSpPr>
              <p:cNvPr id="116814" name="Freeform 362">
                <a:extLst>
                  <a:ext uri="{FF2B5EF4-FFF2-40B4-BE49-F238E27FC236}">
                    <a16:creationId xmlns:a16="http://schemas.microsoft.com/office/drawing/2014/main" id="{76FAE8FA-6F18-48EA-89E9-27F99083F906}"/>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16815" name="Freeform 363">
                <a:extLst>
                  <a:ext uri="{FF2B5EF4-FFF2-40B4-BE49-F238E27FC236}">
                    <a16:creationId xmlns:a16="http://schemas.microsoft.com/office/drawing/2014/main" id="{79120EE2-9948-4F3D-953F-B9E331D6D8D3}"/>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sp>
          <p:nvSpPr>
            <p:cNvPr id="116812" name="Line 364">
              <a:extLst>
                <a:ext uri="{FF2B5EF4-FFF2-40B4-BE49-F238E27FC236}">
                  <a16:creationId xmlns:a16="http://schemas.microsoft.com/office/drawing/2014/main" id="{5DA4B8E8-B42E-44E1-968F-C03F756F64FC}"/>
                </a:ext>
              </a:extLst>
            </p:cNvPr>
            <p:cNvSpPr>
              <a:spLocks noChangeShapeType="1"/>
            </p:cNvSpPr>
            <p:nvPr/>
          </p:nvSpPr>
          <p:spPr bwMode="auto">
            <a:xfrm>
              <a:off x="4399" y="1322"/>
              <a:ext cx="0" cy="11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813" name="Line 365">
              <a:extLst>
                <a:ext uri="{FF2B5EF4-FFF2-40B4-BE49-F238E27FC236}">
                  <a16:creationId xmlns:a16="http://schemas.microsoft.com/office/drawing/2014/main" id="{7592A89F-AD24-4413-A963-AD4C1D75498C}"/>
                </a:ext>
              </a:extLst>
            </p:cNvPr>
            <p:cNvSpPr>
              <a:spLocks noChangeShapeType="1"/>
            </p:cNvSpPr>
            <p:nvPr/>
          </p:nvSpPr>
          <p:spPr bwMode="auto">
            <a:xfrm>
              <a:off x="5063" y="1326"/>
              <a:ext cx="0" cy="107"/>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16789" name="Group 366">
            <a:extLst>
              <a:ext uri="{FF2B5EF4-FFF2-40B4-BE49-F238E27FC236}">
                <a16:creationId xmlns:a16="http://schemas.microsoft.com/office/drawing/2014/main" id="{7AF3BFE2-FFBE-4417-B106-5FA1EF183171}"/>
              </a:ext>
            </a:extLst>
          </p:cNvPr>
          <p:cNvGrpSpPr>
            <a:grpSpLocks/>
          </p:cNvGrpSpPr>
          <p:nvPr/>
        </p:nvGrpSpPr>
        <p:grpSpPr bwMode="auto">
          <a:xfrm>
            <a:off x="6484939" y="4610101"/>
            <a:ext cx="644525" cy="282575"/>
            <a:chOff x="4396" y="1245"/>
            <a:chExt cx="672" cy="248"/>
          </a:xfrm>
        </p:grpSpPr>
        <p:sp>
          <p:nvSpPr>
            <p:cNvPr id="116800" name="Oval 407">
              <a:extLst>
                <a:ext uri="{FF2B5EF4-FFF2-40B4-BE49-F238E27FC236}">
                  <a16:creationId xmlns:a16="http://schemas.microsoft.com/office/drawing/2014/main" id="{29714627-3BC9-422C-A7A1-231267D9A976}"/>
                </a:ext>
              </a:extLst>
            </p:cNvPr>
            <p:cNvSpPr>
              <a:spLocks noChangeArrowheads="1"/>
            </p:cNvSpPr>
            <p:nvPr/>
          </p:nvSpPr>
          <p:spPr bwMode="auto">
            <a:xfrm>
              <a:off x="4399" y="1355"/>
              <a:ext cx="666" cy="138"/>
            </a:xfrm>
            <a:prstGeom prst="ellipse">
              <a:avLst/>
            </a:prstGeom>
            <a:gradFill rotWithShape="1">
              <a:gsLst>
                <a:gs pos="0">
                  <a:srgbClr val="CCCCFF"/>
                </a:gs>
                <a:gs pos="100000">
                  <a:srgbClr val="FFFFFF"/>
                </a:gs>
              </a:gsLst>
              <a:lin ang="0" scaled="1"/>
            </a:gradFill>
            <a:ln w="1270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sp>
          <p:nvSpPr>
            <p:cNvPr id="116801" name="Rectangle 410">
              <a:extLst>
                <a:ext uri="{FF2B5EF4-FFF2-40B4-BE49-F238E27FC236}">
                  <a16:creationId xmlns:a16="http://schemas.microsoft.com/office/drawing/2014/main" id="{E33929A5-3D71-402F-B107-77EE173F9978}"/>
                </a:ext>
              </a:extLst>
            </p:cNvPr>
            <p:cNvSpPr>
              <a:spLocks noChangeArrowheads="1"/>
            </p:cNvSpPr>
            <p:nvPr/>
          </p:nvSpPr>
          <p:spPr bwMode="auto">
            <a:xfrm>
              <a:off x="4399" y="1339"/>
              <a:ext cx="669" cy="86"/>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latin typeface="Times New Roman" panose="02020603050405020304" pitchFamily="18" charset="0"/>
                <a:cs typeface="Arial" panose="020B0604020202020204" pitchFamily="34" charset="0"/>
              </a:endParaRPr>
            </a:p>
          </p:txBody>
        </p:sp>
        <p:sp>
          <p:nvSpPr>
            <p:cNvPr id="116802" name="Oval 411">
              <a:extLst>
                <a:ext uri="{FF2B5EF4-FFF2-40B4-BE49-F238E27FC236}">
                  <a16:creationId xmlns:a16="http://schemas.microsoft.com/office/drawing/2014/main" id="{B0CF0105-FCC1-429D-BE90-CC54D0551B52}"/>
                </a:ext>
              </a:extLst>
            </p:cNvPr>
            <p:cNvSpPr>
              <a:spLocks noChangeArrowheads="1"/>
            </p:cNvSpPr>
            <p:nvPr/>
          </p:nvSpPr>
          <p:spPr bwMode="auto">
            <a:xfrm>
              <a:off x="4396" y="1245"/>
              <a:ext cx="667" cy="162"/>
            </a:xfrm>
            <a:prstGeom prst="ellipse">
              <a:avLst/>
            </a:prstGeom>
            <a:gradFill rotWithShape="1">
              <a:gsLst>
                <a:gs pos="0">
                  <a:srgbClr val="CCCCFF"/>
                </a:gs>
                <a:gs pos="100000">
                  <a:srgbClr val="FFFFFF"/>
                </a:gs>
              </a:gsLst>
              <a:lin ang="0" scaled="1"/>
            </a:gradFill>
            <a:ln w="1270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grpSp>
          <p:nvGrpSpPr>
            <p:cNvPr id="116803" name="Group 370">
              <a:extLst>
                <a:ext uri="{FF2B5EF4-FFF2-40B4-BE49-F238E27FC236}">
                  <a16:creationId xmlns:a16="http://schemas.microsoft.com/office/drawing/2014/main" id="{4B76E97C-1441-4C9C-91D6-16C55275542A}"/>
                </a:ext>
              </a:extLst>
            </p:cNvPr>
            <p:cNvGrpSpPr>
              <a:grpSpLocks/>
            </p:cNvGrpSpPr>
            <p:nvPr/>
          </p:nvGrpSpPr>
          <p:grpSpPr bwMode="auto">
            <a:xfrm>
              <a:off x="4530" y="1287"/>
              <a:ext cx="377" cy="75"/>
              <a:chOff x="2468" y="1332"/>
              <a:chExt cx="310" cy="60"/>
            </a:xfrm>
          </p:grpSpPr>
          <p:sp>
            <p:nvSpPr>
              <p:cNvPr id="116806" name="Freeform 371">
                <a:extLst>
                  <a:ext uri="{FF2B5EF4-FFF2-40B4-BE49-F238E27FC236}">
                    <a16:creationId xmlns:a16="http://schemas.microsoft.com/office/drawing/2014/main" id="{E9A0CBF5-CD61-45C9-A792-26FF9D24F601}"/>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16807" name="Freeform 372">
                <a:extLst>
                  <a:ext uri="{FF2B5EF4-FFF2-40B4-BE49-F238E27FC236}">
                    <a16:creationId xmlns:a16="http://schemas.microsoft.com/office/drawing/2014/main" id="{14442F57-F9C7-41FF-9C4B-C8084FF7455D}"/>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sp>
          <p:nvSpPr>
            <p:cNvPr id="116804" name="Line 373">
              <a:extLst>
                <a:ext uri="{FF2B5EF4-FFF2-40B4-BE49-F238E27FC236}">
                  <a16:creationId xmlns:a16="http://schemas.microsoft.com/office/drawing/2014/main" id="{A313B523-E688-4498-A1AE-6F116EC60D25}"/>
                </a:ext>
              </a:extLst>
            </p:cNvPr>
            <p:cNvSpPr>
              <a:spLocks noChangeShapeType="1"/>
            </p:cNvSpPr>
            <p:nvPr/>
          </p:nvSpPr>
          <p:spPr bwMode="auto">
            <a:xfrm>
              <a:off x="4399" y="1322"/>
              <a:ext cx="0" cy="11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805" name="Line 374">
              <a:extLst>
                <a:ext uri="{FF2B5EF4-FFF2-40B4-BE49-F238E27FC236}">
                  <a16:creationId xmlns:a16="http://schemas.microsoft.com/office/drawing/2014/main" id="{4B7E184A-C58B-4B8B-9028-DFFD139D584E}"/>
                </a:ext>
              </a:extLst>
            </p:cNvPr>
            <p:cNvSpPr>
              <a:spLocks noChangeShapeType="1"/>
            </p:cNvSpPr>
            <p:nvPr/>
          </p:nvSpPr>
          <p:spPr bwMode="auto">
            <a:xfrm>
              <a:off x="5063" y="1326"/>
              <a:ext cx="0" cy="107"/>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16790" name="Group 375">
            <a:extLst>
              <a:ext uri="{FF2B5EF4-FFF2-40B4-BE49-F238E27FC236}">
                <a16:creationId xmlns:a16="http://schemas.microsoft.com/office/drawing/2014/main" id="{2E8E26C6-5956-4730-B99B-9B0ED2CFC220}"/>
              </a:ext>
            </a:extLst>
          </p:cNvPr>
          <p:cNvGrpSpPr>
            <a:grpSpLocks/>
          </p:cNvGrpSpPr>
          <p:nvPr/>
        </p:nvGrpSpPr>
        <p:grpSpPr bwMode="auto">
          <a:xfrm>
            <a:off x="5900739" y="5051426"/>
            <a:ext cx="644525" cy="282575"/>
            <a:chOff x="4396" y="1245"/>
            <a:chExt cx="672" cy="248"/>
          </a:xfrm>
        </p:grpSpPr>
        <p:sp>
          <p:nvSpPr>
            <p:cNvPr id="116792" name="Oval 407">
              <a:extLst>
                <a:ext uri="{FF2B5EF4-FFF2-40B4-BE49-F238E27FC236}">
                  <a16:creationId xmlns:a16="http://schemas.microsoft.com/office/drawing/2014/main" id="{34B5AC96-5678-4828-9BA9-F0FA7EE701CA}"/>
                </a:ext>
              </a:extLst>
            </p:cNvPr>
            <p:cNvSpPr>
              <a:spLocks noChangeArrowheads="1"/>
            </p:cNvSpPr>
            <p:nvPr/>
          </p:nvSpPr>
          <p:spPr bwMode="auto">
            <a:xfrm>
              <a:off x="4399" y="1355"/>
              <a:ext cx="666" cy="138"/>
            </a:xfrm>
            <a:prstGeom prst="ellipse">
              <a:avLst/>
            </a:prstGeom>
            <a:gradFill rotWithShape="1">
              <a:gsLst>
                <a:gs pos="0">
                  <a:srgbClr val="CCCCFF"/>
                </a:gs>
                <a:gs pos="100000">
                  <a:srgbClr val="FFFFFF"/>
                </a:gs>
              </a:gsLst>
              <a:lin ang="0" scaled="1"/>
            </a:gradFill>
            <a:ln w="1270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sp>
          <p:nvSpPr>
            <p:cNvPr id="116793" name="Rectangle 410">
              <a:extLst>
                <a:ext uri="{FF2B5EF4-FFF2-40B4-BE49-F238E27FC236}">
                  <a16:creationId xmlns:a16="http://schemas.microsoft.com/office/drawing/2014/main" id="{3162596D-C846-4EFD-B82E-D946B97E8D7B}"/>
                </a:ext>
              </a:extLst>
            </p:cNvPr>
            <p:cNvSpPr>
              <a:spLocks noChangeArrowheads="1"/>
            </p:cNvSpPr>
            <p:nvPr/>
          </p:nvSpPr>
          <p:spPr bwMode="auto">
            <a:xfrm>
              <a:off x="4399" y="1339"/>
              <a:ext cx="669" cy="86"/>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latin typeface="Times New Roman" panose="02020603050405020304" pitchFamily="18" charset="0"/>
                <a:cs typeface="Arial" panose="020B0604020202020204" pitchFamily="34" charset="0"/>
              </a:endParaRPr>
            </a:p>
          </p:txBody>
        </p:sp>
        <p:sp>
          <p:nvSpPr>
            <p:cNvPr id="116794" name="Oval 411">
              <a:extLst>
                <a:ext uri="{FF2B5EF4-FFF2-40B4-BE49-F238E27FC236}">
                  <a16:creationId xmlns:a16="http://schemas.microsoft.com/office/drawing/2014/main" id="{A76F8AAF-1CB9-43A2-9AF4-9801EAD8F0C3}"/>
                </a:ext>
              </a:extLst>
            </p:cNvPr>
            <p:cNvSpPr>
              <a:spLocks noChangeArrowheads="1"/>
            </p:cNvSpPr>
            <p:nvPr/>
          </p:nvSpPr>
          <p:spPr bwMode="auto">
            <a:xfrm>
              <a:off x="4396" y="1245"/>
              <a:ext cx="667" cy="162"/>
            </a:xfrm>
            <a:prstGeom prst="ellipse">
              <a:avLst/>
            </a:prstGeom>
            <a:gradFill rotWithShape="1">
              <a:gsLst>
                <a:gs pos="0">
                  <a:srgbClr val="CCCCFF"/>
                </a:gs>
                <a:gs pos="100000">
                  <a:srgbClr val="FFFFFF"/>
                </a:gs>
              </a:gsLst>
              <a:lin ang="0" scaled="1"/>
            </a:gradFill>
            <a:ln w="1270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grpSp>
          <p:nvGrpSpPr>
            <p:cNvPr id="116795" name="Group 379">
              <a:extLst>
                <a:ext uri="{FF2B5EF4-FFF2-40B4-BE49-F238E27FC236}">
                  <a16:creationId xmlns:a16="http://schemas.microsoft.com/office/drawing/2014/main" id="{7CA69D9E-9BF2-4376-975D-AC154505BCAC}"/>
                </a:ext>
              </a:extLst>
            </p:cNvPr>
            <p:cNvGrpSpPr>
              <a:grpSpLocks/>
            </p:cNvGrpSpPr>
            <p:nvPr/>
          </p:nvGrpSpPr>
          <p:grpSpPr bwMode="auto">
            <a:xfrm>
              <a:off x="4530" y="1287"/>
              <a:ext cx="377" cy="75"/>
              <a:chOff x="2468" y="1332"/>
              <a:chExt cx="310" cy="60"/>
            </a:xfrm>
          </p:grpSpPr>
          <p:sp>
            <p:nvSpPr>
              <p:cNvPr id="116798" name="Freeform 380">
                <a:extLst>
                  <a:ext uri="{FF2B5EF4-FFF2-40B4-BE49-F238E27FC236}">
                    <a16:creationId xmlns:a16="http://schemas.microsoft.com/office/drawing/2014/main" id="{289B2FD4-5812-4D41-97D2-AB22DC034505}"/>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16799" name="Freeform 381">
                <a:extLst>
                  <a:ext uri="{FF2B5EF4-FFF2-40B4-BE49-F238E27FC236}">
                    <a16:creationId xmlns:a16="http://schemas.microsoft.com/office/drawing/2014/main" id="{20D2DD66-B61D-4EDC-8DF6-CF03714878B9}"/>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grpSp>
        <p:sp>
          <p:nvSpPr>
            <p:cNvPr id="116796" name="Line 382">
              <a:extLst>
                <a:ext uri="{FF2B5EF4-FFF2-40B4-BE49-F238E27FC236}">
                  <a16:creationId xmlns:a16="http://schemas.microsoft.com/office/drawing/2014/main" id="{F2220DF1-CFDC-4103-BE6F-C2B5D31741F4}"/>
                </a:ext>
              </a:extLst>
            </p:cNvPr>
            <p:cNvSpPr>
              <a:spLocks noChangeShapeType="1"/>
            </p:cNvSpPr>
            <p:nvPr/>
          </p:nvSpPr>
          <p:spPr bwMode="auto">
            <a:xfrm>
              <a:off x="4399" y="1322"/>
              <a:ext cx="0" cy="11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797" name="Line 383">
              <a:extLst>
                <a:ext uri="{FF2B5EF4-FFF2-40B4-BE49-F238E27FC236}">
                  <a16:creationId xmlns:a16="http://schemas.microsoft.com/office/drawing/2014/main" id="{17AD1A92-2350-4233-801D-C2B052210770}"/>
                </a:ext>
              </a:extLst>
            </p:cNvPr>
            <p:cNvSpPr>
              <a:spLocks noChangeShapeType="1"/>
            </p:cNvSpPr>
            <p:nvPr/>
          </p:nvSpPr>
          <p:spPr bwMode="auto">
            <a:xfrm>
              <a:off x="5063" y="1326"/>
              <a:ext cx="0" cy="107"/>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pic>
        <p:nvPicPr>
          <p:cNvPr id="116791" name="Picture 384" descr="underline_base">
            <a:extLst>
              <a:ext uri="{FF2B5EF4-FFF2-40B4-BE49-F238E27FC236}">
                <a16:creationId xmlns:a16="http://schemas.microsoft.com/office/drawing/2014/main" id="{C566BC47-32D7-4286-B769-D0E741479BE8}"/>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90726" y="976314"/>
            <a:ext cx="4113213"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7941465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Footer Placeholder 4">
            <a:extLst>
              <a:ext uri="{FF2B5EF4-FFF2-40B4-BE49-F238E27FC236}">
                <a16:creationId xmlns:a16="http://schemas.microsoft.com/office/drawing/2014/main" id="{65956EF3-2E22-4D65-9138-A567FD91D8F4}"/>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Tầng Network</a:t>
            </a:r>
          </a:p>
        </p:txBody>
      </p:sp>
      <p:sp>
        <p:nvSpPr>
          <p:cNvPr id="117763" name="Slide Number Placeholder 5">
            <a:extLst>
              <a:ext uri="{FF2B5EF4-FFF2-40B4-BE49-F238E27FC236}">
                <a16:creationId xmlns:a16="http://schemas.microsoft.com/office/drawing/2014/main" id="{A520BAB1-9401-4310-9A5D-EF6DEFF1CC1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4-</a:t>
            </a:r>
            <a:fld id="{7EF2710D-E059-419A-965A-ECB9EDB3E606}" type="slidenum">
              <a:rPr lang="en-US" altLang="en-US">
                <a:latin typeface="Tahoma" panose="020B0604030504040204" pitchFamily="34" charset="0"/>
              </a:rPr>
              <a:pPr/>
              <a:t>100</a:t>
            </a:fld>
            <a:endParaRPr lang="en-US" altLang="en-US">
              <a:latin typeface="Tahoma" panose="020B0604030504040204" pitchFamily="34" charset="0"/>
            </a:endParaRPr>
          </a:p>
        </p:txBody>
      </p:sp>
      <p:sp>
        <p:nvSpPr>
          <p:cNvPr id="117764" name="Rectangle 3">
            <a:extLst>
              <a:ext uri="{FF2B5EF4-FFF2-40B4-BE49-F238E27FC236}">
                <a16:creationId xmlns:a16="http://schemas.microsoft.com/office/drawing/2014/main" id="{ABB27972-9076-4BC3-9397-857000347D60}"/>
              </a:ext>
            </a:extLst>
          </p:cNvPr>
          <p:cNvSpPr>
            <a:spLocks noGrp="1" noChangeArrowheads="1"/>
          </p:cNvSpPr>
          <p:nvPr>
            <p:ph type="body" idx="1"/>
          </p:nvPr>
        </p:nvSpPr>
        <p:spPr>
          <a:xfrm>
            <a:off x="1524000" y="1468439"/>
            <a:ext cx="9144000" cy="4008437"/>
          </a:xfrm>
        </p:spPr>
        <p:txBody>
          <a:bodyPr/>
          <a:lstStyle/>
          <a:p>
            <a:r>
              <a:rPr lang="en-US" altLang="en-US" i="1">
                <a:solidFill>
                  <a:srgbClr val="CC0000"/>
                </a:solidFill>
                <a:latin typeface="Comic Sans MS" panose="030F0702030302020204" pitchFamily="66" charset="0"/>
                <a:ea typeface="ＭＳ Ｐゴシック" panose="020B0600070205080204" pitchFamily="34" charset="-128"/>
              </a:rPr>
              <a:t>Phân cấp mức 2:</a:t>
            </a:r>
            <a:r>
              <a:rPr lang="en-US" altLang="en-US">
                <a:latin typeface="Comic Sans MS" panose="030F0702030302020204" pitchFamily="66" charset="0"/>
                <a:ea typeface="ＭＳ Ｐゴシック" panose="020B0600070205080204" pitchFamily="34" charset="-128"/>
              </a:rPr>
              <a:t> vùng cục bộ (local area), backbone.</a:t>
            </a:r>
          </a:p>
          <a:p>
            <a:pPr lvl="1"/>
            <a:r>
              <a:rPr lang="en-US" altLang="en-US" sz="2800">
                <a:latin typeface="Comic Sans MS" panose="030F0702030302020204" pitchFamily="66" charset="0"/>
                <a:ea typeface="ＭＳ Ｐゴシック" panose="020B0600070205080204" pitchFamily="34" charset="-128"/>
              </a:rPr>
              <a:t>Các quảng cáo link-state chỉ trong vùng</a:t>
            </a:r>
          </a:p>
          <a:p>
            <a:pPr lvl="1"/>
            <a:r>
              <a:rPr lang="en-US" altLang="en-US" sz="2800">
                <a:latin typeface="Comic Sans MS" panose="030F0702030302020204" pitchFamily="66" charset="0"/>
                <a:ea typeface="ＭＳ Ｐゴシック" panose="020B0600070205080204" pitchFamily="34" charset="-128"/>
              </a:rPr>
              <a:t>Mỗi node có chi tiết cấu trúc của vùng; chỉ biết hướng (đường ngắn nhất) đến các mạng trong các vùng khác.</a:t>
            </a:r>
            <a:endParaRPr lang="en-US" altLang="en-US">
              <a:latin typeface="Comic Sans MS" panose="030F0702030302020204" pitchFamily="66" charset="0"/>
              <a:ea typeface="ＭＳ Ｐゴシック" panose="020B0600070205080204" pitchFamily="34" charset="-128"/>
            </a:endParaRPr>
          </a:p>
          <a:p>
            <a:r>
              <a:rPr lang="en-US" altLang="en-US" i="1">
                <a:solidFill>
                  <a:srgbClr val="CC0000"/>
                </a:solidFill>
                <a:latin typeface="Comic Sans MS" panose="030F0702030302020204" pitchFamily="66" charset="0"/>
                <a:ea typeface="ＭＳ Ｐゴシック" panose="020B0600070205080204" pitchFamily="34" charset="-128"/>
              </a:rPr>
              <a:t>Các router area border:</a:t>
            </a:r>
            <a:r>
              <a:rPr lang="en-US" altLang="en-US" b="1">
                <a:solidFill>
                  <a:schemeClr val="accent2"/>
                </a:solidFill>
                <a:latin typeface="Comic Sans MS" panose="030F0702030302020204" pitchFamily="66" charset="0"/>
                <a:ea typeface="ＭＳ Ｐゴシック" panose="020B0600070205080204" pitchFamily="34" charset="-128"/>
              </a:rPr>
              <a:t> </a:t>
            </a:r>
            <a:r>
              <a:rPr lang="ja-JP" altLang="en-US">
                <a:latin typeface="Comic Sans MS" panose="030F0702030302020204" pitchFamily="66" charset="0"/>
                <a:ea typeface="ＭＳ Ｐゴシック" panose="020B0600070205080204" pitchFamily="34" charset="-128"/>
              </a:rPr>
              <a:t>“</a:t>
            </a:r>
            <a:r>
              <a:rPr lang="en-US" altLang="ja-JP">
                <a:latin typeface="Comic Sans MS" panose="030F0702030302020204" pitchFamily="66" charset="0"/>
                <a:ea typeface="ＭＳ Ｐゴシック" panose="020B0600070205080204" pitchFamily="34" charset="-128"/>
              </a:rPr>
              <a:t>tóm tắt</a:t>
            </a:r>
            <a:r>
              <a:rPr lang="ja-JP" altLang="en-US">
                <a:latin typeface="Comic Sans MS" panose="030F0702030302020204" pitchFamily="66" charset="0"/>
                <a:ea typeface="ＭＳ Ｐゴシック" panose="020B0600070205080204" pitchFamily="34" charset="-128"/>
              </a:rPr>
              <a:t>”</a:t>
            </a:r>
            <a:r>
              <a:rPr lang="en-US" altLang="ja-JP">
                <a:latin typeface="Comic Sans MS" panose="030F0702030302020204" pitchFamily="66" charset="0"/>
                <a:ea typeface="ＭＳ Ｐゴシック" panose="020B0600070205080204" pitchFamily="34" charset="-128"/>
              </a:rPr>
              <a:t> các khoảng cách đến các mạng trong vùng của nó, quảng cáo đến các router Area Border của các vùng khác.</a:t>
            </a:r>
          </a:p>
          <a:p>
            <a:r>
              <a:rPr lang="en-US" altLang="en-US" i="1">
                <a:solidFill>
                  <a:srgbClr val="CC0000"/>
                </a:solidFill>
                <a:latin typeface="Comic Sans MS" panose="030F0702030302020204" pitchFamily="66" charset="0"/>
                <a:ea typeface="ＭＳ Ｐゴシック" panose="020B0600070205080204" pitchFamily="34" charset="-128"/>
              </a:rPr>
              <a:t>Các backbone router:</a:t>
            </a:r>
            <a:r>
              <a:rPr lang="en-US" altLang="en-US">
                <a:latin typeface="Comic Sans MS" panose="030F0702030302020204" pitchFamily="66" charset="0"/>
                <a:ea typeface="ＭＳ Ｐゴシック" panose="020B0600070205080204" pitchFamily="34" charset="-128"/>
              </a:rPr>
              <a:t> chạy định tuyến OSPF được giới hạn đến backbone.</a:t>
            </a:r>
          </a:p>
          <a:p>
            <a:r>
              <a:rPr lang="en-US" altLang="en-US" i="1">
                <a:solidFill>
                  <a:srgbClr val="CC0000"/>
                </a:solidFill>
                <a:latin typeface="Comic Sans MS" panose="030F0702030302020204" pitchFamily="66" charset="0"/>
                <a:ea typeface="ＭＳ Ｐゴシック" panose="020B0600070205080204" pitchFamily="34" charset="-128"/>
              </a:rPr>
              <a:t>boundary routers:</a:t>
            </a:r>
            <a:r>
              <a:rPr lang="en-US" altLang="en-US">
                <a:latin typeface="Comic Sans MS" panose="030F0702030302020204" pitchFamily="66" charset="0"/>
                <a:ea typeface="ＭＳ Ｐゴシック" panose="020B0600070205080204" pitchFamily="34" charset="-128"/>
              </a:rPr>
              <a:t> kết nối đến các AS</a:t>
            </a:r>
            <a:r>
              <a:rPr lang="ja-JP" altLang="en-US">
                <a:latin typeface="Comic Sans MS" panose="030F0702030302020204" pitchFamily="66" charset="0"/>
                <a:ea typeface="ＭＳ Ｐゴシック" panose="020B0600070205080204" pitchFamily="34" charset="-128"/>
              </a:rPr>
              <a:t> </a:t>
            </a:r>
            <a:r>
              <a:rPr lang="en-AU" altLang="ja-JP">
                <a:latin typeface="Comic Sans MS" panose="030F0702030302020204" pitchFamily="66" charset="0"/>
                <a:ea typeface="ＭＳ Ｐゴシック" panose="020B0600070205080204" pitchFamily="34" charset="-128"/>
              </a:rPr>
              <a:t>khác</a:t>
            </a:r>
            <a:r>
              <a:rPr lang="en-US" altLang="ja-JP">
                <a:latin typeface="Comic Sans MS" panose="030F0702030302020204" pitchFamily="66" charset="0"/>
                <a:ea typeface="ＭＳ Ｐゴシック" panose="020B0600070205080204" pitchFamily="34" charset="-128"/>
              </a:rPr>
              <a:t>.</a:t>
            </a:r>
            <a:endParaRPr lang="en-US" altLang="ja-JP" sz="2400">
              <a:latin typeface="Comic Sans MS" panose="030F0702030302020204" pitchFamily="66" charset="0"/>
              <a:ea typeface="ＭＳ Ｐゴシック" panose="020B0600070205080204" pitchFamily="34" charset="-128"/>
            </a:endParaRPr>
          </a:p>
          <a:p>
            <a:endParaRPr lang="en-US" altLang="en-US" sz="2400">
              <a:latin typeface="Comic Sans MS" panose="030F0702030302020204" pitchFamily="66" charset="0"/>
              <a:ea typeface="ＭＳ Ｐゴシック" panose="020B0600070205080204" pitchFamily="34" charset="-128"/>
            </a:endParaRPr>
          </a:p>
        </p:txBody>
      </p:sp>
      <p:sp>
        <p:nvSpPr>
          <p:cNvPr id="115717" name="Rectangle 5">
            <a:extLst>
              <a:ext uri="{FF2B5EF4-FFF2-40B4-BE49-F238E27FC236}">
                <a16:creationId xmlns:a16="http://schemas.microsoft.com/office/drawing/2014/main" id="{80C92481-A396-48BE-A3E7-936542234343}"/>
              </a:ext>
            </a:extLst>
          </p:cNvPr>
          <p:cNvSpPr>
            <a:spLocks noGrp="1" noChangeArrowheads="1"/>
          </p:cNvSpPr>
          <p:nvPr>
            <p:ph type="title"/>
          </p:nvPr>
        </p:nvSpPr>
        <p:spPr>
          <a:xfrm>
            <a:off x="1951038" y="169863"/>
            <a:ext cx="4438650" cy="1143000"/>
          </a:xfrm>
        </p:spPr>
        <p:txBody>
          <a:bodyPr/>
          <a:lstStyle/>
          <a:p>
            <a:pPr>
              <a:defRPr/>
            </a:pPr>
            <a:r>
              <a:rPr lang="en-US" dirty="0">
                <a:cs typeface="+mj-cs"/>
              </a:rPr>
              <a:t>OSPF </a:t>
            </a:r>
            <a:r>
              <a:rPr lang="en-US" dirty="0" err="1">
                <a:cs typeface="+mj-cs"/>
              </a:rPr>
              <a:t>phân</a:t>
            </a:r>
            <a:r>
              <a:rPr lang="en-US" dirty="0">
                <a:cs typeface="+mj-cs"/>
              </a:rPr>
              <a:t> </a:t>
            </a:r>
            <a:r>
              <a:rPr lang="en-US" dirty="0" err="1">
                <a:cs typeface="+mj-cs"/>
              </a:rPr>
              <a:t>cấp</a:t>
            </a:r>
            <a:endParaRPr lang="en-US" dirty="0">
              <a:cs typeface="+mj-cs"/>
            </a:endParaRPr>
          </a:p>
        </p:txBody>
      </p:sp>
      <p:pic>
        <p:nvPicPr>
          <p:cNvPr id="117766" name="Picture 6" descr="underline_base">
            <a:extLst>
              <a:ext uri="{FF2B5EF4-FFF2-40B4-BE49-F238E27FC236}">
                <a16:creationId xmlns:a16="http://schemas.microsoft.com/office/drawing/2014/main" id="{E5F34EC4-4A03-42C7-AA34-CF185DFFFA69}"/>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90726" y="976314"/>
            <a:ext cx="4113213"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69078467"/>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Footer Placeholder 4">
            <a:extLst>
              <a:ext uri="{FF2B5EF4-FFF2-40B4-BE49-F238E27FC236}">
                <a16:creationId xmlns:a16="http://schemas.microsoft.com/office/drawing/2014/main" id="{CD13BB14-6E59-4FF9-863B-4CD7A6CA23DE}"/>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Tầng Network </a:t>
            </a:r>
          </a:p>
        </p:txBody>
      </p:sp>
      <p:sp>
        <p:nvSpPr>
          <p:cNvPr id="118787" name="Slide Number Placeholder 5">
            <a:extLst>
              <a:ext uri="{FF2B5EF4-FFF2-40B4-BE49-F238E27FC236}">
                <a16:creationId xmlns:a16="http://schemas.microsoft.com/office/drawing/2014/main" id="{A43B7E59-6152-4A50-A746-B64BDDEB5C0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4-</a:t>
            </a:r>
            <a:fld id="{4891C5C5-6EDD-4BE4-A001-1956015994BD}" type="slidenum">
              <a:rPr lang="en-US" altLang="en-US">
                <a:latin typeface="Tahoma" panose="020B0604030504040204" pitchFamily="34" charset="0"/>
              </a:rPr>
              <a:pPr/>
              <a:t>101</a:t>
            </a:fld>
            <a:endParaRPr lang="en-US" altLang="en-US">
              <a:latin typeface="Tahoma" panose="020B0604030504040204" pitchFamily="34" charset="0"/>
            </a:endParaRPr>
          </a:p>
        </p:txBody>
      </p:sp>
      <p:pic>
        <p:nvPicPr>
          <p:cNvPr id="118788" name="Picture 4" descr="underline_base">
            <a:extLst>
              <a:ext uri="{FF2B5EF4-FFF2-40B4-BE49-F238E27FC236}">
                <a16:creationId xmlns:a16="http://schemas.microsoft.com/office/drawing/2014/main" id="{79D30C56-11AA-4BC8-BE9D-4B39EB9FB6BA}"/>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03438" y="1014414"/>
            <a:ext cx="6856412"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8789" name="Rectangle 2">
            <a:extLst>
              <a:ext uri="{FF2B5EF4-FFF2-40B4-BE49-F238E27FC236}">
                <a16:creationId xmlns:a16="http://schemas.microsoft.com/office/drawing/2014/main" id="{E0E06762-C741-4A7E-AB1E-E6BAD9769ED8}"/>
              </a:ext>
            </a:extLst>
          </p:cNvPr>
          <p:cNvSpPr>
            <a:spLocks noGrp="1" noChangeArrowheads="1"/>
          </p:cNvSpPr>
          <p:nvPr>
            <p:ph type="title"/>
          </p:nvPr>
        </p:nvSpPr>
        <p:spPr>
          <a:xfrm>
            <a:off x="1778000" y="228600"/>
            <a:ext cx="8737600" cy="1143000"/>
          </a:xfrm>
        </p:spPr>
        <p:txBody>
          <a:bodyPr>
            <a:normAutofit/>
          </a:bodyPr>
          <a:lstStyle/>
          <a:p>
            <a:r>
              <a:rPr lang="en-US" altLang="en-US" sz="4000" dirty="0" err="1">
                <a:ea typeface="ＭＳ Ｐゴシック" panose="020B0600070205080204" pitchFamily="34" charset="-128"/>
              </a:rPr>
              <a:t>Định</a:t>
            </a:r>
            <a:r>
              <a:rPr lang="en-US" altLang="en-US" sz="4000" dirty="0">
                <a:ea typeface="ＭＳ Ｐゴシック" panose="020B0600070205080204" pitchFamily="34" charset="-128"/>
              </a:rPr>
              <a:t> </a:t>
            </a:r>
            <a:r>
              <a:rPr lang="en-US" altLang="en-US" sz="4000" dirty="0" err="1">
                <a:ea typeface="ＭＳ Ｐゴシック" panose="020B0600070205080204" pitchFamily="34" charset="-128"/>
              </a:rPr>
              <a:t>tuyến</a:t>
            </a:r>
            <a:r>
              <a:rPr lang="en-US" altLang="en-US" sz="4000" dirty="0">
                <a:ea typeface="ＭＳ Ｐゴシック" panose="020B0600070205080204" pitchFamily="34" charset="-128"/>
              </a:rPr>
              <a:t> Internet inter-AS : </a:t>
            </a:r>
            <a:r>
              <a:rPr lang="en-US" altLang="en-US" sz="4000" dirty="0" err="1">
                <a:ea typeface="ＭＳ Ｐゴシック" panose="020B0600070205080204" pitchFamily="34" charset="-128"/>
              </a:rPr>
              <a:t>BGP</a:t>
            </a:r>
            <a:endParaRPr lang="en-US" altLang="en-US" sz="3200" dirty="0">
              <a:ea typeface="ＭＳ Ｐゴシック" panose="020B0600070205080204" pitchFamily="34" charset="-128"/>
            </a:endParaRPr>
          </a:p>
        </p:txBody>
      </p:sp>
      <p:sp>
        <p:nvSpPr>
          <p:cNvPr id="118790" name="Rectangle 3">
            <a:extLst>
              <a:ext uri="{FF2B5EF4-FFF2-40B4-BE49-F238E27FC236}">
                <a16:creationId xmlns:a16="http://schemas.microsoft.com/office/drawing/2014/main" id="{4C24CF2E-1158-4ED8-8CD5-1BE2A2FD30B4}"/>
              </a:ext>
            </a:extLst>
          </p:cNvPr>
          <p:cNvSpPr>
            <a:spLocks noGrp="1" noChangeArrowheads="1"/>
          </p:cNvSpPr>
          <p:nvPr>
            <p:ph type="body" idx="1"/>
          </p:nvPr>
        </p:nvSpPr>
        <p:spPr>
          <a:xfrm>
            <a:off x="2057400" y="1422400"/>
            <a:ext cx="8267700" cy="4927600"/>
          </a:xfrm>
        </p:spPr>
        <p:txBody>
          <a:bodyPr/>
          <a:lstStyle/>
          <a:p>
            <a:pPr marL="381000" indent="-381000"/>
            <a:r>
              <a:rPr lang="en-US" altLang="en-US">
                <a:solidFill>
                  <a:srgbClr val="CC0000"/>
                </a:solidFill>
                <a:latin typeface="Comic Sans MS" panose="030F0702030302020204" pitchFamily="66" charset="0"/>
                <a:ea typeface="ＭＳ Ｐゴシック" panose="020B0600070205080204" pitchFamily="34" charset="-128"/>
              </a:rPr>
              <a:t>BGP (Border Gateway Protocol):</a:t>
            </a:r>
            <a:r>
              <a:rPr lang="en-US" altLang="en-US">
                <a:latin typeface="Comic Sans MS" panose="030F0702030302020204" pitchFamily="66" charset="0"/>
                <a:ea typeface="ＭＳ Ｐゴシック" panose="020B0600070205080204" pitchFamily="34" charset="-128"/>
              </a:rPr>
              <a:t> giao thức định tuyến liên miền (inter-domain ) trên thực tế</a:t>
            </a:r>
          </a:p>
          <a:p>
            <a:pPr marL="800100" lvl="1" indent="-342900"/>
            <a:r>
              <a:rPr lang="ja-JP" altLang="en-US">
                <a:latin typeface="Comic Sans MS" panose="030F0702030302020204" pitchFamily="66" charset="0"/>
                <a:ea typeface="ＭＳ Ｐゴシック" panose="020B0600070205080204" pitchFamily="34" charset="-128"/>
              </a:rPr>
              <a:t>“</a:t>
            </a:r>
            <a:r>
              <a:rPr lang="en-US" altLang="ja-JP">
                <a:latin typeface="Comic Sans MS" panose="030F0702030302020204" pitchFamily="66" charset="0"/>
                <a:ea typeface="ＭＳ Ｐゴシック" panose="020B0600070205080204" pitchFamily="34" charset="-128"/>
              </a:rPr>
              <a:t>gắn kết Internet lại với nhau</a:t>
            </a:r>
            <a:r>
              <a:rPr lang="ja-JP" altLang="en-US">
                <a:latin typeface="Comic Sans MS" panose="030F0702030302020204" pitchFamily="66" charset="0"/>
                <a:ea typeface="ＭＳ Ｐゴシック" panose="020B0600070205080204" pitchFamily="34" charset="-128"/>
              </a:rPr>
              <a:t>”</a:t>
            </a:r>
            <a:endParaRPr lang="en-US" altLang="ja-JP">
              <a:latin typeface="Comic Sans MS" panose="030F0702030302020204" pitchFamily="66" charset="0"/>
              <a:ea typeface="ＭＳ Ｐゴシック" panose="020B0600070205080204" pitchFamily="34" charset="-128"/>
            </a:endParaRPr>
          </a:p>
          <a:p>
            <a:pPr marL="381000" indent="-381000"/>
            <a:r>
              <a:rPr lang="en-US" altLang="en-US">
                <a:latin typeface="Comic Sans MS" panose="030F0702030302020204" pitchFamily="66" charset="0"/>
                <a:ea typeface="ＭＳ Ｐゴシック" panose="020B0600070205080204" pitchFamily="34" charset="-128"/>
              </a:rPr>
              <a:t>BGP cũng cấp cho mỗi AS một phương tiện để:</a:t>
            </a:r>
          </a:p>
          <a:p>
            <a:pPr marL="800100" lvl="1" indent="-342900"/>
            <a:r>
              <a:rPr lang="en-US" altLang="en-US" sz="2800">
                <a:solidFill>
                  <a:srgbClr val="CC0000"/>
                </a:solidFill>
                <a:latin typeface="Comic Sans MS" panose="030F0702030302020204" pitchFamily="66" charset="0"/>
                <a:ea typeface="ＭＳ Ｐゴシック" panose="020B0600070205080204" pitchFamily="34" charset="-128"/>
              </a:rPr>
              <a:t>eBGP:</a:t>
            </a:r>
            <a:r>
              <a:rPr lang="en-US" altLang="en-US">
                <a:latin typeface="Comic Sans MS" panose="030F0702030302020204" pitchFamily="66" charset="0"/>
                <a:ea typeface="ＭＳ Ｐゴシック" panose="020B0600070205080204" pitchFamily="34" charset="-128"/>
              </a:rPr>
              <a:t> lấy thông tin có thể chạm tới subnet từ các AS neighbor.</a:t>
            </a:r>
          </a:p>
          <a:p>
            <a:pPr marL="800100" lvl="1" indent="-342900"/>
            <a:r>
              <a:rPr lang="en-US" altLang="en-US" sz="2800">
                <a:solidFill>
                  <a:srgbClr val="CC0000"/>
                </a:solidFill>
                <a:latin typeface="Comic Sans MS" panose="030F0702030302020204" pitchFamily="66" charset="0"/>
                <a:ea typeface="ＭＳ Ｐゴシック" panose="020B0600070205080204" pitchFamily="34" charset="-128"/>
              </a:rPr>
              <a:t>iBGP:</a:t>
            </a:r>
            <a:r>
              <a:rPr lang="en-US" altLang="en-US">
                <a:latin typeface="Comic Sans MS" panose="030F0702030302020204" pitchFamily="66" charset="0"/>
                <a:ea typeface="ＭＳ Ｐゴシック" panose="020B0600070205080204" pitchFamily="34" charset="-128"/>
              </a:rPr>
              <a:t> lan truyền thông tin đó đến tất cả các router bên trong AS.</a:t>
            </a:r>
          </a:p>
          <a:p>
            <a:pPr marL="800100" lvl="1" indent="-342900"/>
            <a:r>
              <a:rPr lang="en-US" altLang="en-US">
                <a:latin typeface="Comic Sans MS" panose="030F0702030302020204" pitchFamily="66" charset="0"/>
                <a:ea typeface="ＭＳ Ｐゴシック" panose="020B0600070205080204" pitchFamily="34" charset="-128"/>
              </a:rPr>
              <a:t>Xác định các đường đi </a:t>
            </a:r>
            <a:r>
              <a:rPr lang="ja-JP" altLang="en-US">
                <a:latin typeface="Comic Sans MS" panose="030F0702030302020204" pitchFamily="66" charset="0"/>
                <a:ea typeface="ＭＳ Ｐゴシック" panose="020B0600070205080204" pitchFamily="34" charset="-128"/>
              </a:rPr>
              <a:t>“</a:t>
            </a:r>
            <a:r>
              <a:rPr lang="en-US" altLang="ja-JP">
                <a:latin typeface="Comic Sans MS" panose="030F0702030302020204" pitchFamily="66" charset="0"/>
                <a:ea typeface="ＭＳ Ｐゴシック" panose="020B0600070205080204" pitchFamily="34" charset="-128"/>
              </a:rPr>
              <a:t>tốt</a:t>
            </a:r>
            <a:r>
              <a:rPr lang="ja-JP" altLang="en-US">
                <a:latin typeface="Comic Sans MS" panose="030F0702030302020204" pitchFamily="66" charset="0"/>
                <a:ea typeface="ＭＳ Ｐゴシック" panose="020B0600070205080204" pitchFamily="34" charset="-128"/>
              </a:rPr>
              <a:t>”</a:t>
            </a:r>
            <a:r>
              <a:rPr lang="en-US" altLang="ja-JP">
                <a:latin typeface="Comic Sans MS" panose="030F0702030302020204" pitchFamily="66" charset="0"/>
                <a:ea typeface="ＭＳ Ｐゴシック" panose="020B0600070205080204" pitchFamily="34" charset="-128"/>
              </a:rPr>
              <a:t> đến các mạng khác dựa trên thông tin khả năng chạm tới và chính sách.</a:t>
            </a:r>
          </a:p>
          <a:p>
            <a:pPr marL="381000" indent="-381000"/>
            <a:r>
              <a:rPr lang="en-US" altLang="en-US">
                <a:latin typeface="Comic Sans MS" panose="030F0702030302020204" pitchFamily="66" charset="0"/>
                <a:ea typeface="ＭＳ Ｐゴシック" panose="020B0600070205080204" pitchFamily="34" charset="-128"/>
              </a:rPr>
              <a:t>Cho phép subnet quảng cáo sự tồn tại của nó đến phần còn lại của Internet: </a:t>
            </a:r>
            <a:r>
              <a:rPr lang="ja-JP" altLang="en-US" i="1">
                <a:solidFill>
                  <a:srgbClr val="000099"/>
                </a:solidFill>
                <a:latin typeface="Comic Sans MS" panose="030F0702030302020204" pitchFamily="66" charset="0"/>
                <a:ea typeface="ＭＳ Ｐゴシック" panose="020B0600070205080204" pitchFamily="34" charset="-128"/>
              </a:rPr>
              <a:t>“</a:t>
            </a:r>
            <a:r>
              <a:rPr lang="en-US" altLang="ja-JP" i="1">
                <a:solidFill>
                  <a:srgbClr val="000099"/>
                </a:solidFill>
                <a:latin typeface="Comic Sans MS" panose="030F0702030302020204" pitchFamily="66" charset="0"/>
                <a:ea typeface="ＭＳ Ｐゴシック" panose="020B0600070205080204" pitchFamily="34" charset="-128"/>
              </a:rPr>
              <a:t>I am here</a:t>
            </a:r>
            <a:r>
              <a:rPr lang="ja-JP" altLang="en-US" i="1">
                <a:solidFill>
                  <a:srgbClr val="000099"/>
                </a:solidFill>
                <a:latin typeface="Comic Sans MS" panose="030F0702030302020204" pitchFamily="66" charset="0"/>
                <a:ea typeface="ＭＳ Ｐゴシック" panose="020B0600070205080204" pitchFamily="34" charset="-128"/>
              </a:rPr>
              <a:t>”</a:t>
            </a:r>
            <a:endParaRPr lang="en-US" altLang="en-US" i="1">
              <a:solidFill>
                <a:srgbClr val="000099"/>
              </a:solidFill>
              <a:latin typeface="Comic Sans MS" panose="030F0702030302020204" pitchFamily="66" charset="0"/>
              <a:ea typeface="ＭＳ Ｐゴシック" panose="020B0600070205080204" pitchFamily="34" charset="-128"/>
            </a:endParaRPr>
          </a:p>
        </p:txBody>
      </p:sp>
    </p:spTree>
    <p:extLst>
      <p:ext uri="{BB962C8B-B14F-4D97-AF65-F5344CB8AC3E}">
        <p14:creationId xmlns:p14="http://schemas.microsoft.com/office/powerpoint/2010/main" val="188887428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Footer Placeholder 4">
            <a:extLst>
              <a:ext uri="{FF2B5EF4-FFF2-40B4-BE49-F238E27FC236}">
                <a16:creationId xmlns:a16="http://schemas.microsoft.com/office/drawing/2014/main" id="{ACAAC724-9CB7-4E1F-A171-DB926D651965}"/>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Tầng Network</a:t>
            </a:r>
          </a:p>
        </p:txBody>
      </p:sp>
      <p:sp>
        <p:nvSpPr>
          <p:cNvPr id="119811" name="Slide Number Placeholder 5">
            <a:extLst>
              <a:ext uri="{FF2B5EF4-FFF2-40B4-BE49-F238E27FC236}">
                <a16:creationId xmlns:a16="http://schemas.microsoft.com/office/drawing/2014/main" id="{CBF9AE23-5356-4CEB-9EEF-C94FAA0180A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4-</a:t>
            </a:r>
            <a:fld id="{C74D1A1B-D10D-4E4A-9567-AFE899FC3155}" type="slidenum">
              <a:rPr lang="en-US" altLang="en-US">
                <a:latin typeface="Tahoma" panose="020B0604030504040204" pitchFamily="34" charset="0"/>
              </a:rPr>
              <a:pPr/>
              <a:t>102</a:t>
            </a:fld>
            <a:endParaRPr lang="en-US" altLang="en-US">
              <a:latin typeface="Tahoma" panose="020B0604030504040204" pitchFamily="34" charset="0"/>
            </a:endParaRPr>
          </a:p>
        </p:txBody>
      </p:sp>
      <p:sp>
        <p:nvSpPr>
          <p:cNvPr id="119812" name="Freeform 2">
            <a:extLst>
              <a:ext uri="{FF2B5EF4-FFF2-40B4-BE49-F238E27FC236}">
                <a16:creationId xmlns:a16="http://schemas.microsoft.com/office/drawing/2014/main" id="{8B8C7159-28A2-4B95-9D7E-78C903B20551}"/>
              </a:ext>
            </a:extLst>
          </p:cNvPr>
          <p:cNvSpPr>
            <a:spLocks/>
          </p:cNvSpPr>
          <p:nvPr/>
        </p:nvSpPr>
        <p:spPr bwMode="auto">
          <a:xfrm>
            <a:off x="8801101" y="4562475"/>
            <a:ext cx="1171575" cy="1758950"/>
          </a:xfrm>
          <a:custGeom>
            <a:avLst/>
            <a:gdLst>
              <a:gd name="T0" fmla="*/ 2147483647 w 738"/>
              <a:gd name="T1" fmla="*/ 2147483647 h 1108"/>
              <a:gd name="T2" fmla="*/ 2147483647 w 738"/>
              <a:gd name="T3" fmla="*/ 2147483647 h 1108"/>
              <a:gd name="T4" fmla="*/ 2147483647 w 738"/>
              <a:gd name="T5" fmla="*/ 2147483647 h 1108"/>
              <a:gd name="T6" fmla="*/ 2147483647 w 738"/>
              <a:gd name="T7" fmla="*/ 2147483647 h 1108"/>
              <a:gd name="T8" fmla="*/ 2147483647 w 738"/>
              <a:gd name="T9" fmla="*/ 2147483647 h 1108"/>
              <a:gd name="T10" fmla="*/ 2147483647 w 738"/>
              <a:gd name="T11" fmla="*/ 2147483647 h 1108"/>
              <a:gd name="T12" fmla="*/ 2147483647 w 738"/>
              <a:gd name="T13" fmla="*/ 2147483647 h 1108"/>
              <a:gd name="T14" fmla="*/ 2147483647 w 738"/>
              <a:gd name="T15" fmla="*/ 2147483647 h 1108"/>
              <a:gd name="T16" fmla="*/ 0 60000 65536"/>
              <a:gd name="T17" fmla="*/ 0 60000 65536"/>
              <a:gd name="T18" fmla="*/ 0 60000 65536"/>
              <a:gd name="T19" fmla="*/ 0 60000 65536"/>
              <a:gd name="T20" fmla="*/ 0 60000 65536"/>
              <a:gd name="T21" fmla="*/ 0 60000 65536"/>
              <a:gd name="T22" fmla="*/ 0 60000 65536"/>
              <a:gd name="T23" fmla="*/ 0 60000 65536"/>
              <a:gd name="T24" fmla="*/ 0 w 738"/>
              <a:gd name="T25" fmla="*/ 0 h 1108"/>
              <a:gd name="T26" fmla="*/ 738 w 738"/>
              <a:gd name="T27" fmla="*/ 1108 h 110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38" h="1108">
                <a:moveTo>
                  <a:pt x="32" y="394"/>
                </a:moveTo>
                <a:cubicBezTo>
                  <a:pt x="66" y="301"/>
                  <a:pt x="108" y="228"/>
                  <a:pt x="213" y="172"/>
                </a:cubicBezTo>
                <a:cubicBezTo>
                  <a:pt x="318" y="116"/>
                  <a:pt x="588" y="0"/>
                  <a:pt x="663" y="56"/>
                </a:cubicBezTo>
                <a:cubicBezTo>
                  <a:pt x="738" y="112"/>
                  <a:pt x="659" y="346"/>
                  <a:pt x="661" y="509"/>
                </a:cubicBezTo>
                <a:cubicBezTo>
                  <a:pt x="663" y="672"/>
                  <a:pt x="731" y="956"/>
                  <a:pt x="677" y="1032"/>
                </a:cubicBezTo>
                <a:cubicBezTo>
                  <a:pt x="623" y="1108"/>
                  <a:pt x="442" y="999"/>
                  <a:pt x="338" y="962"/>
                </a:cubicBezTo>
                <a:cubicBezTo>
                  <a:pt x="234" y="925"/>
                  <a:pt x="102" y="904"/>
                  <a:pt x="51" y="809"/>
                </a:cubicBezTo>
                <a:cubicBezTo>
                  <a:pt x="0" y="715"/>
                  <a:pt x="36" y="481"/>
                  <a:pt x="32" y="394"/>
                </a:cubicBezTo>
                <a:close/>
              </a:path>
            </a:pathLst>
          </a:custGeom>
          <a:gradFill rotWithShape="1">
            <a:gsLst>
              <a:gs pos="0">
                <a:srgbClr val="66CCFF"/>
              </a:gs>
              <a:gs pos="100000">
                <a:srgbClr val="FFFF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17765" name="Rectangle 3">
            <a:extLst>
              <a:ext uri="{FF2B5EF4-FFF2-40B4-BE49-F238E27FC236}">
                <a16:creationId xmlns:a16="http://schemas.microsoft.com/office/drawing/2014/main" id="{CEE3D03F-BB13-4AD0-8755-9193366CC139}"/>
              </a:ext>
            </a:extLst>
          </p:cNvPr>
          <p:cNvSpPr>
            <a:spLocks noGrp="1" noChangeArrowheads="1"/>
          </p:cNvSpPr>
          <p:nvPr>
            <p:ph type="title"/>
          </p:nvPr>
        </p:nvSpPr>
        <p:spPr>
          <a:xfrm>
            <a:off x="2057400" y="0"/>
            <a:ext cx="7772400" cy="1143000"/>
          </a:xfrm>
        </p:spPr>
        <p:txBody>
          <a:bodyPr/>
          <a:lstStyle/>
          <a:p>
            <a:pPr>
              <a:defRPr/>
            </a:pPr>
            <a:r>
              <a:rPr lang="en-US" dirty="0">
                <a:cs typeface="+mj-cs"/>
              </a:rPr>
              <a:t>BGP </a:t>
            </a:r>
            <a:r>
              <a:rPr lang="en-US" dirty="0" err="1">
                <a:cs typeface="+mj-cs"/>
              </a:rPr>
              <a:t>cơ</a:t>
            </a:r>
            <a:r>
              <a:rPr lang="en-US" dirty="0">
                <a:cs typeface="+mj-cs"/>
              </a:rPr>
              <a:t> </a:t>
            </a:r>
            <a:r>
              <a:rPr lang="en-US" dirty="0" err="1">
                <a:cs typeface="+mj-cs"/>
              </a:rPr>
              <a:t>bản</a:t>
            </a:r>
            <a:endParaRPr lang="en-US" dirty="0">
              <a:cs typeface="+mj-cs"/>
            </a:endParaRPr>
          </a:p>
        </p:txBody>
      </p:sp>
      <p:sp>
        <p:nvSpPr>
          <p:cNvPr id="753668" name="Rectangle 4">
            <a:extLst>
              <a:ext uri="{FF2B5EF4-FFF2-40B4-BE49-F238E27FC236}">
                <a16:creationId xmlns:a16="http://schemas.microsoft.com/office/drawing/2014/main" id="{FFAF3033-EF96-4F9B-8CAA-D1FBFD91F4D9}"/>
              </a:ext>
            </a:extLst>
          </p:cNvPr>
          <p:cNvSpPr>
            <a:spLocks noGrp="1" noChangeArrowheads="1"/>
          </p:cNvSpPr>
          <p:nvPr>
            <p:ph type="body" idx="1"/>
          </p:nvPr>
        </p:nvSpPr>
        <p:spPr>
          <a:xfrm>
            <a:off x="2162176" y="2841625"/>
            <a:ext cx="8505825" cy="2349500"/>
          </a:xfrm>
        </p:spPr>
        <p:txBody>
          <a:bodyPr/>
          <a:lstStyle/>
          <a:p>
            <a:r>
              <a:rPr lang="en-US" altLang="en-US" sz="2400">
                <a:latin typeface="Comic Sans MS" panose="030F0702030302020204" pitchFamily="66" charset="0"/>
                <a:ea typeface="ＭＳ Ｐゴシック" panose="020B0600070205080204" pitchFamily="34" charset="-128"/>
              </a:rPr>
              <a:t>Khi AS3 quảng cáo 1 prefix tới AS1:</a:t>
            </a:r>
          </a:p>
          <a:p>
            <a:pPr lvl="1"/>
            <a:r>
              <a:rPr lang="en-US" altLang="en-US" sz="2000">
                <a:latin typeface="Comic Sans MS" panose="030F0702030302020204" pitchFamily="66" charset="0"/>
                <a:ea typeface="ＭＳ Ｐゴシック" panose="020B0600070205080204" pitchFamily="34" charset="-128"/>
              </a:rPr>
              <a:t>AS3 </a:t>
            </a:r>
            <a:r>
              <a:rPr lang="en-US" altLang="en-US" sz="2000" i="1">
                <a:solidFill>
                  <a:srgbClr val="C00000"/>
                </a:solidFill>
                <a:latin typeface="Comic Sans MS" panose="030F0702030302020204" pitchFamily="66" charset="0"/>
                <a:ea typeface="ＭＳ Ｐゴシック" panose="020B0600070205080204" pitchFamily="34" charset="-128"/>
              </a:rPr>
              <a:t>hứa </a:t>
            </a:r>
            <a:r>
              <a:rPr lang="en-US" altLang="en-US" sz="2000">
                <a:latin typeface="Comic Sans MS" panose="030F0702030302020204" pitchFamily="66" charset="0"/>
                <a:ea typeface="ＭＳ Ｐゴシック" panose="020B0600070205080204" pitchFamily="34" charset="-128"/>
              </a:rPr>
              <a:t>là nó sẽ chuyển các datagram tới prefix đó</a:t>
            </a:r>
          </a:p>
          <a:p>
            <a:pPr lvl="1"/>
            <a:r>
              <a:rPr lang="en-US" altLang="en-US" sz="2000">
                <a:latin typeface="Comic Sans MS" panose="030F0702030302020204" pitchFamily="66" charset="0"/>
                <a:ea typeface="ＭＳ Ｐゴシック" panose="020B0600070205080204" pitchFamily="34" charset="-128"/>
              </a:rPr>
              <a:t>AS3 có thể tổng hợp các prefixe trong quảng cáo của nó</a:t>
            </a:r>
          </a:p>
          <a:p>
            <a:endParaRPr lang="en-US" altLang="en-US" sz="2000">
              <a:latin typeface="Comic Sans MS" panose="030F0702030302020204" pitchFamily="66" charset="0"/>
              <a:ea typeface="ＭＳ Ｐゴシック" panose="020B0600070205080204" pitchFamily="34" charset="-128"/>
            </a:endParaRPr>
          </a:p>
        </p:txBody>
      </p:sp>
      <p:sp>
        <p:nvSpPr>
          <p:cNvPr id="119815" name="Freeform 5">
            <a:extLst>
              <a:ext uri="{FF2B5EF4-FFF2-40B4-BE49-F238E27FC236}">
                <a16:creationId xmlns:a16="http://schemas.microsoft.com/office/drawing/2014/main" id="{49468861-6375-4A9B-8C63-2965F8BD6A51}"/>
              </a:ext>
            </a:extLst>
          </p:cNvPr>
          <p:cNvSpPr>
            <a:spLocks/>
          </p:cNvSpPr>
          <p:nvPr/>
        </p:nvSpPr>
        <p:spPr bwMode="auto">
          <a:xfrm>
            <a:off x="6754814" y="4872039"/>
            <a:ext cx="1944687" cy="1292225"/>
          </a:xfrm>
          <a:custGeom>
            <a:avLst/>
            <a:gdLst>
              <a:gd name="T0" fmla="*/ 2147483647 w 1162"/>
              <a:gd name="T1" fmla="*/ 2147483647 h 543"/>
              <a:gd name="T2" fmla="*/ 2147483647 w 1162"/>
              <a:gd name="T3" fmla="*/ 2147483647 h 543"/>
              <a:gd name="T4" fmla="*/ 2147483647 w 1162"/>
              <a:gd name="T5" fmla="*/ 2147483647 h 543"/>
              <a:gd name="T6" fmla="*/ 2147483647 w 1162"/>
              <a:gd name="T7" fmla="*/ 2147483647 h 543"/>
              <a:gd name="T8" fmla="*/ 2147483647 w 1162"/>
              <a:gd name="T9" fmla="*/ 2147483647 h 543"/>
              <a:gd name="T10" fmla="*/ 2147483647 w 1162"/>
              <a:gd name="T11" fmla="*/ 2147483647 h 543"/>
              <a:gd name="T12" fmla="*/ 2147483647 w 1162"/>
              <a:gd name="T13" fmla="*/ 2147483647 h 543"/>
              <a:gd name="T14" fmla="*/ 2147483647 w 1162"/>
              <a:gd name="T15" fmla="*/ 2147483647 h 543"/>
              <a:gd name="T16" fmla="*/ 0 60000 65536"/>
              <a:gd name="T17" fmla="*/ 0 60000 65536"/>
              <a:gd name="T18" fmla="*/ 0 60000 65536"/>
              <a:gd name="T19" fmla="*/ 0 60000 65536"/>
              <a:gd name="T20" fmla="*/ 0 60000 65536"/>
              <a:gd name="T21" fmla="*/ 0 60000 65536"/>
              <a:gd name="T22" fmla="*/ 0 60000 65536"/>
              <a:gd name="T23" fmla="*/ 0 60000 65536"/>
              <a:gd name="T24" fmla="*/ 0 w 1162"/>
              <a:gd name="T25" fmla="*/ 0 h 543"/>
              <a:gd name="T26" fmla="*/ 1162 w 1162"/>
              <a:gd name="T27" fmla="*/ 543 h 54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62" h="543">
                <a:moveTo>
                  <a:pt x="56" y="162"/>
                </a:moveTo>
                <a:cubicBezTo>
                  <a:pt x="115" y="100"/>
                  <a:pt x="221" y="28"/>
                  <a:pt x="368" y="14"/>
                </a:cubicBezTo>
                <a:cubicBezTo>
                  <a:pt x="515" y="0"/>
                  <a:pt x="811" y="42"/>
                  <a:pt x="940" y="79"/>
                </a:cubicBezTo>
                <a:cubicBezTo>
                  <a:pt x="1069" y="116"/>
                  <a:pt x="1126" y="177"/>
                  <a:pt x="1144" y="239"/>
                </a:cubicBezTo>
                <a:cubicBezTo>
                  <a:pt x="1162" y="301"/>
                  <a:pt x="1141" y="401"/>
                  <a:pt x="1048" y="451"/>
                </a:cubicBezTo>
                <a:cubicBezTo>
                  <a:pt x="955" y="501"/>
                  <a:pt x="746" y="543"/>
                  <a:pt x="586" y="541"/>
                </a:cubicBezTo>
                <a:cubicBezTo>
                  <a:pt x="426" y="539"/>
                  <a:pt x="176" y="502"/>
                  <a:pt x="88" y="439"/>
                </a:cubicBezTo>
                <a:cubicBezTo>
                  <a:pt x="0" y="376"/>
                  <a:pt x="63" y="220"/>
                  <a:pt x="56" y="162"/>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19816" name="Freeform 6">
            <a:extLst>
              <a:ext uri="{FF2B5EF4-FFF2-40B4-BE49-F238E27FC236}">
                <a16:creationId xmlns:a16="http://schemas.microsoft.com/office/drawing/2014/main" id="{86053688-B61C-463A-85DA-E456B13ADF27}"/>
              </a:ext>
            </a:extLst>
          </p:cNvPr>
          <p:cNvSpPr>
            <a:spLocks/>
          </p:cNvSpPr>
          <p:nvPr/>
        </p:nvSpPr>
        <p:spPr bwMode="auto">
          <a:xfrm>
            <a:off x="3001964" y="4164014"/>
            <a:ext cx="1679575" cy="1411287"/>
          </a:xfrm>
          <a:custGeom>
            <a:avLst/>
            <a:gdLst>
              <a:gd name="T0" fmla="*/ 2147483647 w 1198"/>
              <a:gd name="T1" fmla="*/ 2147483647 h 451"/>
              <a:gd name="T2" fmla="*/ 2147483647 w 1198"/>
              <a:gd name="T3" fmla="*/ 2147483647 h 451"/>
              <a:gd name="T4" fmla="*/ 2147483647 w 1198"/>
              <a:gd name="T5" fmla="*/ 2147483647 h 451"/>
              <a:gd name="T6" fmla="*/ 2147483647 w 1198"/>
              <a:gd name="T7" fmla="*/ 2147483647 h 451"/>
              <a:gd name="T8" fmla="*/ 2147483647 w 1198"/>
              <a:gd name="T9" fmla="*/ 2147483647 h 451"/>
              <a:gd name="T10" fmla="*/ 2147483647 w 1198"/>
              <a:gd name="T11" fmla="*/ 2147483647 h 451"/>
              <a:gd name="T12" fmla="*/ 2147483647 w 1198"/>
              <a:gd name="T13" fmla="*/ 2147483647 h 451"/>
              <a:gd name="T14" fmla="*/ 2147483647 w 1198"/>
              <a:gd name="T15" fmla="*/ 2147483647 h 451"/>
              <a:gd name="T16" fmla="*/ 2147483647 w 1198"/>
              <a:gd name="T17" fmla="*/ 2147483647 h 45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98"/>
              <a:gd name="T28" fmla="*/ 0 h 451"/>
              <a:gd name="T29" fmla="*/ 1198 w 1198"/>
              <a:gd name="T30" fmla="*/ 451 h 45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98" h="451">
                <a:moveTo>
                  <a:pt x="88" y="181"/>
                </a:moveTo>
                <a:cubicBezTo>
                  <a:pt x="159" y="143"/>
                  <a:pt x="120" y="111"/>
                  <a:pt x="180" y="89"/>
                </a:cubicBezTo>
                <a:cubicBezTo>
                  <a:pt x="240" y="67"/>
                  <a:pt x="313" y="60"/>
                  <a:pt x="448" y="49"/>
                </a:cubicBezTo>
                <a:cubicBezTo>
                  <a:pt x="583" y="38"/>
                  <a:pt x="866" y="0"/>
                  <a:pt x="988" y="25"/>
                </a:cubicBezTo>
                <a:cubicBezTo>
                  <a:pt x="1110" y="50"/>
                  <a:pt x="1198" y="132"/>
                  <a:pt x="1181" y="197"/>
                </a:cubicBezTo>
                <a:cubicBezTo>
                  <a:pt x="1164" y="262"/>
                  <a:pt x="1034" y="375"/>
                  <a:pt x="889" y="413"/>
                </a:cubicBezTo>
                <a:cubicBezTo>
                  <a:pt x="744" y="451"/>
                  <a:pt x="449" y="438"/>
                  <a:pt x="307" y="425"/>
                </a:cubicBezTo>
                <a:cubicBezTo>
                  <a:pt x="165" y="412"/>
                  <a:pt x="72" y="378"/>
                  <a:pt x="36" y="337"/>
                </a:cubicBezTo>
                <a:cubicBezTo>
                  <a:pt x="0" y="296"/>
                  <a:pt x="77" y="213"/>
                  <a:pt x="88" y="181"/>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19817" name="Freeform 7">
            <a:extLst>
              <a:ext uri="{FF2B5EF4-FFF2-40B4-BE49-F238E27FC236}">
                <a16:creationId xmlns:a16="http://schemas.microsoft.com/office/drawing/2014/main" id="{48FCA2FC-B13C-478C-96C5-8D56FF8C4DFE}"/>
              </a:ext>
            </a:extLst>
          </p:cNvPr>
          <p:cNvSpPr>
            <a:spLocks/>
          </p:cNvSpPr>
          <p:nvPr/>
        </p:nvSpPr>
        <p:spPr bwMode="auto">
          <a:xfrm>
            <a:off x="3632200" y="4908551"/>
            <a:ext cx="400050" cy="180975"/>
          </a:xfrm>
          <a:custGeom>
            <a:avLst/>
            <a:gdLst>
              <a:gd name="T0" fmla="*/ 0 w 252"/>
              <a:gd name="T1" fmla="*/ 2147483647 h 114"/>
              <a:gd name="T2" fmla="*/ 2147483647 w 252"/>
              <a:gd name="T3" fmla="*/ 0 h 114"/>
              <a:gd name="T4" fmla="*/ 0 60000 65536"/>
              <a:gd name="T5" fmla="*/ 0 60000 65536"/>
              <a:gd name="T6" fmla="*/ 0 w 252"/>
              <a:gd name="T7" fmla="*/ 0 h 114"/>
              <a:gd name="T8" fmla="*/ 252 w 252"/>
              <a:gd name="T9" fmla="*/ 114 h 114"/>
            </a:gdLst>
            <a:ahLst/>
            <a:cxnLst>
              <a:cxn ang="T4">
                <a:pos x="T0" y="T1"/>
              </a:cxn>
              <a:cxn ang="T5">
                <a:pos x="T2" y="T3"/>
              </a:cxn>
            </a:cxnLst>
            <a:rect l="T6" t="T7" r="T8" b="T9"/>
            <a:pathLst>
              <a:path w="252" h="114">
                <a:moveTo>
                  <a:pt x="0" y="114"/>
                </a:moveTo>
                <a:lnTo>
                  <a:pt x="252"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19818" name="Freeform 8">
            <a:extLst>
              <a:ext uri="{FF2B5EF4-FFF2-40B4-BE49-F238E27FC236}">
                <a16:creationId xmlns:a16="http://schemas.microsoft.com/office/drawing/2014/main" id="{9B233D48-C35D-4CFF-96F2-674DC53FCA7E}"/>
              </a:ext>
            </a:extLst>
          </p:cNvPr>
          <p:cNvSpPr>
            <a:spLocks/>
          </p:cNvSpPr>
          <p:nvPr/>
        </p:nvSpPr>
        <p:spPr bwMode="auto">
          <a:xfrm>
            <a:off x="4324350" y="5014914"/>
            <a:ext cx="704850" cy="409575"/>
          </a:xfrm>
          <a:custGeom>
            <a:avLst/>
            <a:gdLst>
              <a:gd name="T0" fmla="*/ 0 w 444"/>
              <a:gd name="T1" fmla="*/ 0 h 258"/>
              <a:gd name="T2" fmla="*/ 2147483647 w 444"/>
              <a:gd name="T3" fmla="*/ 2147483647 h 258"/>
              <a:gd name="T4" fmla="*/ 0 60000 65536"/>
              <a:gd name="T5" fmla="*/ 0 60000 65536"/>
              <a:gd name="T6" fmla="*/ 0 w 444"/>
              <a:gd name="T7" fmla="*/ 0 h 258"/>
              <a:gd name="T8" fmla="*/ 444 w 444"/>
              <a:gd name="T9" fmla="*/ 258 h 258"/>
            </a:gdLst>
            <a:ahLst/>
            <a:cxnLst>
              <a:cxn ang="T4">
                <a:pos x="T0" y="T1"/>
              </a:cxn>
              <a:cxn ang="T5">
                <a:pos x="T2" y="T3"/>
              </a:cxn>
            </a:cxnLst>
            <a:rect l="T6" t="T7" r="T8" b="T9"/>
            <a:pathLst>
              <a:path w="444" h="258">
                <a:moveTo>
                  <a:pt x="0" y="0"/>
                </a:moveTo>
                <a:lnTo>
                  <a:pt x="444" y="258"/>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19819" name="Text Box 9">
            <a:extLst>
              <a:ext uri="{FF2B5EF4-FFF2-40B4-BE49-F238E27FC236}">
                <a16:creationId xmlns:a16="http://schemas.microsoft.com/office/drawing/2014/main" id="{1E7D25BB-D932-4EA5-8892-C661A50D201B}"/>
              </a:ext>
            </a:extLst>
          </p:cNvPr>
          <p:cNvSpPr txBox="1">
            <a:spLocks noChangeArrowheads="1"/>
          </p:cNvSpPr>
          <p:nvPr/>
        </p:nvSpPr>
        <p:spPr bwMode="auto">
          <a:xfrm>
            <a:off x="3576638" y="5129214"/>
            <a:ext cx="6651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2000"/>
              <a:t>AS3</a:t>
            </a:r>
            <a:endParaRPr lang="en-US" altLang="en-US"/>
          </a:p>
        </p:txBody>
      </p:sp>
      <p:sp>
        <p:nvSpPr>
          <p:cNvPr id="119820" name="Text Box 10">
            <a:extLst>
              <a:ext uri="{FF2B5EF4-FFF2-40B4-BE49-F238E27FC236}">
                <a16:creationId xmlns:a16="http://schemas.microsoft.com/office/drawing/2014/main" id="{63C22E12-2656-4189-87C4-DA436A2805EA}"/>
              </a:ext>
            </a:extLst>
          </p:cNvPr>
          <p:cNvSpPr txBox="1">
            <a:spLocks noChangeArrowheads="1"/>
          </p:cNvSpPr>
          <p:nvPr/>
        </p:nvSpPr>
        <p:spPr bwMode="auto">
          <a:xfrm>
            <a:off x="7391400" y="5794376"/>
            <a:ext cx="6159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AS2</a:t>
            </a:r>
          </a:p>
        </p:txBody>
      </p:sp>
      <p:sp>
        <p:nvSpPr>
          <p:cNvPr id="119821" name="Line 11">
            <a:extLst>
              <a:ext uri="{FF2B5EF4-FFF2-40B4-BE49-F238E27FC236}">
                <a16:creationId xmlns:a16="http://schemas.microsoft.com/office/drawing/2014/main" id="{45F56CF1-36CE-48F0-8B82-A2B0E61B05FD}"/>
              </a:ext>
            </a:extLst>
          </p:cNvPr>
          <p:cNvSpPr>
            <a:spLocks noChangeShapeType="1"/>
          </p:cNvSpPr>
          <p:nvPr/>
        </p:nvSpPr>
        <p:spPr bwMode="auto">
          <a:xfrm flipV="1">
            <a:off x="7270751" y="5283200"/>
            <a:ext cx="434975" cy="1920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9822" name="Line 12">
            <a:extLst>
              <a:ext uri="{FF2B5EF4-FFF2-40B4-BE49-F238E27FC236}">
                <a16:creationId xmlns:a16="http://schemas.microsoft.com/office/drawing/2014/main" id="{B833F372-E778-4817-96C3-095B09DE5F0C}"/>
              </a:ext>
            </a:extLst>
          </p:cNvPr>
          <p:cNvSpPr>
            <a:spLocks noChangeShapeType="1"/>
          </p:cNvSpPr>
          <p:nvPr/>
        </p:nvSpPr>
        <p:spPr bwMode="auto">
          <a:xfrm flipH="1" flipV="1">
            <a:off x="3848100" y="4641851"/>
            <a:ext cx="241300" cy="1746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9823" name="Line 13">
            <a:extLst>
              <a:ext uri="{FF2B5EF4-FFF2-40B4-BE49-F238E27FC236}">
                <a16:creationId xmlns:a16="http://schemas.microsoft.com/office/drawing/2014/main" id="{C2818C90-7DA4-459E-80EA-BB6DDF35CA02}"/>
              </a:ext>
            </a:extLst>
          </p:cNvPr>
          <p:cNvSpPr>
            <a:spLocks noChangeShapeType="1"/>
          </p:cNvSpPr>
          <p:nvPr/>
        </p:nvSpPr>
        <p:spPr bwMode="auto">
          <a:xfrm flipH="1">
            <a:off x="3406775" y="4635500"/>
            <a:ext cx="147638" cy="37623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19824" name="Group 14">
            <a:extLst>
              <a:ext uri="{FF2B5EF4-FFF2-40B4-BE49-F238E27FC236}">
                <a16:creationId xmlns:a16="http://schemas.microsoft.com/office/drawing/2014/main" id="{96ACAF78-0F6C-47BF-B0C2-DAD997D09F1E}"/>
              </a:ext>
            </a:extLst>
          </p:cNvPr>
          <p:cNvGrpSpPr>
            <a:grpSpLocks/>
          </p:cNvGrpSpPr>
          <p:nvPr/>
        </p:nvGrpSpPr>
        <p:grpSpPr bwMode="auto">
          <a:xfrm>
            <a:off x="3143250" y="4903789"/>
            <a:ext cx="501650" cy="396875"/>
            <a:chOff x="873" y="3243"/>
            <a:chExt cx="316" cy="250"/>
          </a:xfrm>
        </p:grpSpPr>
        <p:sp>
          <p:nvSpPr>
            <p:cNvPr id="119925" name="Oval 15">
              <a:extLst>
                <a:ext uri="{FF2B5EF4-FFF2-40B4-BE49-F238E27FC236}">
                  <a16:creationId xmlns:a16="http://schemas.microsoft.com/office/drawing/2014/main" id="{8A5590A9-6A20-44A0-8B63-BC7679DCA8D2}"/>
                </a:ext>
              </a:extLst>
            </p:cNvPr>
            <p:cNvSpPr>
              <a:spLocks noChangeArrowheads="1"/>
            </p:cNvSpPr>
            <p:nvPr/>
          </p:nvSpPr>
          <p:spPr bwMode="auto">
            <a:xfrm>
              <a:off x="876" y="3361"/>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19926" name="Line 16">
              <a:extLst>
                <a:ext uri="{FF2B5EF4-FFF2-40B4-BE49-F238E27FC236}">
                  <a16:creationId xmlns:a16="http://schemas.microsoft.com/office/drawing/2014/main" id="{BA881B82-EB8B-4508-B2A7-CCE0CC200B88}"/>
                </a:ext>
              </a:extLst>
            </p:cNvPr>
            <p:cNvSpPr>
              <a:spLocks noChangeShapeType="1"/>
            </p:cNvSpPr>
            <p:nvPr/>
          </p:nvSpPr>
          <p:spPr bwMode="auto">
            <a:xfrm>
              <a:off x="876" y="3354"/>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9927" name="Line 17">
              <a:extLst>
                <a:ext uri="{FF2B5EF4-FFF2-40B4-BE49-F238E27FC236}">
                  <a16:creationId xmlns:a16="http://schemas.microsoft.com/office/drawing/2014/main" id="{B753334A-5A58-4301-B9D7-80015D405244}"/>
                </a:ext>
              </a:extLst>
            </p:cNvPr>
            <p:cNvSpPr>
              <a:spLocks noChangeShapeType="1"/>
            </p:cNvSpPr>
            <p:nvPr/>
          </p:nvSpPr>
          <p:spPr bwMode="auto">
            <a:xfrm>
              <a:off x="1189" y="3354"/>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9928" name="Rectangle 18">
              <a:extLst>
                <a:ext uri="{FF2B5EF4-FFF2-40B4-BE49-F238E27FC236}">
                  <a16:creationId xmlns:a16="http://schemas.microsoft.com/office/drawing/2014/main" id="{88042185-6A1F-4FB4-A862-49F79A700D8E}"/>
                </a:ext>
              </a:extLst>
            </p:cNvPr>
            <p:cNvSpPr>
              <a:spLocks noChangeArrowheads="1"/>
            </p:cNvSpPr>
            <p:nvPr/>
          </p:nvSpPr>
          <p:spPr bwMode="auto">
            <a:xfrm>
              <a:off x="876" y="3354"/>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119929" name="Oval 19">
              <a:extLst>
                <a:ext uri="{FF2B5EF4-FFF2-40B4-BE49-F238E27FC236}">
                  <a16:creationId xmlns:a16="http://schemas.microsoft.com/office/drawing/2014/main" id="{233683A3-ADA3-4142-9DED-83C1309EE572}"/>
                </a:ext>
              </a:extLst>
            </p:cNvPr>
            <p:cNvSpPr>
              <a:spLocks noChangeArrowheads="1"/>
            </p:cNvSpPr>
            <p:nvPr/>
          </p:nvSpPr>
          <p:spPr bwMode="auto">
            <a:xfrm>
              <a:off x="873" y="3295"/>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19930" name="Rectangle 20">
              <a:extLst>
                <a:ext uri="{FF2B5EF4-FFF2-40B4-BE49-F238E27FC236}">
                  <a16:creationId xmlns:a16="http://schemas.microsoft.com/office/drawing/2014/main" id="{CAE6C34D-8C4B-4CD4-9ADA-3507FF0A24B3}"/>
                </a:ext>
              </a:extLst>
            </p:cNvPr>
            <p:cNvSpPr>
              <a:spLocks noChangeArrowheads="1"/>
            </p:cNvSpPr>
            <p:nvPr/>
          </p:nvSpPr>
          <p:spPr bwMode="auto">
            <a:xfrm>
              <a:off x="960" y="3308"/>
              <a:ext cx="141" cy="124"/>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19931" name="Text Box 21">
              <a:extLst>
                <a:ext uri="{FF2B5EF4-FFF2-40B4-BE49-F238E27FC236}">
                  <a16:creationId xmlns:a16="http://schemas.microsoft.com/office/drawing/2014/main" id="{D00A1A28-E8AF-4FFB-AE1F-B502FF6711C6}"/>
                </a:ext>
              </a:extLst>
            </p:cNvPr>
            <p:cNvSpPr txBox="1">
              <a:spLocks noChangeArrowheads="1"/>
            </p:cNvSpPr>
            <p:nvPr/>
          </p:nvSpPr>
          <p:spPr bwMode="auto">
            <a:xfrm>
              <a:off x="887" y="3243"/>
              <a:ext cx="29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3b</a:t>
              </a:r>
              <a:endParaRPr lang="en-US" altLang="en-US" sz="2400"/>
            </a:p>
          </p:txBody>
        </p:sp>
      </p:grpSp>
      <p:grpSp>
        <p:nvGrpSpPr>
          <p:cNvPr id="119825" name="Group 22">
            <a:extLst>
              <a:ext uri="{FF2B5EF4-FFF2-40B4-BE49-F238E27FC236}">
                <a16:creationId xmlns:a16="http://schemas.microsoft.com/office/drawing/2014/main" id="{DD61D656-E737-4EF7-9534-6EE476D66A74}"/>
              </a:ext>
            </a:extLst>
          </p:cNvPr>
          <p:cNvGrpSpPr>
            <a:grpSpLocks/>
          </p:cNvGrpSpPr>
          <p:nvPr/>
        </p:nvGrpSpPr>
        <p:grpSpPr bwMode="auto">
          <a:xfrm>
            <a:off x="3413125" y="4327526"/>
            <a:ext cx="501650" cy="396875"/>
            <a:chOff x="2016" y="1976"/>
            <a:chExt cx="316" cy="250"/>
          </a:xfrm>
        </p:grpSpPr>
        <p:sp>
          <p:nvSpPr>
            <p:cNvPr id="119917" name="Oval 23">
              <a:extLst>
                <a:ext uri="{FF2B5EF4-FFF2-40B4-BE49-F238E27FC236}">
                  <a16:creationId xmlns:a16="http://schemas.microsoft.com/office/drawing/2014/main" id="{BC426DA6-002A-4D10-AF50-4C829DFF6AFB}"/>
                </a:ext>
              </a:extLst>
            </p:cNvPr>
            <p:cNvSpPr>
              <a:spLocks noChangeArrowheads="1"/>
            </p:cNvSpPr>
            <p:nvPr/>
          </p:nvSpPr>
          <p:spPr bwMode="auto">
            <a:xfrm>
              <a:off x="2019" y="2102"/>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19918" name="Line 24">
              <a:extLst>
                <a:ext uri="{FF2B5EF4-FFF2-40B4-BE49-F238E27FC236}">
                  <a16:creationId xmlns:a16="http://schemas.microsoft.com/office/drawing/2014/main" id="{B70348F7-DAB6-4DC8-B69D-3B8236711E23}"/>
                </a:ext>
              </a:extLst>
            </p:cNvPr>
            <p:cNvSpPr>
              <a:spLocks noChangeShapeType="1"/>
            </p:cNvSpPr>
            <p:nvPr/>
          </p:nvSpPr>
          <p:spPr bwMode="auto">
            <a:xfrm>
              <a:off x="2019" y="2095"/>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9919" name="Line 25">
              <a:extLst>
                <a:ext uri="{FF2B5EF4-FFF2-40B4-BE49-F238E27FC236}">
                  <a16:creationId xmlns:a16="http://schemas.microsoft.com/office/drawing/2014/main" id="{EBDE0EBC-BDE1-4B1A-B25C-F524D94C26C1}"/>
                </a:ext>
              </a:extLst>
            </p:cNvPr>
            <p:cNvSpPr>
              <a:spLocks noChangeShapeType="1"/>
            </p:cNvSpPr>
            <p:nvPr/>
          </p:nvSpPr>
          <p:spPr bwMode="auto">
            <a:xfrm>
              <a:off x="2332" y="2095"/>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9920" name="Rectangle 26">
              <a:extLst>
                <a:ext uri="{FF2B5EF4-FFF2-40B4-BE49-F238E27FC236}">
                  <a16:creationId xmlns:a16="http://schemas.microsoft.com/office/drawing/2014/main" id="{DD8EC1C2-58A0-4AAD-9253-A7CC53913E90}"/>
                </a:ext>
              </a:extLst>
            </p:cNvPr>
            <p:cNvSpPr>
              <a:spLocks noChangeArrowheads="1"/>
            </p:cNvSpPr>
            <p:nvPr/>
          </p:nvSpPr>
          <p:spPr bwMode="auto">
            <a:xfrm>
              <a:off x="2019" y="2095"/>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119921" name="Oval 27">
              <a:extLst>
                <a:ext uri="{FF2B5EF4-FFF2-40B4-BE49-F238E27FC236}">
                  <a16:creationId xmlns:a16="http://schemas.microsoft.com/office/drawing/2014/main" id="{47207885-93AC-43D6-80AA-11BE4862DD1B}"/>
                </a:ext>
              </a:extLst>
            </p:cNvPr>
            <p:cNvSpPr>
              <a:spLocks noChangeArrowheads="1"/>
            </p:cNvSpPr>
            <p:nvPr/>
          </p:nvSpPr>
          <p:spPr bwMode="auto">
            <a:xfrm>
              <a:off x="2016" y="2036"/>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nvGrpSpPr>
            <p:cNvPr id="119922" name="Group 28">
              <a:extLst>
                <a:ext uri="{FF2B5EF4-FFF2-40B4-BE49-F238E27FC236}">
                  <a16:creationId xmlns:a16="http://schemas.microsoft.com/office/drawing/2014/main" id="{386D8519-6295-40C8-A7B4-F20A7999395E}"/>
                </a:ext>
              </a:extLst>
            </p:cNvPr>
            <p:cNvGrpSpPr>
              <a:grpSpLocks/>
            </p:cNvGrpSpPr>
            <p:nvPr/>
          </p:nvGrpSpPr>
          <p:grpSpPr bwMode="auto">
            <a:xfrm>
              <a:off x="2032" y="1976"/>
              <a:ext cx="285" cy="250"/>
              <a:chOff x="2912" y="2425"/>
              <a:chExt cx="290" cy="250"/>
            </a:xfrm>
          </p:grpSpPr>
          <p:sp>
            <p:nvSpPr>
              <p:cNvPr id="119923" name="Rectangle 29">
                <a:extLst>
                  <a:ext uri="{FF2B5EF4-FFF2-40B4-BE49-F238E27FC236}">
                    <a16:creationId xmlns:a16="http://schemas.microsoft.com/office/drawing/2014/main" id="{C1DD052D-B4CE-4A88-8DF5-70F1F3C9B5FA}"/>
                  </a:ext>
                </a:extLst>
              </p:cNvPr>
              <p:cNvSpPr>
                <a:spLocks noChangeArrowheads="1"/>
              </p:cNvSpPr>
              <p:nvPr/>
            </p:nvSpPr>
            <p:spPr bwMode="auto">
              <a:xfrm>
                <a:off x="2982" y="2490"/>
                <a:ext cx="142"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19924" name="Text Box 30">
                <a:extLst>
                  <a:ext uri="{FF2B5EF4-FFF2-40B4-BE49-F238E27FC236}">
                    <a16:creationId xmlns:a16="http://schemas.microsoft.com/office/drawing/2014/main" id="{B1956B1A-C394-4547-AEBE-F8C41833832D}"/>
                  </a:ext>
                </a:extLst>
              </p:cNvPr>
              <p:cNvSpPr txBox="1">
                <a:spLocks noChangeArrowheads="1"/>
              </p:cNvSpPr>
              <p:nvPr/>
            </p:nvSpPr>
            <p:spPr bwMode="auto">
              <a:xfrm>
                <a:off x="2912" y="2425"/>
                <a:ext cx="29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3c</a:t>
                </a:r>
                <a:endParaRPr lang="en-US" altLang="en-US" sz="2400"/>
              </a:p>
            </p:txBody>
          </p:sp>
        </p:grpSp>
      </p:grpSp>
      <p:grpSp>
        <p:nvGrpSpPr>
          <p:cNvPr id="119826" name="Group 31">
            <a:extLst>
              <a:ext uri="{FF2B5EF4-FFF2-40B4-BE49-F238E27FC236}">
                <a16:creationId xmlns:a16="http://schemas.microsoft.com/office/drawing/2014/main" id="{82D0B77D-D108-4E93-9740-1115A735E19F}"/>
              </a:ext>
            </a:extLst>
          </p:cNvPr>
          <p:cNvGrpSpPr>
            <a:grpSpLocks/>
          </p:cNvGrpSpPr>
          <p:nvPr/>
        </p:nvGrpSpPr>
        <p:grpSpPr bwMode="auto">
          <a:xfrm>
            <a:off x="3990975" y="4702176"/>
            <a:ext cx="501650" cy="396875"/>
            <a:chOff x="1434" y="3104"/>
            <a:chExt cx="316" cy="250"/>
          </a:xfrm>
        </p:grpSpPr>
        <p:grpSp>
          <p:nvGrpSpPr>
            <p:cNvPr id="119909" name="Group 32">
              <a:extLst>
                <a:ext uri="{FF2B5EF4-FFF2-40B4-BE49-F238E27FC236}">
                  <a16:creationId xmlns:a16="http://schemas.microsoft.com/office/drawing/2014/main" id="{E8B844B5-2040-47CA-BA1A-23EE867967F5}"/>
                </a:ext>
              </a:extLst>
            </p:cNvPr>
            <p:cNvGrpSpPr>
              <a:grpSpLocks/>
            </p:cNvGrpSpPr>
            <p:nvPr/>
          </p:nvGrpSpPr>
          <p:grpSpPr bwMode="auto">
            <a:xfrm>
              <a:off x="1434" y="3163"/>
              <a:ext cx="316" cy="147"/>
              <a:chOff x="1434" y="3163"/>
              <a:chExt cx="316" cy="147"/>
            </a:xfrm>
          </p:grpSpPr>
          <p:sp>
            <p:nvSpPr>
              <p:cNvPr id="119911" name="Oval 33">
                <a:extLst>
                  <a:ext uri="{FF2B5EF4-FFF2-40B4-BE49-F238E27FC236}">
                    <a16:creationId xmlns:a16="http://schemas.microsoft.com/office/drawing/2014/main" id="{FCFBB04C-9803-41EF-9EC8-CCCED65E5A50}"/>
                  </a:ext>
                </a:extLst>
              </p:cNvPr>
              <p:cNvSpPr>
                <a:spLocks noChangeArrowheads="1"/>
              </p:cNvSpPr>
              <p:nvPr/>
            </p:nvSpPr>
            <p:spPr bwMode="auto">
              <a:xfrm>
                <a:off x="1437" y="3229"/>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19912" name="Line 34">
                <a:extLst>
                  <a:ext uri="{FF2B5EF4-FFF2-40B4-BE49-F238E27FC236}">
                    <a16:creationId xmlns:a16="http://schemas.microsoft.com/office/drawing/2014/main" id="{3A3E7E28-B726-4BE0-9CD1-3F5E74A76420}"/>
                  </a:ext>
                </a:extLst>
              </p:cNvPr>
              <p:cNvSpPr>
                <a:spLocks noChangeShapeType="1"/>
              </p:cNvSpPr>
              <p:nvPr/>
            </p:nvSpPr>
            <p:spPr bwMode="auto">
              <a:xfrm>
                <a:off x="1437" y="3222"/>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9913" name="Line 35">
                <a:extLst>
                  <a:ext uri="{FF2B5EF4-FFF2-40B4-BE49-F238E27FC236}">
                    <a16:creationId xmlns:a16="http://schemas.microsoft.com/office/drawing/2014/main" id="{C1F74460-EF70-4A06-B278-093614386639}"/>
                  </a:ext>
                </a:extLst>
              </p:cNvPr>
              <p:cNvSpPr>
                <a:spLocks noChangeShapeType="1"/>
              </p:cNvSpPr>
              <p:nvPr/>
            </p:nvSpPr>
            <p:spPr bwMode="auto">
              <a:xfrm>
                <a:off x="1750" y="3222"/>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9914" name="Rectangle 36">
                <a:extLst>
                  <a:ext uri="{FF2B5EF4-FFF2-40B4-BE49-F238E27FC236}">
                    <a16:creationId xmlns:a16="http://schemas.microsoft.com/office/drawing/2014/main" id="{F9EE5EBF-EF32-46AC-8755-6B08A92E606E}"/>
                  </a:ext>
                </a:extLst>
              </p:cNvPr>
              <p:cNvSpPr>
                <a:spLocks noChangeArrowheads="1"/>
              </p:cNvSpPr>
              <p:nvPr/>
            </p:nvSpPr>
            <p:spPr bwMode="auto">
              <a:xfrm>
                <a:off x="1437" y="3222"/>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119915" name="Oval 37">
                <a:extLst>
                  <a:ext uri="{FF2B5EF4-FFF2-40B4-BE49-F238E27FC236}">
                    <a16:creationId xmlns:a16="http://schemas.microsoft.com/office/drawing/2014/main" id="{07FC9659-7FED-421D-84D8-FD0224990CEF}"/>
                  </a:ext>
                </a:extLst>
              </p:cNvPr>
              <p:cNvSpPr>
                <a:spLocks noChangeArrowheads="1"/>
              </p:cNvSpPr>
              <p:nvPr/>
            </p:nvSpPr>
            <p:spPr bwMode="auto">
              <a:xfrm>
                <a:off x="1434" y="3163"/>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19916" name="Rectangle 38">
                <a:extLst>
                  <a:ext uri="{FF2B5EF4-FFF2-40B4-BE49-F238E27FC236}">
                    <a16:creationId xmlns:a16="http://schemas.microsoft.com/office/drawing/2014/main" id="{B1D63069-4A39-481B-9017-0F3521BD0FD4}"/>
                  </a:ext>
                </a:extLst>
              </p:cNvPr>
              <p:cNvSpPr>
                <a:spLocks noChangeArrowheads="1"/>
              </p:cNvSpPr>
              <p:nvPr/>
            </p:nvSpPr>
            <p:spPr bwMode="auto">
              <a:xfrm>
                <a:off x="1521" y="3176"/>
                <a:ext cx="142" cy="110"/>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sp>
          <p:nvSpPr>
            <p:cNvPr id="119910" name="Text Box 39">
              <a:extLst>
                <a:ext uri="{FF2B5EF4-FFF2-40B4-BE49-F238E27FC236}">
                  <a16:creationId xmlns:a16="http://schemas.microsoft.com/office/drawing/2014/main" id="{2CA34683-1BEE-4226-AE31-49B606D63767}"/>
                </a:ext>
              </a:extLst>
            </p:cNvPr>
            <p:cNvSpPr txBox="1">
              <a:spLocks noChangeArrowheads="1"/>
            </p:cNvSpPr>
            <p:nvPr/>
          </p:nvSpPr>
          <p:spPr bwMode="auto">
            <a:xfrm>
              <a:off x="1448" y="3104"/>
              <a:ext cx="29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3a</a:t>
              </a:r>
              <a:endParaRPr lang="en-US" altLang="en-US" sz="2400"/>
            </a:p>
          </p:txBody>
        </p:sp>
      </p:grpSp>
      <p:grpSp>
        <p:nvGrpSpPr>
          <p:cNvPr id="119827" name="Group 40">
            <a:extLst>
              <a:ext uri="{FF2B5EF4-FFF2-40B4-BE49-F238E27FC236}">
                <a16:creationId xmlns:a16="http://schemas.microsoft.com/office/drawing/2014/main" id="{8D9FB202-8EEA-4C23-AD59-3E88EB7BE919}"/>
              </a:ext>
            </a:extLst>
          </p:cNvPr>
          <p:cNvGrpSpPr>
            <a:grpSpLocks/>
          </p:cNvGrpSpPr>
          <p:nvPr/>
        </p:nvGrpSpPr>
        <p:grpSpPr bwMode="auto">
          <a:xfrm>
            <a:off x="4019550" y="5227638"/>
            <a:ext cx="2660650" cy="1122362"/>
            <a:chOff x="1572" y="3293"/>
            <a:chExt cx="1676" cy="707"/>
          </a:xfrm>
        </p:grpSpPr>
        <p:sp>
          <p:nvSpPr>
            <p:cNvPr id="119866" name="Freeform 41">
              <a:extLst>
                <a:ext uri="{FF2B5EF4-FFF2-40B4-BE49-F238E27FC236}">
                  <a16:creationId xmlns:a16="http://schemas.microsoft.com/office/drawing/2014/main" id="{F9C87BC7-48F8-46A7-8377-2B0BB698C60B}"/>
                </a:ext>
              </a:extLst>
            </p:cNvPr>
            <p:cNvSpPr>
              <a:spLocks/>
            </p:cNvSpPr>
            <p:nvPr/>
          </p:nvSpPr>
          <p:spPr bwMode="auto">
            <a:xfrm>
              <a:off x="1572" y="3293"/>
              <a:ext cx="1676" cy="707"/>
            </a:xfrm>
            <a:custGeom>
              <a:avLst/>
              <a:gdLst>
                <a:gd name="T0" fmla="*/ 542 w 1583"/>
                <a:gd name="T1" fmla="*/ 496 h 682"/>
                <a:gd name="T2" fmla="*/ 1429 w 1583"/>
                <a:gd name="T3" fmla="*/ 163 h 682"/>
                <a:gd name="T4" fmla="*/ 2760 w 1583"/>
                <a:gd name="T5" fmla="*/ 43 h 682"/>
                <a:gd name="T6" fmla="*/ 4060 w 1583"/>
                <a:gd name="T7" fmla="*/ 429 h 682"/>
                <a:gd name="T8" fmla="*/ 5490 w 1583"/>
                <a:gd name="T9" fmla="*/ 943 h 682"/>
                <a:gd name="T10" fmla="*/ 4465 w 1583"/>
                <a:gd name="T11" fmla="*/ 1418 h 682"/>
                <a:gd name="T12" fmla="*/ 2421 w 1583"/>
                <a:gd name="T13" fmla="*/ 1448 h 682"/>
                <a:gd name="T14" fmla="*/ 313 w 1583"/>
                <a:gd name="T15" fmla="*/ 1313 h 682"/>
                <a:gd name="T16" fmla="*/ 542 w 1583"/>
                <a:gd name="T17" fmla="*/ 496 h 68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83"/>
                <a:gd name="T28" fmla="*/ 0 h 682"/>
                <a:gd name="T29" fmla="*/ 1583 w 1583"/>
                <a:gd name="T30" fmla="*/ 682 h 68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83" h="682">
                  <a:moveTo>
                    <a:pt x="155" y="224"/>
                  </a:moveTo>
                  <a:cubicBezTo>
                    <a:pt x="208" y="137"/>
                    <a:pt x="302" y="108"/>
                    <a:pt x="407" y="74"/>
                  </a:cubicBezTo>
                  <a:cubicBezTo>
                    <a:pt x="512" y="40"/>
                    <a:pt x="660" y="0"/>
                    <a:pt x="785" y="20"/>
                  </a:cubicBezTo>
                  <a:cubicBezTo>
                    <a:pt x="910" y="40"/>
                    <a:pt x="1027" y="126"/>
                    <a:pt x="1157" y="194"/>
                  </a:cubicBezTo>
                  <a:cubicBezTo>
                    <a:pt x="1287" y="262"/>
                    <a:pt x="1545" y="353"/>
                    <a:pt x="1564" y="428"/>
                  </a:cubicBezTo>
                  <a:cubicBezTo>
                    <a:pt x="1583" y="503"/>
                    <a:pt x="1417" y="606"/>
                    <a:pt x="1272" y="644"/>
                  </a:cubicBezTo>
                  <a:cubicBezTo>
                    <a:pt x="1127" y="682"/>
                    <a:pt x="887" y="664"/>
                    <a:pt x="690" y="656"/>
                  </a:cubicBezTo>
                  <a:cubicBezTo>
                    <a:pt x="493" y="648"/>
                    <a:pt x="178" y="668"/>
                    <a:pt x="89" y="596"/>
                  </a:cubicBezTo>
                  <a:cubicBezTo>
                    <a:pt x="0" y="524"/>
                    <a:pt x="102" y="311"/>
                    <a:pt x="155" y="224"/>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19867" name="Text Box 42">
              <a:extLst>
                <a:ext uri="{FF2B5EF4-FFF2-40B4-BE49-F238E27FC236}">
                  <a16:creationId xmlns:a16="http://schemas.microsoft.com/office/drawing/2014/main" id="{7AAE8F3C-EA9C-4EF6-87E4-7CCF10684217}"/>
                </a:ext>
              </a:extLst>
            </p:cNvPr>
            <p:cNvSpPr txBox="1">
              <a:spLocks noChangeArrowheads="1"/>
            </p:cNvSpPr>
            <p:nvPr/>
          </p:nvSpPr>
          <p:spPr bwMode="auto">
            <a:xfrm>
              <a:off x="1719" y="3724"/>
              <a:ext cx="41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2000"/>
                <a:t>AS1</a:t>
              </a:r>
              <a:endParaRPr lang="en-US" altLang="en-US"/>
            </a:p>
          </p:txBody>
        </p:sp>
        <p:sp>
          <p:nvSpPr>
            <p:cNvPr id="119868" name="Line 43">
              <a:extLst>
                <a:ext uri="{FF2B5EF4-FFF2-40B4-BE49-F238E27FC236}">
                  <a16:creationId xmlns:a16="http://schemas.microsoft.com/office/drawing/2014/main" id="{A4D85C6B-664D-4ADA-BEE5-B4684B0DB7D4}"/>
                </a:ext>
              </a:extLst>
            </p:cNvPr>
            <p:cNvSpPr>
              <a:spLocks noChangeShapeType="1"/>
            </p:cNvSpPr>
            <p:nvPr/>
          </p:nvSpPr>
          <p:spPr bwMode="auto">
            <a:xfrm flipH="1">
              <a:off x="2134" y="3469"/>
              <a:ext cx="93" cy="10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9869" name="Line 44">
              <a:extLst>
                <a:ext uri="{FF2B5EF4-FFF2-40B4-BE49-F238E27FC236}">
                  <a16:creationId xmlns:a16="http://schemas.microsoft.com/office/drawing/2014/main" id="{D49BE401-9BAA-440D-86EF-C6883D515AC9}"/>
                </a:ext>
              </a:extLst>
            </p:cNvPr>
            <p:cNvSpPr>
              <a:spLocks noChangeShapeType="1"/>
            </p:cNvSpPr>
            <p:nvPr/>
          </p:nvSpPr>
          <p:spPr bwMode="auto">
            <a:xfrm>
              <a:off x="2388" y="3491"/>
              <a:ext cx="3" cy="28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9870" name="Line 45">
              <a:extLst>
                <a:ext uri="{FF2B5EF4-FFF2-40B4-BE49-F238E27FC236}">
                  <a16:creationId xmlns:a16="http://schemas.microsoft.com/office/drawing/2014/main" id="{30960E25-5FD0-4733-AF00-0C5F4B5C7255}"/>
                </a:ext>
              </a:extLst>
            </p:cNvPr>
            <p:cNvSpPr>
              <a:spLocks noChangeShapeType="1"/>
            </p:cNvSpPr>
            <p:nvPr/>
          </p:nvSpPr>
          <p:spPr bwMode="auto">
            <a:xfrm>
              <a:off x="2490" y="3461"/>
              <a:ext cx="313" cy="21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9871" name="Line 46">
              <a:extLst>
                <a:ext uri="{FF2B5EF4-FFF2-40B4-BE49-F238E27FC236}">
                  <a16:creationId xmlns:a16="http://schemas.microsoft.com/office/drawing/2014/main" id="{A1B3E617-593E-4A6A-A0A9-55D4B66ED267}"/>
                </a:ext>
              </a:extLst>
            </p:cNvPr>
            <p:cNvSpPr>
              <a:spLocks noChangeShapeType="1"/>
            </p:cNvSpPr>
            <p:nvPr/>
          </p:nvSpPr>
          <p:spPr bwMode="auto">
            <a:xfrm flipH="1">
              <a:off x="2566" y="3749"/>
              <a:ext cx="237" cy="7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9872" name="Line 47">
              <a:extLst>
                <a:ext uri="{FF2B5EF4-FFF2-40B4-BE49-F238E27FC236}">
                  <a16:creationId xmlns:a16="http://schemas.microsoft.com/office/drawing/2014/main" id="{42932618-339F-46D9-B6A7-E767561A50F1}"/>
                </a:ext>
              </a:extLst>
            </p:cNvPr>
            <p:cNvSpPr>
              <a:spLocks noChangeShapeType="1"/>
            </p:cNvSpPr>
            <p:nvPr/>
          </p:nvSpPr>
          <p:spPr bwMode="auto">
            <a:xfrm flipH="1" flipV="1">
              <a:off x="2202" y="3638"/>
              <a:ext cx="568" cy="5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9873" name="Line 48">
              <a:extLst>
                <a:ext uri="{FF2B5EF4-FFF2-40B4-BE49-F238E27FC236}">
                  <a16:creationId xmlns:a16="http://schemas.microsoft.com/office/drawing/2014/main" id="{1C7229F6-1A8A-4A22-914E-7A186F5049D5}"/>
                </a:ext>
              </a:extLst>
            </p:cNvPr>
            <p:cNvSpPr>
              <a:spLocks noChangeShapeType="1"/>
            </p:cNvSpPr>
            <p:nvPr/>
          </p:nvSpPr>
          <p:spPr bwMode="auto">
            <a:xfrm>
              <a:off x="2143" y="3689"/>
              <a:ext cx="127" cy="8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19874" name="Group 49">
              <a:extLst>
                <a:ext uri="{FF2B5EF4-FFF2-40B4-BE49-F238E27FC236}">
                  <a16:creationId xmlns:a16="http://schemas.microsoft.com/office/drawing/2014/main" id="{5731B47E-F034-41C6-A894-6443565222BD}"/>
                </a:ext>
              </a:extLst>
            </p:cNvPr>
            <p:cNvGrpSpPr>
              <a:grpSpLocks/>
            </p:cNvGrpSpPr>
            <p:nvPr/>
          </p:nvGrpSpPr>
          <p:grpSpPr bwMode="auto">
            <a:xfrm>
              <a:off x="2202" y="3293"/>
              <a:ext cx="316" cy="250"/>
              <a:chOff x="2055" y="3447"/>
              <a:chExt cx="316" cy="250"/>
            </a:xfrm>
          </p:grpSpPr>
          <p:sp>
            <p:nvSpPr>
              <p:cNvPr id="119901" name="Oval 50">
                <a:extLst>
                  <a:ext uri="{FF2B5EF4-FFF2-40B4-BE49-F238E27FC236}">
                    <a16:creationId xmlns:a16="http://schemas.microsoft.com/office/drawing/2014/main" id="{87AE79AC-6944-4CF1-A5C2-3D00067131CD}"/>
                  </a:ext>
                </a:extLst>
              </p:cNvPr>
              <p:cNvSpPr>
                <a:spLocks noChangeArrowheads="1"/>
              </p:cNvSpPr>
              <p:nvPr/>
            </p:nvSpPr>
            <p:spPr bwMode="auto">
              <a:xfrm>
                <a:off x="2058" y="3571"/>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19902" name="Line 51">
                <a:extLst>
                  <a:ext uri="{FF2B5EF4-FFF2-40B4-BE49-F238E27FC236}">
                    <a16:creationId xmlns:a16="http://schemas.microsoft.com/office/drawing/2014/main" id="{160DB388-296F-4DC0-BCC8-E80D799AA5F8}"/>
                  </a:ext>
                </a:extLst>
              </p:cNvPr>
              <p:cNvSpPr>
                <a:spLocks noChangeShapeType="1"/>
              </p:cNvSpPr>
              <p:nvPr/>
            </p:nvSpPr>
            <p:spPr bwMode="auto">
              <a:xfrm>
                <a:off x="2058" y="3564"/>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9903" name="Line 52">
                <a:extLst>
                  <a:ext uri="{FF2B5EF4-FFF2-40B4-BE49-F238E27FC236}">
                    <a16:creationId xmlns:a16="http://schemas.microsoft.com/office/drawing/2014/main" id="{6FD67A40-3692-4A0E-AFC0-52498BEAF408}"/>
                  </a:ext>
                </a:extLst>
              </p:cNvPr>
              <p:cNvSpPr>
                <a:spLocks noChangeShapeType="1"/>
              </p:cNvSpPr>
              <p:nvPr/>
            </p:nvSpPr>
            <p:spPr bwMode="auto">
              <a:xfrm>
                <a:off x="2371" y="3564"/>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9904" name="Rectangle 53">
                <a:extLst>
                  <a:ext uri="{FF2B5EF4-FFF2-40B4-BE49-F238E27FC236}">
                    <a16:creationId xmlns:a16="http://schemas.microsoft.com/office/drawing/2014/main" id="{C2830C62-899F-4BAD-AA7E-178BA8A03037}"/>
                  </a:ext>
                </a:extLst>
              </p:cNvPr>
              <p:cNvSpPr>
                <a:spLocks noChangeArrowheads="1"/>
              </p:cNvSpPr>
              <p:nvPr/>
            </p:nvSpPr>
            <p:spPr bwMode="auto">
              <a:xfrm>
                <a:off x="2058" y="3564"/>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119905" name="Oval 54">
                <a:extLst>
                  <a:ext uri="{FF2B5EF4-FFF2-40B4-BE49-F238E27FC236}">
                    <a16:creationId xmlns:a16="http://schemas.microsoft.com/office/drawing/2014/main" id="{78AF67DE-A9EA-4367-87F3-CE0394361A29}"/>
                  </a:ext>
                </a:extLst>
              </p:cNvPr>
              <p:cNvSpPr>
                <a:spLocks noChangeArrowheads="1"/>
              </p:cNvSpPr>
              <p:nvPr/>
            </p:nvSpPr>
            <p:spPr bwMode="auto">
              <a:xfrm>
                <a:off x="2055" y="3505"/>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nvGrpSpPr>
              <p:cNvPr id="119906" name="Group 55">
                <a:extLst>
                  <a:ext uri="{FF2B5EF4-FFF2-40B4-BE49-F238E27FC236}">
                    <a16:creationId xmlns:a16="http://schemas.microsoft.com/office/drawing/2014/main" id="{32B70D5D-EFA1-46D4-A7CD-9A7440F562F0}"/>
                  </a:ext>
                </a:extLst>
              </p:cNvPr>
              <p:cNvGrpSpPr>
                <a:grpSpLocks/>
              </p:cNvGrpSpPr>
              <p:nvPr/>
            </p:nvGrpSpPr>
            <p:grpSpPr bwMode="auto">
              <a:xfrm>
                <a:off x="2072" y="3447"/>
                <a:ext cx="285" cy="250"/>
                <a:chOff x="2912" y="2425"/>
                <a:chExt cx="292" cy="250"/>
              </a:xfrm>
            </p:grpSpPr>
            <p:sp>
              <p:nvSpPr>
                <p:cNvPr id="119907" name="Rectangle 56">
                  <a:extLst>
                    <a:ext uri="{FF2B5EF4-FFF2-40B4-BE49-F238E27FC236}">
                      <a16:creationId xmlns:a16="http://schemas.microsoft.com/office/drawing/2014/main" id="{6FF0AFBC-32E3-4EE4-8859-AE7713D32DD2}"/>
                    </a:ext>
                  </a:extLst>
                </p:cNvPr>
                <p:cNvSpPr>
                  <a:spLocks noChangeArrowheads="1"/>
                </p:cNvSpPr>
                <p:nvPr/>
              </p:nvSpPr>
              <p:spPr bwMode="auto">
                <a:xfrm>
                  <a:off x="2982" y="2490"/>
                  <a:ext cx="144"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19908" name="Text Box 57">
                  <a:extLst>
                    <a:ext uri="{FF2B5EF4-FFF2-40B4-BE49-F238E27FC236}">
                      <a16:creationId xmlns:a16="http://schemas.microsoft.com/office/drawing/2014/main" id="{0AFE670B-28DA-40A0-90CF-732B5C0B5F9B}"/>
                    </a:ext>
                  </a:extLst>
                </p:cNvPr>
                <p:cNvSpPr txBox="1">
                  <a:spLocks noChangeArrowheads="1"/>
                </p:cNvSpPr>
                <p:nvPr/>
              </p:nvSpPr>
              <p:spPr bwMode="auto">
                <a:xfrm>
                  <a:off x="2912" y="2425"/>
                  <a:ext cx="29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1c</a:t>
                  </a:r>
                </a:p>
              </p:txBody>
            </p:sp>
          </p:grpSp>
        </p:grpSp>
        <p:grpSp>
          <p:nvGrpSpPr>
            <p:cNvPr id="119875" name="Group 58">
              <a:extLst>
                <a:ext uri="{FF2B5EF4-FFF2-40B4-BE49-F238E27FC236}">
                  <a16:creationId xmlns:a16="http://schemas.microsoft.com/office/drawing/2014/main" id="{05494E9D-936D-476F-91CA-3EA661554F61}"/>
                </a:ext>
              </a:extLst>
            </p:cNvPr>
            <p:cNvGrpSpPr>
              <a:grpSpLocks/>
            </p:cNvGrpSpPr>
            <p:nvPr/>
          </p:nvGrpSpPr>
          <p:grpSpPr bwMode="auto">
            <a:xfrm>
              <a:off x="1896" y="3507"/>
              <a:ext cx="316" cy="250"/>
              <a:chOff x="1749" y="3661"/>
              <a:chExt cx="316" cy="250"/>
            </a:xfrm>
          </p:grpSpPr>
          <p:sp>
            <p:nvSpPr>
              <p:cNvPr id="119894" name="Oval 59">
                <a:extLst>
                  <a:ext uri="{FF2B5EF4-FFF2-40B4-BE49-F238E27FC236}">
                    <a16:creationId xmlns:a16="http://schemas.microsoft.com/office/drawing/2014/main" id="{23B327FB-55DB-417D-AB53-CD0804357B05}"/>
                  </a:ext>
                </a:extLst>
              </p:cNvPr>
              <p:cNvSpPr>
                <a:spLocks noChangeArrowheads="1"/>
              </p:cNvSpPr>
              <p:nvPr/>
            </p:nvSpPr>
            <p:spPr bwMode="auto">
              <a:xfrm>
                <a:off x="1752" y="3781"/>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19895" name="Line 60">
                <a:extLst>
                  <a:ext uri="{FF2B5EF4-FFF2-40B4-BE49-F238E27FC236}">
                    <a16:creationId xmlns:a16="http://schemas.microsoft.com/office/drawing/2014/main" id="{7309BF14-ACAB-452C-8047-ADB9CF7723EE}"/>
                  </a:ext>
                </a:extLst>
              </p:cNvPr>
              <p:cNvSpPr>
                <a:spLocks noChangeShapeType="1"/>
              </p:cNvSpPr>
              <p:nvPr/>
            </p:nvSpPr>
            <p:spPr bwMode="auto">
              <a:xfrm>
                <a:off x="1752" y="3774"/>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9896" name="Line 61">
                <a:extLst>
                  <a:ext uri="{FF2B5EF4-FFF2-40B4-BE49-F238E27FC236}">
                    <a16:creationId xmlns:a16="http://schemas.microsoft.com/office/drawing/2014/main" id="{76B095B8-C7E0-4CF0-B679-DF2B8783780B}"/>
                  </a:ext>
                </a:extLst>
              </p:cNvPr>
              <p:cNvSpPr>
                <a:spLocks noChangeShapeType="1"/>
              </p:cNvSpPr>
              <p:nvPr/>
            </p:nvSpPr>
            <p:spPr bwMode="auto">
              <a:xfrm>
                <a:off x="2065" y="3774"/>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9897" name="Rectangle 62">
                <a:extLst>
                  <a:ext uri="{FF2B5EF4-FFF2-40B4-BE49-F238E27FC236}">
                    <a16:creationId xmlns:a16="http://schemas.microsoft.com/office/drawing/2014/main" id="{B3947C19-1570-4CB4-A55B-0452731A28D6}"/>
                  </a:ext>
                </a:extLst>
              </p:cNvPr>
              <p:cNvSpPr>
                <a:spLocks noChangeArrowheads="1"/>
              </p:cNvSpPr>
              <p:nvPr/>
            </p:nvSpPr>
            <p:spPr bwMode="auto">
              <a:xfrm>
                <a:off x="1752" y="3774"/>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119898" name="Oval 63">
                <a:extLst>
                  <a:ext uri="{FF2B5EF4-FFF2-40B4-BE49-F238E27FC236}">
                    <a16:creationId xmlns:a16="http://schemas.microsoft.com/office/drawing/2014/main" id="{92130BEB-CC08-45C4-AD5C-384C20251B31}"/>
                  </a:ext>
                </a:extLst>
              </p:cNvPr>
              <p:cNvSpPr>
                <a:spLocks noChangeArrowheads="1"/>
              </p:cNvSpPr>
              <p:nvPr/>
            </p:nvSpPr>
            <p:spPr bwMode="auto">
              <a:xfrm>
                <a:off x="1749" y="3719"/>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19899" name="Rectangle 64">
                <a:extLst>
                  <a:ext uri="{FF2B5EF4-FFF2-40B4-BE49-F238E27FC236}">
                    <a16:creationId xmlns:a16="http://schemas.microsoft.com/office/drawing/2014/main" id="{9728C920-8FF0-4E85-9537-5B7356C1F9F6}"/>
                  </a:ext>
                </a:extLst>
              </p:cNvPr>
              <p:cNvSpPr>
                <a:spLocks noChangeArrowheads="1"/>
              </p:cNvSpPr>
              <p:nvPr/>
            </p:nvSpPr>
            <p:spPr bwMode="auto">
              <a:xfrm>
                <a:off x="1834" y="3746"/>
                <a:ext cx="142" cy="96"/>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19900" name="Text Box 65">
                <a:extLst>
                  <a:ext uri="{FF2B5EF4-FFF2-40B4-BE49-F238E27FC236}">
                    <a16:creationId xmlns:a16="http://schemas.microsoft.com/office/drawing/2014/main" id="{F0B9EFAC-9375-4149-8986-DC98363EAF32}"/>
                  </a:ext>
                </a:extLst>
              </p:cNvPr>
              <p:cNvSpPr txBox="1">
                <a:spLocks noChangeArrowheads="1"/>
              </p:cNvSpPr>
              <p:nvPr/>
            </p:nvSpPr>
            <p:spPr bwMode="auto">
              <a:xfrm>
                <a:off x="1765" y="3661"/>
                <a:ext cx="29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1a</a:t>
                </a:r>
                <a:endParaRPr lang="en-US" altLang="en-US" sz="2400"/>
              </a:p>
            </p:txBody>
          </p:sp>
        </p:grpSp>
        <p:grpSp>
          <p:nvGrpSpPr>
            <p:cNvPr id="119876" name="Group 66">
              <a:extLst>
                <a:ext uri="{FF2B5EF4-FFF2-40B4-BE49-F238E27FC236}">
                  <a16:creationId xmlns:a16="http://schemas.microsoft.com/office/drawing/2014/main" id="{8BB78974-0AAB-41FB-8C7F-AEE7D3A74BF6}"/>
                </a:ext>
              </a:extLst>
            </p:cNvPr>
            <p:cNvGrpSpPr>
              <a:grpSpLocks/>
            </p:cNvGrpSpPr>
            <p:nvPr/>
          </p:nvGrpSpPr>
          <p:grpSpPr bwMode="auto">
            <a:xfrm>
              <a:off x="2238" y="3689"/>
              <a:ext cx="316" cy="250"/>
              <a:chOff x="2091" y="3843"/>
              <a:chExt cx="316" cy="250"/>
            </a:xfrm>
          </p:grpSpPr>
          <p:sp>
            <p:nvSpPr>
              <p:cNvPr id="119886" name="Oval 67">
                <a:extLst>
                  <a:ext uri="{FF2B5EF4-FFF2-40B4-BE49-F238E27FC236}">
                    <a16:creationId xmlns:a16="http://schemas.microsoft.com/office/drawing/2014/main" id="{263938E8-D0B3-4BFD-9FE0-791EF76C414E}"/>
                  </a:ext>
                </a:extLst>
              </p:cNvPr>
              <p:cNvSpPr>
                <a:spLocks noChangeArrowheads="1"/>
              </p:cNvSpPr>
              <p:nvPr/>
            </p:nvSpPr>
            <p:spPr bwMode="auto">
              <a:xfrm>
                <a:off x="2094" y="3967"/>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19887" name="Line 68">
                <a:extLst>
                  <a:ext uri="{FF2B5EF4-FFF2-40B4-BE49-F238E27FC236}">
                    <a16:creationId xmlns:a16="http://schemas.microsoft.com/office/drawing/2014/main" id="{3FF40657-9B6F-42E3-B2AD-2E01FB3DA378}"/>
                  </a:ext>
                </a:extLst>
              </p:cNvPr>
              <p:cNvSpPr>
                <a:spLocks noChangeShapeType="1"/>
              </p:cNvSpPr>
              <p:nvPr/>
            </p:nvSpPr>
            <p:spPr bwMode="auto">
              <a:xfrm>
                <a:off x="2094" y="3960"/>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9888" name="Line 69">
                <a:extLst>
                  <a:ext uri="{FF2B5EF4-FFF2-40B4-BE49-F238E27FC236}">
                    <a16:creationId xmlns:a16="http://schemas.microsoft.com/office/drawing/2014/main" id="{E5FAC0B7-6C24-4ACD-B6FF-72A0FE368158}"/>
                  </a:ext>
                </a:extLst>
              </p:cNvPr>
              <p:cNvSpPr>
                <a:spLocks noChangeShapeType="1"/>
              </p:cNvSpPr>
              <p:nvPr/>
            </p:nvSpPr>
            <p:spPr bwMode="auto">
              <a:xfrm>
                <a:off x="2407" y="3960"/>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9889" name="Rectangle 70">
                <a:extLst>
                  <a:ext uri="{FF2B5EF4-FFF2-40B4-BE49-F238E27FC236}">
                    <a16:creationId xmlns:a16="http://schemas.microsoft.com/office/drawing/2014/main" id="{42CFAF33-CF8E-44DE-A057-DE665CE32F3C}"/>
                  </a:ext>
                </a:extLst>
              </p:cNvPr>
              <p:cNvSpPr>
                <a:spLocks noChangeArrowheads="1"/>
              </p:cNvSpPr>
              <p:nvPr/>
            </p:nvSpPr>
            <p:spPr bwMode="auto">
              <a:xfrm>
                <a:off x="2094" y="3960"/>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119890" name="Oval 71">
                <a:extLst>
                  <a:ext uri="{FF2B5EF4-FFF2-40B4-BE49-F238E27FC236}">
                    <a16:creationId xmlns:a16="http://schemas.microsoft.com/office/drawing/2014/main" id="{54D4934B-CA36-4266-9F46-D37EC7D06946}"/>
                  </a:ext>
                </a:extLst>
              </p:cNvPr>
              <p:cNvSpPr>
                <a:spLocks noChangeArrowheads="1"/>
              </p:cNvSpPr>
              <p:nvPr/>
            </p:nvSpPr>
            <p:spPr bwMode="auto">
              <a:xfrm>
                <a:off x="2091" y="3901"/>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nvGrpSpPr>
              <p:cNvPr id="119891" name="Group 72">
                <a:extLst>
                  <a:ext uri="{FF2B5EF4-FFF2-40B4-BE49-F238E27FC236}">
                    <a16:creationId xmlns:a16="http://schemas.microsoft.com/office/drawing/2014/main" id="{14786AEC-B77E-46AD-AECB-F1009825DD52}"/>
                  </a:ext>
                </a:extLst>
              </p:cNvPr>
              <p:cNvGrpSpPr>
                <a:grpSpLocks/>
              </p:cNvGrpSpPr>
              <p:nvPr/>
            </p:nvGrpSpPr>
            <p:grpSpPr bwMode="auto">
              <a:xfrm>
                <a:off x="2106" y="3843"/>
                <a:ext cx="294" cy="250"/>
                <a:chOff x="2910" y="2425"/>
                <a:chExt cx="296" cy="250"/>
              </a:xfrm>
            </p:grpSpPr>
            <p:sp>
              <p:nvSpPr>
                <p:cNvPr id="119892" name="Rectangle 73">
                  <a:extLst>
                    <a:ext uri="{FF2B5EF4-FFF2-40B4-BE49-F238E27FC236}">
                      <a16:creationId xmlns:a16="http://schemas.microsoft.com/office/drawing/2014/main" id="{754270C7-0C64-4D4B-9C75-DDF5A7AF6A43}"/>
                    </a:ext>
                  </a:extLst>
                </p:cNvPr>
                <p:cNvSpPr>
                  <a:spLocks noChangeArrowheads="1"/>
                </p:cNvSpPr>
                <p:nvPr/>
              </p:nvSpPr>
              <p:spPr bwMode="auto">
                <a:xfrm>
                  <a:off x="2982" y="2490"/>
                  <a:ext cx="144"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19893" name="Text Box 74">
                  <a:extLst>
                    <a:ext uri="{FF2B5EF4-FFF2-40B4-BE49-F238E27FC236}">
                      <a16:creationId xmlns:a16="http://schemas.microsoft.com/office/drawing/2014/main" id="{88AF40DD-D87C-4BFC-B87E-B5312FB723DC}"/>
                    </a:ext>
                  </a:extLst>
                </p:cNvPr>
                <p:cNvSpPr txBox="1">
                  <a:spLocks noChangeArrowheads="1"/>
                </p:cNvSpPr>
                <p:nvPr/>
              </p:nvSpPr>
              <p:spPr bwMode="auto">
                <a:xfrm>
                  <a:off x="2910" y="2425"/>
                  <a:ext cx="2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1d</a:t>
                  </a:r>
                </a:p>
              </p:txBody>
            </p:sp>
          </p:grpSp>
        </p:grpSp>
        <p:grpSp>
          <p:nvGrpSpPr>
            <p:cNvPr id="119877" name="Group 75">
              <a:extLst>
                <a:ext uri="{FF2B5EF4-FFF2-40B4-BE49-F238E27FC236}">
                  <a16:creationId xmlns:a16="http://schemas.microsoft.com/office/drawing/2014/main" id="{394A18C6-3FB0-4F8D-8A2A-A388C3C649B3}"/>
                </a:ext>
              </a:extLst>
            </p:cNvPr>
            <p:cNvGrpSpPr>
              <a:grpSpLocks/>
            </p:cNvGrpSpPr>
            <p:nvPr/>
          </p:nvGrpSpPr>
          <p:grpSpPr bwMode="auto">
            <a:xfrm>
              <a:off x="2778" y="3573"/>
              <a:ext cx="316" cy="250"/>
              <a:chOff x="2016" y="1976"/>
              <a:chExt cx="316" cy="250"/>
            </a:xfrm>
          </p:grpSpPr>
          <p:sp>
            <p:nvSpPr>
              <p:cNvPr id="119878" name="Oval 76">
                <a:extLst>
                  <a:ext uri="{FF2B5EF4-FFF2-40B4-BE49-F238E27FC236}">
                    <a16:creationId xmlns:a16="http://schemas.microsoft.com/office/drawing/2014/main" id="{B16FFD87-269E-4156-9244-F5945E46CA97}"/>
                  </a:ext>
                </a:extLst>
              </p:cNvPr>
              <p:cNvSpPr>
                <a:spLocks noChangeArrowheads="1"/>
              </p:cNvSpPr>
              <p:nvPr/>
            </p:nvSpPr>
            <p:spPr bwMode="auto">
              <a:xfrm>
                <a:off x="2019" y="2102"/>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19879" name="Line 77">
                <a:extLst>
                  <a:ext uri="{FF2B5EF4-FFF2-40B4-BE49-F238E27FC236}">
                    <a16:creationId xmlns:a16="http://schemas.microsoft.com/office/drawing/2014/main" id="{6EC60D2E-59C4-4760-891F-AD0A82313902}"/>
                  </a:ext>
                </a:extLst>
              </p:cNvPr>
              <p:cNvSpPr>
                <a:spLocks noChangeShapeType="1"/>
              </p:cNvSpPr>
              <p:nvPr/>
            </p:nvSpPr>
            <p:spPr bwMode="auto">
              <a:xfrm>
                <a:off x="2019" y="2095"/>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9880" name="Line 78">
                <a:extLst>
                  <a:ext uri="{FF2B5EF4-FFF2-40B4-BE49-F238E27FC236}">
                    <a16:creationId xmlns:a16="http://schemas.microsoft.com/office/drawing/2014/main" id="{5594726E-D368-4EC6-A189-7B1DC45410E7}"/>
                  </a:ext>
                </a:extLst>
              </p:cNvPr>
              <p:cNvSpPr>
                <a:spLocks noChangeShapeType="1"/>
              </p:cNvSpPr>
              <p:nvPr/>
            </p:nvSpPr>
            <p:spPr bwMode="auto">
              <a:xfrm>
                <a:off x="2332" y="2095"/>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9881" name="Rectangle 79">
                <a:extLst>
                  <a:ext uri="{FF2B5EF4-FFF2-40B4-BE49-F238E27FC236}">
                    <a16:creationId xmlns:a16="http://schemas.microsoft.com/office/drawing/2014/main" id="{D5DCD9A7-0E03-4B2E-B445-58DD806AD95C}"/>
                  </a:ext>
                </a:extLst>
              </p:cNvPr>
              <p:cNvSpPr>
                <a:spLocks noChangeArrowheads="1"/>
              </p:cNvSpPr>
              <p:nvPr/>
            </p:nvSpPr>
            <p:spPr bwMode="auto">
              <a:xfrm>
                <a:off x="2019" y="2095"/>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119882" name="Oval 80">
                <a:extLst>
                  <a:ext uri="{FF2B5EF4-FFF2-40B4-BE49-F238E27FC236}">
                    <a16:creationId xmlns:a16="http://schemas.microsoft.com/office/drawing/2014/main" id="{9E9FEA94-7E68-4AD9-BB42-979B9175E93D}"/>
                  </a:ext>
                </a:extLst>
              </p:cNvPr>
              <p:cNvSpPr>
                <a:spLocks noChangeArrowheads="1"/>
              </p:cNvSpPr>
              <p:nvPr/>
            </p:nvSpPr>
            <p:spPr bwMode="auto">
              <a:xfrm>
                <a:off x="2016" y="2036"/>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nvGrpSpPr>
              <p:cNvPr id="119883" name="Group 81">
                <a:extLst>
                  <a:ext uri="{FF2B5EF4-FFF2-40B4-BE49-F238E27FC236}">
                    <a16:creationId xmlns:a16="http://schemas.microsoft.com/office/drawing/2014/main" id="{97D5873B-0F02-411A-A63F-7820F4EE79E7}"/>
                  </a:ext>
                </a:extLst>
              </p:cNvPr>
              <p:cNvGrpSpPr>
                <a:grpSpLocks/>
              </p:cNvGrpSpPr>
              <p:nvPr/>
            </p:nvGrpSpPr>
            <p:grpSpPr bwMode="auto">
              <a:xfrm>
                <a:off x="2029" y="1976"/>
                <a:ext cx="294" cy="250"/>
                <a:chOff x="2909" y="2425"/>
                <a:chExt cx="299" cy="250"/>
              </a:xfrm>
            </p:grpSpPr>
            <p:sp>
              <p:nvSpPr>
                <p:cNvPr id="119884" name="Rectangle 82">
                  <a:extLst>
                    <a:ext uri="{FF2B5EF4-FFF2-40B4-BE49-F238E27FC236}">
                      <a16:creationId xmlns:a16="http://schemas.microsoft.com/office/drawing/2014/main" id="{F1133013-8C21-4D4B-A47D-04C07239198C}"/>
                    </a:ext>
                  </a:extLst>
                </p:cNvPr>
                <p:cNvSpPr>
                  <a:spLocks noChangeArrowheads="1"/>
                </p:cNvSpPr>
                <p:nvPr/>
              </p:nvSpPr>
              <p:spPr bwMode="auto">
                <a:xfrm>
                  <a:off x="2982" y="2490"/>
                  <a:ext cx="142"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19885" name="Text Box 83">
                  <a:extLst>
                    <a:ext uri="{FF2B5EF4-FFF2-40B4-BE49-F238E27FC236}">
                      <a16:creationId xmlns:a16="http://schemas.microsoft.com/office/drawing/2014/main" id="{A8453BF5-3739-4806-9111-B1CF3B62ADFE}"/>
                    </a:ext>
                  </a:extLst>
                </p:cNvPr>
                <p:cNvSpPr txBox="1">
                  <a:spLocks noChangeArrowheads="1"/>
                </p:cNvSpPr>
                <p:nvPr/>
              </p:nvSpPr>
              <p:spPr bwMode="auto">
                <a:xfrm>
                  <a:off x="2909" y="2425"/>
                  <a:ext cx="29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1b</a:t>
                  </a:r>
                  <a:endParaRPr lang="en-US" altLang="en-US" sz="2400"/>
                </a:p>
              </p:txBody>
            </p:sp>
          </p:grpSp>
        </p:grpSp>
      </p:grpSp>
      <p:grpSp>
        <p:nvGrpSpPr>
          <p:cNvPr id="119828" name="Group 84">
            <a:extLst>
              <a:ext uri="{FF2B5EF4-FFF2-40B4-BE49-F238E27FC236}">
                <a16:creationId xmlns:a16="http://schemas.microsoft.com/office/drawing/2014/main" id="{42C92E83-2667-40AC-8ED0-A59571AF8F6A}"/>
              </a:ext>
            </a:extLst>
          </p:cNvPr>
          <p:cNvGrpSpPr>
            <a:grpSpLocks/>
          </p:cNvGrpSpPr>
          <p:nvPr/>
        </p:nvGrpSpPr>
        <p:grpSpPr bwMode="auto">
          <a:xfrm>
            <a:off x="6938963" y="5324476"/>
            <a:ext cx="501650" cy="396875"/>
            <a:chOff x="3537" y="3473"/>
            <a:chExt cx="316" cy="250"/>
          </a:xfrm>
        </p:grpSpPr>
        <p:sp>
          <p:nvSpPr>
            <p:cNvPr id="119859" name="Oval 85">
              <a:extLst>
                <a:ext uri="{FF2B5EF4-FFF2-40B4-BE49-F238E27FC236}">
                  <a16:creationId xmlns:a16="http://schemas.microsoft.com/office/drawing/2014/main" id="{753F642D-FF0D-415D-948B-9052CD730D29}"/>
                </a:ext>
              </a:extLst>
            </p:cNvPr>
            <p:cNvSpPr>
              <a:spLocks noChangeArrowheads="1"/>
            </p:cNvSpPr>
            <p:nvPr/>
          </p:nvSpPr>
          <p:spPr bwMode="auto">
            <a:xfrm>
              <a:off x="3540" y="3598"/>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19860" name="Line 86">
              <a:extLst>
                <a:ext uri="{FF2B5EF4-FFF2-40B4-BE49-F238E27FC236}">
                  <a16:creationId xmlns:a16="http://schemas.microsoft.com/office/drawing/2014/main" id="{725A154D-C37F-4F50-9179-0CC995D381A0}"/>
                </a:ext>
              </a:extLst>
            </p:cNvPr>
            <p:cNvSpPr>
              <a:spLocks noChangeShapeType="1"/>
            </p:cNvSpPr>
            <p:nvPr/>
          </p:nvSpPr>
          <p:spPr bwMode="auto">
            <a:xfrm>
              <a:off x="3540" y="3591"/>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9861" name="Line 87">
              <a:extLst>
                <a:ext uri="{FF2B5EF4-FFF2-40B4-BE49-F238E27FC236}">
                  <a16:creationId xmlns:a16="http://schemas.microsoft.com/office/drawing/2014/main" id="{1C15CB18-ECA9-47A0-9AAB-8BE9AC4B38D0}"/>
                </a:ext>
              </a:extLst>
            </p:cNvPr>
            <p:cNvSpPr>
              <a:spLocks noChangeShapeType="1"/>
            </p:cNvSpPr>
            <p:nvPr/>
          </p:nvSpPr>
          <p:spPr bwMode="auto">
            <a:xfrm>
              <a:off x="3853" y="3591"/>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9862" name="Rectangle 88">
              <a:extLst>
                <a:ext uri="{FF2B5EF4-FFF2-40B4-BE49-F238E27FC236}">
                  <a16:creationId xmlns:a16="http://schemas.microsoft.com/office/drawing/2014/main" id="{A1B37483-0EA2-464B-92B7-D5862421C17A}"/>
                </a:ext>
              </a:extLst>
            </p:cNvPr>
            <p:cNvSpPr>
              <a:spLocks noChangeArrowheads="1"/>
            </p:cNvSpPr>
            <p:nvPr/>
          </p:nvSpPr>
          <p:spPr bwMode="auto">
            <a:xfrm>
              <a:off x="3540" y="3591"/>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119863" name="Oval 89">
              <a:extLst>
                <a:ext uri="{FF2B5EF4-FFF2-40B4-BE49-F238E27FC236}">
                  <a16:creationId xmlns:a16="http://schemas.microsoft.com/office/drawing/2014/main" id="{EFEF69B2-5816-4C31-86D9-E6C6E360D4D0}"/>
                </a:ext>
              </a:extLst>
            </p:cNvPr>
            <p:cNvSpPr>
              <a:spLocks noChangeArrowheads="1"/>
            </p:cNvSpPr>
            <p:nvPr/>
          </p:nvSpPr>
          <p:spPr bwMode="auto">
            <a:xfrm>
              <a:off x="3537" y="3532"/>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19864" name="Rectangle 90">
              <a:extLst>
                <a:ext uri="{FF2B5EF4-FFF2-40B4-BE49-F238E27FC236}">
                  <a16:creationId xmlns:a16="http://schemas.microsoft.com/office/drawing/2014/main" id="{FC12D0D5-7264-4AF5-B536-A1FC5B0F489A}"/>
                </a:ext>
              </a:extLst>
            </p:cNvPr>
            <p:cNvSpPr>
              <a:spLocks noChangeArrowheads="1"/>
            </p:cNvSpPr>
            <p:nvPr/>
          </p:nvSpPr>
          <p:spPr bwMode="auto">
            <a:xfrm>
              <a:off x="3624" y="3545"/>
              <a:ext cx="141" cy="120"/>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19865" name="Text Box 91">
              <a:extLst>
                <a:ext uri="{FF2B5EF4-FFF2-40B4-BE49-F238E27FC236}">
                  <a16:creationId xmlns:a16="http://schemas.microsoft.com/office/drawing/2014/main" id="{16A05DB7-72F0-474E-BB83-0E93B3A19481}"/>
                </a:ext>
              </a:extLst>
            </p:cNvPr>
            <p:cNvSpPr txBox="1">
              <a:spLocks noChangeArrowheads="1"/>
            </p:cNvSpPr>
            <p:nvPr/>
          </p:nvSpPr>
          <p:spPr bwMode="auto">
            <a:xfrm>
              <a:off x="3551" y="3473"/>
              <a:ext cx="29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2a</a:t>
              </a:r>
              <a:endParaRPr lang="en-US" altLang="en-US" sz="2400"/>
            </a:p>
          </p:txBody>
        </p:sp>
      </p:grpSp>
      <p:sp>
        <p:nvSpPr>
          <p:cNvPr id="119829" name="Line 92">
            <a:extLst>
              <a:ext uri="{FF2B5EF4-FFF2-40B4-BE49-F238E27FC236}">
                <a16:creationId xmlns:a16="http://schemas.microsoft.com/office/drawing/2014/main" id="{A14A77AE-D254-48F8-9F9F-DB2FBAD8CD30}"/>
              </a:ext>
            </a:extLst>
          </p:cNvPr>
          <p:cNvSpPr>
            <a:spLocks noChangeShapeType="1"/>
          </p:cNvSpPr>
          <p:nvPr/>
        </p:nvSpPr>
        <p:spPr bwMode="auto">
          <a:xfrm>
            <a:off x="8159750" y="5241925"/>
            <a:ext cx="8572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19830" name="Line 93">
            <a:extLst>
              <a:ext uri="{FF2B5EF4-FFF2-40B4-BE49-F238E27FC236}">
                <a16:creationId xmlns:a16="http://schemas.microsoft.com/office/drawing/2014/main" id="{5CC17E98-94AC-4778-A6BE-51E8049F8659}"/>
              </a:ext>
            </a:extLst>
          </p:cNvPr>
          <p:cNvSpPr>
            <a:spLocks noChangeShapeType="1"/>
          </p:cNvSpPr>
          <p:nvPr/>
        </p:nvSpPr>
        <p:spPr bwMode="auto">
          <a:xfrm>
            <a:off x="8413751" y="5707063"/>
            <a:ext cx="73501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19831" name="Line 94">
            <a:extLst>
              <a:ext uri="{FF2B5EF4-FFF2-40B4-BE49-F238E27FC236}">
                <a16:creationId xmlns:a16="http://schemas.microsoft.com/office/drawing/2014/main" id="{6DF31784-513C-4539-AC61-A34819A7E914}"/>
              </a:ext>
            </a:extLst>
          </p:cNvPr>
          <p:cNvSpPr>
            <a:spLocks noChangeShapeType="1"/>
          </p:cNvSpPr>
          <p:nvPr/>
        </p:nvSpPr>
        <p:spPr bwMode="auto">
          <a:xfrm>
            <a:off x="7445375" y="5553075"/>
            <a:ext cx="488950" cy="1524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9832" name="Line 95">
            <a:extLst>
              <a:ext uri="{FF2B5EF4-FFF2-40B4-BE49-F238E27FC236}">
                <a16:creationId xmlns:a16="http://schemas.microsoft.com/office/drawing/2014/main" id="{77259156-3333-42AD-B4E4-418B81C0E34E}"/>
              </a:ext>
            </a:extLst>
          </p:cNvPr>
          <p:cNvSpPr>
            <a:spLocks noChangeShapeType="1"/>
          </p:cNvSpPr>
          <p:nvPr/>
        </p:nvSpPr>
        <p:spPr bwMode="auto">
          <a:xfrm>
            <a:off x="8054976" y="5351463"/>
            <a:ext cx="68263" cy="2286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19833" name="Group 96">
            <a:extLst>
              <a:ext uri="{FF2B5EF4-FFF2-40B4-BE49-F238E27FC236}">
                <a16:creationId xmlns:a16="http://schemas.microsoft.com/office/drawing/2014/main" id="{59BAA58F-80E9-44C3-BB8A-4F936BA6CCAE}"/>
              </a:ext>
            </a:extLst>
          </p:cNvPr>
          <p:cNvGrpSpPr>
            <a:grpSpLocks/>
          </p:cNvGrpSpPr>
          <p:nvPr/>
        </p:nvGrpSpPr>
        <p:grpSpPr bwMode="auto">
          <a:xfrm>
            <a:off x="7666038" y="5046664"/>
            <a:ext cx="501650" cy="396875"/>
            <a:chOff x="4320" y="1936"/>
            <a:chExt cx="316" cy="250"/>
          </a:xfrm>
        </p:grpSpPr>
        <p:sp>
          <p:nvSpPr>
            <p:cNvPr id="119852" name="Oval 97">
              <a:extLst>
                <a:ext uri="{FF2B5EF4-FFF2-40B4-BE49-F238E27FC236}">
                  <a16:creationId xmlns:a16="http://schemas.microsoft.com/office/drawing/2014/main" id="{E56469BA-C122-499B-8A91-4A05C6A76261}"/>
                </a:ext>
              </a:extLst>
            </p:cNvPr>
            <p:cNvSpPr>
              <a:spLocks noChangeArrowheads="1"/>
            </p:cNvSpPr>
            <p:nvPr/>
          </p:nvSpPr>
          <p:spPr bwMode="auto">
            <a:xfrm>
              <a:off x="4323" y="2054"/>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19853" name="Line 98">
              <a:extLst>
                <a:ext uri="{FF2B5EF4-FFF2-40B4-BE49-F238E27FC236}">
                  <a16:creationId xmlns:a16="http://schemas.microsoft.com/office/drawing/2014/main" id="{9A0C17C7-4FE9-4A77-B24D-8760ABF91C30}"/>
                </a:ext>
              </a:extLst>
            </p:cNvPr>
            <p:cNvSpPr>
              <a:spLocks noChangeShapeType="1"/>
            </p:cNvSpPr>
            <p:nvPr/>
          </p:nvSpPr>
          <p:spPr bwMode="auto">
            <a:xfrm>
              <a:off x="4323" y="2047"/>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9854" name="Line 99">
              <a:extLst>
                <a:ext uri="{FF2B5EF4-FFF2-40B4-BE49-F238E27FC236}">
                  <a16:creationId xmlns:a16="http://schemas.microsoft.com/office/drawing/2014/main" id="{DD63FAA1-0A57-4871-8EA0-9E98C4C950AE}"/>
                </a:ext>
              </a:extLst>
            </p:cNvPr>
            <p:cNvSpPr>
              <a:spLocks noChangeShapeType="1"/>
            </p:cNvSpPr>
            <p:nvPr/>
          </p:nvSpPr>
          <p:spPr bwMode="auto">
            <a:xfrm>
              <a:off x="4636" y="2047"/>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9855" name="Rectangle 100">
              <a:extLst>
                <a:ext uri="{FF2B5EF4-FFF2-40B4-BE49-F238E27FC236}">
                  <a16:creationId xmlns:a16="http://schemas.microsoft.com/office/drawing/2014/main" id="{A796FD21-0AB2-4A25-A6F5-2625BFC3F45C}"/>
                </a:ext>
              </a:extLst>
            </p:cNvPr>
            <p:cNvSpPr>
              <a:spLocks noChangeArrowheads="1"/>
            </p:cNvSpPr>
            <p:nvPr/>
          </p:nvSpPr>
          <p:spPr bwMode="auto">
            <a:xfrm>
              <a:off x="4323" y="2047"/>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119856" name="Oval 101">
              <a:extLst>
                <a:ext uri="{FF2B5EF4-FFF2-40B4-BE49-F238E27FC236}">
                  <a16:creationId xmlns:a16="http://schemas.microsoft.com/office/drawing/2014/main" id="{7AC7C182-4391-4CF1-A928-1E1C176F0115}"/>
                </a:ext>
              </a:extLst>
            </p:cNvPr>
            <p:cNvSpPr>
              <a:spLocks noChangeArrowheads="1"/>
            </p:cNvSpPr>
            <p:nvPr/>
          </p:nvSpPr>
          <p:spPr bwMode="auto">
            <a:xfrm>
              <a:off x="4320" y="1988"/>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19857" name="Rectangle 102">
              <a:extLst>
                <a:ext uri="{FF2B5EF4-FFF2-40B4-BE49-F238E27FC236}">
                  <a16:creationId xmlns:a16="http://schemas.microsoft.com/office/drawing/2014/main" id="{69089009-4D0F-4B73-A863-1B16ECBC9DEB}"/>
                </a:ext>
              </a:extLst>
            </p:cNvPr>
            <p:cNvSpPr>
              <a:spLocks noChangeArrowheads="1"/>
            </p:cNvSpPr>
            <p:nvPr/>
          </p:nvSpPr>
          <p:spPr bwMode="auto">
            <a:xfrm>
              <a:off x="4407" y="2001"/>
              <a:ext cx="141" cy="118"/>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19858" name="Text Box 103">
              <a:extLst>
                <a:ext uri="{FF2B5EF4-FFF2-40B4-BE49-F238E27FC236}">
                  <a16:creationId xmlns:a16="http://schemas.microsoft.com/office/drawing/2014/main" id="{21872E70-BD05-4B89-B315-42D3E8E95624}"/>
                </a:ext>
              </a:extLst>
            </p:cNvPr>
            <p:cNvSpPr txBox="1">
              <a:spLocks noChangeArrowheads="1"/>
            </p:cNvSpPr>
            <p:nvPr/>
          </p:nvSpPr>
          <p:spPr bwMode="auto">
            <a:xfrm>
              <a:off x="4338" y="1936"/>
              <a:ext cx="28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2c</a:t>
              </a:r>
              <a:endParaRPr lang="en-US" altLang="en-US" sz="2400"/>
            </a:p>
          </p:txBody>
        </p:sp>
      </p:grpSp>
      <p:grpSp>
        <p:nvGrpSpPr>
          <p:cNvPr id="119834" name="Group 104">
            <a:extLst>
              <a:ext uri="{FF2B5EF4-FFF2-40B4-BE49-F238E27FC236}">
                <a16:creationId xmlns:a16="http://schemas.microsoft.com/office/drawing/2014/main" id="{029CEEE9-6186-4D2F-8E33-625B70C708AA}"/>
              </a:ext>
            </a:extLst>
          </p:cNvPr>
          <p:cNvGrpSpPr>
            <a:grpSpLocks/>
          </p:cNvGrpSpPr>
          <p:nvPr/>
        </p:nvGrpSpPr>
        <p:grpSpPr bwMode="auto">
          <a:xfrm>
            <a:off x="7929563" y="5502276"/>
            <a:ext cx="501650" cy="396875"/>
            <a:chOff x="4596" y="2158"/>
            <a:chExt cx="316" cy="250"/>
          </a:xfrm>
        </p:grpSpPr>
        <p:sp>
          <p:nvSpPr>
            <p:cNvPr id="119845" name="Oval 105">
              <a:extLst>
                <a:ext uri="{FF2B5EF4-FFF2-40B4-BE49-F238E27FC236}">
                  <a16:creationId xmlns:a16="http://schemas.microsoft.com/office/drawing/2014/main" id="{9AC1C935-B746-4B69-A37A-9DF9432A930C}"/>
                </a:ext>
              </a:extLst>
            </p:cNvPr>
            <p:cNvSpPr>
              <a:spLocks noChangeArrowheads="1"/>
            </p:cNvSpPr>
            <p:nvPr/>
          </p:nvSpPr>
          <p:spPr bwMode="auto">
            <a:xfrm>
              <a:off x="4599" y="2276"/>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19846" name="Line 106">
              <a:extLst>
                <a:ext uri="{FF2B5EF4-FFF2-40B4-BE49-F238E27FC236}">
                  <a16:creationId xmlns:a16="http://schemas.microsoft.com/office/drawing/2014/main" id="{8F8B9BC4-2A1E-4A87-9538-F07CBCDC0DCB}"/>
                </a:ext>
              </a:extLst>
            </p:cNvPr>
            <p:cNvSpPr>
              <a:spLocks noChangeShapeType="1"/>
            </p:cNvSpPr>
            <p:nvPr/>
          </p:nvSpPr>
          <p:spPr bwMode="auto">
            <a:xfrm>
              <a:off x="4599" y="2269"/>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9847" name="Line 107">
              <a:extLst>
                <a:ext uri="{FF2B5EF4-FFF2-40B4-BE49-F238E27FC236}">
                  <a16:creationId xmlns:a16="http://schemas.microsoft.com/office/drawing/2014/main" id="{2101B0F0-6A38-4649-A9B4-FDF88A8774E5}"/>
                </a:ext>
              </a:extLst>
            </p:cNvPr>
            <p:cNvSpPr>
              <a:spLocks noChangeShapeType="1"/>
            </p:cNvSpPr>
            <p:nvPr/>
          </p:nvSpPr>
          <p:spPr bwMode="auto">
            <a:xfrm>
              <a:off x="4912" y="2269"/>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9848" name="Rectangle 108">
              <a:extLst>
                <a:ext uri="{FF2B5EF4-FFF2-40B4-BE49-F238E27FC236}">
                  <a16:creationId xmlns:a16="http://schemas.microsoft.com/office/drawing/2014/main" id="{1E79AAA7-EA67-4F3B-ADDF-E6EF3B61C1D5}"/>
                </a:ext>
              </a:extLst>
            </p:cNvPr>
            <p:cNvSpPr>
              <a:spLocks noChangeArrowheads="1"/>
            </p:cNvSpPr>
            <p:nvPr/>
          </p:nvSpPr>
          <p:spPr bwMode="auto">
            <a:xfrm>
              <a:off x="4599" y="2269"/>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119849" name="Oval 109">
              <a:extLst>
                <a:ext uri="{FF2B5EF4-FFF2-40B4-BE49-F238E27FC236}">
                  <a16:creationId xmlns:a16="http://schemas.microsoft.com/office/drawing/2014/main" id="{73485E28-1D0E-4CB9-A03B-DF8D09F51174}"/>
                </a:ext>
              </a:extLst>
            </p:cNvPr>
            <p:cNvSpPr>
              <a:spLocks noChangeArrowheads="1"/>
            </p:cNvSpPr>
            <p:nvPr/>
          </p:nvSpPr>
          <p:spPr bwMode="auto">
            <a:xfrm>
              <a:off x="4596" y="2210"/>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19850" name="Rectangle 110">
              <a:extLst>
                <a:ext uri="{FF2B5EF4-FFF2-40B4-BE49-F238E27FC236}">
                  <a16:creationId xmlns:a16="http://schemas.microsoft.com/office/drawing/2014/main" id="{3C115495-ABD9-4566-90D3-1270887FB6B0}"/>
                </a:ext>
              </a:extLst>
            </p:cNvPr>
            <p:cNvSpPr>
              <a:spLocks noChangeArrowheads="1"/>
            </p:cNvSpPr>
            <p:nvPr/>
          </p:nvSpPr>
          <p:spPr bwMode="auto">
            <a:xfrm>
              <a:off x="4683" y="2223"/>
              <a:ext cx="142" cy="110"/>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19851" name="Text Box 111">
              <a:extLst>
                <a:ext uri="{FF2B5EF4-FFF2-40B4-BE49-F238E27FC236}">
                  <a16:creationId xmlns:a16="http://schemas.microsoft.com/office/drawing/2014/main" id="{FC0B2096-C4E8-43B4-B692-C2730CDE20F3}"/>
                </a:ext>
              </a:extLst>
            </p:cNvPr>
            <p:cNvSpPr txBox="1">
              <a:spLocks noChangeArrowheads="1"/>
            </p:cNvSpPr>
            <p:nvPr/>
          </p:nvSpPr>
          <p:spPr bwMode="auto">
            <a:xfrm>
              <a:off x="4610" y="2158"/>
              <a:ext cx="29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2b</a:t>
              </a:r>
              <a:endParaRPr lang="en-US" altLang="en-US" sz="2400"/>
            </a:p>
          </p:txBody>
        </p:sp>
      </p:grpSp>
      <p:sp>
        <p:nvSpPr>
          <p:cNvPr id="119835" name="Text Box 112">
            <a:extLst>
              <a:ext uri="{FF2B5EF4-FFF2-40B4-BE49-F238E27FC236}">
                <a16:creationId xmlns:a16="http://schemas.microsoft.com/office/drawing/2014/main" id="{00237662-96D6-4BB2-8FC5-D78509E61834}"/>
              </a:ext>
            </a:extLst>
          </p:cNvPr>
          <p:cNvSpPr txBox="1">
            <a:spLocks noChangeArrowheads="1"/>
          </p:cNvSpPr>
          <p:nvPr/>
        </p:nvSpPr>
        <p:spPr bwMode="auto">
          <a:xfrm>
            <a:off x="9180514" y="5159375"/>
            <a:ext cx="90120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400"/>
              <a:t>other</a:t>
            </a:r>
          </a:p>
          <a:p>
            <a:r>
              <a:rPr lang="en-US" altLang="en-US" sz="1400"/>
              <a:t>networks</a:t>
            </a:r>
          </a:p>
        </p:txBody>
      </p:sp>
      <p:sp>
        <p:nvSpPr>
          <p:cNvPr id="119836" name="Freeform 113">
            <a:extLst>
              <a:ext uri="{FF2B5EF4-FFF2-40B4-BE49-F238E27FC236}">
                <a16:creationId xmlns:a16="http://schemas.microsoft.com/office/drawing/2014/main" id="{7C0A6596-CA7F-47C1-ADC5-8A6DA5CD9FE3}"/>
              </a:ext>
            </a:extLst>
          </p:cNvPr>
          <p:cNvSpPr>
            <a:spLocks/>
          </p:cNvSpPr>
          <p:nvPr/>
        </p:nvSpPr>
        <p:spPr bwMode="auto">
          <a:xfrm flipH="1">
            <a:off x="1816101" y="4772025"/>
            <a:ext cx="1171575" cy="1758950"/>
          </a:xfrm>
          <a:custGeom>
            <a:avLst/>
            <a:gdLst>
              <a:gd name="T0" fmla="*/ 2147483647 w 738"/>
              <a:gd name="T1" fmla="*/ 2147483647 h 1108"/>
              <a:gd name="T2" fmla="*/ 2147483647 w 738"/>
              <a:gd name="T3" fmla="*/ 2147483647 h 1108"/>
              <a:gd name="T4" fmla="*/ 2147483647 w 738"/>
              <a:gd name="T5" fmla="*/ 2147483647 h 1108"/>
              <a:gd name="T6" fmla="*/ 2147483647 w 738"/>
              <a:gd name="T7" fmla="*/ 2147483647 h 1108"/>
              <a:gd name="T8" fmla="*/ 2147483647 w 738"/>
              <a:gd name="T9" fmla="*/ 2147483647 h 1108"/>
              <a:gd name="T10" fmla="*/ 2147483647 w 738"/>
              <a:gd name="T11" fmla="*/ 2147483647 h 1108"/>
              <a:gd name="T12" fmla="*/ 2147483647 w 738"/>
              <a:gd name="T13" fmla="*/ 2147483647 h 1108"/>
              <a:gd name="T14" fmla="*/ 2147483647 w 738"/>
              <a:gd name="T15" fmla="*/ 2147483647 h 1108"/>
              <a:gd name="T16" fmla="*/ 0 60000 65536"/>
              <a:gd name="T17" fmla="*/ 0 60000 65536"/>
              <a:gd name="T18" fmla="*/ 0 60000 65536"/>
              <a:gd name="T19" fmla="*/ 0 60000 65536"/>
              <a:gd name="T20" fmla="*/ 0 60000 65536"/>
              <a:gd name="T21" fmla="*/ 0 60000 65536"/>
              <a:gd name="T22" fmla="*/ 0 60000 65536"/>
              <a:gd name="T23" fmla="*/ 0 60000 65536"/>
              <a:gd name="T24" fmla="*/ 0 w 738"/>
              <a:gd name="T25" fmla="*/ 0 h 1108"/>
              <a:gd name="T26" fmla="*/ 738 w 738"/>
              <a:gd name="T27" fmla="*/ 1108 h 110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38" h="1108">
                <a:moveTo>
                  <a:pt x="32" y="394"/>
                </a:moveTo>
                <a:cubicBezTo>
                  <a:pt x="66" y="301"/>
                  <a:pt x="108" y="228"/>
                  <a:pt x="213" y="172"/>
                </a:cubicBezTo>
                <a:cubicBezTo>
                  <a:pt x="318" y="116"/>
                  <a:pt x="588" y="0"/>
                  <a:pt x="663" y="56"/>
                </a:cubicBezTo>
                <a:cubicBezTo>
                  <a:pt x="738" y="112"/>
                  <a:pt x="659" y="346"/>
                  <a:pt x="661" y="509"/>
                </a:cubicBezTo>
                <a:cubicBezTo>
                  <a:pt x="663" y="672"/>
                  <a:pt x="731" y="956"/>
                  <a:pt x="677" y="1032"/>
                </a:cubicBezTo>
                <a:cubicBezTo>
                  <a:pt x="623" y="1108"/>
                  <a:pt x="442" y="999"/>
                  <a:pt x="338" y="962"/>
                </a:cubicBezTo>
                <a:cubicBezTo>
                  <a:pt x="234" y="925"/>
                  <a:pt x="102" y="904"/>
                  <a:pt x="51" y="809"/>
                </a:cubicBezTo>
                <a:cubicBezTo>
                  <a:pt x="0" y="715"/>
                  <a:pt x="36" y="481"/>
                  <a:pt x="32" y="394"/>
                </a:cubicBezTo>
                <a:close/>
              </a:path>
            </a:pathLst>
          </a:custGeom>
          <a:gradFill rotWithShape="1">
            <a:gsLst>
              <a:gs pos="0">
                <a:srgbClr val="66CCFF"/>
              </a:gs>
              <a:gs pos="100000">
                <a:srgbClr val="FFFF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19837" name="Text Box 114">
            <a:extLst>
              <a:ext uri="{FF2B5EF4-FFF2-40B4-BE49-F238E27FC236}">
                <a16:creationId xmlns:a16="http://schemas.microsoft.com/office/drawing/2014/main" id="{2D6D7C7C-A44B-472F-B6DA-4200A3B1A67F}"/>
              </a:ext>
            </a:extLst>
          </p:cNvPr>
          <p:cNvSpPr txBox="1">
            <a:spLocks noChangeArrowheads="1"/>
          </p:cNvSpPr>
          <p:nvPr/>
        </p:nvSpPr>
        <p:spPr bwMode="auto">
          <a:xfrm>
            <a:off x="1873251" y="5556250"/>
            <a:ext cx="90120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400"/>
              <a:t>other</a:t>
            </a:r>
          </a:p>
          <a:p>
            <a:r>
              <a:rPr lang="en-US" altLang="en-US" sz="1400"/>
              <a:t>networks</a:t>
            </a:r>
          </a:p>
        </p:txBody>
      </p:sp>
      <p:sp>
        <p:nvSpPr>
          <p:cNvPr id="119838" name="Line 115">
            <a:extLst>
              <a:ext uri="{FF2B5EF4-FFF2-40B4-BE49-F238E27FC236}">
                <a16:creationId xmlns:a16="http://schemas.microsoft.com/office/drawing/2014/main" id="{7BC30B59-07DA-4F32-8441-63BBD53DAB1B}"/>
              </a:ext>
            </a:extLst>
          </p:cNvPr>
          <p:cNvSpPr>
            <a:spLocks noChangeShapeType="1"/>
          </p:cNvSpPr>
          <p:nvPr/>
        </p:nvSpPr>
        <p:spPr bwMode="auto">
          <a:xfrm flipH="1">
            <a:off x="2673351" y="5118100"/>
            <a:ext cx="468313" cy="268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19839" name="Rectangle 116">
            <a:extLst>
              <a:ext uri="{FF2B5EF4-FFF2-40B4-BE49-F238E27FC236}">
                <a16:creationId xmlns:a16="http://schemas.microsoft.com/office/drawing/2014/main" id="{1401E4DF-FC75-44D9-8EE6-07C7767832F8}"/>
              </a:ext>
            </a:extLst>
          </p:cNvPr>
          <p:cNvSpPr>
            <a:spLocks noChangeArrowheads="1"/>
          </p:cNvSpPr>
          <p:nvPr/>
        </p:nvSpPr>
        <p:spPr bwMode="auto">
          <a:xfrm>
            <a:off x="2078039" y="1069976"/>
            <a:ext cx="8505825" cy="1992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nSpc>
                <a:spcPct val="85000"/>
              </a:lnSpc>
              <a:spcBef>
                <a:spcPct val="20000"/>
              </a:spcBef>
              <a:buClr>
                <a:srgbClr val="000099"/>
              </a:buClr>
              <a:buSzPct val="65000"/>
              <a:buFont typeface="Wingdings" panose="05000000000000000000" pitchFamily="2" charset="2"/>
              <a:buChar char="v"/>
            </a:pPr>
            <a:r>
              <a:rPr lang="en-US" altLang="en-US" sz="2400">
                <a:solidFill>
                  <a:srgbClr val="CC0000"/>
                </a:solidFill>
                <a:latin typeface="Comic Sans MS" panose="030F0702030302020204" pitchFamily="66" charset="0"/>
              </a:rPr>
              <a:t>BGP session:</a:t>
            </a:r>
            <a:r>
              <a:rPr lang="en-US" altLang="en-US" sz="2400">
                <a:solidFill>
                  <a:srgbClr val="FF0000"/>
                </a:solidFill>
                <a:latin typeface="Comic Sans MS" panose="030F0702030302020204" pitchFamily="66" charset="0"/>
              </a:rPr>
              <a:t> </a:t>
            </a:r>
            <a:r>
              <a:rPr lang="en-US" altLang="en-US" sz="2400">
                <a:latin typeface="Comic Sans MS" panose="030F0702030302020204" pitchFamily="66" charset="0"/>
              </a:rPr>
              <a:t>2 router BGP (</a:t>
            </a:r>
            <a:r>
              <a:rPr lang="ja-JP" altLang="en-US" sz="2400">
                <a:latin typeface="Comic Sans MS" panose="030F0702030302020204" pitchFamily="66" charset="0"/>
              </a:rPr>
              <a:t>“</a:t>
            </a:r>
            <a:r>
              <a:rPr lang="en-US" altLang="ja-JP" sz="2400">
                <a:latin typeface="Comic Sans MS" panose="030F0702030302020204" pitchFamily="66" charset="0"/>
              </a:rPr>
              <a:t>cặp</a:t>
            </a:r>
            <a:r>
              <a:rPr lang="ja-JP" altLang="en-US" sz="2400">
                <a:latin typeface="Comic Sans MS" panose="030F0702030302020204" pitchFamily="66" charset="0"/>
              </a:rPr>
              <a:t>”</a:t>
            </a:r>
            <a:r>
              <a:rPr lang="en-US" altLang="ja-JP" sz="2400">
                <a:latin typeface="Comic Sans MS" panose="030F0702030302020204" pitchFamily="66" charset="0"/>
              </a:rPr>
              <a:t>) trao đổi các thông điệp BGP:</a:t>
            </a:r>
          </a:p>
          <a:p>
            <a:pPr lvl="1">
              <a:lnSpc>
                <a:spcPct val="85000"/>
              </a:lnSpc>
              <a:spcBef>
                <a:spcPct val="20000"/>
              </a:spcBef>
              <a:buClr>
                <a:srgbClr val="000099"/>
              </a:buClr>
              <a:buFont typeface="Wingdings" panose="05000000000000000000" pitchFamily="2" charset="2"/>
              <a:buChar char="§"/>
            </a:pPr>
            <a:r>
              <a:rPr lang="en-US" altLang="en-US" sz="2000">
                <a:latin typeface="Comic Sans MS" panose="030F0702030302020204" pitchFamily="66" charset="0"/>
              </a:rPr>
              <a:t>Quảng cáo </a:t>
            </a:r>
            <a:r>
              <a:rPr lang="en-US" altLang="en-US" sz="2000">
                <a:solidFill>
                  <a:srgbClr val="C00000"/>
                </a:solidFill>
                <a:latin typeface="Comic Sans MS" panose="030F0702030302020204" pitchFamily="66" charset="0"/>
              </a:rPr>
              <a:t>các đường đi </a:t>
            </a:r>
            <a:r>
              <a:rPr lang="en-US" altLang="en-US" sz="2000">
                <a:latin typeface="Comic Sans MS" panose="030F0702030302020204" pitchFamily="66" charset="0"/>
              </a:rPr>
              <a:t>đến các tiền tố (prefixes) mạng đích khác nhau (Giao thức </a:t>
            </a:r>
            <a:r>
              <a:rPr lang="ja-JP" altLang="en-US" sz="2000">
                <a:latin typeface="Comic Sans MS" panose="030F0702030302020204" pitchFamily="66" charset="0"/>
              </a:rPr>
              <a:t>“</a:t>
            </a:r>
            <a:r>
              <a:rPr lang="en-US" altLang="ja-JP" sz="2000">
                <a:latin typeface="Comic Sans MS" panose="030F0702030302020204" pitchFamily="66" charset="0"/>
              </a:rPr>
              <a:t>path vector</a:t>
            </a:r>
            <a:r>
              <a:rPr lang="ja-JP" altLang="en-US" sz="2000">
                <a:latin typeface="Comic Sans MS" panose="030F0702030302020204" pitchFamily="66" charset="0"/>
              </a:rPr>
              <a:t>”</a:t>
            </a:r>
            <a:r>
              <a:rPr lang="en-US" altLang="ja-JP" sz="2000">
                <a:latin typeface="Comic Sans MS" panose="030F0702030302020204" pitchFamily="66" charset="0"/>
              </a:rPr>
              <a:t>) </a:t>
            </a:r>
          </a:p>
          <a:p>
            <a:pPr lvl="1">
              <a:lnSpc>
                <a:spcPct val="85000"/>
              </a:lnSpc>
              <a:spcBef>
                <a:spcPct val="20000"/>
              </a:spcBef>
              <a:buClr>
                <a:srgbClr val="000099"/>
              </a:buClr>
              <a:buFont typeface="Wingdings" panose="05000000000000000000" pitchFamily="2" charset="2"/>
              <a:buChar char="§"/>
            </a:pPr>
            <a:r>
              <a:rPr lang="en-US" altLang="en-US" sz="2000">
                <a:latin typeface="Comic Sans MS" panose="030F0702030302020204" pitchFamily="66" charset="0"/>
              </a:rPr>
              <a:t>Được trao đổi trên các kết nối semi-permanent TCP</a:t>
            </a:r>
            <a:endParaRPr lang="en-US" altLang="en-US" sz="2000">
              <a:solidFill>
                <a:srgbClr val="FF0000"/>
              </a:solidFill>
              <a:latin typeface="Comic Sans MS" panose="030F0702030302020204" pitchFamily="66" charset="0"/>
            </a:endParaRPr>
          </a:p>
        </p:txBody>
      </p:sp>
      <p:grpSp>
        <p:nvGrpSpPr>
          <p:cNvPr id="18" name="Group 117">
            <a:extLst>
              <a:ext uri="{FF2B5EF4-FFF2-40B4-BE49-F238E27FC236}">
                <a16:creationId xmlns:a16="http://schemas.microsoft.com/office/drawing/2014/main" id="{3848C800-BA78-4832-9C79-53623CD330FA}"/>
              </a:ext>
            </a:extLst>
          </p:cNvPr>
          <p:cNvGrpSpPr>
            <a:grpSpLocks/>
          </p:cNvGrpSpPr>
          <p:nvPr/>
        </p:nvGrpSpPr>
        <p:grpSpPr bwMode="auto">
          <a:xfrm>
            <a:off x="4413250" y="4657726"/>
            <a:ext cx="1504950" cy="657225"/>
            <a:chOff x="2171" y="2695"/>
            <a:chExt cx="948" cy="414"/>
          </a:xfrm>
        </p:grpSpPr>
        <p:sp>
          <p:nvSpPr>
            <p:cNvPr id="119843" name="AutoShape 118">
              <a:extLst>
                <a:ext uri="{FF2B5EF4-FFF2-40B4-BE49-F238E27FC236}">
                  <a16:creationId xmlns:a16="http://schemas.microsoft.com/office/drawing/2014/main" id="{99DEF063-70B3-44AD-9C78-99BC6494108D}"/>
                </a:ext>
              </a:extLst>
            </p:cNvPr>
            <p:cNvSpPr>
              <a:spLocks noChangeArrowheads="1"/>
            </p:cNvSpPr>
            <p:nvPr/>
          </p:nvSpPr>
          <p:spPr bwMode="auto">
            <a:xfrm rot="-9091425">
              <a:off x="2171" y="2935"/>
              <a:ext cx="484" cy="174"/>
            </a:xfrm>
            <a:prstGeom prst="leftArrow">
              <a:avLst>
                <a:gd name="adj1" fmla="val 50000"/>
                <a:gd name="adj2" fmla="val 69540"/>
              </a:avLst>
            </a:prstGeom>
            <a:gradFill rotWithShape="1">
              <a:gsLst>
                <a:gs pos="0">
                  <a:srgbClr val="FF0000"/>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19844" name="Text Box 119">
              <a:extLst>
                <a:ext uri="{FF2B5EF4-FFF2-40B4-BE49-F238E27FC236}">
                  <a16:creationId xmlns:a16="http://schemas.microsoft.com/office/drawing/2014/main" id="{60E76A63-E9C5-437D-A5CC-C9712224CAE8}"/>
                </a:ext>
              </a:extLst>
            </p:cNvPr>
            <p:cNvSpPr txBox="1">
              <a:spLocks noChangeArrowheads="1"/>
            </p:cNvSpPr>
            <p:nvPr/>
          </p:nvSpPr>
          <p:spPr bwMode="auto">
            <a:xfrm>
              <a:off x="2357" y="2695"/>
              <a:ext cx="762" cy="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nSpc>
                  <a:spcPct val="85000"/>
                </a:lnSpc>
              </a:pPr>
              <a:r>
                <a:rPr lang="en-US" altLang="en-US" sz="1600" i="1">
                  <a:solidFill>
                    <a:srgbClr val="CC0000"/>
                  </a:solidFill>
                </a:rPr>
                <a:t>Thông điệp</a:t>
              </a:r>
            </a:p>
            <a:p>
              <a:pPr>
                <a:lnSpc>
                  <a:spcPct val="85000"/>
                </a:lnSpc>
              </a:pPr>
              <a:r>
                <a:rPr lang="en-US" altLang="en-US" sz="1600" i="1">
                  <a:solidFill>
                    <a:srgbClr val="CC0000"/>
                  </a:solidFill>
                </a:rPr>
                <a:t>BGP </a:t>
              </a:r>
            </a:p>
          </p:txBody>
        </p:sp>
      </p:grpSp>
      <p:sp>
        <p:nvSpPr>
          <p:cNvPr id="119841" name="Freeform 120">
            <a:extLst>
              <a:ext uri="{FF2B5EF4-FFF2-40B4-BE49-F238E27FC236}">
                <a16:creationId xmlns:a16="http://schemas.microsoft.com/office/drawing/2014/main" id="{F734278C-29EB-4C3B-92FA-18FEB8862125}"/>
              </a:ext>
            </a:extLst>
          </p:cNvPr>
          <p:cNvSpPr>
            <a:spLocks/>
          </p:cNvSpPr>
          <p:nvPr/>
        </p:nvSpPr>
        <p:spPr bwMode="auto">
          <a:xfrm>
            <a:off x="6437314" y="5607050"/>
            <a:ext cx="523875" cy="261938"/>
          </a:xfrm>
          <a:custGeom>
            <a:avLst/>
            <a:gdLst>
              <a:gd name="T0" fmla="*/ 0 w 654"/>
              <a:gd name="T1" fmla="*/ 2147483647 h 420"/>
              <a:gd name="T2" fmla="*/ 2147483647 w 654"/>
              <a:gd name="T3" fmla="*/ 0 h 420"/>
              <a:gd name="T4" fmla="*/ 0 60000 65536"/>
              <a:gd name="T5" fmla="*/ 0 60000 65536"/>
              <a:gd name="T6" fmla="*/ 0 w 654"/>
              <a:gd name="T7" fmla="*/ 0 h 420"/>
              <a:gd name="T8" fmla="*/ 654 w 654"/>
              <a:gd name="T9" fmla="*/ 420 h 420"/>
            </a:gdLst>
            <a:ahLst/>
            <a:cxnLst>
              <a:cxn ang="T4">
                <a:pos x="T0" y="T1"/>
              </a:cxn>
              <a:cxn ang="T5">
                <a:pos x="T2" y="T3"/>
              </a:cxn>
            </a:cxnLst>
            <a:rect l="T6" t="T7" r="T8" b="T9"/>
            <a:pathLst>
              <a:path w="654" h="420">
                <a:moveTo>
                  <a:pt x="0" y="420"/>
                </a:moveTo>
                <a:lnTo>
                  <a:pt x="654"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pic>
        <p:nvPicPr>
          <p:cNvPr id="119842" name="Picture 121" descr="underline_base">
            <a:extLst>
              <a:ext uri="{FF2B5EF4-FFF2-40B4-BE49-F238E27FC236}">
                <a16:creationId xmlns:a16="http://schemas.microsoft.com/office/drawing/2014/main" id="{AECE2346-CC40-45C6-AB61-69340CB6D499}"/>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5188" y="800100"/>
            <a:ext cx="2970212"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9774011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childTnLst>
                          </p:cTn>
                        </p:par>
                        <p:par>
                          <p:cTn id="8" fill="hold" nodeType="afterGroup">
                            <p:stCondLst>
                              <p:cond delay="500"/>
                            </p:stCondLst>
                            <p:childTnLst>
                              <p:par>
                                <p:cTn id="9" presetID="1" presetClass="entr" presetSubtype="0" fill="hold" nodeType="afterEffect">
                                  <p:stCondLst>
                                    <p:cond delay="0"/>
                                  </p:stCondLst>
                                  <p:childTnLst>
                                    <p:set>
                                      <p:cBhvr>
                                        <p:cTn id="10" dur="1" fill="hold">
                                          <p:stCondLst>
                                            <p:cond delay="0"/>
                                          </p:stCondLst>
                                        </p:cTn>
                                        <p:tgtEl>
                                          <p:spTgt spid="753668">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53668">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5366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Footer Placeholder 4">
            <a:extLst>
              <a:ext uri="{FF2B5EF4-FFF2-40B4-BE49-F238E27FC236}">
                <a16:creationId xmlns:a16="http://schemas.microsoft.com/office/drawing/2014/main" id="{23E65D1D-9557-4060-B15F-350CF86BF5BF}"/>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Tầng Network</a:t>
            </a:r>
          </a:p>
        </p:txBody>
      </p:sp>
      <p:sp>
        <p:nvSpPr>
          <p:cNvPr id="120835" name="Slide Number Placeholder 5">
            <a:extLst>
              <a:ext uri="{FF2B5EF4-FFF2-40B4-BE49-F238E27FC236}">
                <a16:creationId xmlns:a16="http://schemas.microsoft.com/office/drawing/2014/main" id="{A649E7F1-31A6-499D-ACFE-9A762C49D02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4-</a:t>
            </a:r>
            <a:fld id="{9C579FB6-9943-4CA9-BF51-D23B77F2EC7B}" type="slidenum">
              <a:rPr lang="en-US" altLang="en-US">
                <a:latin typeface="Tahoma" panose="020B0604030504040204" pitchFamily="34" charset="0"/>
              </a:rPr>
              <a:pPr/>
              <a:t>103</a:t>
            </a:fld>
            <a:endParaRPr lang="en-US" altLang="en-US">
              <a:latin typeface="Tahoma" panose="020B0604030504040204" pitchFamily="34" charset="0"/>
            </a:endParaRPr>
          </a:p>
        </p:txBody>
      </p:sp>
      <p:pic>
        <p:nvPicPr>
          <p:cNvPr id="120836" name="Picture 112" descr="underline_base">
            <a:extLst>
              <a:ext uri="{FF2B5EF4-FFF2-40B4-BE49-F238E27FC236}">
                <a16:creationId xmlns:a16="http://schemas.microsoft.com/office/drawing/2014/main" id="{B3A55B1D-1E6E-418A-B2C7-0580444D70F6}"/>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43089" y="766764"/>
            <a:ext cx="7769225"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0837" name="Freeform 2">
            <a:extLst>
              <a:ext uri="{FF2B5EF4-FFF2-40B4-BE49-F238E27FC236}">
                <a16:creationId xmlns:a16="http://schemas.microsoft.com/office/drawing/2014/main" id="{F2E6942C-0B3D-4F17-B38E-66426243F0E1}"/>
              </a:ext>
            </a:extLst>
          </p:cNvPr>
          <p:cNvSpPr>
            <a:spLocks/>
          </p:cNvSpPr>
          <p:nvPr/>
        </p:nvSpPr>
        <p:spPr bwMode="auto">
          <a:xfrm>
            <a:off x="8801101" y="4562475"/>
            <a:ext cx="1171575" cy="1758950"/>
          </a:xfrm>
          <a:custGeom>
            <a:avLst/>
            <a:gdLst>
              <a:gd name="T0" fmla="*/ 2147483647 w 738"/>
              <a:gd name="T1" fmla="*/ 2147483647 h 1108"/>
              <a:gd name="T2" fmla="*/ 2147483647 w 738"/>
              <a:gd name="T3" fmla="*/ 2147483647 h 1108"/>
              <a:gd name="T4" fmla="*/ 2147483647 w 738"/>
              <a:gd name="T5" fmla="*/ 2147483647 h 1108"/>
              <a:gd name="T6" fmla="*/ 2147483647 w 738"/>
              <a:gd name="T7" fmla="*/ 2147483647 h 1108"/>
              <a:gd name="T8" fmla="*/ 2147483647 w 738"/>
              <a:gd name="T9" fmla="*/ 2147483647 h 1108"/>
              <a:gd name="T10" fmla="*/ 2147483647 w 738"/>
              <a:gd name="T11" fmla="*/ 2147483647 h 1108"/>
              <a:gd name="T12" fmla="*/ 2147483647 w 738"/>
              <a:gd name="T13" fmla="*/ 2147483647 h 1108"/>
              <a:gd name="T14" fmla="*/ 2147483647 w 738"/>
              <a:gd name="T15" fmla="*/ 2147483647 h 1108"/>
              <a:gd name="T16" fmla="*/ 0 60000 65536"/>
              <a:gd name="T17" fmla="*/ 0 60000 65536"/>
              <a:gd name="T18" fmla="*/ 0 60000 65536"/>
              <a:gd name="T19" fmla="*/ 0 60000 65536"/>
              <a:gd name="T20" fmla="*/ 0 60000 65536"/>
              <a:gd name="T21" fmla="*/ 0 60000 65536"/>
              <a:gd name="T22" fmla="*/ 0 60000 65536"/>
              <a:gd name="T23" fmla="*/ 0 60000 65536"/>
              <a:gd name="T24" fmla="*/ 0 w 738"/>
              <a:gd name="T25" fmla="*/ 0 h 1108"/>
              <a:gd name="T26" fmla="*/ 738 w 738"/>
              <a:gd name="T27" fmla="*/ 1108 h 110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38" h="1108">
                <a:moveTo>
                  <a:pt x="32" y="394"/>
                </a:moveTo>
                <a:cubicBezTo>
                  <a:pt x="66" y="301"/>
                  <a:pt x="108" y="228"/>
                  <a:pt x="213" y="172"/>
                </a:cubicBezTo>
                <a:cubicBezTo>
                  <a:pt x="318" y="116"/>
                  <a:pt x="588" y="0"/>
                  <a:pt x="663" y="56"/>
                </a:cubicBezTo>
                <a:cubicBezTo>
                  <a:pt x="738" y="112"/>
                  <a:pt x="659" y="346"/>
                  <a:pt x="661" y="509"/>
                </a:cubicBezTo>
                <a:cubicBezTo>
                  <a:pt x="663" y="672"/>
                  <a:pt x="731" y="956"/>
                  <a:pt x="677" y="1032"/>
                </a:cubicBezTo>
                <a:cubicBezTo>
                  <a:pt x="623" y="1108"/>
                  <a:pt x="442" y="999"/>
                  <a:pt x="338" y="962"/>
                </a:cubicBezTo>
                <a:cubicBezTo>
                  <a:pt x="234" y="925"/>
                  <a:pt x="102" y="904"/>
                  <a:pt x="51" y="809"/>
                </a:cubicBezTo>
                <a:cubicBezTo>
                  <a:pt x="0" y="715"/>
                  <a:pt x="36" y="481"/>
                  <a:pt x="32" y="394"/>
                </a:cubicBezTo>
                <a:close/>
              </a:path>
            </a:pathLst>
          </a:custGeom>
          <a:gradFill rotWithShape="1">
            <a:gsLst>
              <a:gs pos="0">
                <a:srgbClr val="66CCFF"/>
              </a:gs>
              <a:gs pos="100000">
                <a:srgbClr val="FFFF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18790" name="Rectangle 3">
            <a:extLst>
              <a:ext uri="{FF2B5EF4-FFF2-40B4-BE49-F238E27FC236}">
                <a16:creationId xmlns:a16="http://schemas.microsoft.com/office/drawing/2014/main" id="{887A3DBB-CA66-4F33-9D7E-8DF672F016C6}"/>
              </a:ext>
            </a:extLst>
          </p:cNvPr>
          <p:cNvSpPr>
            <a:spLocks noGrp="1" noChangeArrowheads="1"/>
          </p:cNvSpPr>
          <p:nvPr>
            <p:ph type="title"/>
          </p:nvPr>
        </p:nvSpPr>
        <p:spPr>
          <a:xfrm>
            <a:off x="1689100" y="0"/>
            <a:ext cx="8978900" cy="1143000"/>
          </a:xfrm>
        </p:spPr>
        <p:txBody>
          <a:bodyPr>
            <a:normAutofit fontScale="90000"/>
          </a:bodyPr>
          <a:lstStyle/>
          <a:p>
            <a:pPr>
              <a:defRPr/>
            </a:pPr>
            <a:r>
              <a:rPr lang="en-US" dirty="0"/>
              <a:t>BGP </a:t>
            </a:r>
            <a:r>
              <a:rPr lang="en-US" dirty="0" err="1"/>
              <a:t>cơ</a:t>
            </a:r>
            <a:r>
              <a:rPr lang="en-US" dirty="0"/>
              <a:t> </a:t>
            </a:r>
            <a:r>
              <a:rPr lang="en-US" dirty="0" err="1"/>
              <a:t>bản</a:t>
            </a:r>
            <a:r>
              <a:rPr lang="en-US" dirty="0"/>
              <a:t>: </a:t>
            </a:r>
            <a:r>
              <a:rPr lang="en-US" dirty="0" err="1"/>
              <a:t>phân</a:t>
            </a:r>
            <a:r>
              <a:rPr lang="en-US" dirty="0"/>
              <a:t> </a:t>
            </a:r>
            <a:r>
              <a:rPr lang="en-US" dirty="0" err="1"/>
              <a:t>phối</a:t>
            </a:r>
            <a:r>
              <a:rPr lang="en-US" dirty="0"/>
              <a:t> </a:t>
            </a:r>
            <a:r>
              <a:rPr lang="en-US" dirty="0" err="1"/>
              <a:t>thông</a:t>
            </a:r>
            <a:r>
              <a:rPr lang="en-US" dirty="0"/>
              <a:t> tin </a:t>
            </a:r>
            <a:r>
              <a:rPr lang="en-US" dirty="0" err="1"/>
              <a:t>đường</a:t>
            </a:r>
            <a:r>
              <a:rPr lang="en-US" dirty="0"/>
              <a:t> </a:t>
            </a:r>
            <a:r>
              <a:rPr lang="en-US" dirty="0" err="1"/>
              <a:t>đi</a:t>
            </a:r>
            <a:endParaRPr lang="en-US" dirty="0"/>
          </a:p>
        </p:txBody>
      </p:sp>
      <p:sp>
        <p:nvSpPr>
          <p:cNvPr id="120839" name="Freeform 4">
            <a:extLst>
              <a:ext uri="{FF2B5EF4-FFF2-40B4-BE49-F238E27FC236}">
                <a16:creationId xmlns:a16="http://schemas.microsoft.com/office/drawing/2014/main" id="{F59D5395-6D37-482D-A51D-FF6A042B4E33}"/>
              </a:ext>
            </a:extLst>
          </p:cNvPr>
          <p:cNvSpPr>
            <a:spLocks/>
          </p:cNvSpPr>
          <p:nvPr/>
        </p:nvSpPr>
        <p:spPr bwMode="auto">
          <a:xfrm>
            <a:off x="6754814" y="4872039"/>
            <a:ext cx="1944687" cy="1292225"/>
          </a:xfrm>
          <a:custGeom>
            <a:avLst/>
            <a:gdLst>
              <a:gd name="T0" fmla="*/ 2147483647 w 1162"/>
              <a:gd name="T1" fmla="*/ 2147483647 h 543"/>
              <a:gd name="T2" fmla="*/ 2147483647 w 1162"/>
              <a:gd name="T3" fmla="*/ 2147483647 h 543"/>
              <a:gd name="T4" fmla="*/ 2147483647 w 1162"/>
              <a:gd name="T5" fmla="*/ 2147483647 h 543"/>
              <a:gd name="T6" fmla="*/ 2147483647 w 1162"/>
              <a:gd name="T7" fmla="*/ 2147483647 h 543"/>
              <a:gd name="T8" fmla="*/ 2147483647 w 1162"/>
              <a:gd name="T9" fmla="*/ 2147483647 h 543"/>
              <a:gd name="T10" fmla="*/ 2147483647 w 1162"/>
              <a:gd name="T11" fmla="*/ 2147483647 h 543"/>
              <a:gd name="T12" fmla="*/ 2147483647 w 1162"/>
              <a:gd name="T13" fmla="*/ 2147483647 h 543"/>
              <a:gd name="T14" fmla="*/ 2147483647 w 1162"/>
              <a:gd name="T15" fmla="*/ 2147483647 h 543"/>
              <a:gd name="T16" fmla="*/ 0 60000 65536"/>
              <a:gd name="T17" fmla="*/ 0 60000 65536"/>
              <a:gd name="T18" fmla="*/ 0 60000 65536"/>
              <a:gd name="T19" fmla="*/ 0 60000 65536"/>
              <a:gd name="T20" fmla="*/ 0 60000 65536"/>
              <a:gd name="T21" fmla="*/ 0 60000 65536"/>
              <a:gd name="T22" fmla="*/ 0 60000 65536"/>
              <a:gd name="T23" fmla="*/ 0 60000 65536"/>
              <a:gd name="T24" fmla="*/ 0 w 1162"/>
              <a:gd name="T25" fmla="*/ 0 h 543"/>
              <a:gd name="T26" fmla="*/ 1162 w 1162"/>
              <a:gd name="T27" fmla="*/ 543 h 54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62" h="543">
                <a:moveTo>
                  <a:pt x="56" y="162"/>
                </a:moveTo>
                <a:cubicBezTo>
                  <a:pt x="115" y="100"/>
                  <a:pt x="221" y="28"/>
                  <a:pt x="368" y="14"/>
                </a:cubicBezTo>
                <a:cubicBezTo>
                  <a:pt x="515" y="0"/>
                  <a:pt x="811" y="42"/>
                  <a:pt x="940" y="79"/>
                </a:cubicBezTo>
                <a:cubicBezTo>
                  <a:pt x="1069" y="116"/>
                  <a:pt x="1126" y="177"/>
                  <a:pt x="1144" y="239"/>
                </a:cubicBezTo>
                <a:cubicBezTo>
                  <a:pt x="1162" y="301"/>
                  <a:pt x="1141" y="401"/>
                  <a:pt x="1048" y="451"/>
                </a:cubicBezTo>
                <a:cubicBezTo>
                  <a:pt x="955" y="501"/>
                  <a:pt x="746" y="543"/>
                  <a:pt x="586" y="541"/>
                </a:cubicBezTo>
                <a:cubicBezTo>
                  <a:pt x="426" y="539"/>
                  <a:pt x="176" y="502"/>
                  <a:pt x="88" y="439"/>
                </a:cubicBezTo>
                <a:cubicBezTo>
                  <a:pt x="0" y="376"/>
                  <a:pt x="63" y="220"/>
                  <a:pt x="56" y="162"/>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20840" name="Freeform 5">
            <a:extLst>
              <a:ext uri="{FF2B5EF4-FFF2-40B4-BE49-F238E27FC236}">
                <a16:creationId xmlns:a16="http://schemas.microsoft.com/office/drawing/2014/main" id="{1BAE4A77-3FC0-4655-8B37-0A73A40DBCA6}"/>
              </a:ext>
            </a:extLst>
          </p:cNvPr>
          <p:cNvSpPr>
            <a:spLocks/>
          </p:cNvSpPr>
          <p:nvPr/>
        </p:nvSpPr>
        <p:spPr bwMode="auto">
          <a:xfrm>
            <a:off x="3001964" y="4164014"/>
            <a:ext cx="1679575" cy="1411287"/>
          </a:xfrm>
          <a:custGeom>
            <a:avLst/>
            <a:gdLst>
              <a:gd name="T0" fmla="*/ 2147483647 w 1198"/>
              <a:gd name="T1" fmla="*/ 2147483647 h 451"/>
              <a:gd name="T2" fmla="*/ 2147483647 w 1198"/>
              <a:gd name="T3" fmla="*/ 2147483647 h 451"/>
              <a:gd name="T4" fmla="*/ 2147483647 w 1198"/>
              <a:gd name="T5" fmla="*/ 2147483647 h 451"/>
              <a:gd name="T6" fmla="*/ 2147483647 w 1198"/>
              <a:gd name="T7" fmla="*/ 2147483647 h 451"/>
              <a:gd name="T8" fmla="*/ 2147483647 w 1198"/>
              <a:gd name="T9" fmla="*/ 2147483647 h 451"/>
              <a:gd name="T10" fmla="*/ 2147483647 w 1198"/>
              <a:gd name="T11" fmla="*/ 2147483647 h 451"/>
              <a:gd name="T12" fmla="*/ 2147483647 w 1198"/>
              <a:gd name="T13" fmla="*/ 2147483647 h 451"/>
              <a:gd name="T14" fmla="*/ 2147483647 w 1198"/>
              <a:gd name="T15" fmla="*/ 2147483647 h 451"/>
              <a:gd name="T16" fmla="*/ 2147483647 w 1198"/>
              <a:gd name="T17" fmla="*/ 2147483647 h 45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98"/>
              <a:gd name="T28" fmla="*/ 0 h 451"/>
              <a:gd name="T29" fmla="*/ 1198 w 1198"/>
              <a:gd name="T30" fmla="*/ 451 h 45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98" h="451">
                <a:moveTo>
                  <a:pt x="88" y="181"/>
                </a:moveTo>
                <a:cubicBezTo>
                  <a:pt x="159" y="143"/>
                  <a:pt x="120" y="111"/>
                  <a:pt x="180" y="89"/>
                </a:cubicBezTo>
                <a:cubicBezTo>
                  <a:pt x="240" y="67"/>
                  <a:pt x="313" y="60"/>
                  <a:pt x="448" y="49"/>
                </a:cubicBezTo>
                <a:cubicBezTo>
                  <a:pt x="583" y="38"/>
                  <a:pt x="866" y="0"/>
                  <a:pt x="988" y="25"/>
                </a:cubicBezTo>
                <a:cubicBezTo>
                  <a:pt x="1110" y="50"/>
                  <a:pt x="1198" y="132"/>
                  <a:pt x="1181" y="197"/>
                </a:cubicBezTo>
                <a:cubicBezTo>
                  <a:pt x="1164" y="262"/>
                  <a:pt x="1034" y="375"/>
                  <a:pt x="889" y="413"/>
                </a:cubicBezTo>
                <a:cubicBezTo>
                  <a:pt x="744" y="451"/>
                  <a:pt x="449" y="438"/>
                  <a:pt x="307" y="425"/>
                </a:cubicBezTo>
                <a:cubicBezTo>
                  <a:pt x="165" y="412"/>
                  <a:pt x="72" y="378"/>
                  <a:pt x="36" y="337"/>
                </a:cubicBezTo>
                <a:cubicBezTo>
                  <a:pt x="0" y="296"/>
                  <a:pt x="77" y="213"/>
                  <a:pt x="88" y="181"/>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20841" name="Freeform 6">
            <a:extLst>
              <a:ext uri="{FF2B5EF4-FFF2-40B4-BE49-F238E27FC236}">
                <a16:creationId xmlns:a16="http://schemas.microsoft.com/office/drawing/2014/main" id="{B4B4E9AA-2462-4953-BE2B-44BF65827753}"/>
              </a:ext>
            </a:extLst>
          </p:cNvPr>
          <p:cNvSpPr>
            <a:spLocks/>
          </p:cNvSpPr>
          <p:nvPr/>
        </p:nvSpPr>
        <p:spPr bwMode="auto">
          <a:xfrm>
            <a:off x="3632200" y="4908551"/>
            <a:ext cx="400050" cy="180975"/>
          </a:xfrm>
          <a:custGeom>
            <a:avLst/>
            <a:gdLst>
              <a:gd name="T0" fmla="*/ 0 w 252"/>
              <a:gd name="T1" fmla="*/ 2147483647 h 114"/>
              <a:gd name="T2" fmla="*/ 2147483647 w 252"/>
              <a:gd name="T3" fmla="*/ 0 h 114"/>
              <a:gd name="T4" fmla="*/ 0 60000 65536"/>
              <a:gd name="T5" fmla="*/ 0 60000 65536"/>
              <a:gd name="T6" fmla="*/ 0 w 252"/>
              <a:gd name="T7" fmla="*/ 0 h 114"/>
              <a:gd name="T8" fmla="*/ 252 w 252"/>
              <a:gd name="T9" fmla="*/ 114 h 114"/>
            </a:gdLst>
            <a:ahLst/>
            <a:cxnLst>
              <a:cxn ang="T4">
                <a:pos x="T0" y="T1"/>
              </a:cxn>
              <a:cxn ang="T5">
                <a:pos x="T2" y="T3"/>
              </a:cxn>
            </a:cxnLst>
            <a:rect l="T6" t="T7" r="T8" b="T9"/>
            <a:pathLst>
              <a:path w="252" h="114">
                <a:moveTo>
                  <a:pt x="0" y="114"/>
                </a:moveTo>
                <a:lnTo>
                  <a:pt x="252" y="0"/>
                </a:lnTo>
              </a:path>
            </a:pathLst>
          </a:custGeom>
          <a:noFill/>
          <a:ln w="12700">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20842" name="Text Box 7">
            <a:extLst>
              <a:ext uri="{FF2B5EF4-FFF2-40B4-BE49-F238E27FC236}">
                <a16:creationId xmlns:a16="http://schemas.microsoft.com/office/drawing/2014/main" id="{1DF663BE-13F8-49C9-B619-2551FB45F001}"/>
              </a:ext>
            </a:extLst>
          </p:cNvPr>
          <p:cNvSpPr txBox="1">
            <a:spLocks noChangeArrowheads="1"/>
          </p:cNvSpPr>
          <p:nvPr/>
        </p:nvSpPr>
        <p:spPr bwMode="auto">
          <a:xfrm>
            <a:off x="3576638" y="5129214"/>
            <a:ext cx="6651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2000"/>
              <a:t>AS3</a:t>
            </a:r>
            <a:endParaRPr lang="en-US" altLang="en-US"/>
          </a:p>
        </p:txBody>
      </p:sp>
      <p:sp>
        <p:nvSpPr>
          <p:cNvPr id="120843" name="Text Box 8">
            <a:extLst>
              <a:ext uri="{FF2B5EF4-FFF2-40B4-BE49-F238E27FC236}">
                <a16:creationId xmlns:a16="http://schemas.microsoft.com/office/drawing/2014/main" id="{2E61F3C9-1C21-4BCA-89E5-9EE24A0ACED2}"/>
              </a:ext>
            </a:extLst>
          </p:cNvPr>
          <p:cNvSpPr txBox="1">
            <a:spLocks noChangeArrowheads="1"/>
          </p:cNvSpPr>
          <p:nvPr/>
        </p:nvSpPr>
        <p:spPr bwMode="auto">
          <a:xfrm>
            <a:off x="7391400" y="5794376"/>
            <a:ext cx="6159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AS2</a:t>
            </a:r>
          </a:p>
        </p:txBody>
      </p:sp>
      <p:sp>
        <p:nvSpPr>
          <p:cNvPr id="120844" name="Line 9">
            <a:extLst>
              <a:ext uri="{FF2B5EF4-FFF2-40B4-BE49-F238E27FC236}">
                <a16:creationId xmlns:a16="http://schemas.microsoft.com/office/drawing/2014/main" id="{DC784258-6272-416B-BA67-AFC65898B426}"/>
              </a:ext>
            </a:extLst>
          </p:cNvPr>
          <p:cNvSpPr>
            <a:spLocks noChangeShapeType="1"/>
          </p:cNvSpPr>
          <p:nvPr/>
        </p:nvSpPr>
        <p:spPr bwMode="auto">
          <a:xfrm flipV="1">
            <a:off x="7270751" y="5278439"/>
            <a:ext cx="434975" cy="192087"/>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20845" name="Line 10">
            <a:extLst>
              <a:ext uri="{FF2B5EF4-FFF2-40B4-BE49-F238E27FC236}">
                <a16:creationId xmlns:a16="http://schemas.microsoft.com/office/drawing/2014/main" id="{B6F21C17-9DC0-4209-8E50-14B470D6D798}"/>
              </a:ext>
            </a:extLst>
          </p:cNvPr>
          <p:cNvSpPr>
            <a:spLocks noChangeShapeType="1"/>
          </p:cNvSpPr>
          <p:nvPr/>
        </p:nvSpPr>
        <p:spPr bwMode="auto">
          <a:xfrm flipH="1" flipV="1">
            <a:off x="3848100" y="4641851"/>
            <a:ext cx="241300" cy="174625"/>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20846" name="Line 11">
            <a:extLst>
              <a:ext uri="{FF2B5EF4-FFF2-40B4-BE49-F238E27FC236}">
                <a16:creationId xmlns:a16="http://schemas.microsoft.com/office/drawing/2014/main" id="{4DBD2EA2-9DA5-4150-8B48-BB96BA84B404}"/>
              </a:ext>
            </a:extLst>
          </p:cNvPr>
          <p:cNvSpPr>
            <a:spLocks noChangeShapeType="1"/>
          </p:cNvSpPr>
          <p:nvPr/>
        </p:nvSpPr>
        <p:spPr bwMode="auto">
          <a:xfrm flipH="1">
            <a:off x="3406775" y="4635500"/>
            <a:ext cx="147638" cy="376238"/>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20847" name="Group 12">
            <a:extLst>
              <a:ext uri="{FF2B5EF4-FFF2-40B4-BE49-F238E27FC236}">
                <a16:creationId xmlns:a16="http://schemas.microsoft.com/office/drawing/2014/main" id="{671A9BEC-C9A5-42DB-ADEF-BC72AE0FA113}"/>
              </a:ext>
            </a:extLst>
          </p:cNvPr>
          <p:cNvGrpSpPr>
            <a:grpSpLocks/>
          </p:cNvGrpSpPr>
          <p:nvPr/>
        </p:nvGrpSpPr>
        <p:grpSpPr bwMode="auto">
          <a:xfrm>
            <a:off x="3143250" y="4903789"/>
            <a:ext cx="501650" cy="396875"/>
            <a:chOff x="873" y="3243"/>
            <a:chExt cx="316" cy="250"/>
          </a:xfrm>
        </p:grpSpPr>
        <p:sp>
          <p:nvSpPr>
            <p:cNvPr id="120939" name="Oval 13">
              <a:extLst>
                <a:ext uri="{FF2B5EF4-FFF2-40B4-BE49-F238E27FC236}">
                  <a16:creationId xmlns:a16="http://schemas.microsoft.com/office/drawing/2014/main" id="{186C8822-1E24-424F-A381-BF6C7266B56A}"/>
                </a:ext>
              </a:extLst>
            </p:cNvPr>
            <p:cNvSpPr>
              <a:spLocks noChangeArrowheads="1"/>
            </p:cNvSpPr>
            <p:nvPr/>
          </p:nvSpPr>
          <p:spPr bwMode="auto">
            <a:xfrm>
              <a:off x="876" y="3361"/>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20940" name="Line 14">
              <a:extLst>
                <a:ext uri="{FF2B5EF4-FFF2-40B4-BE49-F238E27FC236}">
                  <a16:creationId xmlns:a16="http://schemas.microsoft.com/office/drawing/2014/main" id="{DB29093D-4666-485A-A181-97B3ED26E93F}"/>
                </a:ext>
              </a:extLst>
            </p:cNvPr>
            <p:cNvSpPr>
              <a:spLocks noChangeShapeType="1"/>
            </p:cNvSpPr>
            <p:nvPr/>
          </p:nvSpPr>
          <p:spPr bwMode="auto">
            <a:xfrm>
              <a:off x="876" y="3354"/>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0941" name="Line 15">
              <a:extLst>
                <a:ext uri="{FF2B5EF4-FFF2-40B4-BE49-F238E27FC236}">
                  <a16:creationId xmlns:a16="http://schemas.microsoft.com/office/drawing/2014/main" id="{86E34EE5-1CCD-4BBA-A39F-21099C8D0B25}"/>
                </a:ext>
              </a:extLst>
            </p:cNvPr>
            <p:cNvSpPr>
              <a:spLocks noChangeShapeType="1"/>
            </p:cNvSpPr>
            <p:nvPr/>
          </p:nvSpPr>
          <p:spPr bwMode="auto">
            <a:xfrm>
              <a:off x="1189" y="3354"/>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0942" name="Rectangle 16">
              <a:extLst>
                <a:ext uri="{FF2B5EF4-FFF2-40B4-BE49-F238E27FC236}">
                  <a16:creationId xmlns:a16="http://schemas.microsoft.com/office/drawing/2014/main" id="{3ED86712-2015-416A-A43F-4C9D6EB31BB1}"/>
                </a:ext>
              </a:extLst>
            </p:cNvPr>
            <p:cNvSpPr>
              <a:spLocks noChangeArrowheads="1"/>
            </p:cNvSpPr>
            <p:nvPr/>
          </p:nvSpPr>
          <p:spPr bwMode="auto">
            <a:xfrm>
              <a:off x="876" y="3354"/>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120943" name="Oval 17">
              <a:extLst>
                <a:ext uri="{FF2B5EF4-FFF2-40B4-BE49-F238E27FC236}">
                  <a16:creationId xmlns:a16="http://schemas.microsoft.com/office/drawing/2014/main" id="{3BF0D1A5-6BB5-4FEA-92F5-419FCF2A3087}"/>
                </a:ext>
              </a:extLst>
            </p:cNvPr>
            <p:cNvSpPr>
              <a:spLocks noChangeArrowheads="1"/>
            </p:cNvSpPr>
            <p:nvPr/>
          </p:nvSpPr>
          <p:spPr bwMode="auto">
            <a:xfrm>
              <a:off x="873" y="3295"/>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20944" name="Rectangle 18">
              <a:extLst>
                <a:ext uri="{FF2B5EF4-FFF2-40B4-BE49-F238E27FC236}">
                  <a16:creationId xmlns:a16="http://schemas.microsoft.com/office/drawing/2014/main" id="{10C7FDEB-39ED-4D49-9FD3-8B136402D722}"/>
                </a:ext>
              </a:extLst>
            </p:cNvPr>
            <p:cNvSpPr>
              <a:spLocks noChangeArrowheads="1"/>
            </p:cNvSpPr>
            <p:nvPr/>
          </p:nvSpPr>
          <p:spPr bwMode="auto">
            <a:xfrm>
              <a:off x="960" y="3308"/>
              <a:ext cx="141" cy="124"/>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20945" name="Text Box 19">
              <a:extLst>
                <a:ext uri="{FF2B5EF4-FFF2-40B4-BE49-F238E27FC236}">
                  <a16:creationId xmlns:a16="http://schemas.microsoft.com/office/drawing/2014/main" id="{3EEAD485-47EA-4635-9A2A-D0FED3B00DFD}"/>
                </a:ext>
              </a:extLst>
            </p:cNvPr>
            <p:cNvSpPr txBox="1">
              <a:spLocks noChangeArrowheads="1"/>
            </p:cNvSpPr>
            <p:nvPr/>
          </p:nvSpPr>
          <p:spPr bwMode="auto">
            <a:xfrm>
              <a:off x="887" y="3243"/>
              <a:ext cx="29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3b</a:t>
              </a:r>
              <a:endParaRPr lang="en-US" altLang="en-US" sz="2400"/>
            </a:p>
          </p:txBody>
        </p:sp>
      </p:grpSp>
      <p:grpSp>
        <p:nvGrpSpPr>
          <p:cNvPr id="120848" name="Group 20">
            <a:extLst>
              <a:ext uri="{FF2B5EF4-FFF2-40B4-BE49-F238E27FC236}">
                <a16:creationId xmlns:a16="http://schemas.microsoft.com/office/drawing/2014/main" id="{5DECDCD3-881A-4DF6-940D-9532DB945EFC}"/>
              </a:ext>
            </a:extLst>
          </p:cNvPr>
          <p:cNvGrpSpPr>
            <a:grpSpLocks/>
          </p:cNvGrpSpPr>
          <p:nvPr/>
        </p:nvGrpSpPr>
        <p:grpSpPr bwMode="auto">
          <a:xfrm>
            <a:off x="3990975" y="4702176"/>
            <a:ext cx="501650" cy="396875"/>
            <a:chOff x="1434" y="3104"/>
            <a:chExt cx="316" cy="250"/>
          </a:xfrm>
        </p:grpSpPr>
        <p:grpSp>
          <p:nvGrpSpPr>
            <p:cNvPr id="120931" name="Group 21">
              <a:extLst>
                <a:ext uri="{FF2B5EF4-FFF2-40B4-BE49-F238E27FC236}">
                  <a16:creationId xmlns:a16="http://schemas.microsoft.com/office/drawing/2014/main" id="{E664264F-9294-4852-9215-A41CC05E434C}"/>
                </a:ext>
              </a:extLst>
            </p:cNvPr>
            <p:cNvGrpSpPr>
              <a:grpSpLocks/>
            </p:cNvGrpSpPr>
            <p:nvPr/>
          </p:nvGrpSpPr>
          <p:grpSpPr bwMode="auto">
            <a:xfrm>
              <a:off x="1434" y="3163"/>
              <a:ext cx="316" cy="147"/>
              <a:chOff x="1434" y="3163"/>
              <a:chExt cx="316" cy="147"/>
            </a:xfrm>
          </p:grpSpPr>
          <p:sp>
            <p:nvSpPr>
              <p:cNvPr id="120933" name="Oval 22">
                <a:extLst>
                  <a:ext uri="{FF2B5EF4-FFF2-40B4-BE49-F238E27FC236}">
                    <a16:creationId xmlns:a16="http://schemas.microsoft.com/office/drawing/2014/main" id="{4FDDA6B8-2574-4794-A46F-43C2986101DA}"/>
                  </a:ext>
                </a:extLst>
              </p:cNvPr>
              <p:cNvSpPr>
                <a:spLocks noChangeArrowheads="1"/>
              </p:cNvSpPr>
              <p:nvPr/>
            </p:nvSpPr>
            <p:spPr bwMode="auto">
              <a:xfrm>
                <a:off x="1437" y="3229"/>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20934" name="Line 23">
                <a:extLst>
                  <a:ext uri="{FF2B5EF4-FFF2-40B4-BE49-F238E27FC236}">
                    <a16:creationId xmlns:a16="http://schemas.microsoft.com/office/drawing/2014/main" id="{4CA2D2A6-B772-48B3-917F-4C67445ACD7E}"/>
                  </a:ext>
                </a:extLst>
              </p:cNvPr>
              <p:cNvSpPr>
                <a:spLocks noChangeShapeType="1"/>
              </p:cNvSpPr>
              <p:nvPr/>
            </p:nvSpPr>
            <p:spPr bwMode="auto">
              <a:xfrm>
                <a:off x="1437" y="3222"/>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0935" name="Line 24">
                <a:extLst>
                  <a:ext uri="{FF2B5EF4-FFF2-40B4-BE49-F238E27FC236}">
                    <a16:creationId xmlns:a16="http://schemas.microsoft.com/office/drawing/2014/main" id="{47A884B8-BB81-48E8-AA0A-69F596211B14}"/>
                  </a:ext>
                </a:extLst>
              </p:cNvPr>
              <p:cNvSpPr>
                <a:spLocks noChangeShapeType="1"/>
              </p:cNvSpPr>
              <p:nvPr/>
            </p:nvSpPr>
            <p:spPr bwMode="auto">
              <a:xfrm>
                <a:off x="1750" y="3222"/>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0936" name="Rectangle 25">
                <a:extLst>
                  <a:ext uri="{FF2B5EF4-FFF2-40B4-BE49-F238E27FC236}">
                    <a16:creationId xmlns:a16="http://schemas.microsoft.com/office/drawing/2014/main" id="{3CF455BC-773D-4FFF-81EE-AEDE10769943}"/>
                  </a:ext>
                </a:extLst>
              </p:cNvPr>
              <p:cNvSpPr>
                <a:spLocks noChangeArrowheads="1"/>
              </p:cNvSpPr>
              <p:nvPr/>
            </p:nvSpPr>
            <p:spPr bwMode="auto">
              <a:xfrm>
                <a:off x="1437" y="3222"/>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120937" name="Oval 26">
                <a:extLst>
                  <a:ext uri="{FF2B5EF4-FFF2-40B4-BE49-F238E27FC236}">
                    <a16:creationId xmlns:a16="http://schemas.microsoft.com/office/drawing/2014/main" id="{486E443D-8C5E-4902-A718-40A02B92678F}"/>
                  </a:ext>
                </a:extLst>
              </p:cNvPr>
              <p:cNvSpPr>
                <a:spLocks noChangeArrowheads="1"/>
              </p:cNvSpPr>
              <p:nvPr/>
            </p:nvSpPr>
            <p:spPr bwMode="auto">
              <a:xfrm>
                <a:off x="1434" y="3163"/>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20938" name="Rectangle 27">
                <a:extLst>
                  <a:ext uri="{FF2B5EF4-FFF2-40B4-BE49-F238E27FC236}">
                    <a16:creationId xmlns:a16="http://schemas.microsoft.com/office/drawing/2014/main" id="{6EFE23B4-3E5F-4F39-A79F-3647A208E9CE}"/>
                  </a:ext>
                </a:extLst>
              </p:cNvPr>
              <p:cNvSpPr>
                <a:spLocks noChangeArrowheads="1"/>
              </p:cNvSpPr>
              <p:nvPr/>
            </p:nvSpPr>
            <p:spPr bwMode="auto">
              <a:xfrm>
                <a:off x="1521" y="3176"/>
                <a:ext cx="142" cy="110"/>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sp>
          <p:nvSpPr>
            <p:cNvPr id="120932" name="Text Box 28">
              <a:extLst>
                <a:ext uri="{FF2B5EF4-FFF2-40B4-BE49-F238E27FC236}">
                  <a16:creationId xmlns:a16="http://schemas.microsoft.com/office/drawing/2014/main" id="{79C5E42B-59A5-4A85-9533-7F83662F220A}"/>
                </a:ext>
              </a:extLst>
            </p:cNvPr>
            <p:cNvSpPr txBox="1">
              <a:spLocks noChangeArrowheads="1"/>
            </p:cNvSpPr>
            <p:nvPr/>
          </p:nvSpPr>
          <p:spPr bwMode="auto">
            <a:xfrm>
              <a:off x="1448" y="3104"/>
              <a:ext cx="29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3a</a:t>
              </a:r>
              <a:endParaRPr lang="en-US" altLang="en-US" sz="2400"/>
            </a:p>
          </p:txBody>
        </p:sp>
      </p:grpSp>
      <p:sp>
        <p:nvSpPr>
          <p:cNvPr id="120849" name="Freeform 29">
            <a:extLst>
              <a:ext uri="{FF2B5EF4-FFF2-40B4-BE49-F238E27FC236}">
                <a16:creationId xmlns:a16="http://schemas.microsoft.com/office/drawing/2014/main" id="{031E10E2-C855-4CDB-8930-DD2A899D1A4D}"/>
              </a:ext>
            </a:extLst>
          </p:cNvPr>
          <p:cNvSpPr>
            <a:spLocks/>
          </p:cNvSpPr>
          <p:nvPr/>
        </p:nvSpPr>
        <p:spPr bwMode="auto">
          <a:xfrm>
            <a:off x="4019550" y="5227638"/>
            <a:ext cx="2660650" cy="1122362"/>
          </a:xfrm>
          <a:custGeom>
            <a:avLst/>
            <a:gdLst>
              <a:gd name="T0" fmla="*/ 2147483647 w 1583"/>
              <a:gd name="T1" fmla="*/ 2147483647 h 682"/>
              <a:gd name="T2" fmla="*/ 2147483647 w 1583"/>
              <a:gd name="T3" fmla="*/ 2147483647 h 682"/>
              <a:gd name="T4" fmla="*/ 2147483647 w 1583"/>
              <a:gd name="T5" fmla="*/ 2147483647 h 682"/>
              <a:gd name="T6" fmla="*/ 2147483647 w 1583"/>
              <a:gd name="T7" fmla="*/ 2147483647 h 682"/>
              <a:gd name="T8" fmla="*/ 2147483647 w 1583"/>
              <a:gd name="T9" fmla="*/ 2147483647 h 682"/>
              <a:gd name="T10" fmla="*/ 2147483647 w 1583"/>
              <a:gd name="T11" fmla="*/ 2147483647 h 682"/>
              <a:gd name="T12" fmla="*/ 2147483647 w 1583"/>
              <a:gd name="T13" fmla="*/ 2147483647 h 682"/>
              <a:gd name="T14" fmla="*/ 2147483647 w 1583"/>
              <a:gd name="T15" fmla="*/ 2147483647 h 682"/>
              <a:gd name="T16" fmla="*/ 2147483647 w 1583"/>
              <a:gd name="T17" fmla="*/ 2147483647 h 68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83"/>
              <a:gd name="T28" fmla="*/ 0 h 682"/>
              <a:gd name="T29" fmla="*/ 1583 w 1583"/>
              <a:gd name="T30" fmla="*/ 682 h 68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83" h="682">
                <a:moveTo>
                  <a:pt x="155" y="224"/>
                </a:moveTo>
                <a:cubicBezTo>
                  <a:pt x="208" y="137"/>
                  <a:pt x="302" y="108"/>
                  <a:pt x="407" y="74"/>
                </a:cubicBezTo>
                <a:cubicBezTo>
                  <a:pt x="512" y="40"/>
                  <a:pt x="660" y="0"/>
                  <a:pt x="785" y="20"/>
                </a:cubicBezTo>
                <a:cubicBezTo>
                  <a:pt x="910" y="40"/>
                  <a:pt x="1027" y="126"/>
                  <a:pt x="1157" y="194"/>
                </a:cubicBezTo>
                <a:cubicBezTo>
                  <a:pt x="1287" y="262"/>
                  <a:pt x="1545" y="353"/>
                  <a:pt x="1564" y="428"/>
                </a:cubicBezTo>
                <a:cubicBezTo>
                  <a:pt x="1583" y="503"/>
                  <a:pt x="1417" y="606"/>
                  <a:pt x="1272" y="644"/>
                </a:cubicBezTo>
                <a:cubicBezTo>
                  <a:pt x="1127" y="682"/>
                  <a:pt x="887" y="664"/>
                  <a:pt x="690" y="656"/>
                </a:cubicBezTo>
                <a:cubicBezTo>
                  <a:pt x="493" y="648"/>
                  <a:pt x="178" y="668"/>
                  <a:pt x="89" y="596"/>
                </a:cubicBezTo>
                <a:cubicBezTo>
                  <a:pt x="0" y="524"/>
                  <a:pt x="102" y="311"/>
                  <a:pt x="155" y="224"/>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20850" name="Text Box 30">
            <a:extLst>
              <a:ext uri="{FF2B5EF4-FFF2-40B4-BE49-F238E27FC236}">
                <a16:creationId xmlns:a16="http://schemas.microsoft.com/office/drawing/2014/main" id="{AC0E34F7-6CA8-4966-8617-4CC3B1A4C0EF}"/>
              </a:ext>
            </a:extLst>
          </p:cNvPr>
          <p:cNvSpPr txBox="1">
            <a:spLocks noChangeArrowheads="1"/>
          </p:cNvSpPr>
          <p:nvPr/>
        </p:nvSpPr>
        <p:spPr bwMode="auto">
          <a:xfrm>
            <a:off x="4252913" y="5911851"/>
            <a:ext cx="6651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2000"/>
              <a:t>AS1</a:t>
            </a:r>
            <a:endParaRPr lang="en-US" altLang="en-US"/>
          </a:p>
        </p:txBody>
      </p:sp>
      <p:sp>
        <p:nvSpPr>
          <p:cNvPr id="120851" name="Line 31">
            <a:extLst>
              <a:ext uri="{FF2B5EF4-FFF2-40B4-BE49-F238E27FC236}">
                <a16:creationId xmlns:a16="http://schemas.microsoft.com/office/drawing/2014/main" id="{215FF0F5-BB80-49D7-A7C4-6A3FE0571DC2}"/>
              </a:ext>
            </a:extLst>
          </p:cNvPr>
          <p:cNvSpPr>
            <a:spLocks noChangeShapeType="1"/>
          </p:cNvSpPr>
          <p:nvPr/>
        </p:nvSpPr>
        <p:spPr bwMode="auto">
          <a:xfrm flipH="1">
            <a:off x="4911725" y="5507039"/>
            <a:ext cx="147638" cy="161925"/>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20852" name="Line 32">
            <a:extLst>
              <a:ext uri="{FF2B5EF4-FFF2-40B4-BE49-F238E27FC236}">
                <a16:creationId xmlns:a16="http://schemas.microsoft.com/office/drawing/2014/main" id="{4CC76536-A368-4271-B05F-C4CA8094395B}"/>
              </a:ext>
            </a:extLst>
          </p:cNvPr>
          <p:cNvSpPr>
            <a:spLocks noChangeShapeType="1"/>
          </p:cNvSpPr>
          <p:nvPr/>
        </p:nvSpPr>
        <p:spPr bwMode="auto">
          <a:xfrm>
            <a:off x="5314951" y="5541964"/>
            <a:ext cx="4763" cy="452437"/>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20853" name="Line 33">
            <a:extLst>
              <a:ext uri="{FF2B5EF4-FFF2-40B4-BE49-F238E27FC236}">
                <a16:creationId xmlns:a16="http://schemas.microsoft.com/office/drawing/2014/main" id="{6B82025A-45D5-4070-8A9E-DD6F846804AC}"/>
              </a:ext>
            </a:extLst>
          </p:cNvPr>
          <p:cNvSpPr>
            <a:spLocks noChangeShapeType="1"/>
          </p:cNvSpPr>
          <p:nvPr/>
        </p:nvSpPr>
        <p:spPr bwMode="auto">
          <a:xfrm>
            <a:off x="5476875" y="5494338"/>
            <a:ext cx="496888" cy="334962"/>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20854" name="Line 34">
            <a:extLst>
              <a:ext uri="{FF2B5EF4-FFF2-40B4-BE49-F238E27FC236}">
                <a16:creationId xmlns:a16="http://schemas.microsoft.com/office/drawing/2014/main" id="{3EB0E0DD-517B-4446-AE54-B4FFCE797CDD}"/>
              </a:ext>
            </a:extLst>
          </p:cNvPr>
          <p:cNvSpPr>
            <a:spLocks noChangeShapeType="1"/>
          </p:cNvSpPr>
          <p:nvPr/>
        </p:nvSpPr>
        <p:spPr bwMode="auto">
          <a:xfrm flipH="1">
            <a:off x="5578475" y="5951538"/>
            <a:ext cx="376238" cy="12065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20855" name="Line 35">
            <a:extLst>
              <a:ext uri="{FF2B5EF4-FFF2-40B4-BE49-F238E27FC236}">
                <a16:creationId xmlns:a16="http://schemas.microsoft.com/office/drawing/2014/main" id="{6840DC92-F479-4698-AA48-419B2D9D5162}"/>
              </a:ext>
            </a:extLst>
          </p:cNvPr>
          <p:cNvSpPr>
            <a:spLocks noChangeShapeType="1"/>
          </p:cNvSpPr>
          <p:nvPr/>
        </p:nvSpPr>
        <p:spPr bwMode="auto">
          <a:xfrm flipH="1" flipV="1">
            <a:off x="5019675" y="5775326"/>
            <a:ext cx="901700" cy="80963"/>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20856" name="Line 36">
            <a:extLst>
              <a:ext uri="{FF2B5EF4-FFF2-40B4-BE49-F238E27FC236}">
                <a16:creationId xmlns:a16="http://schemas.microsoft.com/office/drawing/2014/main" id="{075C414E-7606-4B08-B340-CD3B9A7A8A74}"/>
              </a:ext>
            </a:extLst>
          </p:cNvPr>
          <p:cNvSpPr>
            <a:spLocks noChangeShapeType="1"/>
          </p:cNvSpPr>
          <p:nvPr/>
        </p:nvSpPr>
        <p:spPr bwMode="auto">
          <a:xfrm>
            <a:off x="4926013" y="5856289"/>
            <a:ext cx="201612" cy="134937"/>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20857" name="Group 37">
            <a:extLst>
              <a:ext uri="{FF2B5EF4-FFF2-40B4-BE49-F238E27FC236}">
                <a16:creationId xmlns:a16="http://schemas.microsoft.com/office/drawing/2014/main" id="{90DE3543-3829-4FDB-B267-306746BFFBA7}"/>
              </a:ext>
            </a:extLst>
          </p:cNvPr>
          <p:cNvGrpSpPr>
            <a:grpSpLocks/>
          </p:cNvGrpSpPr>
          <p:nvPr/>
        </p:nvGrpSpPr>
        <p:grpSpPr bwMode="auto">
          <a:xfrm>
            <a:off x="5019675" y="5227639"/>
            <a:ext cx="501650" cy="396875"/>
            <a:chOff x="2055" y="3447"/>
            <a:chExt cx="316" cy="250"/>
          </a:xfrm>
        </p:grpSpPr>
        <p:sp>
          <p:nvSpPr>
            <p:cNvPr id="120923" name="Oval 38">
              <a:extLst>
                <a:ext uri="{FF2B5EF4-FFF2-40B4-BE49-F238E27FC236}">
                  <a16:creationId xmlns:a16="http://schemas.microsoft.com/office/drawing/2014/main" id="{422DDFF0-F721-4B08-9281-B39EFA14995E}"/>
                </a:ext>
              </a:extLst>
            </p:cNvPr>
            <p:cNvSpPr>
              <a:spLocks noChangeArrowheads="1"/>
            </p:cNvSpPr>
            <p:nvPr/>
          </p:nvSpPr>
          <p:spPr bwMode="auto">
            <a:xfrm>
              <a:off x="2058" y="3571"/>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20924" name="Line 39">
              <a:extLst>
                <a:ext uri="{FF2B5EF4-FFF2-40B4-BE49-F238E27FC236}">
                  <a16:creationId xmlns:a16="http://schemas.microsoft.com/office/drawing/2014/main" id="{0C4480CA-A117-442A-A3A8-BCC3FC8532BB}"/>
                </a:ext>
              </a:extLst>
            </p:cNvPr>
            <p:cNvSpPr>
              <a:spLocks noChangeShapeType="1"/>
            </p:cNvSpPr>
            <p:nvPr/>
          </p:nvSpPr>
          <p:spPr bwMode="auto">
            <a:xfrm>
              <a:off x="2058" y="3564"/>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0925" name="Line 40">
              <a:extLst>
                <a:ext uri="{FF2B5EF4-FFF2-40B4-BE49-F238E27FC236}">
                  <a16:creationId xmlns:a16="http://schemas.microsoft.com/office/drawing/2014/main" id="{A1968D95-5570-4B9C-BBAC-CA4DD3E4C7F8}"/>
                </a:ext>
              </a:extLst>
            </p:cNvPr>
            <p:cNvSpPr>
              <a:spLocks noChangeShapeType="1"/>
            </p:cNvSpPr>
            <p:nvPr/>
          </p:nvSpPr>
          <p:spPr bwMode="auto">
            <a:xfrm>
              <a:off x="2371" y="3564"/>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0926" name="Rectangle 41">
              <a:extLst>
                <a:ext uri="{FF2B5EF4-FFF2-40B4-BE49-F238E27FC236}">
                  <a16:creationId xmlns:a16="http://schemas.microsoft.com/office/drawing/2014/main" id="{D8DDFB3A-6A53-474A-8CFF-F80C3FB03208}"/>
                </a:ext>
              </a:extLst>
            </p:cNvPr>
            <p:cNvSpPr>
              <a:spLocks noChangeArrowheads="1"/>
            </p:cNvSpPr>
            <p:nvPr/>
          </p:nvSpPr>
          <p:spPr bwMode="auto">
            <a:xfrm>
              <a:off x="2058" y="3564"/>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120927" name="Oval 42">
              <a:extLst>
                <a:ext uri="{FF2B5EF4-FFF2-40B4-BE49-F238E27FC236}">
                  <a16:creationId xmlns:a16="http://schemas.microsoft.com/office/drawing/2014/main" id="{19E2EA3C-232A-4525-B201-9E261FD34115}"/>
                </a:ext>
              </a:extLst>
            </p:cNvPr>
            <p:cNvSpPr>
              <a:spLocks noChangeArrowheads="1"/>
            </p:cNvSpPr>
            <p:nvPr/>
          </p:nvSpPr>
          <p:spPr bwMode="auto">
            <a:xfrm>
              <a:off x="2055" y="3505"/>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nvGrpSpPr>
            <p:cNvPr id="120928" name="Group 43">
              <a:extLst>
                <a:ext uri="{FF2B5EF4-FFF2-40B4-BE49-F238E27FC236}">
                  <a16:creationId xmlns:a16="http://schemas.microsoft.com/office/drawing/2014/main" id="{D4C3424B-F6DF-4AE2-B628-CB7DF15E2F97}"/>
                </a:ext>
              </a:extLst>
            </p:cNvPr>
            <p:cNvGrpSpPr>
              <a:grpSpLocks/>
            </p:cNvGrpSpPr>
            <p:nvPr/>
          </p:nvGrpSpPr>
          <p:grpSpPr bwMode="auto">
            <a:xfrm>
              <a:off x="2072" y="3447"/>
              <a:ext cx="285" cy="250"/>
              <a:chOff x="2912" y="2425"/>
              <a:chExt cx="292" cy="250"/>
            </a:xfrm>
          </p:grpSpPr>
          <p:sp>
            <p:nvSpPr>
              <p:cNvPr id="120929" name="Rectangle 44">
                <a:extLst>
                  <a:ext uri="{FF2B5EF4-FFF2-40B4-BE49-F238E27FC236}">
                    <a16:creationId xmlns:a16="http://schemas.microsoft.com/office/drawing/2014/main" id="{F047C40A-12BF-46DA-A6FE-1FED3EF60973}"/>
                  </a:ext>
                </a:extLst>
              </p:cNvPr>
              <p:cNvSpPr>
                <a:spLocks noChangeArrowheads="1"/>
              </p:cNvSpPr>
              <p:nvPr/>
            </p:nvSpPr>
            <p:spPr bwMode="auto">
              <a:xfrm>
                <a:off x="2982" y="2490"/>
                <a:ext cx="144"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20930" name="Text Box 45">
                <a:extLst>
                  <a:ext uri="{FF2B5EF4-FFF2-40B4-BE49-F238E27FC236}">
                    <a16:creationId xmlns:a16="http://schemas.microsoft.com/office/drawing/2014/main" id="{D9F4B644-BB64-4738-A67B-0369AF489052}"/>
                  </a:ext>
                </a:extLst>
              </p:cNvPr>
              <p:cNvSpPr txBox="1">
                <a:spLocks noChangeArrowheads="1"/>
              </p:cNvSpPr>
              <p:nvPr/>
            </p:nvSpPr>
            <p:spPr bwMode="auto">
              <a:xfrm>
                <a:off x="2912" y="2425"/>
                <a:ext cx="29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1c</a:t>
                </a:r>
              </a:p>
            </p:txBody>
          </p:sp>
        </p:grpSp>
      </p:grpSp>
      <p:grpSp>
        <p:nvGrpSpPr>
          <p:cNvPr id="120858" name="Group 46">
            <a:extLst>
              <a:ext uri="{FF2B5EF4-FFF2-40B4-BE49-F238E27FC236}">
                <a16:creationId xmlns:a16="http://schemas.microsoft.com/office/drawing/2014/main" id="{37CD1D05-2965-4423-88FF-E4F7F00962AA}"/>
              </a:ext>
            </a:extLst>
          </p:cNvPr>
          <p:cNvGrpSpPr>
            <a:grpSpLocks/>
          </p:cNvGrpSpPr>
          <p:nvPr/>
        </p:nvGrpSpPr>
        <p:grpSpPr bwMode="auto">
          <a:xfrm>
            <a:off x="4533900" y="5567364"/>
            <a:ext cx="501650" cy="396875"/>
            <a:chOff x="1749" y="3661"/>
            <a:chExt cx="316" cy="250"/>
          </a:xfrm>
        </p:grpSpPr>
        <p:sp>
          <p:nvSpPr>
            <p:cNvPr id="120916" name="Oval 47">
              <a:extLst>
                <a:ext uri="{FF2B5EF4-FFF2-40B4-BE49-F238E27FC236}">
                  <a16:creationId xmlns:a16="http://schemas.microsoft.com/office/drawing/2014/main" id="{0BE67C28-E9BE-4DEE-A3E7-0355FF14643A}"/>
                </a:ext>
              </a:extLst>
            </p:cNvPr>
            <p:cNvSpPr>
              <a:spLocks noChangeArrowheads="1"/>
            </p:cNvSpPr>
            <p:nvPr/>
          </p:nvSpPr>
          <p:spPr bwMode="auto">
            <a:xfrm>
              <a:off x="1752" y="3781"/>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20917" name="Line 48">
              <a:extLst>
                <a:ext uri="{FF2B5EF4-FFF2-40B4-BE49-F238E27FC236}">
                  <a16:creationId xmlns:a16="http://schemas.microsoft.com/office/drawing/2014/main" id="{C813D660-6BA8-41DF-BD94-A729218A63E1}"/>
                </a:ext>
              </a:extLst>
            </p:cNvPr>
            <p:cNvSpPr>
              <a:spLocks noChangeShapeType="1"/>
            </p:cNvSpPr>
            <p:nvPr/>
          </p:nvSpPr>
          <p:spPr bwMode="auto">
            <a:xfrm>
              <a:off x="1752" y="3774"/>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0918" name="Line 49">
              <a:extLst>
                <a:ext uri="{FF2B5EF4-FFF2-40B4-BE49-F238E27FC236}">
                  <a16:creationId xmlns:a16="http://schemas.microsoft.com/office/drawing/2014/main" id="{B321DB49-8600-4FFA-BEA8-43FF6D20C824}"/>
                </a:ext>
              </a:extLst>
            </p:cNvPr>
            <p:cNvSpPr>
              <a:spLocks noChangeShapeType="1"/>
            </p:cNvSpPr>
            <p:nvPr/>
          </p:nvSpPr>
          <p:spPr bwMode="auto">
            <a:xfrm>
              <a:off x="2065" y="3774"/>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0919" name="Rectangle 50">
              <a:extLst>
                <a:ext uri="{FF2B5EF4-FFF2-40B4-BE49-F238E27FC236}">
                  <a16:creationId xmlns:a16="http://schemas.microsoft.com/office/drawing/2014/main" id="{F17AA59B-A924-446E-820A-CFF2859D7439}"/>
                </a:ext>
              </a:extLst>
            </p:cNvPr>
            <p:cNvSpPr>
              <a:spLocks noChangeArrowheads="1"/>
            </p:cNvSpPr>
            <p:nvPr/>
          </p:nvSpPr>
          <p:spPr bwMode="auto">
            <a:xfrm>
              <a:off x="1752" y="3774"/>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120920" name="Oval 51">
              <a:extLst>
                <a:ext uri="{FF2B5EF4-FFF2-40B4-BE49-F238E27FC236}">
                  <a16:creationId xmlns:a16="http://schemas.microsoft.com/office/drawing/2014/main" id="{E4FDF6F9-5186-4987-B5E4-4F49E5F8329F}"/>
                </a:ext>
              </a:extLst>
            </p:cNvPr>
            <p:cNvSpPr>
              <a:spLocks noChangeArrowheads="1"/>
            </p:cNvSpPr>
            <p:nvPr/>
          </p:nvSpPr>
          <p:spPr bwMode="auto">
            <a:xfrm>
              <a:off x="1749" y="3719"/>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20921" name="Rectangle 52">
              <a:extLst>
                <a:ext uri="{FF2B5EF4-FFF2-40B4-BE49-F238E27FC236}">
                  <a16:creationId xmlns:a16="http://schemas.microsoft.com/office/drawing/2014/main" id="{E21C65AA-CC5E-4510-943C-B88299A75D09}"/>
                </a:ext>
              </a:extLst>
            </p:cNvPr>
            <p:cNvSpPr>
              <a:spLocks noChangeArrowheads="1"/>
            </p:cNvSpPr>
            <p:nvPr/>
          </p:nvSpPr>
          <p:spPr bwMode="auto">
            <a:xfrm>
              <a:off x="1834" y="3746"/>
              <a:ext cx="142" cy="96"/>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20922" name="Text Box 53">
              <a:extLst>
                <a:ext uri="{FF2B5EF4-FFF2-40B4-BE49-F238E27FC236}">
                  <a16:creationId xmlns:a16="http://schemas.microsoft.com/office/drawing/2014/main" id="{5153E281-1634-4A39-AFA5-591C8605FBA5}"/>
                </a:ext>
              </a:extLst>
            </p:cNvPr>
            <p:cNvSpPr txBox="1">
              <a:spLocks noChangeArrowheads="1"/>
            </p:cNvSpPr>
            <p:nvPr/>
          </p:nvSpPr>
          <p:spPr bwMode="auto">
            <a:xfrm>
              <a:off x="1765" y="3661"/>
              <a:ext cx="29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1a</a:t>
              </a:r>
              <a:endParaRPr lang="en-US" altLang="en-US" sz="2400"/>
            </a:p>
          </p:txBody>
        </p:sp>
      </p:grpSp>
      <p:grpSp>
        <p:nvGrpSpPr>
          <p:cNvPr id="120859" name="Group 54">
            <a:extLst>
              <a:ext uri="{FF2B5EF4-FFF2-40B4-BE49-F238E27FC236}">
                <a16:creationId xmlns:a16="http://schemas.microsoft.com/office/drawing/2014/main" id="{585F2B12-2563-445A-8D6C-A4FC1EEEA6B0}"/>
              </a:ext>
            </a:extLst>
          </p:cNvPr>
          <p:cNvGrpSpPr>
            <a:grpSpLocks/>
          </p:cNvGrpSpPr>
          <p:nvPr/>
        </p:nvGrpSpPr>
        <p:grpSpPr bwMode="auto">
          <a:xfrm>
            <a:off x="5076825" y="5856289"/>
            <a:ext cx="501650" cy="396875"/>
            <a:chOff x="2091" y="3843"/>
            <a:chExt cx="316" cy="250"/>
          </a:xfrm>
        </p:grpSpPr>
        <p:sp>
          <p:nvSpPr>
            <p:cNvPr id="120908" name="Oval 55">
              <a:extLst>
                <a:ext uri="{FF2B5EF4-FFF2-40B4-BE49-F238E27FC236}">
                  <a16:creationId xmlns:a16="http://schemas.microsoft.com/office/drawing/2014/main" id="{82D5EAC2-D3C1-4F37-8459-A0F5AFB1A860}"/>
                </a:ext>
              </a:extLst>
            </p:cNvPr>
            <p:cNvSpPr>
              <a:spLocks noChangeArrowheads="1"/>
            </p:cNvSpPr>
            <p:nvPr/>
          </p:nvSpPr>
          <p:spPr bwMode="auto">
            <a:xfrm>
              <a:off x="2094" y="3967"/>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20909" name="Line 56">
              <a:extLst>
                <a:ext uri="{FF2B5EF4-FFF2-40B4-BE49-F238E27FC236}">
                  <a16:creationId xmlns:a16="http://schemas.microsoft.com/office/drawing/2014/main" id="{C5152FE4-6804-4854-918C-D7A83D982545}"/>
                </a:ext>
              </a:extLst>
            </p:cNvPr>
            <p:cNvSpPr>
              <a:spLocks noChangeShapeType="1"/>
            </p:cNvSpPr>
            <p:nvPr/>
          </p:nvSpPr>
          <p:spPr bwMode="auto">
            <a:xfrm>
              <a:off x="2094" y="3960"/>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0910" name="Line 57">
              <a:extLst>
                <a:ext uri="{FF2B5EF4-FFF2-40B4-BE49-F238E27FC236}">
                  <a16:creationId xmlns:a16="http://schemas.microsoft.com/office/drawing/2014/main" id="{743DE165-97BA-4E52-AC09-6147841C9644}"/>
                </a:ext>
              </a:extLst>
            </p:cNvPr>
            <p:cNvSpPr>
              <a:spLocks noChangeShapeType="1"/>
            </p:cNvSpPr>
            <p:nvPr/>
          </p:nvSpPr>
          <p:spPr bwMode="auto">
            <a:xfrm>
              <a:off x="2407" y="3960"/>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0911" name="Rectangle 58">
              <a:extLst>
                <a:ext uri="{FF2B5EF4-FFF2-40B4-BE49-F238E27FC236}">
                  <a16:creationId xmlns:a16="http://schemas.microsoft.com/office/drawing/2014/main" id="{55709B1A-00C8-4F40-976B-48217FE8EF59}"/>
                </a:ext>
              </a:extLst>
            </p:cNvPr>
            <p:cNvSpPr>
              <a:spLocks noChangeArrowheads="1"/>
            </p:cNvSpPr>
            <p:nvPr/>
          </p:nvSpPr>
          <p:spPr bwMode="auto">
            <a:xfrm>
              <a:off x="2094" y="3960"/>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120912" name="Oval 59">
              <a:extLst>
                <a:ext uri="{FF2B5EF4-FFF2-40B4-BE49-F238E27FC236}">
                  <a16:creationId xmlns:a16="http://schemas.microsoft.com/office/drawing/2014/main" id="{9DF9BE7F-F988-4679-84C0-9D3DF74678D8}"/>
                </a:ext>
              </a:extLst>
            </p:cNvPr>
            <p:cNvSpPr>
              <a:spLocks noChangeArrowheads="1"/>
            </p:cNvSpPr>
            <p:nvPr/>
          </p:nvSpPr>
          <p:spPr bwMode="auto">
            <a:xfrm>
              <a:off x="2091" y="3901"/>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nvGrpSpPr>
            <p:cNvPr id="120913" name="Group 60">
              <a:extLst>
                <a:ext uri="{FF2B5EF4-FFF2-40B4-BE49-F238E27FC236}">
                  <a16:creationId xmlns:a16="http://schemas.microsoft.com/office/drawing/2014/main" id="{D21B698E-1D43-4479-AD21-3AD42FFE8EB5}"/>
                </a:ext>
              </a:extLst>
            </p:cNvPr>
            <p:cNvGrpSpPr>
              <a:grpSpLocks/>
            </p:cNvGrpSpPr>
            <p:nvPr/>
          </p:nvGrpSpPr>
          <p:grpSpPr bwMode="auto">
            <a:xfrm>
              <a:off x="2106" y="3843"/>
              <a:ext cx="294" cy="250"/>
              <a:chOff x="2910" y="2425"/>
              <a:chExt cx="296" cy="250"/>
            </a:xfrm>
          </p:grpSpPr>
          <p:sp>
            <p:nvSpPr>
              <p:cNvPr id="120914" name="Rectangle 61">
                <a:extLst>
                  <a:ext uri="{FF2B5EF4-FFF2-40B4-BE49-F238E27FC236}">
                    <a16:creationId xmlns:a16="http://schemas.microsoft.com/office/drawing/2014/main" id="{E1C440EE-4347-4440-B62A-88567927255F}"/>
                  </a:ext>
                </a:extLst>
              </p:cNvPr>
              <p:cNvSpPr>
                <a:spLocks noChangeArrowheads="1"/>
              </p:cNvSpPr>
              <p:nvPr/>
            </p:nvSpPr>
            <p:spPr bwMode="auto">
              <a:xfrm>
                <a:off x="2982" y="2490"/>
                <a:ext cx="144"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20915" name="Text Box 62">
                <a:extLst>
                  <a:ext uri="{FF2B5EF4-FFF2-40B4-BE49-F238E27FC236}">
                    <a16:creationId xmlns:a16="http://schemas.microsoft.com/office/drawing/2014/main" id="{2C375C62-EEB1-4C18-B8D1-1322DEA14953}"/>
                  </a:ext>
                </a:extLst>
              </p:cNvPr>
              <p:cNvSpPr txBox="1">
                <a:spLocks noChangeArrowheads="1"/>
              </p:cNvSpPr>
              <p:nvPr/>
            </p:nvSpPr>
            <p:spPr bwMode="auto">
              <a:xfrm>
                <a:off x="2910" y="2425"/>
                <a:ext cx="2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1d</a:t>
                </a:r>
              </a:p>
            </p:txBody>
          </p:sp>
        </p:grpSp>
      </p:grpSp>
      <p:grpSp>
        <p:nvGrpSpPr>
          <p:cNvPr id="120860" name="Group 63">
            <a:extLst>
              <a:ext uri="{FF2B5EF4-FFF2-40B4-BE49-F238E27FC236}">
                <a16:creationId xmlns:a16="http://schemas.microsoft.com/office/drawing/2014/main" id="{48EFC23A-D3AE-423B-A6A2-1B9A333BD67D}"/>
              </a:ext>
            </a:extLst>
          </p:cNvPr>
          <p:cNvGrpSpPr>
            <a:grpSpLocks/>
          </p:cNvGrpSpPr>
          <p:nvPr/>
        </p:nvGrpSpPr>
        <p:grpSpPr bwMode="auto">
          <a:xfrm>
            <a:off x="5934075" y="5672139"/>
            <a:ext cx="501650" cy="396875"/>
            <a:chOff x="2016" y="1976"/>
            <a:chExt cx="316" cy="250"/>
          </a:xfrm>
        </p:grpSpPr>
        <p:sp>
          <p:nvSpPr>
            <p:cNvPr id="120900" name="Oval 64">
              <a:extLst>
                <a:ext uri="{FF2B5EF4-FFF2-40B4-BE49-F238E27FC236}">
                  <a16:creationId xmlns:a16="http://schemas.microsoft.com/office/drawing/2014/main" id="{ADFB8557-DC9E-49B5-8E20-C252F122A88C}"/>
                </a:ext>
              </a:extLst>
            </p:cNvPr>
            <p:cNvSpPr>
              <a:spLocks noChangeArrowheads="1"/>
            </p:cNvSpPr>
            <p:nvPr/>
          </p:nvSpPr>
          <p:spPr bwMode="auto">
            <a:xfrm>
              <a:off x="2019" y="2102"/>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20901" name="Line 65">
              <a:extLst>
                <a:ext uri="{FF2B5EF4-FFF2-40B4-BE49-F238E27FC236}">
                  <a16:creationId xmlns:a16="http://schemas.microsoft.com/office/drawing/2014/main" id="{F1C8B02A-0FC1-4B14-9A19-D335EFEA813F}"/>
                </a:ext>
              </a:extLst>
            </p:cNvPr>
            <p:cNvSpPr>
              <a:spLocks noChangeShapeType="1"/>
            </p:cNvSpPr>
            <p:nvPr/>
          </p:nvSpPr>
          <p:spPr bwMode="auto">
            <a:xfrm>
              <a:off x="2019" y="2095"/>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0902" name="Line 66">
              <a:extLst>
                <a:ext uri="{FF2B5EF4-FFF2-40B4-BE49-F238E27FC236}">
                  <a16:creationId xmlns:a16="http://schemas.microsoft.com/office/drawing/2014/main" id="{719CAF1B-76BD-4B48-9788-74C1153E8CA0}"/>
                </a:ext>
              </a:extLst>
            </p:cNvPr>
            <p:cNvSpPr>
              <a:spLocks noChangeShapeType="1"/>
            </p:cNvSpPr>
            <p:nvPr/>
          </p:nvSpPr>
          <p:spPr bwMode="auto">
            <a:xfrm>
              <a:off x="2332" y="2095"/>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0903" name="Rectangle 67">
              <a:extLst>
                <a:ext uri="{FF2B5EF4-FFF2-40B4-BE49-F238E27FC236}">
                  <a16:creationId xmlns:a16="http://schemas.microsoft.com/office/drawing/2014/main" id="{573EAA63-3536-473F-8DB6-7D5DC8AF241D}"/>
                </a:ext>
              </a:extLst>
            </p:cNvPr>
            <p:cNvSpPr>
              <a:spLocks noChangeArrowheads="1"/>
            </p:cNvSpPr>
            <p:nvPr/>
          </p:nvSpPr>
          <p:spPr bwMode="auto">
            <a:xfrm>
              <a:off x="2019" y="2095"/>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120904" name="Oval 68">
              <a:extLst>
                <a:ext uri="{FF2B5EF4-FFF2-40B4-BE49-F238E27FC236}">
                  <a16:creationId xmlns:a16="http://schemas.microsoft.com/office/drawing/2014/main" id="{56F8C126-CCBC-4745-9275-6B8AC4DBAF88}"/>
                </a:ext>
              </a:extLst>
            </p:cNvPr>
            <p:cNvSpPr>
              <a:spLocks noChangeArrowheads="1"/>
            </p:cNvSpPr>
            <p:nvPr/>
          </p:nvSpPr>
          <p:spPr bwMode="auto">
            <a:xfrm>
              <a:off x="2016" y="2036"/>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nvGrpSpPr>
            <p:cNvPr id="120905" name="Group 69">
              <a:extLst>
                <a:ext uri="{FF2B5EF4-FFF2-40B4-BE49-F238E27FC236}">
                  <a16:creationId xmlns:a16="http://schemas.microsoft.com/office/drawing/2014/main" id="{15DAE5B7-8587-4D19-A137-717332CF7C6E}"/>
                </a:ext>
              </a:extLst>
            </p:cNvPr>
            <p:cNvGrpSpPr>
              <a:grpSpLocks/>
            </p:cNvGrpSpPr>
            <p:nvPr/>
          </p:nvGrpSpPr>
          <p:grpSpPr bwMode="auto">
            <a:xfrm>
              <a:off x="2029" y="1976"/>
              <a:ext cx="294" cy="250"/>
              <a:chOff x="2909" y="2425"/>
              <a:chExt cx="299" cy="250"/>
            </a:xfrm>
          </p:grpSpPr>
          <p:sp>
            <p:nvSpPr>
              <p:cNvPr id="120906" name="Rectangle 70">
                <a:extLst>
                  <a:ext uri="{FF2B5EF4-FFF2-40B4-BE49-F238E27FC236}">
                    <a16:creationId xmlns:a16="http://schemas.microsoft.com/office/drawing/2014/main" id="{4C9A1F26-1B7A-48C6-8B73-3BEF844950EA}"/>
                  </a:ext>
                </a:extLst>
              </p:cNvPr>
              <p:cNvSpPr>
                <a:spLocks noChangeArrowheads="1"/>
              </p:cNvSpPr>
              <p:nvPr/>
            </p:nvSpPr>
            <p:spPr bwMode="auto">
              <a:xfrm>
                <a:off x="2982" y="2490"/>
                <a:ext cx="142"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20907" name="Text Box 71">
                <a:extLst>
                  <a:ext uri="{FF2B5EF4-FFF2-40B4-BE49-F238E27FC236}">
                    <a16:creationId xmlns:a16="http://schemas.microsoft.com/office/drawing/2014/main" id="{FBBADFB2-4067-4150-B25C-60E30931C6D4}"/>
                  </a:ext>
                </a:extLst>
              </p:cNvPr>
              <p:cNvSpPr txBox="1">
                <a:spLocks noChangeArrowheads="1"/>
              </p:cNvSpPr>
              <p:nvPr/>
            </p:nvSpPr>
            <p:spPr bwMode="auto">
              <a:xfrm>
                <a:off x="2909" y="2425"/>
                <a:ext cx="29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1b</a:t>
                </a:r>
                <a:endParaRPr lang="en-US" altLang="en-US" sz="2400"/>
              </a:p>
            </p:txBody>
          </p:sp>
        </p:grpSp>
      </p:grpSp>
      <p:grpSp>
        <p:nvGrpSpPr>
          <p:cNvPr id="120861" name="Group 72">
            <a:extLst>
              <a:ext uri="{FF2B5EF4-FFF2-40B4-BE49-F238E27FC236}">
                <a16:creationId xmlns:a16="http://schemas.microsoft.com/office/drawing/2014/main" id="{64A5B019-8E95-491A-BC91-1D1FBDDBA391}"/>
              </a:ext>
            </a:extLst>
          </p:cNvPr>
          <p:cNvGrpSpPr>
            <a:grpSpLocks/>
          </p:cNvGrpSpPr>
          <p:nvPr/>
        </p:nvGrpSpPr>
        <p:grpSpPr bwMode="auto">
          <a:xfrm>
            <a:off x="6938963" y="5324476"/>
            <a:ext cx="501650" cy="396875"/>
            <a:chOff x="3537" y="3473"/>
            <a:chExt cx="316" cy="250"/>
          </a:xfrm>
        </p:grpSpPr>
        <p:sp>
          <p:nvSpPr>
            <p:cNvPr id="120893" name="Oval 73">
              <a:extLst>
                <a:ext uri="{FF2B5EF4-FFF2-40B4-BE49-F238E27FC236}">
                  <a16:creationId xmlns:a16="http://schemas.microsoft.com/office/drawing/2014/main" id="{2111C857-65DA-483A-A1B8-8FA429E4C317}"/>
                </a:ext>
              </a:extLst>
            </p:cNvPr>
            <p:cNvSpPr>
              <a:spLocks noChangeArrowheads="1"/>
            </p:cNvSpPr>
            <p:nvPr/>
          </p:nvSpPr>
          <p:spPr bwMode="auto">
            <a:xfrm>
              <a:off x="3540" y="3598"/>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20894" name="Line 74">
              <a:extLst>
                <a:ext uri="{FF2B5EF4-FFF2-40B4-BE49-F238E27FC236}">
                  <a16:creationId xmlns:a16="http://schemas.microsoft.com/office/drawing/2014/main" id="{B6FC688F-7F30-4940-B013-EC795DFDD3C8}"/>
                </a:ext>
              </a:extLst>
            </p:cNvPr>
            <p:cNvSpPr>
              <a:spLocks noChangeShapeType="1"/>
            </p:cNvSpPr>
            <p:nvPr/>
          </p:nvSpPr>
          <p:spPr bwMode="auto">
            <a:xfrm>
              <a:off x="3540" y="3591"/>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0895" name="Line 75">
              <a:extLst>
                <a:ext uri="{FF2B5EF4-FFF2-40B4-BE49-F238E27FC236}">
                  <a16:creationId xmlns:a16="http://schemas.microsoft.com/office/drawing/2014/main" id="{7295AC6B-E66D-4770-93A3-7295C7466B14}"/>
                </a:ext>
              </a:extLst>
            </p:cNvPr>
            <p:cNvSpPr>
              <a:spLocks noChangeShapeType="1"/>
            </p:cNvSpPr>
            <p:nvPr/>
          </p:nvSpPr>
          <p:spPr bwMode="auto">
            <a:xfrm>
              <a:off x="3853" y="3591"/>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0896" name="Rectangle 76">
              <a:extLst>
                <a:ext uri="{FF2B5EF4-FFF2-40B4-BE49-F238E27FC236}">
                  <a16:creationId xmlns:a16="http://schemas.microsoft.com/office/drawing/2014/main" id="{8AE63348-2819-4B0B-8DC5-C650FDA0710F}"/>
                </a:ext>
              </a:extLst>
            </p:cNvPr>
            <p:cNvSpPr>
              <a:spLocks noChangeArrowheads="1"/>
            </p:cNvSpPr>
            <p:nvPr/>
          </p:nvSpPr>
          <p:spPr bwMode="auto">
            <a:xfrm>
              <a:off x="3540" y="3591"/>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120897" name="Oval 77">
              <a:extLst>
                <a:ext uri="{FF2B5EF4-FFF2-40B4-BE49-F238E27FC236}">
                  <a16:creationId xmlns:a16="http://schemas.microsoft.com/office/drawing/2014/main" id="{1132C8E7-92B0-4AFF-A054-1BC2514C7374}"/>
                </a:ext>
              </a:extLst>
            </p:cNvPr>
            <p:cNvSpPr>
              <a:spLocks noChangeArrowheads="1"/>
            </p:cNvSpPr>
            <p:nvPr/>
          </p:nvSpPr>
          <p:spPr bwMode="auto">
            <a:xfrm>
              <a:off x="3537" y="3532"/>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20898" name="Rectangle 78">
              <a:extLst>
                <a:ext uri="{FF2B5EF4-FFF2-40B4-BE49-F238E27FC236}">
                  <a16:creationId xmlns:a16="http://schemas.microsoft.com/office/drawing/2014/main" id="{8119A0F8-9C01-427D-B320-9C951A46C31F}"/>
                </a:ext>
              </a:extLst>
            </p:cNvPr>
            <p:cNvSpPr>
              <a:spLocks noChangeArrowheads="1"/>
            </p:cNvSpPr>
            <p:nvPr/>
          </p:nvSpPr>
          <p:spPr bwMode="auto">
            <a:xfrm>
              <a:off x="3624" y="3545"/>
              <a:ext cx="141" cy="120"/>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20899" name="Text Box 79">
              <a:extLst>
                <a:ext uri="{FF2B5EF4-FFF2-40B4-BE49-F238E27FC236}">
                  <a16:creationId xmlns:a16="http://schemas.microsoft.com/office/drawing/2014/main" id="{E102CDC8-E0DC-4A47-8F3C-5F410878FA22}"/>
                </a:ext>
              </a:extLst>
            </p:cNvPr>
            <p:cNvSpPr txBox="1">
              <a:spLocks noChangeArrowheads="1"/>
            </p:cNvSpPr>
            <p:nvPr/>
          </p:nvSpPr>
          <p:spPr bwMode="auto">
            <a:xfrm>
              <a:off x="3551" y="3473"/>
              <a:ext cx="29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2a</a:t>
              </a:r>
              <a:endParaRPr lang="en-US" altLang="en-US" sz="2400"/>
            </a:p>
          </p:txBody>
        </p:sp>
      </p:grpSp>
      <p:sp>
        <p:nvSpPr>
          <p:cNvPr id="120862" name="Line 80">
            <a:extLst>
              <a:ext uri="{FF2B5EF4-FFF2-40B4-BE49-F238E27FC236}">
                <a16:creationId xmlns:a16="http://schemas.microsoft.com/office/drawing/2014/main" id="{3CE43751-C5E7-444D-918D-BC54A25B980A}"/>
              </a:ext>
            </a:extLst>
          </p:cNvPr>
          <p:cNvSpPr>
            <a:spLocks noChangeShapeType="1"/>
          </p:cNvSpPr>
          <p:nvPr/>
        </p:nvSpPr>
        <p:spPr bwMode="auto">
          <a:xfrm>
            <a:off x="8159750" y="5241925"/>
            <a:ext cx="8572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20863" name="Line 81">
            <a:extLst>
              <a:ext uri="{FF2B5EF4-FFF2-40B4-BE49-F238E27FC236}">
                <a16:creationId xmlns:a16="http://schemas.microsoft.com/office/drawing/2014/main" id="{2DEDC31D-1C21-4913-8F44-F5DA47991253}"/>
              </a:ext>
            </a:extLst>
          </p:cNvPr>
          <p:cNvSpPr>
            <a:spLocks noChangeShapeType="1"/>
          </p:cNvSpPr>
          <p:nvPr/>
        </p:nvSpPr>
        <p:spPr bwMode="auto">
          <a:xfrm>
            <a:off x="8413751" y="5707063"/>
            <a:ext cx="73501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20864" name="Line 82">
            <a:extLst>
              <a:ext uri="{FF2B5EF4-FFF2-40B4-BE49-F238E27FC236}">
                <a16:creationId xmlns:a16="http://schemas.microsoft.com/office/drawing/2014/main" id="{AD885580-D43C-405E-A696-B7E356A2FDEA}"/>
              </a:ext>
            </a:extLst>
          </p:cNvPr>
          <p:cNvSpPr>
            <a:spLocks noChangeShapeType="1"/>
          </p:cNvSpPr>
          <p:nvPr/>
        </p:nvSpPr>
        <p:spPr bwMode="auto">
          <a:xfrm>
            <a:off x="7440613" y="5553075"/>
            <a:ext cx="488950" cy="15240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0865" name="Line 83">
            <a:extLst>
              <a:ext uri="{FF2B5EF4-FFF2-40B4-BE49-F238E27FC236}">
                <a16:creationId xmlns:a16="http://schemas.microsoft.com/office/drawing/2014/main" id="{94DB2262-4DCF-4FA0-AE64-9E44D2DFB342}"/>
              </a:ext>
            </a:extLst>
          </p:cNvPr>
          <p:cNvSpPr>
            <a:spLocks noChangeShapeType="1"/>
          </p:cNvSpPr>
          <p:nvPr/>
        </p:nvSpPr>
        <p:spPr bwMode="auto">
          <a:xfrm>
            <a:off x="8054976" y="5351463"/>
            <a:ext cx="68263" cy="22860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20866" name="Group 84">
            <a:extLst>
              <a:ext uri="{FF2B5EF4-FFF2-40B4-BE49-F238E27FC236}">
                <a16:creationId xmlns:a16="http://schemas.microsoft.com/office/drawing/2014/main" id="{80D74486-416C-4FA2-82B0-E7A2F28848FD}"/>
              </a:ext>
            </a:extLst>
          </p:cNvPr>
          <p:cNvGrpSpPr>
            <a:grpSpLocks/>
          </p:cNvGrpSpPr>
          <p:nvPr/>
        </p:nvGrpSpPr>
        <p:grpSpPr bwMode="auto">
          <a:xfrm>
            <a:off x="7666038" y="5046664"/>
            <a:ext cx="501650" cy="396875"/>
            <a:chOff x="4320" y="1936"/>
            <a:chExt cx="316" cy="250"/>
          </a:xfrm>
        </p:grpSpPr>
        <p:sp>
          <p:nvSpPr>
            <p:cNvPr id="120886" name="Oval 85">
              <a:extLst>
                <a:ext uri="{FF2B5EF4-FFF2-40B4-BE49-F238E27FC236}">
                  <a16:creationId xmlns:a16="http://schemas.microsoft.com/office/drawing/2014/main" id="{DC7A97CF-8C52-47FA-8AB3-1BE9E63A5ACC}"/>
                </a:ext>
              </a:extLst>
            </p:cNvPr>
            <p:cNvSpPr>
              <a:spLocks noChangeArrowheads="1"/>
            </p:cNvSpPr>
            <p:nvPr/>
          </p:nvSpPr>
          <p:spPr bwMode="auto">
            <a:xfrm>
              <a:off x="4323" y="2054"/>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20887" name="Line 86">
              <a:extLst>
                <a:ext uri="{FF2B5EF4-FFF2-40B4-BE49-F238E27FC236}">
                  <a16:creationId xmlns:a16="http://schemas.microsoft.com/office/drawing/2014/main" id="{DFE6C939-9FB2-4F36-AB9E-C9CEA9824E71}"/>
                </a:ext>
              </a:extLst>
            </p:cNvPr>
            <p:cNvSpPr>
              <a:spLocks noChangeShapeType="1"/>
            </p:cNvSpPr>
            <p:nvPr/>
          </p:nvSpPr>
          <p:spPr bwMode="auto">
            <a:xfrm>
              <a:off x="4323" y="2047"/>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0888" name="Line 87">
              <a:extLst>
                <a:ext uri="{FF2B5EF4-FFF2-40B4-BE49-F238E27FC236}">
                  <a16:creationId xmlns:a16="http://schemas.microsoft.com/office/drawing/2014/main" id="{5D81FCA7-021A-42D6-BB7C-ACFFC74006CF}"/>
                </a:ext>
              </a:extLst>
            </p:cNvPr>
            <p:cNvSpPr>
              <a:spLocks noChangeShapeType="1"/>
            </p:cNvSpPr>
            <p:nvPr/>
          </p:nvSpPr>
          <p:spPr bwMode="auto">
            <a:xfrm>
              <a:off x="4636" y="2047"/>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0889" name="Rectangle 88">
              <a:extLst>
                <a:ext uri="{FF2B5EF4-FFF2-40B4-BE49-F238E27FC236}">
                  <a16:creationId xmlns:a16="http://schemas.microsoft.com/office/drawing/2014/main" id="{A712891F-5789-43C9-8C78-C0A556CE7F78}"/>
                </a:ext>
              </a:extLst>
            </p:cNvPr>
            <p:cNvSpPr>
              <a:spLocks noChangeArrowheads="1"/>
            </p:cNvSpPr>
            <p:nvPr/>
          </p:nvSpPr>
          <p:spPr bwMode="auto">
            <a:xfrm>
              <a:off x="4323" y="2047"/>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120890" name="Oval 89">
              <a:extLst>
                <a:ext uri="{FF2B5EF4-FFF2-40B4-BE49-F238E27FC236}">
                  <a16:creationId xmlns:a16="http://schemas.microsoft.com/office/drawing/2014/main" id="{11BEBE44-EC5A-40FA-A5CF-4E2BF042E65C}"/>
                </a:ext>
              </a:extLst>
            </p:cNvPr>
            <p:cNvSpPr>
              <a:spLocks noChangeArrowheads="1"/>
            </p:cNvSpPr>
            <p:nvPr/>
          </p:nvSpPr>
          <p:spPr bwMode="auto">
            <a:xfrm>
              <a:off x="4320" y="1988"/>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20891" name="Rectangle 90">
              <a:extLst>
                <a:ext uri="{FF2B5EF4-FFF2-40B4-BE49-F238E27FC236}">
                  <a16:creationId xmlns:a16="http://schemas.microsoft.com/office/drawing/2014/main" id="{4FA759B6-1932-4304-AC6C-8EBF658C9B56}"/>
                </a:ext>
              </a:extLst>
            </p:cNvPr>
            <p:cNvSpPr>
              <a:spLocks noChangeArrowheads="1"/>
            </p:cNvSpPr>
            <p:nvPr/>
          </p:nvSpPr>
          <p:spPr bwMode="auto">
            <a:xfrm>
              <a:off x="4407" y="2001"/>
              <a:ext cx="141" cy="118"/>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20892" name="Text Box 91">
              <a:extLst>
                <a:ext uri="{FF2B5EF4-FFF2-40B4-BE49-F238E27FC236}">
                  <a16:creationId xmlns:a16="http://schemas.microsoft.com/office/drawing/2014/main" id="{F04CEEEF-EB7C-4CC8-A09D-8688B5B0333B}"/>
                </a:ext>
              </a:extLst>
            </p:cNvPr>
            <p:cNvSpPr txBox="1">
              <a:spLocks noChangeArrowheads="1"/>
            </p:cNvSpPr>
            <p:nvPr/>
          </p:nvSpPr>
          <p:spPr bwMode="auto">
            <a:xfrm>
              <a:off x="4338" y="1936"/>
              <a:ext cx="28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2c</a:t>
              </a:r>
              <a:endParaRPr lang="en-US" altLang="en-US" sz="2400"/>
            </a:p>
          </p:txBody>
        </p:sp>
      </p:grpSp>
      <p:grpSp>
        <p:nvGrpSpPr>
          <p:cNvPr id="120867" name="Group 92">
            <a:extLst>
              <a:ext uri="{FF2B5EF4-FFF2-40B4-BE49-F238E27FC236}">
                <a16:creationId xmlns:a16="http://schemas.microsoft.com/office/drawing/2014/main" id="{79118DB4-953E-467C-BE64-479485557F2A}"/>
              </a:ext>
            </a:extLst>
          </p:cNvPr>
          <p:cNvGrpSpPr>
            <a:grpSpLocks/>
          </p:cNvGrpSpPr>
          <p:nvPr/>
        </p:nvGrpSpPr>
        <p:grpSpPr bwMode="auto">
          <a:xfrm>
            <a:off x="7929563" y="5502276"/>
            <a:ext cx="501650" cy="396875"/>
            <a:chOff x="4596" y="2158"/>
            <a:chExt cx="316" cy="250"/>
          </a:xfrm>
        </p:grpSpPr>
        <p:sp>
          <p:nvSpPr>
            <p:cNvPr id="120879" name="Oval 93">
              <a:extLst>
                <a:ext uri="{FF2B5EF4-FFF2-40B4-BE49-F238E27FC236}">
                  <a16:creationId xmlns:a16="http://schemas.microsoft.com/office/drawing/2014/main" id="{FA2BD8B9-1F33-481E-BD86-4CA7453F6451}"/>
                </a:ext>
              </a:extLst>
            </p:cNvPr>
            <p:cNvSpPr>
              <a:spLocks noChangeArrowheads="1"/>
            </p:cNvSpPr>
            <p:nvPr/>
          </p:nvSpPr>
          <p:spPr bwMode="auto">
            <a:xfrm>
              <a:off x="4599" y="2276"/>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20880" name="Line 94">
              <a:extLst>
                <a:ext uri="{FF2B5EF4-FFF2-40B4-BE49-F238E27FC236}">
                  <a16:creationId xmlns:a16="http://schemas.microsoft.com/office/drawing/2014/main" id="{8B46BBA7-5655-4A0E-B50A-AFD9BE61CA1E}"/>
                </a:ext>
              </a:extLst>
            </p:cNvPr>
            <p:cNvSpPr>
              <a:spLocks noChangeShapeType="1"/>
            </p:cNvSpPr>
            <p:nvPr/>
          </p:nvSpPr>
          <p:spPr bwMode="auto">
            <a:xfrm>
              <a:off x="4599" y="2269"/>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0881" name="Line 95">
              <a:extLst>
                <a:ext uri="{FF2B5EF4-FFF2-40B4-BE49-F238E27FC236}">
                  <a16:creationId xmlns:a16="http://schemas.microsoft.com/office/drawing/2014/main" id="{626BD62F-DA9B-4638-AD95-D19E20333D96}"/>
                </a:ext>
              </a:extLst>
            </p:cNvPr>
            <p:cNvSpPr>
              <a:spLocks noChangeShapeType="1"/>
            </p:cNvSpPr>
            <p:nvPr/>
          </p:nvSpPr>
          <p:spPr bwMode="auto">
            <a:xfrm>
              <a:off x="4912" y="2269"/>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0882" name="Rectangle 96">
              <a:extLst>
                <a:ext uri="{FF2B5EF4-FFF2-40B4-BE49-F238E27FC236}">
                  <a16:creationId xmlns:a16="http://schemas.microsoft.com/office/drawing/2014/main" id="{4C819FE6-DE59-4D2F-9DEC-3582B9A4FE6E}"/>
                </a:ext>
              </a:extLst>
            </p:cNvPr>
            <p:cNvSpPr>
              <a:spLocks noChangeArrowheads="1"/>
            </p:cNvSpPr>
            <p:nvPr/>
          </p:nvSpPr>
          <p:spPr bwMode="auto">
            <a:xfrm>
              <a:off x="4599" y="2269"/>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120883" name="Oval 97">
              <a:extLst>
                <a:ext uri="{FF2B5EF4-FFF2-40B4-BE49-F238E27FC236}">
                  <a16:creationId xmlns:a16="http://schemas.microsoft.com/office/drawing/2014/main" id="{CEAE1B2D-47AD-45F9-A5B6-67F8F615D785}"/>
                </a:ext>
              </a:extLst>
            </p:cNvPr>
            <p:cNvSpPr>
              <a:spLocks noChangeArrowheads="1"/>
            </p:cNvSpPr>
            <p:nvPr/>
          </p:nvSpPr>
          <p:spPr bwMode="auto">
            <a:xfrm>
              <a:off x="4596" y="2210"/>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20884" name="Rectangle 98">
              <a:extLst>
                <a:ext uri="{FF2B5EF4-FFF2-40B4-BE49-F238E27FC236}">
                  <a16:creationId xmlns:a16="http://schemas.microsoft.com/office/drawing/2014/main" id="{1F93A096-B3CD-4267-A0E8-592D9EBE47A3}"/>
                </a:ext>
              </a:extLst>
            </p:cNvPr>
            <p:cNvSpPr>
              <a:spLocks noChangeArrowheads="1"/>
            </p:cNvSpPr>
            <p:nvPr/>
          </p:nvSpPr>
          <p:spPr bwMode="auto">
            <a:xfrm>
              <a:off x="4683" y="2223"/>
              <a:ext cx="142" cy="110"/>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20885" name="Text Box 99">
              <a:extLst>
                <a:ext uri="{FF2B5EF4-FFF2-40B4-BE49-F238E27FC236}">
                  <a16:creationId xmlns:a16="http://schemas.microsoft.com/office/drawing/2014/main" id="{10A330F0-A997-4939-9529-E711E3544828}"/>
                </a:ext>
              </a:extLst>
            </p:cNvPr>
            <p:cNvSpPr txBox="1">
              <a:spLocks noChangeArrowheads="1"/>
            </p:cNvSpPr>
            <p:nvPr/>
          </p:nvSpPr>
          <p:spPr bwMode="auto">
            <a:xfrm>
              <a:off x="4610" y="2158"/>
              <a:ext cx="29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2000"/>
                <a:t>2b</a:t>
              </a:r>
              <a:endParaRPr lang="en-US" altLang="en-US" sz="2400"/>
            </a:p>
          </p:txBody>
        </p:sp>
      </p:grpSp>
      <p:sp>
        <p:nvSpPr>
          <p:cNvPr id="120868" name="Text Box 100">
            <a:extLst>
              <a:ext uri="{FF2B5EF4-FFF2-40B4-BE49-F238E27FC236}">
                <a16:creationId xmlns:a16="http://schemas.microsoft.com/office/drawing/2014/main" id="{61885DA5-B5AC-42B6-BBA7-71F905ACD78E}"/>
              </a:ext>
            </a:extLst>
          </p:cNvPr>
          <p:cNvSpPr txBox="1">
            <a:spLocks noChangeArrowheads="1"/>
          </p:cNvSpPr>
          <p:nvPr/>
        </p:nvSpPr>
        <p:spPr bwMode="auto">
          <a:xfrm>
            <a:off x="9180514" y="5159375"/>
            <a:ext cx="90120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400"/>
              <a:t>other</a:t>
            </a:r>
          </a:p>
          <a:p>
            <a:r>
              <a:rPr lang="en-US" altLang="en-US" sz="1400"/>
              <a:t>networks</a:t>
            </a:r>
          </a:p>
        </p:txBody>
      </p:sp>
      <p:sp>
        <p:nvSpPr>
          <p:cNvPr id="120869" name="Freeform 101">
            <a:extLst>
              <a:ext uri="{FF2B5EF4-FFF2-40B4-BE49-F238E27FC236}">
                <a16:creationId xmlns:a16="http://schemas.microsoft.com/office/drawing/2014/main" id="{55C61A90-CE0C-4B22-AC4F-F9BD6467EB43}"/>
              </a:ext>
            </a:extLst>
          </p:cNvPr>
          <p:cNvSpPr>
            <a:spLocks/>
          </p:cNvSpPr>
          <p:nvPr/>
        </p:nvSpPr>
        <p:spPr bwMode="auto">
          <a:xfrm flipH="1">
            <a:off x="1816101" y="4772025"/>
            <a:ext cx="1171575" cy="1758950"/>
          </a:xfrm>
          <a:custGeom>
            <a:avLst/>
            <a:gdLst>
              <a:gd name="T0" fmla="*/ 2147483647 w 738"/>
              <a:gd name="T1" fmla="*/ 2147483647 h 1108"/>
              <a:gd name="T2" fmla="*/ 2147483647 w 738"/>
              <a:gd name="T3" fmla="*/ 2147483647 h 1108"/>
              <a:gd name="T4" fmla="*/ 2147483647 w 738"/>
              <a:gd name="T5" fmla="*/ 2147483647 h 1108"/>
              <a:gd name="T6" fmla="*/ 2147483647 w 738"/>
              <a:gd name="T7" fmla="*/ 2147483647 h 1108"/>
              <a:gd name="T8" fmla="*/ 2147483647 w 738"/>
              <a:gd name="T9" fmla="*/ 2147483647 h 1108"/>
              <a:gd name="T10" fmla="*/ 2147483647 w 738"/>
              <a:gd name="T11" fmla="*/ 2147483647 h 1108"/>
              <a:gd name="T12" fmla="*/ 2147483647 w 738"/>
              <a:gd name="T13" fmla="*/ 2147483647 h 1108"/>
              <a:gd name="T14" fmla="*/ 2147483647 w 738"/>
              <a:gd name="T15" fmla="*/ 2147483647 h 1108"/>
              <a:gd name="T16" fmla="*/ 0 60000 65536"/>
              <a:gd name="T17" fmla="*/ 0 60000 65536"/>
              <a:gd name="T18" fmla="*/ 0 60000 65536"/>
              <a:gd name="T19" fmla="*/ 0 60000 65536"/>
              <a:gd name="T20" fmla="*/ 0 60000 65536"/>
              <a:gd name="T21" fmla="*/ 0 60000 65536"/>
              <a:gd name="T22" fmla="*/ 0 60000 65536"/>
              <a:gd name="T23" fmla="*/ 0 60000 65536"/>
              <a:gd name="T24" fmla="*/ 0 w 738"/>
              <a:gd name="T25" fmla="*/ 0 h 1108"/>
              <a:gd name="T26" fmla="*/ 738 w 738"/>
              <a:gd name="T27" fmla="*/ 1108 h 110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38" h="1108">
                <a:moveTo>
                  <a:pt x="32" y="394"/>
                </a:moveTo>
                <a:cubicBezTo>
                  <a:pt x="66" y="301"/>
                  <a:pt x="108" y="228"/>
                  <a:pt x="213" y="172"/>
                </a:cubicBezTo>
                <a:cubicBezTo>
                  <a:pt x="318" y="116"/>
                  <a:pt x="588" y="0"/>
                  <a:pt x="663" y="56"/>
                </a:cubicBezTo>
                <a:cubicBezTo>
                  <a:pt x="738" y="112"/>
                  <a:pt x="659" y="346"/>
                  <a:pt x="661" y="509"/>
                </a:cubicBezTo>
                <a:cubicBezTo>
                  <a:pt x="663" y="672"/>
                  <a:pt x="731" y="956"/>
                  <a:pt x="677" y="1032"/>
                </a:cubicBezTo>
                <a:cubicBezTo>
                  <a:pt x="623" y="1108"/>
                  <a:pt x="442" y="999"/>
                  <a:pt x="338" y="962"/>
                </a:cubicBezTo>
                <a:cubicBezTo>
                  <a:pt x="234" y="925"/>
                  <a:pt x="102" y="904"/>
                  <a:pt x="51" y="809"/>
                </a:cubicBezTo>
                <a:cubicBezTo>
                  <a:pt x="0" y="715"/>
                  <a:pt x="36" y="481"/>
                  <a:pt x="32" y="394"/>
                </a:cubicBezTo>
                <a:close/>
              </a:path>
            </a:pathLst>
          </a:custGeom>
          <a:gradFill rotWithShape="1">
            <a:gsLst>
              <a:gs pos="0">
                <a:srgbClr val="66CCFF"/>
              </a:gs>
              <a:gs pos="100000">
                <a:srgbClr val="FFFF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20870" name="Text Box 102">
            <a:extLst>
              <a:ext uri="{FF2B5EF4-FFF2-40B4-BE49-F238E27FC236}">
                <a16:creationId xmlns:a16="http://schemas.microsoft.com/office/drawing/2014/main" id="{CF8F4D93-72C0-4A34-AA7E-9D41B6202874}"/>
              </a:ext>
            </a:extLst>
          </p:cNvPr>
          <p:cNvSpPr txBox="1">
            <a:spLocks noChangeArrowheads="1"/>
          </p:cNvSpPr>
          <p:nvPr/>
        </p:nvSpPr>
        <p:spPr bwMode="auto">
          <a:xfrm>
            <a:off x="1873251" y="5556250"/>
            <a:ext cx="90120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400"/>
              <a:t>other</a:t>
            </a:r>
          </a:p>
          <a:p>
            <a:r>
              <a:rPr lang="en-US" altLang="en-US" sz="1400"/>
              <a:t>networks</a:t>
            </a:r>
          </a:p>
        </p:txBody>
      </p:sp>
      <p:sp>
        <p:nvSpPr>
          <p:cNvPr id="120871" name="Line 103">
            <a:extLst>
              <a:ext uri="{FF2B5EF4-FFF2-40B4-BE49-F238E27FC236}">
                <a16:creationId xmlns:a16="http://schemas.microsoft.com/office/drawing/2014/main" id="{E981D949-271B-40E3-BFB2-57C25AE1F3EC}"/>
              </a:ext>
            </a:extLst>
          </p:cNvPr>
          <p:cNvSpPr>
            <a:spLocks noChangeShapeType="1"/>
          </p:cNvSpPr>
          <p:nvPr/>
        </p:nvSpPr>
        <p:spPr bwMode="auto">
          <a:xfrm flipH="1">
            <a:off x="2673351" y="5118100"/>
            <a:ext cx="468313" cy="268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20872" name="Freeform 104">
            <a:extLst>
              <a:ext uri="{FF2B5EF4-FFF2-40B4-BE49-F238E27FC236}">
                <a16:creationId xmlns:a16="http://schemas.microsoft.com/office/drawing/2014/main" id="{E952229F-A1E8-412C-B410-135B597FFBD4}"/>
              </a:ext>
            </a:extLst>
          </p:cNvPr>
          <p:cNvSpPr>
            <a:spLocks/>
          </p:cNvSpPr>
          <p:nvPr/>
        </p:nvSpPr>
        <p:spPr bwMode="auto">
          <a:xfrm>
            <a:off x="6437314" y="5607050"/>
            <a:ext cx="523875" cy="261938"/>
          </a:xfrm>
          <a:custGeom>
            <a:avLst/>
            <a:gdLst>
              <a:gd name="T0" fmla="*/ 0 w 654"/>
              <a:gd name="T1" fmla="*/ 2147483647 h 420"/>
              <a:gd name="T2" fmla="*/ 2147483647 w 654"/>
              <a:gd name="T3" fmla="*/ 0 h 420"/>
              <a:gd name="T4" fmla="*/ 0 60000 65536"/>
              <a:gd name="T5" fmla="*/ 0 60000 65536"/>
              <a:gd name="T6" fmla="*/ 0 w 654"/>
              <a:gd name="T7" fmla="*/ 0 h 420"/>
              <a:gd name="T8" fmla="*/ 654 w 654"/>
              <a:gd name="T9" fmla="*/ 420 h 420"/>
            </a:gdLst>
            <a:ahLst/>
            <a:cxnLst>
              <a:cxn ang="T4">
                <a:pos x="T0" y="T1"/>
              </a:cxn>
              <a:cxn ang="T5">
                <a:pos x="T2" y="T3"/>
              </a:cxn>
            </a:cxnLst>
            <a:rect l="T6" t="T7" r="T8" b="T9"/>
            <a:pathLst>
              <a:path w="654" h="420">
                <a:moveTo>
                  <a:pt x="0" y="420"/>
                </a:moveTo>
                <a:lnTo>
                  <a:pt x="654"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
        <p:nvSpPr>
          <p:cNvPr id="118825" name="Rectangle 105">
            <a:extLst>
              <a:ext uri="{FF2B5EF4-FFF2-40B4-BE49-F238E27FC236}">
                <a16:creationId xmlns:a16="http://schemas.microsoft.com/office/drawing/2014/main" id="{7B064188-19EB-496F-BABA-38361C344916}"/>
              </a:ext>
            </a:extLst>
          </p:cNvPr>
          <p:cNvSpPr>
            <a:spLocks noGrp="1" noChangeArrowheads="1"/>
          </p:cNvSpPr>
          <p:nvPr>
            <p:ph type="body" idx="1"/>
          </p:nvPr>
        </p:nvSpPr>
        <p:spPr>
          <a:xfrm>
            <a:off x="2030413" y="1108075"/>
            <a:ext cx="7772400" cy="2370138"/>
          </a:xfrm>
        </p:spPr>
        <p:txBody>
          <a:bodyPr>
            <a:normAutofit fontScale="85000" lnSpcReduction="10000"/>
          </a:bodyPr>
          <a:lstStyle/>
          <a:p>
            <a:pPr>
              <a:lnSpc>
                <a:spcPct val="90000"/>
              </a:lnSpc>
              <a:buFont typeface="Wingdings" charset="0"/>
              <a:buChar char="v"/>
              <a:defRPr/>
            </a:pPr>
            <a:r>
              <a:rPr lang="en-US" sz="2400" dirty="0" err="1">
                <a:latin typeface="Comic Sans MS" pitchFamily="66" charset="0"/>
              </a:rPr>
              <a:t>Sử</a:t>
            </a:r>
            <a:r>
              <a:rPr lang="en-US" sz="2400" dirty="0">
                <a:latin typeface="Comic Sans MS" pitchFamily="66" charset="0"/>
              </a:rPr>
              <a:t> </a:t>
            </a:r>
            <a:r>
              <a:rPr lang="en-US" sz="2400" dirty="0" err="1">
                <a:latin typeface="Comic Sans MS" pitchFamily="66" charset="0"/>
              </a:rPr>
              <a:t>dụng</a:t>
            </a:r>
            <a:r>
              <a:rPr lang="en-US" sz="2400" dirty="0">
                <a:latin typeface="Comic Sans MS" pitchFamily="66" charset="0"/>
              </a:rPr>
              <a:t> </a:t>
            </a:r>
            <a:r>
              <a:rPr lang="en-US" sz="2400" dirty="0" err="1">
                <a:latin typeface="Comic Sans MS" pitchFamily="66" charset="0"/>
              </a:rPr>
              <a:t>phiên</a:t>
            </a:r>
            <a:r>
              <a:rPr lang="en-US" sz="2400" dirty="0">
                <a:latin typeface="Comic Sans MS" pitchFamily="66" charset="0"/>
              </a:rPr>
              <a:t> </a:t>
            </a:r>
            <a:r>
              <a:rPr lang="en-US" sz="2400" dirty="0" err="1">
                <a:latin typeface="Comic Sans MS" pitchFamily="66" charset="0"/>
              </a:rPr>
              <a:t>eBGP</a:t>
            </a:r>
            <a:r>
              <a:rPr lang="en-US" sz="2400" dirty="0">
                <a:latin typeface="Comic Sans MS" pitchFamily="66" charset="0"/>
              </a:rPr>
              <a:t> </a:t>
            </a:r>
            <a:r>
              <a:rPr lang="en-US" sz="2400" dirty="0" err="1">
                <a:latin typeface="Comic Sans MS" pitchFamily="66" charset="0"/>
              </a:rPr>
              <a:t>giữa</a:t>
            </a:r>
            <a:r>
              <a:rPr lang="en-US" sz="2400" dirty="0">
                <a:latin typeface="Comic Sans MS" pitchFamily="66" charset="0"/>
              </a:rPr>
              <a:t> 3a </a:t>
            </a:r>
            <a:r>
              <a:rPr lang="en-US" sz="2400" dirty="0" err="1">
                <a:latin typeface="Comic Sans MS" pitchFamily="66" charset="0"/>
              </a:rPr>
              <a:t>và</a:t>
            </a:r>
            <a:r>
              <a:rPr lang="en-US" sz="2400" dirty="0">
                <a:latin typeface="Comic Sans MS" pitchFamily="66" charset="0"/>
              </a:rPr>
              <a:t> 1c, AS3 </a:t>
            </a:r>
            <a:r>
              <a:rPr lang="en-US" sz="2400" dirty="0" err="1">
                <a:latin typeface="Comic Sans MS" pitchFamily="66" charset="0"/>
              </a:rPr>
              <a:t>gửi</a:t>
            </a:r>
            <a:r>
              <a:rPr lang="en-US" sz="2400" dirty="0">
                <a:latin typeface="Comic Sans MS" pitchFamily="66" charset="0"/>
              </a:rPr>
              <a:t> prefix </a:t>
            </a:r>
            <a:r>
              <a:rPr lang="en-US" sz="2400" dirty="0" err="1">
                <a:latin typeface="Comic Sans MS" pitchFamily="66" charset="0"/>
              </a:rPr>
              <a:t>về</a:t>
            </a:r>
            <a:r>
              <a:rPr lang="en-US" sz="2400" dirty="0">
                <a:latin typeface="Comic Sans MS" pitchFamily="66" charset="0"/>
              </a:rPr>
              <a:t> </a:t>
            </a:r>
            <a:r>
              <a:rPr lang="en-US" sz="2400" dirty="0" err="1">
                <a:latin typeface="Comic Sans MS" pitchFamily="66" charset="0"/>
              </a:rPr>
              <a:t>thông</a:t>
            </a:r>
            <a:r>
              <a:rPr lang="en-US" sz="2400" dirty="0">
                <a:latin typeface="Comic Sans MS" pitchFamily="66" charset="0"/>
              </a:rPr>
              <a:t> tin </a:t>
            </a:r>
            <a:r>
              <a:rPr lang="en-US" sz="2400" dirty="0" err="1">
                <a:latin typeface="Comic Sans MS" pitchFamily="66" charset="0"/>
              </a:rPr>
              <a:t>khả</a:t>
            </a:r>
            <a:r>
              <a:rPr lang="en-US" sz="2400" dirty="0">
                <a:latin typeface="Comic Sans MS" pitchFamily="66" charset="0"/>
              </a:rPr>
              <a:t> </a:t>
            </a:r>
            <a:r>
              <a:rPr lang="en-US" sz="2400" dirty="0" err="1">
                <a:latin typeface="Comic Sans MS" pitchFamily="66" charset="0"/>
              </a:rPr>
              <a:t>năng</a:t>
            </a:r>
            <a:r>
              <a:rPr lang="en-US" sz="2400" dirty="0">
                <a:latin typeface="Comic Sans MS" pitchFamily="66" charset="0"/>
              </a:rPr>
              <a:t> </a:t>
            </a:r>
            <a:r>
              <a:rPr lang="en-US" sz="2400" dirty="0" err="1">
                <a:latin typeface="Comic Sans MS" pitchFamily="66" charset="0"/>
              </a:rPr>
              <a:t>chạm</a:t>
            </a:r>
            <a:r>
              <a:rPr lang="en-US" sz="2400" dirty="0">
                <a:latin typeface="Comic Sans MS" pitchFamily="66" charset="0"/>
              </a:rPr>
              <a:t> (prefix </a:t>
            </a:r>
            <a:r>
              <a:rPr lang="en-US" sz="2400" dirty="0" err="1">
                <a:latin typeface="Comic Sans MS" pitchFamily="66" charset="0"/>
              </a:rPr>
              <a:t>reachability</a:t>
            </a:r>
            <a:r>
              <a:rPr lang="en-US" sz="2400" dirty="0">
                <a:latin typeface="Comic Sans MS" pitchFamily="66" charset="0"/>
              </a:rPr>
              <a:t> info) </a:t>
            </a:r>
            <a:r>
              <a:rPr lang="en-US" sz="2400" dirty="0" err="1">
                <a:latin typeface="Comic Sans MS" pitchFamily="66" charset="0"/>
              </a:rPr>
              <a:t>tới</a:t>
            </a:r>
            <a:r>
              <a:rPr lang="en-US" sz="2400" dirty="0">
                <a:latin typeface="Comic Sans MS" pitchFamily="66" charset="0"/>
              </a:rPr>
              <a:t> AS1.</a:t>
            </a:r>
          </a:p>
          <a:p>
            <a:pPr lvl="1">
              <a:lnSpc>
                <a:spcPct val="90000"/>
              </a:lnSpc>
              <a:buFont typeface="Wingdings" charset="0"/>
              <a:buChar char="§"/>
              <a:defRPr/>
            </a:pPr>
            <a:r>
              <a:rPr lang="en-US" sz="2000" dirty="0">
                <a:latin typeface="Comic Sans MS" pitchFamily="66" charset="0"/>
              </a:rPr>
              <a:t>1c </a:t>
            </a:r>
            <a:r>
              <a:rPr lang="en-US" sz="2000" dirty="0" err="1">
                <a:latin typeface="Comic Sans MS" pitchFamily="66" charset="0"/>
              </a:rPr>
              <a:t>sau</a:t>
            </a:r>
            <a:r>
              <a:rPr lang="en-US" sz="2000" dirty="0">
                <a:latin typeface="Comic Sans MS" pitchFamily="66" charset="0"/>
              </a:rPr>
              <a:t> </a:t>
            </a:r>
            <a:r>
              <a:rPr lang="en-US" sz="2000" dirty="0" err="1">
                <a:latin typeface="Comic Sans MS" pitchFamily="66" charset="0"/>
              </a:rPr>
              <a:t>đó</a:t>
            </a:r>
            <a:r>
              <a:rPr lang="en-US" sz="2000" dirty="0">
                <a:latin typeface="Comic Sans MS" pitchFamily="66" charset="0"/>
              </a:rPr>
              <a:t> </a:t>
            </a:r>
            <a:r>
              <a:rPr lang="en-US" sz="2000" dirty="0" err="1">
                <a:latin typeface="Comic Sans MS" pitchFamily="66" charset="0"/>
              </a:rPr>
              <a:t>có</a:t>
            </a:r>
            <a:r>
              <a:rPr lang="en-US" sz="2000" dirty="0">
                <a:latin typeface="Comic Sans MS" pitchFamily="66" charset="0"/>
              </a:rPr>
              <a:t> </a:t>
            </a:r>
            <a:r>
              <a:rPr lang="en-US" sz="2000" dirty="0" err="1">
                <a:latin typeface="Comic Sans MS" pitchFamily="66" charset="0"/>
              </a:rPr>
              <a:t>thể</a:t>
            </a:r>
            <a:r>
              <a:rPr lang="en-US" sz="2000" dirty="0">
                <a:latin typeface="Comic Sans MS" pitchFamily="66" charset="0"/>
              </a:rPr>
              <a:t> </a:t>
            </a:r>
            <a:r>
              <a:rPr lang="en-US" sz="2000" dirty="0" err="1">
                <a:latin typeface="Comic Sans MS" pitchFamily="66" charset="0"/>
              </a:rPr>
              <a:t>dùng</a:t>
            </a:r>
            <a:r>
              <a:rPr lang="en-US" sz="2000" dirty="0">
                <a:latin typeface="Comic Sans MS" pitchFamily="66" charset="0"/>
              </a:rPr>
              <a:t> </a:t>
            </a:r>
            <a:r>
              <a:rPr lang="en-US" sz="2000" dirty="0" err="1">
                <a:latin typeface="Comic Sans MS" pitchFamily="66" charset="0"/>
              </a:rPr>
              <a:t>iBGP</a:t>
            </a:r>
            <a:r>
              <a:rPr lang="en-US" sz="2000" dirty="0">
                <a:latin typeface="Comic Sans MS" pitchFamily="66" charset="0"/>
              </a:rPr>
              <a:t> </a:t>
            </a:r>
            <a:r>
              <a:rPr lang="en-US" sz="2000" dirty="0" err="1">
                <a:latin typeface="Comic Sans MS" pitchFamily="66" charset="0"/>
              </a:rPr>
              <a:t>phân</a:t>
            </a:r>
            <a:r>
              <a:rPr lang="en-US" sz="2000" dirty="0">
                <a:latin typeface="Comic Sans MS" pitchFamily="66" charset="0"/>
              </a:rPr>
              <a:t> </a:t>
            </a:r>
            <a:r>
              <a:rPr lang="en-US" sz="2000" dirty="0" err="1">
                <a:latin typeface="Comic Sans MS" pitchFamily="66" charset="0"/>
              </a:rPr>
              <a:t>phối</a:t>
            </a:r>
            <a:r>
              <a:rPr lang="en-US" sz="2000" dirty="0">
                <a:latin typeface="Comic Sans MS" pitchFamily="66" charset="0"/>
              </a:rPr>
              <a:t> </a:t>
            </a:r>
            <a:r>
              <a:rPr lang="en-US" sz="2000" dirty="0" err="1">
                <a:latin typeface="Comic Sans MS" pitchFamily="66" charset="0"/>
              </a:rPr>
              <a:t>thông</a:t>
            </a:r>
            <a:r>
              <a:rPr lang="en-US" sz="2000" dirty="0">
                <a:latin typeface="Comic Sans MS" pitchFamily="66" charset="0"/>
              </a:rPr>
              <a:t> tin prefix </a:t>
            </a:r>
            <a:r>
              <a:rPr lang="en-US" sz="2000" dirty="0" err="1">
                <a:latin typeface="Comic Sans MS" pitchFamily="66" charset="0"/>
              </a:rPr>
              <a:t>mới</a:t>
            </a:r>
            <a:r>
              <a:rPr lang="en-US" sz="2000" dirty="0">
                <a:latin typeface="Comic Sans MS" pitchFamily="66" charset="0"/>
              </a:rPr>
              <a:t> </a:t>
            </a:r>
            <a:r>
              <a:rPr lang="en-US" sz="2000" dirty="0" err="1">
                <a:latin typeface="Comic Sans MS" pitchFamily="66" charset="0"/>
              </a:rPr>
              <a:t>tới</a:t>
            </a:r>
            <a:r>
              <a:rPr lang="en-US" sz="2000" dirty="0">
                <a:latin typeface="Comic Sans MS" pitchFamily="66" charset="0"/>
              </a:rPr>
              <a:t> </a:t>
            </a:r>
            <a:r>
              <a:rPr lang="en-US" sz="2000" dirty="0" err="1">
                <a:latin typeface="Comic Sans MS" pitchFamily="66" charset="0"/>
              </a:rPr>
              <a:t>tất</a:t>
            </a:r>
            <a:r>
              <a:rPr lang="en-US" sz="2000" dirty="0">
                <a:latin typeface="Comic Sans MS" pitchFamily="66" charset="0"/>
              </a:rPr>
              <a:t> </a:t>
            </a:r>
            <a:r>
              <a:rPr lang="en-US" sz="2000" dirty="0" err="1">
                <a:latin typeface="Comic Sans MS" pitchFamily="66" charset="0"/>
              </a:rPr>
              <a:t>cả</a:t>
            </a:r>
            <a:r>
              <a:rPr lang="en-US" sz="2000" dirty="0">
                <a:latin typeface="Comic Sans MS" pitchFamily="66" charset="0"/>
              </a:rPr>
              <a:t> </a:t>
            </a:r>
            <a:r>
              <a:rPr lang="en-US" sz="2000" dirty="0" err="1">
                <a:latin typeface="Comic Sans MS" pitchFamily="66" charset="0"/>
              </a:rPr>
              <a:t>các</a:t>
            </a:r>
            <a:r>
              <a:rPr lang="en-US" sz="2000" dirty="0">
                <a:latin typeface="Comic Sans MS" pitchFamily="66" charset="0"/>
              </a:rPr>
              <a:t> router </a:t>
            </a:r>
            <a:r>
              <a:rPr lang="en-US" sz="2000" dirty="0" err="1">
                <a:latin typeface="Comic Sans MS" pitchFamily="66" charset="0"/>
              </a:rPr>
              <a:t>trong</a:t>
            </a:r>
            <a:r>
              <a:rPr lang="en-US" sz="2000" dirty="0">
                <a:latin typeface="Comic Sans MS" pitchFamily="66" charset="0"/>
              </a:rPr>
              <a:t> AS1</a:t>
            </a:r>
          </a:p>
          <a:p>
            <a:pPr lvl="1">
              <a:lnSpc>
                <a:spcPct val="90000"/>
              </a:lnSpc>
              <a:buFont typeface="Wingdings" charset="0"/>
              <a:buChar char="§"/>
              <a:defRPr/>
            </a:pPr>
            <a:r>
              <a:rPr lang="en-US" sz="2000" dirty="0">
                <a:latin typeface="Comic Sans MS" pitchFamily="66" charset="0"/>
              </a:rPr>
              <a:t>1b </a:t>
            </a:r>
            <a:r>
              <a:rPr lang="en-US" sz="2000" dirty="0" err="1">
                <a:latin typeface="Comic Sans MS" pitchFamily="66" charset="0"/>
              </a:rPr>
              <a:t>sau</a:t>
            </a:r>
            <a:r>
              <a:rPr lang="en-US" sz="2000" dirty="0">
                <a:latin typeface="Comic Sans MS" pitchFamily="66" charset="0"/>
              </a:rPr>
              <a:t> </a:t>
            </a:r>
            <a:r>
              <a:rPr lang="en-US" sz="2000" dirty="0" err="1">
                <a:latin typeface="Comic Sans MS" pitchFamily="66" charset="0"/>
              </a:rPr>
              <a:t>đó</a:t>
            </a:r>
            <a:r>
              <a:rPr lang="en-US" sz="2000" dirty="0">
                <a:latin typeface="Comic Sans MS" pitchFamily="66" charset="0"/>
              </a:rPr>
              <a:t> </a:t>
            </a:r>
            <a:r>
              <a:rPr lang="en-US" sz="2000" dirty="0" err="1">
                <a:latin typeface="Comic Sans MS" pitchFamily="66" charset="0"/>
              </a:rPr>
              <a:t>có</a:t>
            </a:r>
            <a:r>
              <a:rPr lang="en-US" sz="2000" dirty="0">
                <a:latin typeface="Comic Sans MS" pitchFamily="66" charset="0"/>
              </a:rPr>
              <a:t> </a:t>
            </a:r>
            <a:r>
              <a:rPr lang="en-US" sz="2000" dirty="0" err="1">
                <a:latin typeface="Comic Sans MS" pitchFamily="66" charset="0"/>
              </a:rPr>
              <a:t>thể</a:t>
            </a:r>
            <a:r>
              <a:rPr lang="en-US" sz="2000" dirty="0">
                <a:latin typeface="Comic Sans MS" pitchFamily="66" charset="0"/>
              </a:rPr>
              <a:t> </a:t>
            </a:r>
            <a:r>
              <a:rPr lang="en-US" sz="2000" dirty="0" err="1">
                <a:latin typeface="Comic Sans MS" pitchFamily="66" charset="0"/>
              </a:rPr>
              <a:t>quảng</a:t>
            </a:r>
            <a:r>
              <a:rPr lang="en-US" sz="2000" dirty="0">
                <a:latin typeface="Comic Sans MS" pitchFamily="66" charset="0"/>
              </a:rPr>
              <a:t> </a:t>
            </a:r>
            <a:r>
              <a:rPr lang="en-US" sz="2000" dirty="0" err="1">
                <a:latin typeface="Comic Sans MS" pitchFamily="66" charset="0"/>
              </a:rPr>
              <a:t>cáo</a:t>
            </a:r>
            <a:r>
              <a:rPr lang="en-US" sz="2000" dirty="0">
                <a:latin typeface="Comic Sans MS" pitchFamily="66" charset="0"/>
              </a:rPr>
              <a:t> </a:t>
            </a:r>
            <a:r>
              <a:rPr lang="en-US" sz="2000" dirty="0" err="1">
                <a:latin typeface="Comic Sans MS" pitchFamily="66" charset="0"/>
              </a:rPr>
              <a:t>lại</a:t>
            </a:r>
            <a:r>
              <a:rPr lang="en-US" sz="2000" dirty="0">
                <a:latin typeface="Comic Sans MS" pitchFamily="66" charset="0"/>
              </a:rPr>
              <a:t> </a:t>
            </a:r>
            <a:r>
              <a:rPr lang="en-US" sz="2000" dirty="0" err="1">
                <a:latin typeface="Comic Sans MS" pitchFamily="66" charset="0"/>
              </a:rPr>
              <a:t>thông</a:t>
            </a:r>
            <a:r>
              <a:rPr lang="en-US" sz="2000" dirty="0">
                <a:latin typeface="Comic Sans MS" pitchFamily="66" charset="0"/>
              </a:rPr>
              <a:t> tin </a:t>
            </a:r>
            <a:r>
              <a:rPr lang="en-US" sz="2000" dirty="0" err="1">
                <a:latin typeface="Comic Sans MS" pitchFamily="66" charset="0"/>
              </a:rPr>
              <a:t>về</a:t>
            </a:r>
            <a:r>
              <a:rPr lang="en-US" sz="2000" dirty="0">
                <a:latin typeface="Comic Sans MS" pitchFamily="66" charset="0"/>
              </a:rPr>
              <a:t> </a:t>
            </a:r>
            <a:r>
              <a:rPr lang="en-US" sz="2000" dirty="0" err="1">
                <a:latin typeface="Comic Sans MS" pitchFamily="66" charset="0"/>
              </a:rPr>
              <a:t>khả</a:t>
            </a:r>
            <a:r>
              <a:rPr lang="en-US" sz="2000" dirty="0">
                <a:latin typeface="Comic Sans MS" pitchFamily="66" charset="0"/>
              </a:rPr>
              <a:t> </a:t>
            </a:r>
            <a:r>
              <a:rPr lang="en-US" sz="2000" dirty="0" err="1">
                <a:latin typeface="Comic Sans MS" pitchFamily="66" charset="0"/>
              </a:rPr>
              <a:t>năng</a:t>
            </a:r>
            <a:r>
              <a:rPr lang="en-US" sz="2000" dirty="0">
                <a:latin typeface="Comic Sans MS" pitchFamily="66" charset="0"/>
              </a:rPr>
              <a:t> </a:t>
            </a:r>
            <a:r>
              <a:rPr lang="en-US" sz="2000" dirty="0" err="1">
                <a:latin typeface="Comic Sans MS" pitchFamily="66" charset="0"/>
              </a:rPr>
              <a:t>chạm</a:t>
            </a:r>
            <a:r>
              <a:rPr lang="en-US" sz="2000" dirty="0">
                <a:latin typeface="Comic Sans MS" pitchFamily="66" charset="0"/>
              </a:rPr>
              <a:t> </a:t>
            </a:r>
            <a:r>
              <a:rPr lang="en-US" sz="2000" dirty="0" err="1">
                <a:latin typeface="Comic Sans MS" pitchFamily="66" charset="0"/>
              </a:rPr>
              <a:t>mới</a:t>
            </a:r>
            <a:r>
              <a:rPr lang="en-US" sz="2000" dirty="0">
                <a:latin typeface="Comic Sans MS" pitchFamily="66" charset="0"/>
              </a:rPr>
              <a:t> </a:t>
            </a:r>
            <a:r>
              <a:rPr lang="en-US" sz="2000" dirty="0" err="1">
                <a:latin typeface="Comic Sans MS" pitchFamily="66" charset="0"/>
              </a:rPr>
              <a:t>tới</a:t>
            </a:r>
            <a:r>
              <a:rPr lang="en-US" sz="2000" dirty="0">
                <a:latin typeface="Comic Sans MS" pitchFamily="66" charset="0"/>
              </a:rPr>
              <a:t> AS2 </a:t>
            </a:r>
            <a:r>
              <a:rPr lang="en-US" sz="2000" dirty="0" err="1">
                <a:latin typeface="Comic Sans MS" pitchFamily="66" charset="0"/>
              </a:rPr>
              <a:t>trên</a:t>
            </a:r>
            <a:r>
              <a:rPr lang="en-US" sz="2000" dirty="0">
                <a:latin typeface="Comic Sans MS" pitchFamily="66" charset="0"/>
              </a:rPr>
              <a:t> </a:t>
            </a:r>
            <a:r>
              <a:rPr lang="en-US" sz="2000" dirty="0" err="1">
                <a:latin typeface="Comic Sans MS" pitchFamily="66" charset="0"/>
              </a:rPr>
              <a:t>phiên</a:t>
            </a:r>
            <a:r>
              <a:rPr lang="en-US" sz="2000" dirty="0">
                <a:latin typeface="Comic Sans MS" pitchFamily="66" charset="0"/>
              </a:rPr>
              <a:t> </a:t>
            </a:r>
            <a:r>
              <a:rPr lang="en-US" sz="2000" dirty="0" err="1">
                <a:latin typeface="Comic Sans MS" pitchFamily="66" charset="0"/>
              </a:rPr>
              <a:t>eBGP</a:t>
            </a:r>
            <a:r>
              <a:rPr lang="en-US" sz="2000" dirty="0">
                <a:latin typeface="Comic Sans MS" pitchFamily="66" charset="0"/>
              </a:rPr>
              <a:t> </a:t>
            </a:r>
            <a:r>
              <a:rPr lang="en-US" sz="2000" dirty="0" err="1">
                <a:latin typeface="Comic Sans MS" pitchFamily="66" charset="0"/>
              </a:rPr>
              <a:t>từ</a:t>
            </a:r>
            <a:r>
              <a:rPr lang="en-US" sz="2000" dirty="0">
                <a:latin typeface="Comic Sans MS" pitchFamily="66" charset="0"/>
              </a:rPr>
              <a:t> 1b-tới-2a</a:t>
            </a:r>
          </a:p>
          <a:p>
            <a:pPr>
              <a:lnSpc>
                <a:spcPct val="90000"/>
              </a:lnSpc>
              <a:buFont typeface="Wingdings" charset="0"/>
              <a:buChar char="v"/>
              <a:defRPr/>
            </a:pPr>
            <a:r>
              <a:rPr lang="en-US" sz="2400" dirty="0" err="1">
                <a:latin typeface="Comic Sans MS" pitchFamily="66" charset="0"/>
              </a:rPr>
              <a:t>Khi</a:t>
            </a:r>
            <a:r>
              <a:rPr lang="en-US" sz="2400" dirty="0">
                <a:latin typeface="Comic Sans MS" pitchFamily="66" charset="0"/>
              </a:rPr>
              <a:t> router </a:t>
            </a:r>
            <a:r>
              <a:rPr lang="en-US" sz="2400" dirty="0" err="1">
                <a:latin typeface="Comic Sans MS" pitchFamily="66" charset="0"/>
              </a:rPr>
              <a:t>học</a:t>
            </a:r>
            <a:r>
              <a:rPr lang="en-US" sz="2400" dirty="0">
                <a:latin typeface="Comic Sans MS" pitchFamily="66" charset="0"/>
              </a:rPr>
              <a:t> prefix </a:t>
            </a:r>
            <a:r>
              <a:rPr lang="en-US" sz="2400" dirty="0" err="1">
                <a:latin typeface="Comic Sans MS" pitchFamily="66" charset="0"/>
              </a:rPr>
              <a:t>mới</a:t>
            </a:r>
            <a:r>
              <a:rPr lang="en-US" sz="2400" dirty="0">
                <a:latin typeface="Comic Sans MS" pitchFamily="66" charset="0"/>
              </a:rPr>
              <a:t>, </a:t>
            </a:r>
            <a:r>
              <a:rPr lang="en-US" sz="2400" dirty="0" err="1">
                <a:latin typeface="Comic Sans MS" pitchFamily="66" charset="0"/>
              </a:rPr>
              <a:t>thì</a:t>
            </a:r>
            <a:r>
              <a:rPr lang="en-US" sz="2400" dirty="0">
                <a:latin typeface="Comic Sans MS" pitchFamily="66" charset="0"/>
              </a:rPr>
              <a:t> </a:t>
            </a:r>
            <a:r>
              <a:rPr lang="en-US" sz="2400" dirty="0" err="1">
                <a:latin typeface="Comic Sans MS" pitchFamily="66" charset="0"/>
              </a:rPr>
              <a:t>nó</a:t>
            </a:r>
            <a:r>
              <a:rPr lang="en-US" sz="2400" dirty="0">
                <a:latin typeface="Comic Sans MS" pitchFamily="66" charset="0"/>
              </a:rPr>
              <a:t> </a:t>
            </a:r>
            <a:r>
              <a:rPr lang="en-US" sz="2400" dirty="0" err="1">
                <a:latin typeface="Comic Sans MS" pitchFamily="66" charset="0"/>
              </a:rPr>
              <a:t>sẽ</a:t>
            </a:r>
            <a:r>
              <a:rPr lang="en-US" sz="2400" dirty="0">
                <a:latin typeface="Comic Sans MS" pitchFamily="66" charset="0"/>
              </a:rPr>
              <a:t> </a:t>
            </a:r>
            <a:r>
              <a:rPr lang="en-US" sz="2400" dirty="0" err="1">
                <a:latin typeface="Comic Sans MS" pitchFamily="66" charset="0"/>
              </a:rPr>
              <a:t>tạo</a:t>
            </a:r>
            <a:r>
              <a:rPr lang="en-US" sz="2400" dirty="0">
                <a:latin typeface="Comic Sans MS" pitchFamily="66" charset="0"/>
              </a:rPr>
              <a:t> </a:t>
            </a:r>
            <a:r>
              <a:rPr lang="en-US" sz="2400" dirty="0" err="1">
                <a:latin typeface="Comic Sans MS" pitchFamily="66" charset="0"/>
              </a:rPr>
              <a:t>mục</a:t>
            </a:r>
            <a:r>
              <a:rPr lang="en-US" sz="2400" dirty="0">
                <a:latin typeface="Comic Sans MS" pitchFamily="66" charset="0"/>
              </a:rPr>
              <a:t> </a:t>
            </a:r>
            <a:r>
              <a:rPr lang="en-US" sz="2400" dirty="0" err="1">
                <a:latin typeface="Comic Sans MS" pitchFamily="66" charset="0"/>
              </a:rPr>
              <a:t>cho</a:t>
            </a:r>
            <a:r>
              <a:rPr lang="en-US" sz="2400" dirty="0">
                <a:latin typeface="Comic Sans MS" pitchFamily="66" charset="0"/>
              </a:rPr>
              <a:t> prefix </a:t>
            </a:r>
            <a:r>
              <a:rPr lang="en-US" sz="2400" dirty="0" err="1">
                <a:latin typeface="Comic Sans MS" pitchFamily="66" charset="0"/>
              </a:rPr>
              <a:t>đó</a:t>
            </a:r>
            <a:r>
              <a:rPr lang="en-US" sz="2400" dirty="0">
                <a:latin typeface="Comic Sans MS" pitchFamily="66" charset="0"/>
              </a:rPr>
              <a:t> </a:t>
            </a:r>
            <a:r>
              <a:rPr lang="en-US" sz="2400" dirty="0" err="1">
                <a:latin typeface="Comic Sans MS" pitchFamily="66" charset="0"/>
              </a:rPr>
              <a:t>trong</a:t>
            </a:r>
            <a:r>
              <a:rPr lang="en-US" sz="2400" dirty="0">
                <a:latin typeface="Comic Sans MS" pitchFamily="66" charset="0"/>
              </a:rPr>
              <a:t> </a:t>
            </a:r>
            <a:r>
              <a:rPr lang="en-US" sz="2400" dirty="0" err="1">
                <a:latin typeface="Comic Sans MS" pitchFamily="66" charset="0"/>
              </a:rPr>
              <a:t>bảng</a:t>
            </a:r>
            <a:r>
              <a:rPr lang="en-US" sz="2400" dirty="0">
                <a:latin typeface="Comic Sans MS" pitchFamily="66" charset="0"/>
              </a:rPr>
              <a:t> forwarding </a:t>
            </a:r>
            <a:r>
              <a:rPr lang="en-US" sz="2400" dirty="0" err="1">
                <a:latin typeface="Comic Sans MS" pitchFamily="66" charset="0"/>
              </a:rPr>
              <a:t>của</a:t>
            </a:r>
            <a:r>
              <a:rPr lang="en-US" sz="2400" dirty="0">
                <a:latin typeface="Comic Sans MS" pitchFamily="66" charset="0"/>
              </a:rPr>
              <a:t> </a:t>
            </a:r>
            <a:r>
              <a:rPr lang="en-US" sz="2400" dirty="0" err="1">
                <a:latin typeface="Comic Sans MS" pitchFamily="66" charset="0"/>
              </a:rPr>
              <a:t>nó</a:t>
            </a:r>
            <a:r>
              <a:rPr lang="en-US" sz="2400" dirty="0">
                <a:latin typeface="Comic Sans MS" pitchFamily="66" charset="0"/>
              </a:rPr>
              <a:t>.</a:t>
            </a:r>
          </a:p>
        </p:txBody>
      </p:sp>
      <p:sp>
        <p:nvSpPr>
          <p:cNvPr id="120874" name="Line 106">
            <a:extLst>
              <a:ext uri="{FF2B5EF4-FFF2-40B4-BE49-F238E27FC236}">
                <a16:creationId xmlns:a16="http://schemas.microsoft.com/office/drawing/2014/main" id="{8D476173-9C41-4DF3-97CE-0089741A05FB}"/>
              </a:ext>
            </a:extLst>
          </p:cNvPr>
          <p:cNvSpPr>
            <a:spLocks noChangeShapeType="1"/>
          </p:cNvSpPr>
          <p:nvPr/>
        </p:nvSpPr>
        <p:spPr bwMode="auto">
          <a:xfrm>
            <a:off x="4846638" y="4725988"/>
            <a:ext cx="76676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875" name="Line 107">
            <a:extLst>
              <a:ext uri="{FF2B5EF4-FFF2-40B4-BE49-F238E27FC236}">
                <a16:creationId xmlns:a16="http://schemas.microsoft.com/office/drawing/2014/main" id="{0B511568-4BAE-4C4E-86B4-8557C0550F72}"/>
              </a:ext>
            </a:extLst>
          </p:cNvPr>
          <p:cNvSpPr>
            <a:spLocks noChangeShapeType="1"/>
          </p:cNvSpPr>
          <p:nvPr/>
        </p:nvSpPr>
        <p:spPr bwMode="auto">
          <a:xfrm>
            <a:off x="4865688" y="5040313"/>
            <a:ext cx="766762"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20876" name="Text Box 108">
            <a:extLst>
              <a:ext uri="{FF2B5EF4-FFF2-40B4-BE49-F238E27FC236}">
                <a16:creationId xmlns:a16="http://schemas.microsoft.com/office/drawing/2014/main" id="{3F000A49-354B-4934-BAF8-DCFD2AA48BB3}"/>
              </a:ext>
            </a:extLst>
          </p:cNvPr>
          <p:cNvSpPr txBox="1">
            <a:spLocks noChangeArrowheads="1"/>
          </p:cNvSpPr>
          <p:nvPr/>
        </p:nvSpPr>
        <p:spPr bwMode="auto">
          <a:xfrm>
            <a:off x="5695951" y="4508501"/>
            <a:ext cx="11715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400"/>
              <a:t>Phiên eBGP</a:t>
            </a:r>
          </a:p>
        </p:txBody>
      </p:sp>
      <p:sp>
        <p:nvSpPr>
          <p:cNvPr id="120877" name="Text Box 109">
            <a:extLst>
              <a:ext uri="{FF2B5EF4-FFF2-40B4-BE49-F238E27FC236}">
                <a16:creationId xmlns:a16="http://schemas.microsoft.com/office/drawing/2014/main" id="{0B63BD54-DF4A-482F-BAF7-C97B1DAD3AD6}"/>
              </a:ext>
            </a:extLst>
          </p:cNvPr>
          <p:cNvSpPr txBox="1">
            <a:spLocks noChangeArrowheads="1"/>
          </p:cNvSpPr>
          <p:nvPr/>
        </p:nvSpPr>
        <p:spPr bwMode="auto">
          <a:xfrm>
            <a:off x="5722939" y="4857751"/>
            <a:ext cx="111283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400"/>
              <a:t>Phiên iBGP</a:t>
            </a:r>
          </a:p>
        </p:txBody>
      </p:sp>
      <p:sp>
        <p:nvSpPr>
          <p:cNvPr id="120878" name="Freeform 110">
            <a:extLst>
              <a:ext uri="{FF2B5EF4-FFF2-40B4-BE49-F238E27FC236}">
                <a16:creationId xmlns:a16="http://schemas.microsoft.com/office/drawing/2014/main" id="{7BA769D7-6719-43ED-AFC2-E5B227E3A699}"/>
              </a:ext>
            </a:extLst>
          </p:cNvPr>
          <p:cNvSpPr>
            <a:spLocks/>
          </p:cNvSpPr>
          <p:nvPr/>
        </p:nvSpPr>
        <p:spPr bwMode="auto">
          <a:xfrm>
            <a:off x="4324350" y="5014914"/>
            <a:ext cx="704850" cy="409575"/>
          </a:xfrm>
          <a:custGeom>
            <a:avLst/>
            <a:gdLst>
              <a:gd name="T0" fmla="*/ 0 w 444"/>
              <a:gd name="T1" fmla="*/ 0 h 258"/>
              <a:gd name="T2" fmla="*/ 2147483647 w 444"/>
              <a:gd name="T3" fmla="*/ 2147483647 h 258"/>
              <a:gd name="T4" fmla="*/ 0 60000 65536"/>
              <a:gd name="T5" fmla="*/ 0 60000 65536"/>
              <a:gd name="T6" fmla="*/ 0 w 444"/>
              <a:gd name="T7" fmla="*/ 0 h 258"/>
              <a:gd name="T8" fmla="*/ 444 w 444"/>
              <a:gd name="T9" fmla="*/ 258 h 258"/>
            </a:gdLst>
            <a:ahLst/>
            <a:cxnLst>
              <a:cxn ang="T4">
                <a:pos x="T0" y="T1"/>
              </a:cxn>
              <a:cxn ang="T5">
                <a:pos x="T2" y="T3"/>
              </a:cxn>
            </a:cxnLst>
            <a:rect l="T6" t="T7" r="T8" b="T9"/>
            <a:pathLst>
              <a:path w="444" h="258">
                <a:moveTo>
                  <a:pt x="0" y="0"/>
                </a:moveTo>
                <a:lnTo>
                  <a:pt x="444" y="258"/>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AU" altLang="en-US"/>
          </a:p>
        </p:txBody>
      </p:sp>
    </p:spTree>
    <p:extLst>
      <p:ext uri="{BB962C8B-B14F-4D97-AF65-F5344CB8AC3E}">
        <p14:creationId xmlns:p14="http://schemas.microsoft.com/office/powerpoint/2010/main" val="3072497862"/>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Footer Placeholder 4">
            <a:extLst>
              <a:ext uri="{FF2B5EF4-FFF2-40B4-BE49-F238E27FC236}">
                <a16:creationId xmlns:a16="http://schemas.microsoft.com/office/drawing/2014/main" id="{F7523D20-ECC6-4448-AA3C-5C44FCE177AF}"/>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Tầng Network</a:t>
            </a:r>
          </a:p>
        </p:txBody>
      </p:sp>
      <p:sp>
        <p:nvSpPr>
          <p:cNvPr id="121859" name="Slide Number Placeholder 5">
            <a:extLst>
              <a:ext uri="{FF2B5EF4-FFF2-40B4-BE49-F238E27FC236}">
                <a16:creationId xmlns:a16="http://schemas.microsoft.com/office/drawing/2014/main" id="{794023D1-3022-455B-98E2-8CDD3851203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4-</a:t>
            </a:r>
            <a:fld id="{7EBD42AB-E00B-4006-A694-2BED0E5A36CA}" type="slidenum">
              <a:rPr lang="en-US" altLang="en-US">
                <a:latin typeface="Tahoma" panose="020B0604030504040204" pitchFamily="34" charset="0"/>
              </a:rPr>
              <a:pPr/>
              <a:t>104</a:t>
            </a:fld>
            <a:endParaRPr lang="en-US" altLang="en-US">
              <a:latin typeface="Tahoma" panose="020B0604030504040204" pitchFamily="34" charset="0"/>
            </a:endParaRPr>
          </a:p>
        </p:txBody>
      </p:sp>
      <p:sp>
        <p:nvSpPr>
          <p:cNvPr id="119812" name="Rectangle 2">
            <a:extLst>
              <a:ext uri="{FF2B5EF4-FFF2-40B4-BE49-F238E27FC236}">
                <a16:creationId xmlns:a16="http://schemas.microsoft.com/office/drawing/2014/main" id="{A7C78FA3-09A2-4ECB-86CE-F00B28845FF0}"/>
              </a:ext>
            </a:extLst>
          </p:cNvPr>
          <p:cNvSpPr>
            <a:spLocks noGrp="1" noChangeArrowheads="1"/>
          </p:cNvSpPr>
          <p:nvPr>
            <p:ph type="title"/>
          </p:nvPr>
        </p:nvSpPr>
        <p:spPr>
          <a:xfrm>
            <a:off x="1901826" y="150813"/>
            <a:ext cx="8258175" cy="1143000"/>
          </a:xfrm>
        </p:spPr>
        <p:txBody>
          <a:bodyPr>
            <a:normAutofit fontScale="90000"/>
          </a:bodyPr>
          <a:lstStyle/>
          <a:p>
            <a:pPr>
              <a:defRPr/>
            </a:pPr>
            <a:r>
              <a:rPr lang="en-US" dirty="0" err="1">
                <a:cs typeface="+mj-cs"/>
              </a:rPr>
              <a:t>Các</a:t>
            </a:r>
            <a:r>
              <a:rPr lang="en-US" dirty="0">
                <a:cs typeface="+mj-cs"/>
              </a:rPr>
              <a:t> </a:t>
            </a:r>
            <a:r>
              <a:rPr lang="en-US" dirty="0" err="1">
                <a:cs typeface="+mj-cs"/>
              </a:rPr>
              <a:t>thuộc</a:t>
            </a:r>
            <a:r>
              <a:rPr lang="en-US" dirty="0">
                <a:cs typeface="+mj-cs"/>
              </a:rPr>
              <a:t> </a:t>
            </a:r>
            <a:r>
              <a:rPr lang="en-US" dirty="0" err="1">
                <a:cs typeface="+mj-cs"/>
              </a:rPr>
              <a:t>tính</a:t>
            </a:r>
            <a:r>
              <a:rPr lang="en-US" dirty="0">
                <a:cs typeface="+mj-cs"/>
              </a:rPr>
              <a:t> </a:t>
            </a:r>
            <a:r>
              <a:rPr lang="en-US" dirty="0" err="1">
                <a:cs typeface="+mj-cs"/>
              </a:rPr>
              <a:t>đường</a:t>
            </a:r>
            <a:r>
              <a:rPr lang="en-US" dirty="0">
                <a:cs typeface="+mj-cs"/>
              </a:rPr>
              <a:t> </a:t>
            </a:r>
            <a:r>
              <a:rPr lang="en-US" dirty="0" err="1">
                <a:cs typeface="+mj-cs"/>
              </a:rPr>
              <a:t>đi</a:t>
            </a:r>
            <a:r>
              <a:rPr lang="en-US" dirty="0">
                <a:cs typeface="+mj-cs"/>
              </a:rPr>
              <a:t> </a:t>
            </a:r>
            <a:r>
              <a:rPr lang="en-US" dirty="0" err="1">
                <a:cs typeface="+mj-cs"/>
              </a:rPr>
              <a:t>và</a:t>
            </a:r>
            <a:r>
              <a:rPr lang="en-US" dirty="0">
                <a:cs typeface="+mj-cs"/>
              </a:rPr>
              <a:t> </a:t>
            </a:r>
            <a:r>
              <a:rPr lang="en-US" dirty="0" err="1">
                <a:cs typeface="+mj-cs"/>
              </a:rPr>
              <a:t>các</a:t>
            </a:r>
            <a:r>
              <a:rPr lang="en-US" dirty="0">
                <a:cs typeface="+mj-cs"/>
              </a:rPr>
              <a:t> route BGP</a:t>
            </a:r>
          </a:p>
        </p:txBody>
      </p:sp>
      <p:sp>
        <p:nvSpPr>
          <p:cNvPr id="121861" name="Rectangle 3">
            <a:extLst>
              <a:ext uri="{FF2B5EF4-FFF2-40B4-BE49-F238E27FC236}">
                <a16:creationId xmlns:a16="http://schemas.microsoft.com/office/drawing/2014/main" id="{E99B8D7A-901A-4CBD-BF66-7A6C925A649A}"/>
              </a:ext>
            </a:extLst>
          </p:cNvPr>
          <p:cNvSpPr>
            <a:spLocks noGrp="1" noChangeArrowheads="1"/>
          </p:cNvSpPr>
          <p:nvPr>
            <p:ph type="body" idx="1"/>
          </p:nvPr>
        </p:nvSpPr>
        <p:spPr>
          <a:xfrm>
            <a:off x="1790700" y="1536700"/>
            <a:ext cx="8826500" cy="4648200"/>
          </a:xfrm>
        </p:spPr>
        <p:txBody>
          <a:bodyPr/>
          <a:lstStyle/>
          <a:p>
            <a:r>
              <a:rPr lang="en-US" altLang="en-US">
                <a:latin typeface="Comic Sans MS" panose="030F0702030302020204" pitchFamily="66" charset="0"/>
                <a:ea typeface="ＭＳ Ｐゴシック" panose="020B0600070205080204" pitchFamily="34" charset="-128"/>
              </a:rPr>
              <a:t>prefix được quảng cáo bao gồm các thuộc tính BGP</a:t>
            </a:r>
          </a:p>
          <a:p>
            <a:pPr lvl="1"/>
            <a:r>
              <a:rPr lang="en-US" altLang="en-US">
                <a:latin typeface="Comic Sans MS" panose="030F0702030302020204" pitchFamily="66" charset="0"/>
                <a:ea typeface="ＭＳ Ｐゴシック" panose="020B0600070205080204" pitchFamily="34" charset="-128"/>
              </a:rPr>
              <a:t>prefix + attributes = </a:t>
            </a:r>
            <a:r>
              <a:rPr lang="ja-JP" altLang="en-US">
                <a:latin typeface="Comic Sans MS" panose="030F0702030302020204" pitchFamily="66" charset="0"/>
                <a:ea typeface="ＭＳ Ｐゴシック" panose="020B0600070205080204" pitchFamily="34" charset="-128"/>
              </a:rPr>
              <a:t>“</a:t>
            </a:r>
            <a:r>
              <a:rPr lang="en-US" altLang="ja-JP">
                <a:latin typeface="Comic Sans MS" panose="030F0702030302020204" pitchFamily="66" charset="0"/>
                <a:ea typeface="ＭＳ Ｐゴシック" panose="020B0600070205080204" pitchFamily="34" charset="-128"/>
              </a:rPr>
              <a:t>route</a:t>
            </a:r>
            <a:r>
              <a:rPr lang="ja-JP" altLang="en-US">
                <a:latin typeface="Comic Sans MS" panose="030F0702030302020204" pitchFamily="66" charset="0"/>
                <a:ea typeface="ＭＳ Ｐゴシック" panose="020B0600070205080204" pitchFamily="34" charset="-128"/>
              </a:rPr>
              <a:t>”</a:t>
            </a:r>
            <a:endParaRPr lang="en-US" altLang="ja-JP">
              <a:latin typeface="Comic Sans MS" panose="030F0702030302020204" pitchFamily="66" charset="0"/>
              <a:ea typeface="ＭＳ Ｐゴシック" panose="020B0600070205080204" pitchFamily="34" charset="-128"/>
            </a:endParaRPr>
          </a:p>
          <a:p>
            <a:r>
              <a:rPr lang="en-US" altLang="en-US">
                <a:latin typeface="Comic Sans MS" panose="030F0702030302020204" pitchFamily="66" charset="0"/>
                <a:ea typeface="ＭＳ Ｐゴシック" panose="020B0600070205080204" pitchFamily="34" charset="-128"/>
              </a:rPr>
              <a:t>2 thuộc tính quan trọng:</a:t>
            </a:r>
          </a:p>
          <a:p>
            <a:pPr lvl="1"/>
            <a:r>
              <a:rPr lang="en-US" altLang="en-US">
                <a:solidFill>
                  <a:srgbClr val="CC0000"/>
                </a:solidFill>
                <a:latin typeface="Comic Sans MS" panose="030F0702030302020204" pitchFamily="66" charset="0"/>
                <a:ea typeface="ＭＳ Ｐゴシック" panose="020B0600070205080204" pitchFamily="34" charset="-128"/>
              </a:rPr>
              <a:t>AS-PATH:</a:t>
            </a:r>
            <a:r>
              <a:rPr lang="en-US" altLang="en-US">
                <a:latin typeface="Comic Sans MS" panose="030F0702030302020204" pitchFamily="66" charset="0"/>
                <a:ea typeface="ＭＳ Ｐゴシック" panose="020B0600070205080204" pitchFamily="34" charset="-128"/>
              </a:rPr>
              <a:t> chứa các AS mà thông qua đó quảng cáo prefix vừa đi qua: ví dụ: AS 67, AS 17 </a:t>
            </a:r>
          </a:p>
          <a:p>
            <a:pPr lvl="1"/>
            <a:r>
              <a:rPr lang="en-US" altLang="en-US">
                <a:solidFill>
                  <a:srgbClr val="CC0000"/>
                </a:solidFill>
                <a:latin typeface="Comic Sans MS" panose="030F0702030302020204" pitchFamily="66" charset="0"/>
                <a:ea typeface="ＭＳ Ｐゴシック" panose="020B0600070205080204" pitchFamily="34" charset="-128"/>
              </a:rPr>
              <a:t>NEXT-HOP:</a:t>
            </a:r>
            <a:r>
              <a:rPr lang="en-US" altLang="en-US">
                <a:latin typeface="Comic Sans MS" panose="030F0702030302020204" pitchFamily="66" charset="0"/>
                <a:ea typeface="ＭＳ Ｐゴシック" panose="020B0600070205080204" pitchFamily="34" charset="-128"/>
              </a:rPr>
              <a:t> chỉ ra router bên trong AS cụ thể tới AS hop kế tiếp. (có thể có nhiều đường kết nối từ AS hiện tại tới AS hop kế tiếp)</a:t>
            </a:r>
          </a:p>
          <a:p>
            <a:r>
              <a:rPr lang="en-US" altLang="en-US">
                <a:latin typeface="Comic Sans MS" panose="030F0702030302020204" pitchFamily="66" charset="0"/>
                <a:ea typeface="ＭＳ Ｐゴシック" panose="020B0600070205080204" pitchFamily="34" charset="-128"/>
              </a:rPr>
              <a:t>router gateway mà nhận quảng cáo route sử dụng </a:t>
            </a:r>
            <a:r>
              <a:rPr lang="en-US" altLang="en-US">
                <a:solidFill>
                  <a:srgbClr val="C00000"/>
                </a:solidFill>
                <a:latin typeface="Comic Sans MS" panose="030F0702030302020204" pitchFamily="66" charset="0"/>
                <a:ea typeface="ＭＳ Ｐゴシック" panose="020B0600070205080204" pitchFamily="34" charset="-128"/>
              </a:rPr>
              <a:t>chính sách quan trọng (</a:t>
            </a:r>
            <a:r>
              <a:rPr lang="en-US" altLang="en-US">
                <a:solidFill>
                  <a:srgbClr val="CC0000"/>
                </a:solidFill>
                <a:latin typeface="Comic Sans MS" panose="030F0702030302020204" pitchFamily="66" charset="0"/>
                <a:ea typeface="ＭＳ Ｐゴシック" panose="020B0600070205080204" pitchFamily="34" charset="-128"/>
              </a:rPr>
              <a:t>import policy)</a:t>
            </a:r>
            <a:r>
              <a:rPr lang="en-US" altLang="en-US">
                <a:latin typeface="Comic Sans MS" panose="030F0702030302020204" pitchFamily="66" charset="0"/>
                <a:ea typeface="ＭＳ Ｐゴシック" panose="020B0600070205080204" pitchFamily="34" charset="-128"/>
              </a:rPr>
              <a:t> để chấp nhận/từ chối</a:t>
            </a:r>
          </a:p>
          <a:p>
            <a:pPr lvl="1"/>
            <a:r>
              <a:rPr lang="en-US" altLang="en-US">
                <a:latin typeface="Comic Sans MS" panose="030F0702030302020204" pitchFamily="66" charset="0"/>
                <a:ea typeface="ＭＳ Ｐゴシック" panose="020B0600070205080204" pitchFamily="34" charset="-128"/>
              </a:rPr>
              <a:t>Ví dụ: không bao giờ đi qua AS x</a:t>
            </a:r>
          </a:p>
          <a:p>
            <a:pPr lvl="1"/>
            <a:r>
              <a:rPr lang="en-US" altLang="en-US">
                <a:latin typeface="Comic Sans MS" panose="030F0702030302020204" pitchFamily="66" charset="0"/>
                <a:ea typeface="ＭＳ Ｐゴシック" panose="020B0600070205080204" pitchFamily="34" charset="-128"/>
              </a:rPr>
              <a:t>Định tuyến </a:t>
            </a:r>
            <a:r>
              <a:rPr lang="en-US" altLang="en-US" i="1">
                <a:solidFill>
                  <a:srgbClr val="CC0000"/>
                </a:solidFill>
                <a:latin typeface="Comic Sans MS" panose="030F0702030302020204" pitchFamily="66" charset="0"/>
                <a:ea typeface="ＭＳ Ｐゴシック" panose="020B0600070205080204" pitchFamily="34" charset="-128"/>
              </a:rPr>
              <a:t>dựa trên chính </a:t>
            </a:r>
            <a:r>
              <a:rPr lang="en-US" altLang="en-US" i="1">
                <a:latin typeface="Comic Sans MS" panose="030F0702030302020204" pitchFamily="66" charset="0"/>
                <a:ea typeface="ＭＳ Ｐゴシック" panose="020B0600070205080204" pitchFamily="34" charset="-128"/>
              </a:rPr>
              <a:t>(</a:t>
            </a:r>
            <a:r>
              <a:rPr lang="en-US" altLang="en-US" i="1">
                <a:solidFill>
                  <a:srgbClr val="CC0000"/>
                </a:solidFill>
                <a:latin typeface="Comic Sans MS" panose="030F0702030302020204" pitchFamily="66" charset="0"/>
                <a:ea typeface="ＭＳ Ｐゴシック" panose="020B0600070205080204" pitchFamily="34" charset="-128"/>
              </a:rPr>
              <a:t>sách policy-based</a:t>
            </a:r>
            <a:r>
              <a:rPr lang="en-US" altLang="en-US" i="1">
                <a:solidFill>
                  <a:srgbClr val="FF0000"/>
                </a:solidFill>
                <a:latin typeface="Comic Sans MS" panose="030F0702030302020204" pitchFamily="66" charset="0"/>
                <a:ea typeface="ＭＳ Ｐゴシック" panose="020B0600070205080204" pitchFamily="34" charset="-128"/>
              </a:rPr>
              <a:t> </a:t>
            </a:r>
            <a:r>
              <a:rPr lang="en-US" altLang="en-US">
                <a:latin typeface="Comic Sans MS" panose="030F0702030302020204" pitchFamily="66" charset="0"/>
                <a:ea typeface="ＭＳ Ｐゴシック" panose="020B0600070205080204" pitchFamily="34" charset="-128"/>
              </a:rPr>
              <a:t>routing)</a:t>
            </a:r>
          </a:p>
        </p:txBody>
      </p:sp>
      <p:pic>
        <p:nvPicPr>
          <p:cNvPr id="121862" name="Picture 5" descr="underline_base">
            <a:extLst>
              <a:ext uri="{FF2B5EF4-FFF2-40B4-BE49-F238E27FC236}">
                <a16:creationId xmlns:a16="http://schemas.microsoft.com/office/drawing/2014/main" id="{1B537DDF-08C6-46F9-A5A7-715F6A4AA7BB}"/>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46288" y="1311275"/>
            <a:ext cx="7313612"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08683051"/>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Footer Placeholder 4">
            <a:extLst>
              <a:ext uri="{FF2B5EF4-FFF2-40B4-BE49-F238E27FC236}">
                <a16:creationId xmlns:a16="http://schemas.microsoft.com/office/drawing/2014/main" id="{8248DCC7-3ACF-468F-8AFC-A783BDD2D350}"/>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Tầng Network</a:t>
            </a:r>
          </a:p>
        </p:txBody>
      </p:sp>
      <p:sp>
        <p:nvSpPr>
          <p:cNvPr id="122883" name="Slide Number Placeholder 5">
            <a:extLst>
              <a:ext uri="{FF2B5EF4-FFF2-40B4-BE49-F238E27FC236}">
                <a16:creationId xmlns:a16="http://schemas.microsoft.com/office/drawing/2014/main" id="{DB3F8FC9-4FB4-49E1-B50E-67682E3DB05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4-</a:t>
            </a:r>
            <a:fld id="{4208D13E-3601-4216-8B13-D205217489AB}" type="slidenum">
              <a:rPr lang="en-US" altLang="en-US">
                <a:latin typeface="Tahoma" panose="020B0604030504040204" pitchFamily="34" charset="0"/>
              </a:rPr>
              <a:pPr/>
              <a:t>105</a:t>
            </a:fld>
            <a:endParaRPr lang="en-US" altLang="en-US">
              <a:latin typeface="Tahoma" panose="020B0604030504040204" pitchFamily="34" charset="0"/>
            </a:endParaRPr>
          </a:p>
        </p:txBody>
      </p:sp>
      <p:sp>
        <p:nvSpPr>
          <p:cNvPr id="120836" name="Rectangle 2">
            <a:extLst>
              <a:ext uri="{FF2B5EF4-FFF2-40B4-BE49-F238E27FC236}">
                <a16:creationId xmlns:a16="http://schemas.microsoft.com/office/drawing/2014/main" id="{7C2ECB5A-BFC9-4CE4-A56C-4A23C7AC4C8B}"/>
              </a:ext>
            </a:extLst>
          </p:cNvPr>
          <p:cNvSpPr>
            <a:spLocks noGrp="1" noChangeArrowheads="1"/>
          </p:cNvSpPr>
          <p:nvPr>
            <p:ph type="title"/>
          </p:nvPr>
        </p:nvSpPr>
        <p:spPr>
          <a:xfrm>
            <a:off x="2117726" y="0"/>
            <a:ext cx="10131425" cy="1456267"/>
          </a:xfrm>
        </p:spPr>
        <p:txBody>
          <a:bodyPr/>
          <a:lstStyle/>
          <a:p>
            <a:pPr>
              <a:defRPr/>
            </a:pPr>
            <a:r>
              <a:rPr lang="en-US" dirty="0" err="1">
                <a:cs typeface="+mj-cs"/>
              </a:rPr>
              <a:t>Sự</a:t>
            </a:r>
            <a:r>
              <a:rPr lang="en-US" dirty="0">
                <a:cs typeface="+mj-cs"/>
              </a:rPr>
              <a:t> </a:t>
            </a:r>
            <a:r>
              <a:rPr lang="en-US" dirty="0" err="1">
                <a:cs typeface="+mj-cs"/>
              </a:rPr>
              <a:t>lựa</a:t>
            </a:r>
            <a:r>
              <a:rPr lang="en-US" dirty="0">
                <a:cs typeface="+mj-cs"/>
              </a:rPr>
              <a:t> </a:t>
            </a:r>
            <a:r>
              <a:rPr lang="en-US" dirty="0" err="1">
                <a:cs typeface="+mj-cs"/>
              </a:rPr>
              <a:t>chọn</a:t>
            </a:r>
            <a:r>
              <a:rPr lang="en-US" dirty="0">
                <a:cs typeface="+mj-cs"/>
              </a:rPr>
              <a:t> BGP route</a:t>
            </a:r>
          </a:p>
        </p:txBody>
      </p:sp>
      <p:sp>
        <p:nvSpPr>
          <p:cNvPr id="120837" name="Rectangle 3">
            <a:extLst>
              <a:ext uri="{FF2B5EF4-FFF2-40B4-BE49-F238E27FC236}">
                <a16:creationId xmlns:a16="http://schemas.microsoft.com/office/drawing/2014/main" id="{731F06CB-0A75-44AC-BF29-DDEF9861620B}"/>
              </a:ext>
            </a:extLst>
          </p:cNvPr>
          <p:cNvSpPr>
            <a:spLocks noGrp="1" noChangeArrowheads="1"/>
          </p:cNvSpPr>
          <p:nvPr>
            <p:ph type="body" idx="1"/>
          </p:nvPr>
        </p:nvSpPr>
        <p:spPr>
          <a:xfrm>
            <a:off x="2046288" y="1433513"/>
            <a:ext cx="7772400" cy="4648200"/>
          </a:xfrm>
        </p:spPr>
        <p:txBody>
          <a:bodyPr/>
          <a:lstStyle/>
          <a:p>
            <a:pPr marL="346075" indent="-346075">
              <a:buFont typeface="Wingdings" charset="0"/>
              <a:buChar char="v"/>
              <a:defRPr/>
            </a:pPr>
            <a:r>
              <a:rPr lang="en-US" dirty="0">
                <a:latin typeface="Comic Sans MS" pitchFamily="66" charset="0"/>
                <a:cs typeface="+mn-cs"/>
              </a:rPr>
              <a:t>router </a:t>
            </a:r>
            <a:r>
              <a:rPr lang="en-US" dirty="0" err="1">
                <a:latin typeface="Comic Sans MS" pitchFamily="66" charset="0"/>
                <a:cs typeface="+mn-cs"/>
              </a:rPr>
              <a:t>có</a:t>
            </a:r>
            <a:r>
              <a:rPr lang="en-US" dirty="0">
                <a:latin typeface="Comic Sans MS" pitchFamily="66" charset="0"/>
                <a:cs typeface="+mn-cs"/>
              </a:rPr>
              <a:t> </a:t>
            </a:r>
            <a:r>
              <a:rPr lang="en-US" dirty="0" err="1">
                <a:latin typeface="Comic Sans MS" pitchFamily="66" charset="0"/>
                <a:cs typeface="+mn-cs"/>
              </a:rPr>
              <a:t>thể</a:t>
            </a:r>
            <a:r>
              <a:rPr lang="en-US" dirty="0">
                <a:latin typeface="Comic Sans MS" pitchFamily="66" charset="0"/>
                <a:cs typeface="+mn-cs"/>
              </a:rPr>
              <a:t> </a:t>
            </a:r>
            <a:r>
              <a:rPr lang="en-US" dirty="0" err="1">
                <a:latin typeface="Comic Sans MS" pitchFamily="66" charset="0"/>
                <a:cs typeface="+mn-cs"/>
              </a:rPr>
              <a:t>học</a:t>
            </a:r>
            <a:r>
              <a:rPr lang="en-US" dirty="0">
                <a:latin typeface="Comic Sans MS" pitchFamily="66" charset="0"/>
                <a:cs typeface="+mn-cs"/>
              </a:rPr>
              <a:t> </a:t>
            </a:r>
            <a:r>
              <a:rPr lang="en-US" dirty="0" err="1">
                <a:latin typeface="Comic Sans MS" pitchFamily="66" charset="0"/>
                <a:cs typeface="+mn-cs"/>
              </a:rPr>
              <a:t>hơn</a:t>
            </a:r>
            <a:r>
              <a:rPr lang="en-US" dirty="0">
                <a:latin typeface="Comic Sans MS" pitchFamily="66" charset="0"/>
                <a:cs typeface="+mn-cs"/>
              </a:rPr>
              <a:t> 1 route </a:t>
            </a:r>
            <a:r>
              <a:rPr lang="en-US" dirty="0" err="1">
                <a:latin typeface="Comic Sans MS" pitchFamily="66" charset="0"/>
                <a:cs typeface="+mn-cs"/>
              </a:rPr>
              <a:t>tới</a:t>
            </a:r>
            <a:r>
              <a:rPr lang="en-US" dirty="0">
                <a:latin typeface="Comic Sans MS" pitchFamily="66" charset="0"/>
                <a:cs typeface="+mn-cs"/>
              </a:rPr>
              <a:t> AS </a:t>
            </a:r>
            <a:r>
              <a:rPr lang="en-US" dirty="0" err="1">
                <a:latin typeface="Comic Sans MS" pitchFamily="66" charset="0"/>
                <a:cs typeface="+mn-cs"/>
              </a:rPr>
              <a:t>đích</a:t>
            </a:r>
            <a:r>
              <a:rPr lang="en-US" dirty="0">
                <a:latin typeface="Comic Sans MS" pitchFamily="66" charset="0"/>
                <a:cs typeface="+mn-cs"/>
              </a:rPr>
              <a:t>, </a:t>
            </a:r>
            <a:r>
              <a:rPr lang="en-US" dirty="0" err="1">
                <a:latin typeface="Comic Sans MS" pitchFamily="66" charset="0"/>
                <a:cs typeface="+mn-cs"/>
              </a:rPr>
              <a:t>chọn</a:t>
            </a:r>
            <a:r>
              <a:rPr lang="en-US" dirty="0">
                <a:latin typeface="Comic Sans MS" pitchFamily="66" charset="0"/>
                <a:cs typeface="+mn-cs"/>
              </a:rPr>
              <a:t> route </a:t>
            </a:r>
            <a:r>
              <a:rPr lang="en-US" dirty="0" err="1">
                <a:latin typeface="Comic Sans MS" pitchFamily="66" charset="0"/>
                <a:cs typeface="+mn-cs"/>
              </a:rPr>
              <a:t>dựa</a:t>
            </a:r>
            <a:r>
              <a:rPr lang="en-US" dirty="0">
                <a:latin typeface="Comic Sans MS" pitchFamily="66" charset="0"/>
                <a:cs typeface="+mn-cs"/>
              </a:rPr>
              <a:t> </a:t>
            </a:r>
            <a:r>
              <a:rPr lang="en-US" dirty="0" err="1">
                <a:latin typeface="Comic Sans MS" pitchFamily="66" charset="0"/>
                <a:cs typeface="+mn-cs"/>
              </a:rPr>
              <a:t>trên</a:t>
            </a:r>
            <a:r>
              <a:rPr lang="en-US" dirty="0">
                <a:latin typeface="Comic Sans MS" pitchFamily="66" charset="0"/>
                <a:cs typeface="+mn-cs"/>
              </a:rPr>
              <a:t>:</a:t>
            </a:r>
          </a:p>
          <a:p>
            <a:pPr marL="1084263" lvl="1" indent="-457200">
              <a:buFont typeface="ZapfDingbats" charset="0"/>
              <a:buAutoNum type="arabicPeriod"/>
              <a:defRPr/>
            </a:pPr>
            <a:r>
              <a:rPr lang="en-US" dirty="0" err="1">
                <a:latin typeface="Comic Sans MS" pitchFamily="66" charset="0"/>
              </a:rPr>
              <a:t>Thuộc</a:t>
            </a:r>
            <a:r>
              <a:rPr lang="en-US" dirty="0">
                <a:latin typeface="Comic Sans MS" pitchFamily="66" charset="0"/>
              </a:rPr>
              <a:t> </a:t>
            </a:r>
            <a:r>
              <a:rPr lang="en-US" dirty="0" err="1">
                <a:latin typeface="Comic Sans MS" pitchFamily="66" charset="0"/>
              </a:rPr>
              <a:t>tính</a:t>
            </a:r>
            <a:r>
              <a:rPr lang="en-US" dirty="0">
                <a:latin typeface="Comic Sans MS" pitchFamily="66" charset="0"/>
              </a:rPr>
              <a:t> </a:t>
            </a:r>
            <a:r>
              <a:rPr lang="en-US" dirty="0" err="1">
                <a:latin typeface="Comic Sans MS" pitchFamily="66" charset="0"/>
              </a:rPr>
              <a:t>giá</a:t>
            </a:r>
            <a:r>
              <a:rPr lang="en-US" dirty="0">
                <a:latin typeface="Comic Sans MS" pitchFamily="66" charset="0"/>
              </a:rPr>
              <a:t> </a:t>
            </a:r>
            <a:r>
              <a:rPr lang="en-US" dirty="0" err="1">
                <a:latin typeface="Comic Sans MS" pitchFamily="66" charset="0"/>
              </a:rPr>
              <a:t>trị</a:t>
            </a:r>
            <a:r>
              <a:rPr lang="en-US" dirty="0">
                <a:latin typeface="Comic Sans MS" pitchFamily="66" charset="0"/>
              </a:rPr>
              <a:t> </a:t>
            </a:r>
            <a:r>
              <a:rPr lang="en-US" dirty="0" err="1">
                <a:latin typeface="Comic Sans MS" pitchFamily="66" charset="0"/>
              </a:rPr>
              <a:t>ưu</a:t>
            </a:r>
            <a:r>
              <a:rPr lang="en-US" dirty="0">
                <a:latin typeface="Comic Sans MS" pitchFamily="66" charset="0"/>
              </a:rPr>
              <a:t> </a:t>
            </a:r>
            <a:r>
              <a:rPr lang="en-US" dirty="0" err="1">
                <a:latin typeface="Comic Sans MS" pitchFamily="66" charset="0"/>
              </a:rPr>
              <a:t>tiên</a:t>
            </a:r>
            <a:r>
              <a:rPr lang="en-US" dirty="0">
                <a:latin typeface="Comic Sans MS" pitchFamily="66" charset="0"/>
              </a:rPr>
              <a:t> </a:t>
            </a:r>
            <a:r>
              <a:rPr lang="en-US" dirty="0" err="1">
                <a:latin typeface="Comic Sans MS" pitchFamily="66" charset="0"/>
              </a:rPr>
              <a:t>cục</a:t>
            </a:r>
            <a:r>
              <a:rPr lang="en-US" dirty="0">
                <a:latin typeface="Comic Sans MS" pitchFamily="66" charset="0"/>
              </a:rPr>
              <a:t> </a:t>
            </a:r>
            <a:r>
              <a:rPr lang="en-US" dirty="0" err="1">
                <a:latin typeface="Comic Sans MS" pitchFamily="66" charset="0"/>
              </a:rPr>
              <a:t>bộ</a:t>
            </a:r>
            <a:r>
              <a:rPr lang="en-US" dirty="0">
                <a:latin typeface="Comic Sans MS" pitchFamily="66" charset="0"/>
              </a:rPr>
              <a:t>: </a:t>
            </a:r>
            <a:r>
              <a:rPr lang="en-US" dirty="0" err="1">
                <a:latin typeface="Comic Sans MS" pitchFamily="66" charset="0"/>
              </a:rPr>
              <a:t>quyết</a:t>
            </a:r>
            <a:r>
              <a:rPr lang="en-US" dirty="0">
                <a:latin typeface="Comic Sans MS" pitchFamily="66" charset="0"/>
              </a:rPr>
              <a:t> </a:t>
            </a:r>
            <a:r>
              <a:rPr lang="en-US" dirty="0" err="1">
                <a:latin typeface="Comic Sans MS" pitchFamily="66" charset="0"/>
              </a:rPr>
              <a:t>định</a:t>
            </a:r>
            <a:r>
              <a:rPr lang="en-US" dirty="0">
                <a:latin typeface="Comic Sans MS" pitchFamily="66" charset="0"/>
              </a:rPr>
              <a:t> </a:t>
            </a:r>
            <a:r>
              <a:rPr lang="en-US" dirty="0" err="1">
                <a:latin typeface="Comic Sans MS" pitchFamily="66" charset="0"/>
              </a:rPr>
              <a:t>chính</a:t>
            </a:r>
            <a:r>
              <a:rPr lang="en-US" dirty="0">
                <a:latin typeface="Comic Sans MS" pitchFamily="66" charset="0"/>
              </a:rPr>
              <a:t> </a:t>
            </a:r>
            <a:r>
              <a:rPr lang="en-US" dirty="0" err="1">
                <a:latin typeface="Comic Sans MS" pitchFamily="66" charset="0"/>
              </a:rPr>
              <a:t>sách</a:t>
            </a:r>
            <a:endParaRPr lang="en-US" dirty="0">
              <a:latin typeface="Comic Sans MS" pitchFamily="66" charset="0"/>
            </a:endParaRPr>
          </a:p>
          <a:p>
            <a:pPr marL="1084263" lvl="1" indent="-457200">
              <a:buFont typeface="ZapfDingbats" charset="0"/>
              <a:buAutoNum type="arabicPeriod"/>
              <a:defRPr/>
            </a:pPr>
            <a:r>
              <a:rPr lang="en-US" dirty="0">
                <a:latin typeface="Comic Sans MS" pitchFamily="66" charset="0"/>
              </a:rPr>
              <a:t>AS-PATH </a:t>
            </a:r>
            <a:r>
              <a:rPr lang="en-US" dirty="0" err="1">
                <a:latin typeface="Comic Sans MS" pitchFamily="66" charset="0"/>
              </a:rPr>
              <a:t>ngắn</a:t>
            </a:r>
            <a:r>
              <a:rPr lang="en-US" dirty="0">
                <a:latin typeface="Comic Sans MS" pitchFamily="66" charset="0"/>
              </a:rPr>
              <a:t> </a:t>
            </a:r>
            <a:r>
              <a:rPr lang="en-US" dirty="0" err="1">
                <a:latin typeface="Comic Sans MS" pitchFamily="66" charset="0"/>
              </a:rPr>
              <a:t>nhất</a:t>
            </a:r>
            <a:endParaRPr lang="en-US" dirty="0">
              <a:latin typeface="Comic Sans MS" pitchFamily="66" charset="0"/>
            </a:endParaRPr>
          </a:p>
          <a:p>
            <a:pPr marL="1084263" lvl="1" indent="-457200">
              <a:buFont typeface="ZapfDingbats" charset="0"/>
              <a:buAutoNum type="arabicPeriod"/>
              <a:defRPr/>
            </a:pPr>
            <a:r>
              <a:rPr lang="en-US" dirty="0">
                <a:latin typeface="Comic Sans MS" pitchFamily="66" charset="0"/>
              </a:rPr>
              <a:t>NEXT-HOP router </a:t>
            </a:r>
            <a:r>
              <a:rPr lang="en-US" dirty="0" err="1">
                <a:latin typeface="Comic Sans MS" pitchFamily="66" charset="0"/>
              </a:rPr>
              <a:t>gần</a:t>
            </a:r>
            <a:r>
              <a:rPr lang="en-US" dirty="0">
                <a:latin typeface="Comic Sans MS" pitchFamily="66" charset="0"/>
              </a:rPr>
              <a:t> </a:t>
            </a:r>
            <a:r>
              <a:rPr lang="en-US" dirty="0" err="1">
                <a:latin typeface="Comic Sans MS" pitchFamily="66" charset="0"/>
              </a:rPr>
              <a:t>nhất</a:t>
            </a:r>
            <a:r>
              <a:rPr lang="en-US" dirty="0">
                <a:latin typeface="Comic Sans MS" pitchFamily="66" charset="0"/>
              </a:rPr>
              <a:t>: </a:t>
            </a:r>
            <a:r>
              <a:rPr lang="en-US" dirty="0" err="1">
                <a:latin typeface="Comic Sans MS" pitchFamily="66" charset="0"/>
              </a:rPr>
              <a:t>định</a:t>
            </a:r>
            <a:r>
              <a:rPr lang="en-US" dirty="0">
                <a:latin typeface="Comic Sans MS" pitchFamily="66" charset="0"/>
              </a:rPr>
              <a:t> </a:t>
            </a:r>
            <a:r>
              <a:rPr lang="en-US" dirty="0" err="1">
                <a:latin typeface="Comic Sans MS" pitchFamily="66" charset="0"/>
              </a:rPr>
              <a:t>tuyến</a:t>
            </a:r>
            <a:r>
              <a:rPr lang="en-US" dirty="0">
                <a:latin typeface="Comic Sans MS" pitchFamily="66" charset="0"/>
              </a:rPr>
              <a:t> hot potato</a:t>
            </a:r>
          </a:p>
          <a:p>
            <a:pPr marL="1084263" lvl="1" indent="-457200">
              <a:buFont typeface="ZapfDingbats" charset="0"/>
              <a:buAutoNum type="arabicPeriod"/>
              <a:defRPr/>
            </a:pPr>
            <a:r>
              <a:rPr lang="en-US" dirty="0" err="1">
                <a:latin typeface="Comic Sans MS" pitchFamily="66" charset="0"/>
              </a:rPr>
              <a:t>Tiêu</a:t>
            </a:r>
            <a:r>
              <a:rPr lang="en-US" dirty="0">
                <a:latin typeface="Comic Sans MS" pitchFamily="66" charset="0"/>
              </a:rPr>
              <a:t> </a:t>
            </a:r>
            <a:r>
              <a:rPr lang="en-US" dirty="0" err="1">
                <a:latin typeface="Comic Sans MS" pitchFamily="66" charset="0"/>
              </a:rPr>
              <a:t>chuẩn</a:t>
            </a:r>
            <a:r>
              <a:rPr lang="en-US" dirty="0">
                <a:latin typeface="Comic Sans MS" pitchFamily="66" charset="0"/>
              </a:rPr>
              <a:t> </a:t>
            </a:r>
            <a:r>
              <a:rPr lang="en-US" dirty="0" err="1">
                <a:latin typeface="Comic Sans MS" pitchFamily="66" charset="0"/>
              </a:rPr>
              <a:t>bổ</a:t>
            </a:r>
            <a:r>
              <a:rPr lang="en-US" dirty="0">
                <a:latin typeface="Comic Sans MS" pitchFamily="66" charset="0"/>
              </a:rPr>
              <a:t> sung</a:t>
            </a:r>
          </a:p>
        </p:txBody>
      </p:sp>
      <p:pic>
        <p:nvPicPr>
          <p:cNvPr id="122886" name="Picture 6" descr="underline_base">
            <a:extLst>
              <a:ext uri="{FF2B5EF4-FFF2-40B4-BE49-F238E27FC236}">
                <a16:creationId xmlns:a16="http://schemas.microsoft.com/office/drawing/2014/main" id="{D75446AA-0675-4969-B7C1-45EB94929BE8}"/>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55826" y="1050925"/>
            <a:ext cx="5027613"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85668881"/>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Footer Placeholder 4">
            <a:extLst>
              <a:ext uri="{FF2B5EF4-FFF2-40B4-BE49-F238E27FC236}">
                <a16:creationId xmlns:a16="http://schemas.microsoft.com/office/drawing/2014/main" id="{CFDC156B-9604-406D-93D9-C0F1175A54C4}"/>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Tầng Network</a:t>
            </a:r>
          </a:p>
        </p:txBody>
      </p:sp>
      <p:sp>
        <p:nvSpPr>
          <p:cNvPr id="123907" name="Slide Number Placeholder 5">
            <a:extLst>
              <a:ext uri="{FF2B5EF4-FFF2-40B4-BE49-F238E27FC236}">
                <a16:creationId xmlns:a16="http://schemas.microsoft.com/office/drawing/2014/main" id="{75ECC9CB-1B4A-49AB-B645-09B0B95EBF4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4-</a:t>
            </a:r>
            <a:fld id="{7C0728F2-7170-4FFA-BB0D-36355BCCB977}" type="slidenum">
              <a:rPr lang="en-US" altLang="en-US">
                <a:latin typeface="Tahoma" panose="020B0604030504040204" pitchFamily="34" charset="0"/>
              </a:rPr>
              <a:pPr/>
              <a:t>106</a:t>
            </a:fld>
            <a:endParaRPr lang="en-US" altLang="en-US">
              <a:latin typeface="Tahoma" panose="020B0604030504040204" pitchFamily="34" charset="0"/>
            </a:endParaRPr>
          </a:p>
        </p:txBody>
      </p:sp>
      <p:sp>
        <p:nvSpPr>
          <p:cNvPr id="123908" name="Rectangle 2">
            <a:extLst>
              <a:ext uri="{FF2B5EF4-FFF2-40B4-BE49-F238E27FC236}">
                <a16:creationId xmlns:a16="http://schemas.microsoft.com/office/drawing/2014/main" id="{8FE2C1E0-3E45-46BE-AA8C-F4ED6A63DA74}"/>
              </a:ext>
            </a:extLst>
          </p:cNvPr>
          <p:cNvSpPr>
            <a:spLocks noGrp="1" noChangeArrowheads="1"/>
          </p:cNvSpPr>
          <p:nvPr>
            <p:ph type="title"/>
          </p:nvPr>
        </p:nvSpPr>
        <p:spPr>
          <a:xfrm>
            <a:off x="2157413" y="0"/>
            <a:ext cx="10131425" cy="1456267"/>
          </a:xfrm>
        </p:spPr>
        <p:txBody>
          <a:bodyPr/>
          <a:lstStyle/>
          <a:p>
            <a:r>
              <a:rPr lang="en-US" altLang="en-US" sz="4000" dirty="0" err="1">
                <a:ea typeface="ＭＳ Ｐゴシック" panose="020B0600070205080204" pitchFamily="34" charset="-128"/>
              </a:rPr>
              <a:t>Các</a:t>
            </a:r>
            <a:r>
              <a:rPr lang="en-US" altLang="en-US" sz="4000" dirty="0">
                <a:ea typeface="ＭＳ Ｐゴシック" panose="020B0600070205080204" pitchFamily="34" charset="-128"/>
              </a:rPr>
              <a:t> </a:t>
            </a:r>
            <a:r>
              <a:rPr lang="en-US" altLang="en-US" sz="4000" dirty="0" err="1">
                <a:ea typeface="ＭＳ Ｐゴシック" panose="020B0600070205080204" pitchFamily="34" charset="-128"/>
              </a:rPr>
              <a:t>thông</a:t>
            </a:r>
            <a:r>
              <a:rPr lang="en-US" altLang="en-US" sz="4000" dirty="0">
                <a:ea typeface="ＭＳ Ｐゴシック" panose="020B0600070205080204" pitchFamily="34" charset="-128"/>
              </a:rPr>
              <a:t> </a:t>
            </a:r>
            <a:r>
              <a:rPr lang="en-US" altLang="en-US" sz="4000" dirty="0" err="1">
                <a:ea typeface="ＭＳ Ｐゴシック" panose="020B0600070205080204" pitchFamily="34" charset="-128"/>
              </a:rPr>
              <a:t>điệp</a:t>
            </a:r>
            <a:r>
              <a:rPr lang="en-US" altLang="en-US" sz="4000" dirty="0">
                <a:ea typeface="ＭＳ Ｐゴシック" panose="020B0600070205080204" pitchFamily="34" charset="-128"/>
              </a:rPr>
              <a:t> </a:t>
            </a:r>
            <a:r>
              <a:rPr lang="en-US" altLang="en-US" sz="4000" dirty="0" err="1">
                <a:ea typeface="ＭＳ Ｐゴシック" panose="020B0600070205080204" pitchFamily="34" charset="-128"/>
              </a:rPr>
              <a:t>BGP</a:t>
            </a:r>
            <a:endParaRPr lang="en-US" altLang="en-US" sz="3200" dirty="0">
              <a:ea typeface="ＭＳ Ｐゴシック" panose="020B0600070205080204" pitchFamily="34" charset="-128"/>
            </a:endParaRPr>
          </a:p>
        </p:txBody>
      </p:sp>
      <p:sp>
        <p:nvSpPr>
          <p:cNvPr id="123909" name="Rectangle 3">
            <a:extLst>
              <a:ext uri="{FF2B5EF4-FFF2-40B4-BE49-F238E27FC236}">
                <a16:creationId xmlns:a16="http://schemas.microsoft.com/office/drawing/2014/main" id="{A92A9528-7B7C-4090-B288-00279E281DC6}"/>
              </a:ext>
            </a:extLst>
          </p:cNvPr>
          <p:cNvSpPr>
            <a:spLocks noGrp="1" noChangeArrowheads="1"/>
          </p:cNvSpPr>
          <p:nvPr>
            <p:ph type="body" idx="1"/>
          </p:nvPr>
        </p:nvSpPr>
        <p:spPr>
          <a:xfrm>
            <a:off x="1727200" y="1524000"/>
            <a:ext cx="8559800" cy="3797300"/>
          </a:xfrm>
        </p:spPr>
        <p:txBody>
          <a:bodyPr/>
          <a:lstStyle/>
          <a:p>
            <a:r>
              <a:rPr lang="en-US" altLang="en-US" sz="2400">
                <a:latin typeface="Comic Sans MS" panose="030F0702030302020204" pitchFamily="66" charset="0"/>
                <a:ea typeface="ＭＳ Ｐゴシック" panose="020B0600070205080204" pitchFamily="34" charset="-128"/>
              </a:rPr>
              <a:t>Các thông điệp BGP được trao đổi giữa các peer trên kết nối TCP</a:t>
            </a:r>
          </a:p>
          <a:p>
            <a:r>
              <a:rPr lang="en-US" altLang="en-US" sz="2400">
                <a:latin typeface="Comic Sans MS" panose="030F0702030302020204" pitchFamily="66" charset="0"/>
                <a:ea typeface="ＭＳ Ｐゴシック" panose="020B0600070205080204" pitchFamily="34" charset="-128"/>
              </a:rPr>
              <a:t>Các thông điệp BGP:</a:t>
            </a:r>
          </a:p>
          <a:p>
            <a:pPr lvl="1"/>
            <a:r>
              <a:rPr lang="en-US" altLang="en-US">
                <a:solidFill>
                  <a:srgbClr val="CC0000"/>
                </a:solidFill>
                <a:latin typeface="Comic Sans MS" panose="030F0702030302020204" pitchFamily="66" charset="0"/>
                <a:ea typeface="ＭＳ Ｐゴシック" panose="020B0600070205080204" pitchFamily="34" charset="-128"/>
              </a:rPr>
              <a:t>OPEN:</a:t>
            </a:r>
            <a:r>
              <a:rPr lang="en-US" altLang="en-US">
                <a:latin typeface="Comic Sans MS" panose="030F0702030302020204" pitchFamily="66" charset="0"/>
                <a:ea typeface="ＭＳ Ｐゴシック" panose="020B0600070205080204" pitchFamily="34" charset="-128"/>
              </a:rPr>
              <a:t> mở kết nối TCP đến peer và chứng thực người gửi</a:t>
            </a:r>
          </a:p>
          <a:p>
            <a:pPr lvl="1"/>
            <a:r>
              <a:rPr lang="en-US" altLang="en-US">
                <a:solidFill>
                  <a:srgbClr val="CC0000"/>
                </a:solidFill>
                <a:latin typeface="Comic Sans MS" panose="030F0702030302020204" pitchFamily="66" charset="0"/>
                <a:ea typeface="ＭＳ Ｐゴシック" panose="020B0600070205080204" pitchFamily="34" charset="-128"/>
              </a:rPr>
              <a:t>UPDATE:</a:t>
            </a:r>
            <a:r>
              <a:rPr lang="en-US" altLang="en-US">
                <a:solidFill>
                  <a:srgbClr val="FF0000"/>
                </a:solidFill>
                <a:latin typeface="Comic Sans MS" panose="030F0702030302020204" pitchFamily="66" charset="0"/>
                <a:ea typeface="ＭＳ Ｐゴシック" panose="020B0600070205080204" pitchFamily="34" charset="-128"/>
              </a:rPr>
              <a:t> </a:t>
            </a:r>
            <a:r>
              <a:rPr lang="en-US" altLang="en-US">
                <a:latin typeface="Comic Sans MS" panose="030F0702030302020204" pitchFamily="66" charset="0"/>
                <a:ea typeface="ＭＳ Ｐゴシック" panose="020B0600070205080204" pitchFamily="34" charset="-128"/>
              </a:rPr>
              <a:t>quảng cáo đường đi mới(hoặc là lấy lại cái cũ)</a:t>
            </a:r>
          </a:p>
          <a:p>
            <a:pPr lvl="1"/>
            <a:r>
              <a:rPr lang="en-US" altLang="en-US">
                <a:solidFill>
                  <a:srgbClr val="CC0000"/>
                </a:solidFill>
                <a:latin typeface="Comic Sans MS" panose="030F0702030302020204" pitchFamily="66" charset="0"/>
                <a:ea typeface="ＭＳ Ｐゴシック" panose="020B0600070205080204" pitchFamily="34" charset="-128"/>
              </a:rPr>
              <a:t>KEEPALIVE:</a:t>
            </a:r>
            <a:r>
              <a:rPr lang="en-US" altLang="en-US">
                <a:latin typeface="Comic Sans MS" panose="030F0702030302020204" pitchFamily="66" charset="0"/>
                <a:ea typeface="ＭＳ Ｐゴシック" panose="020B0600070205080204" pitchFamily="34" charset="-128"/>
              </a:rPr>
              <a:t> giữ kết nối sống khi các UPDATES không được cập nhật; còn gọi là yêu cầu OPEN các ACK</a:t>
            </a:r>
          </a:p>
          <a:p>
            <a:pPr lvl="1"/>
            <a:r>
              <a:rPr lang="en-US" altLang="en-US">
                <a:solidFill>
                  <a:srgbClr val="CC0000"/>
                </a:solidFill>
                <a:latin typeface="Comic Sans MS" panose="030F0702030302020204" pitchFamily="66" charset="0"/>
                <a:ea typeface="ＭＳ Ｐゴシック" panose="020B0600070205080204" pitchFamily="34" charset="-128"/>
              </a:rPr>
              <a:t>NOTIFICATION:</a:t>
            </a:r>
            <a:r>
              <a:rPr lang="en-US" altLang="en-US">
                <a:latin typeface="Comic Sans MS" panose="030F0702030302020204" pitchFamily="66" charset="0"/>
                <a:ea typeface="ＭＳ Ｐゴシック" panose="020B0600070205080204" pitchFamily="34" charset="-128"/>
              </a:rPr>
              <a:t> thông báo các lỗi trong thông điệp trước đó; cũng được sử dụng để đóng kết nối</a:t>
            </a:r>
            <a:endParaRPr lang="en-US" altLang="en-US" sz="2800">
              <a:latin typeface="Comic Sans MS" panose="030F0702030302020204" pitchFamily="66" charset="0"/>
              <a:ea typeface="ＭＳ Ｐゴシック" panose="020B0600070205080204" pitchFamily="34" charset="-128"/>
            </a:endParaRPr>
          </a:p>
        </p:txBody>
      </p:sp>
      <p:pic>
        <p:nvPicPr>
          <p:cNvPr id="123910" name="Picture 4" descr="underline_base">
            <a:extLst>
              <a:ext uri="{FF2B5EF4-FFF2-40B4-BE49-F238E27FC236}">
                <a16:creationId xmlns:a16="http://schemas.microsoft.com/office/drawing/2014/main" id="{4B50400C-BE2B-47F4-993A-038D27DFAE0D}"/>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57412" y="1044575"/>
            <a:ext cx="4517707"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55900565"/>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ame 3"/>
          <p:cNvSpPr/>
          <p:nvPr/>
        </p:nvSpPr>
        <p:spPr>
          <a:xfrm>
            <a:off x="75302" y="74294"/>
            <a:ext cx="11984019" cy="2076226"/>
          </a:xfrm>
          <a:prstGeom prst="frame">
            <a:avLst>
              <a:gd name="adj1" fmla="val 3135"/>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err="1">
                <a:solidFill>
                  <a:schemeClr val="tx1"/>
                </a:solidFill>
              </a:rPr>
              <a:t>Các</a:t>
            </a:r>
            <a:r>
              <a:rPr lang="en-US" sz="2800" b="1" dirty="0">
                <a:solidFill>
                  <a:schemeClr val="tx1"/>
                </a:solidFill>
              </a:rPr>
              <a:t> </a:t>
            </a:r>
            <a:r>
              <a:rPr lang="en-US" sz="2800" b="1" dirty="0" err="1">
                <a:solidFill>
                  <a:schemeClr val="tx1"/>
                </a:solidFill>
              </a:rPr>
              <a:t>giao</a:t>
            </a:r>
            <a:r>
              <a:rPr lang="en-US" sz="2800" b="1" dirty="0">
                <a:solidFill>
                  <a:schemeClr val="tx1"/>
                </a:solidFill>
              </a:rPr>
              <a:t> </a:t>
            </a:r>
            <a:r>
              <a:rPr lang="en-US" sz="2800" b="1" dirty="0" err="1">
                <a:solidFill>
                  <a:schemeClr val="tx1"/>
                </a:solidFill>
              </a:rPr>
              <a:t>thức</a:t>
            </a:r>
            <a:r>
              <a:rPr lang="en-US" sz="2800" b="1" dirty="0">
                <a:solidFill>
                  <a:schemeClr val="tx1"/>
                </a:solidFill>
              </a:rPr>
              <a:t> </a:t>
            </a:r>
            <a:r>
              <a:rPr lang="en-US" sz="2800" b="1" dirty="0" err="1">
                <a:solidFill>
                  <a:schemeClr val="tx1"/>
                </a:solidFill>
              </a:rPr>
              <a:t>nào</a:t>
            </a:r>
            <a:r>
              <a:rPr lang="en-US" sz="2800" b="1" dirty="0">
                <a:solidFill>
                  <a:schemeClr val="tx1"/>
                </a:solidFill>
              </a:rPr>
              <a:t> </a:t>
            </a:r>
            <a:r>
              <a:rPr lang="en-US" sz="2800" b="1" dirty="0" err="1">
                <a:solidFill>
                  <a:schemeClr val="tx1"/>
                </a:solidFill>
              </a:rPr>
              <a:t>sau</a:t>
            </a:r>
            <a:r>
              <a:rPr lang="en-US" sz="2800" b="1" dirty="0">
                <a:solidFill>
                  <a:schemeClr val="tx1"/>
                </a:solidFill>
              </a:rPr>
              <a:t> </a:t>
            </a:r>
            <a:r>
              <a:rPr lang="en-US" sz="2800" b="1" dirty="0" err="1">
                <a:solidFill>
                  <a:schemeClr val="tx1"/>
                </a:solidFill>
              </a:rPr>
              <a:t>đây</a:t>
            </a:r>
            <a:r>
              <a:rPr lang="en-US" sz="2800" b="1" dirty="0">
                <a:solidFill>
                  <a:schemeClr val="tx1"/>
                </a:solidFill>
              </a:rPr>
              <a:t> </a:t>
            </a:r>
            <a:r>
              <a:rPr lang="en-US" sz="2800" b="1" dirty="0" err="1">
                <a:solidFill>
                  <a:schemeClr val="tx1"/>
                </a:solidFill>
              </a:rPr>
              <a:t>hoạt</a:t>
            </a:r>
            <a:r>
              <a:rPr lang="en-US" sz="2800" b="1" dirty="0">
                <a:solidFill>
                  <a:schemeClr val="tx1"/>
                </a:solidFill>
              </a:rPr>
              <a:t> </a:t>
            </a:r>
            <a:r>
              <a:rPr lang="en-US" sz="2800" b="1" dirty="0" err="1">
                <a:solidFill>
                  <a:schemeClr val="tx1"/>
                </a:solidFill>
              </a:rPr>
              <a:t>động</a:t>
            </a:r>
            <a:r>
              <a:rPr lang="en-US" sz="2800" b="1" dirty="0">
                <a:solidFill>
                  <a:schemeClr val="tx1"/>
                </a:solidFill>
              </a:rPr>
              <a:t> </a:t>
            </a:r>
            <a:r>
              <a:rPr lang="en-US" sz="2800" b="1" dirty="0" err="1">
                <a:solidFill>
                  <a:schemeClr val="tx1"/>
                </a:solidFill>
              </a:rPr>
              <a:t>tại</a:t>
            </a:r>
            <a:r>
              <a:rPr lang="en-US" sz="2800" b="1" dirty="0">
                <a:solidFill>
                  <a:schemeClr val="tx1"/>
                </a:solidFill>
              </a:rPr>
              <a:t> </a:t>
            </a:r>
            <a:r>
              <a:rPr lang="en-US" sz="2800" b="1" dirty="0" err="1">
                <a:solidFill>
                  <a:schemeClr val="tx1"/>
                </a:solidFill>
              </a:rPr>
              <a:t>tầng</a:t>
            </a:r>
            <a:r>
              <a:rPr lang="en-US" sz="2800" b="1" dirty="0">
                <a:solidFill>
                  <a:schemeClr val="tx1"/>
                </a:solidFill>
              </a:rPr>
              <a:t> Network? </a:t>
            </a:r>
          </a:p>
        </p:txBody>
      </p:sp>
      <p:sp>
        <p:nvSpPr>
          <p:cNvPr id="8" name="Frame 7"/>
          <p:cNvSpPr/>
          <p:nvPr/>
        </p:nvSpPr>
        <p:spPr>
          <a:xfrm>
            <a:off x="75304" y="2506532"/>
            <a:ext cx="11984017" cy="968188"/>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Frame 11"/>
          <p:cNvSpPr/>
          <p:nvPr/>
        </p:nvSpPr>
        <p:spPr>
          <a:xfrm>
            <a:off x="75302" y="3580057"/>
            <a:ext cx="11984017" cy="968188"/>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Frame 12"/>
          <p:cNvSpPr/>
          <p:nvPr/>
        </p:nvSpPr>
        <p:spPr>
          <a:xfrm>
            <a:off x="75302" y="4652402"/>
            <a:ext cx="11984017" cy="968188"/>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Frame 13"/>
          <p:cNvSpPr/>
          <p:nvPr/>
        </p:nvSpPr>
        <p:spPr>
          <a:xfrm>
            <a:off x="75303" y="5749795"/>
            <a:ext cx="11984017" cy="968188"/>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2" name="Oval 21"/>
          <p:cNvSpPr/>
          <p:nvPr/>
        </p:nvSpPr>
        <p:spPr>
          <a:xfrm>
            <a:off x="189602" y="2590928"/>
            <a:ext cx="829575" cy="7993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A</a:t>
            </a:r>
          </a:p>
        </p:txBody>
      </p:sp>
      <p:sp>
        <p:nvSpPr>
          <p:cNvPr id="23" name="Oval 22"/>
          <p:cNvSpPr/>
          <p:nvPr/>
        </p:nvSpPr>
        <p:spPr>
          <a:xfrm>
            <a:off x="189600" y="5834191"/>
            <a:ext cx="829575" cy="7993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D</a:t>
            </a:r>
          </a:p>
        </p:txBody>
      </p:sp>
      <p:sp>
        <p:nvSpPr>
          <p:cNvPr id="24" name="Oval 23"/>
          <p:cNvSpPr/>
          <p:nvPr/>
        </p:nvSpPr>
        <p:spPr>
          <a:xfrm>
            <a:off x="189599" y="4736798"/>
            <a:ext cx="829575" cy="7993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C</a:t>
            </a:r>
          </a:p>
        </p:txBody>
      </p:sp>
      <p:sp>
        <p:nvSpPr>
          <p:cNvPr id="25" name="Oval 24"/>
          <p:cNvSpPr/>
          <p:nvPr/>
        </p:nvSpPr>
        <p:spPr>
          <a:xfrm>
            <a:off x="189599" y="3664453"/>
            <a:ext cx="829575" cy="7993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B</a:t>
            </a:r>
          </a:p>
        </p:txBody>
      </p:sp>
      <p:sp>
        <p:nvSpPr>
          <p:cNvPr id="2" name="TextBox 1"/>
          <p:cNvSpPr txBox="1"/>
          <p:nvPr/>
        </p:nvSpPr>
        <p:spPr>
          <a:xfrm>
            <a:off x="1133471" y="3884631"/>
            <a:ext cx="10572750" cy="369332"/>
          </a:xfrm>
          <a:prstGeom prst="rect">
            <a:avLst/>
          </a:prstGeom>
          <a:noFill/>
        </p:spPr>
        <p:txBody>
          <a:bodyPr wrap="square" rtlCol="0">
            <a:spAutoFit/>
          </a:bodyPr>
          <a:lstStyle/>
          <a:p>
            <a:r>
              <a:rPr lang="en-US" dirty="0"/>
              <a:t>IP, </a:t>
            </a:r>
            <a:r>
              <a:rPr lang="en-US" dirty="0" err="1"/>
              <a:t>ICMP</a:t>
            </a:r>
            <a:r>
              <a:rPr lang="en-US" dirty="0"/>
              <a:t>, TCP, ADP</a:t>
            </a:r>
          </a:p>
        </p:txBody>
      </p:sp>
      <p:sp>
        <p:nvSpPr>
          <p:cNvPr id="16" name="TextBox 15"/>
          <p:cNvSpPr txBox="1"/>
          <p:nvPr/>
        </p:nvSpPr>
        <p:spPr>
          <a:xfrm>
            <a:off x="1133471" y="4951829"/>
            <a:ext cx="10572750" cy="369332"/>
          </a:xfrm>
          <a:prstGeom prst="rect">
            <a:avLst/>
          </a:prstGeom>
          <a:noFill/>
        </p:spPr>
        <p:txBody>
          <a:bodyPr wrap="square" rtlCol="0">
            <a:spAutoFit/>
          </a:bodyPr>
          <a:lstStyle/>
          <a:p>
            <a:r>
              <a:rPr lang="en-US" dirty="0"/>
              <a:t>RIP, ATM, LDAP</a:t>
            </a:r>
          </a:p>
        </p:txBody>
      </p:sp>
      <p:sp>
        <p:nvSpPr>
          <p:cNvPr id="17" name="TextBox 16"/>
          <p:cNvSpPr txBox="1"/>
          <p:nvPr/>
        </p:nvSpPr>
        <p:spPr>
          <a:xfrm>
            <a:off x="1133471" y="6068101"/>
            <a:ext cx="10572750" cy="369332"/>
          </a:xfrm>
          <a:prstGeom prst="rect">
            <a:avLst/>
          </a:prstGeom>
          <a:noFill/>
        </p:spPr>
        <p:txBody>
          <a:bodyPr wrap="square" rtlCol="0">
            <a:spAutoFit/>
          </a:bodyPr>
          <a:lstStyle/>
          <a:p>
            <a:endParaRPr lang="en-US" dirty="0"/>
          </a:p>
        </p:txBody>
      </p:sp>
      <p:sp>
        <p:nvSpPr>
          <p:cNvPr id="3" name="Hộp Văn bản 2">
            <a:extLst>
              <a:ext uri="{FF2B5EF4-FFF2-40B4-BE49-F238E27FC236}">
                <a16:creationId xmlns:a16="http://schemas.microsoft.com/office/drawing/2014/main" id="{638A1A62-7B6F-4852-BEE0-78D3D9D018D0}"/>
              </a:ext>
            </a:extLst>
          </p:cNvPr>
          <p:cNvSpPr txBox="1"/>
          <p:nvPr/>
        </p:nvSpPr>
        <p:spPr>
          <a:xfrm>
            <a:off x="1133471" y="6080328"/>
            <a:ext cx="6096000" cy="369332"/>
          </a:xfrm>
          <a:prstGeom prst="rect">
            <a:avLst/>
          </a:prstGeom>
          <a:noFill/>
        </p:spPr>
        <p:txBody>
          <a:bodyPr wrap="square" rtlCol="0">
            <a:spAutoFit/>
          </a:bodyPr>
          <a:lstStyle/>
          <a:p>
            <a:r>
              <a:rPr lang="en-US" dirty="0"/>
              <a:t>IP, </a:t>
            </a:r>
            <a:r>
              <a:rPr lang="en-US" dirty="0" err="1"/>
              <a:t>BGP</a:t>
            </a:r>
            <a:r>
              <a:rPr lang="en-US" dirty="0"/>
              <a:t>, LLC, </a:t>
            </a:r>
            <a:r>
              <a:rPr lang="en-US" dirty="0" err="1"/>
              <a:t>SMNP</a:t>
            </a:r>
            <a:endParaRPr lang="en-US" dirty="0"/>
          </a:p>
        </p:txBody>
      </p:sp>
      <p:sp>
        <p:nvSpPr>
          <p:cNvPr id="15" name="TextBox 1">
            <a:extLst>
              <a:ext uri="{FF2B5EF4-FFF2-40B4-BE49-F238E27FC236}">
                <a16:creationId xmlns:a16="http://schemas.microsoft.com/office/drawing/2014/main" id="{8230DDA9-7244-4D6C-BB25-6C13F6FFAD72}"/>
              </a:ext>
            </a:extLst>
          </p:cNvPr>
          <p:cNvSpPr txBox="1"/>
          <p:nvPr/>
        </p:nvSpPr>
        <p:spPr>
          <a:xfrm>
            <a:off x="1133471" y="2819322"/>
            <a:ext cx="10572750" cy="369332"/>
          </a:xfrm>
          <a:prstGeom prst="rect">
            <a:avLst/>
          </a:prstGeom>
          <a:noFill/>
        </p:spPr>
        <p:txBody>
          <a:bodyPr wrap="square" rtlCol="0">
            <a:spAutoFit/>
          </a:bodyPr>
          <a:lstStyle/>
          <a:p>
            <a:r>
              <a:rPr lang="en-US" dirty="0" err="1"/>
              <a:t>ICMP</a:t>
            </a:r>
            <a:r>
              <a:rPr lang="en-US" dirty="0"/>
              <a:t>, RIP, OSPF</a:t>
            </a:r>
          </a:p>
        </p:txBody>
      </p:sp>
    </p:spTree>
    <p:extLst>
      <p:ext uri="{BB962C8B-B14F-4D97-AF65-F5344CB8AC3E}">
        <p14:creationId xmlns:p14="http://schemas.microsoft.com/office/powerpoint/2010/main" val="16432158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trips(downLeft)">
                                      <p:cBhvr>
                                        <p:cTn id="7" dur="500"/>
                                        <p:tgtEl>
                                          <p:spTgt spid="4"/>
                                        </p:tgtEl>
                                      </p:cBhvr>
                                    </p:animEffect>
                                  </p:childTnLst>
                                </p:cTn>
                              </p:par>
                              <p:par>
                                <p:cTn id="8" presetID="18" presetClass="entr" presetSubtype="12"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strips(downLeft)">
                                      <p:cBhvr>
                                        <p:cTn id="10" dur="500"/>
                                        <p:tgtEl>
                                          <p:spTgt spid="8"/>
                                        </p:tgtEl>
                                      </p:cBhvr>
                                    </p:animEffect>
                                  </p:childTnLst>
                                </p:cTn>
                              </p:par>
                              <p:par>
                                <p:cTn id="11" presetID="18" presetClass="entr" presetSubtype="12"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strips(downLeft)">
                                      <p:cBhvr>
                                        <p:cTn id="13" dur="500"/>
                                        <p:tgtEl>
                                          <p:spTgt spid="12"/>
                                        </p:tgtEl>
                                      </p:cBhvr>
                                    </p:animEffect>
                                  </p:childTnLst>
                                </p:cTn>
                              </p:par>
                              <p:par>
                                <p:cTn id="14" presetID="18" presetClass="entr" presetSubtype="12"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strips(downLeft)">
                                      <p:cBhvr>
                                        <p:cTn id="16" dur="500"/>
                                        <p:tgtEl>
                                          <p:spTgt spid="13"/>
                                        </p:tgtEl>
                                      </p:cBhvr>
                                    </p:animEffect>
                                  </p:childTnLst>
                                </p:cTn>
                              </p:par>
                              <p:par>
                                <p:cTn id="17" presetID="18" presetClass="entr" presetSubtype="12"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strips(downLeft)">
                                      <p:cBhvr>
                                        <p:cTn id="19" dur="500"/>
                                        <p:tgtEl>
                                          <p:spTgt spid="14"/>
                                        </p:tgtEl>
                                      </p:cBhvr>
                                    </p:animEffect>
                                  </p:childTnLst>
                                </p:cTn>
                              </p:par>
                              <p:par>
                                <p:cTn id="20" presetID="18" presetClass="entr" presetSubtype="12" fill="hold" grpId="0" nodeType="with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strips(downLeft)">
                                      <p:cBhvr>
                                        <p:cTn id="22" dur="500"/>
                                        <p:tgtEl>
                                          <p:spTgt spid="23"/>
                                        </p:tgtEl>
                                      </p:cBhvr>
                                    </p:animEffect>
                                  </p:childTnLst>
                                </p:cTn>
                              </p:par>
                              <p:par>
                                <p:cTn id="23" presetID="18" presetClass="entr" presetSubtype="12"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strips(downLeft)">
                                      <p:cBhvr>
                                        <p:cTn id="25" dur="500"/>
                                        <p:tgtEl>
                                          <p:spTgt spid="24"/>
                                        </p:tgtEl>
                                      </p:cBhvr>
                                    </p:animEffect>
                                  </p:childTnLst>
                                </p:cTn>
                              </p:par>
                              <p:par>
                                <p:cTn id="26" presetID="18" presetClass="entr" presetSubtype="12" fill="hold" grpId="0" nodeType="with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strips(downLeft)">
                                      <p:cBhvr>
                                        <p:cTn id="28" dur="500"/>
                                        <p:tgtEl>
                                          <p:spTgt spid="25"/>
                                        </p:tgtEl>
                                      </p:cBhvr>
                                    </p:animEffect>
                                  </p:childTnLst>
                                </p:cTn>
                              </p:par>
                              <p:par>
                                <p:cTn id="29" presetID="18" presetClass="entr" presetSubtype="12" fill="hold" grpId="0" nodeType="with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strips(downLeft)">
                                      <p:cBhvr>
                                        <p:cTn id="31" dur="500"/>
                                        <p:tgtEl>
                                          <p:spTgt spid="22"/>
                                        </p:tgtEl>
                                      </p:cBhvr>
                                    </p:animEffect>
                                  </p:childTnLst>
                                </p:cTn>
                              </p:par>
                              <p:par>
                                <p:cTn id="32" presetID="18" presetClass="entr" presetSubtype="12" fill="hold" grpId="0" nodeType="withEffect">
                                  <p:stCondLst>
                                    <p:cond delay="0"/>
                                  </p:stCondLst>
                                  <p:childTnLst>
                                    <p:set>
                                      <p:cBhvr>
                                        <p:cTn id="33" dur="1" fill="hold">
                                          <p:stCondLst>
                                            <p:cond delay="0"/>
                                          </p:stCondLst>
                                        </p:cTn>
                                        <p:tgtEl>
                                          <p:spTgt spid="2"/>
                                        </p:tgtEl>
                                        <p:attrNameLst>
                                          <p:attrName>style.visibility</p:attrName>
                                        </p:attrNameLst>
                                      </p:cBhvr>
                                      <p:to>
                                        <p:strVal val="visible"/>
                                      </p:to>
                                    </p:set>
                                    <p:animEffect transition="in" filter="strips(downLeft)">
                                      <p:cBhvr>
                                        <p:cTn id="34" dur="500"/>
                                        <p:tgtEl>
                                          <p:spTgt spid="2"/>
                                        </p:tgtEl>
                                      </p:cBhvr>
                                    </p:animEffect>
                                  </p:childTnLst>
                                </p:cTn>
                              </p:par>
                              <p:par>
                                <p:cTn id="35" presetID="18" presetClass="entr" presetSubtype="12"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strips(downLeft)">
                                      <p:cBhvr>
                                        <p:cTn id="37" dur="500"/>
                                        <p:tgtEl>
                                          <p:spTgt spid="16"/>
                                        </p:tgtEl>
                                      </p:cBhvr>
                                    </p:animEffect>
                                  </p:childTnLst>
                                </p:cTn>
                              </p:par>
                              <p:par>
                                <p:cTn id="38" presetID="18" presetClass="entr" presetSubtype="12" fill="hold" grpId="0" nodeType="withEffect" nodePh="1">
                                  <p:stCondLst>
                                    <p:cond delay="0"/>
                                  </p:stCondLst>
                                  <p:endCondLst>
                                    <p:cond evt="begin" delay="0">
                                      <p:tn val="38"/>
                                    </p:cond>
                                  </p:endCondLst>
                                  <p:childTnLst>
                                    <p:set>
                                      <p:cBhvr>
                                        <p:cTn id="39" dur="1" fill="hold">
                                          <p:stCondLst>
                                            <p:cond delay="0"/>
                                          </p:stCondLst>
                                        </p:cTn>
                                        <p:tgtEl>
                                          <p:spTgt spid="17"/>
                                        </p:tgtEl>
                                        <p:attrNameLst>
                                          <p:attrName>style.visibility</p:attrName>
                                        </p:attrNameLst>
                                      </p:cBhvr>
                                      <p:to>
                                        <p:strVal val="visible"/>
                                      </p:to>
                                    </p:set>
                                    <p:animEffect transition="in" filter="strips(downLeft)">
                                      <p:cBhvr>
                                        <p:cTn id="40" dur="500"/>
                                        <p:tgtEl>
                                          <p:spTgt spid="17"/>
                                        </p:tgtEl>
                                      </p:cBhvr>
                                    </p:animEffect>
                                  </p:childTnLst>
                                </p:cTn>
                              </p:par>
                            </p:childTnLst>
                          </p:cTn>
                        </p:par>
                      </p:childTnLst>
                    </p:cTn>
                  </p:par>
                  <p:par>
                    <p:cTn id="41" fill="hold">
                      <p:stCondLst>
                        <p:cond delay="indefinite"/>
                      </p:stCondLst>
                      <p:childTnLst>
                        <p:par>
                          <p:cTn id="42" fill="hold">
                            <p:stCondLst>
                              <p:cond delay="0"/>
                            </p:stCondLst>
                            <p:childTnLst>
                              <p:par>
                                <p:cTn id="43" presetID="1" presetClass="emph" presetSubtype="2" fill="hold" nodeType="clickEffect">
                                  <p:stCondLst>
                                    <p:cond delay="0"/>
                                  </p:stCondLst>
                                  <p:childTnLst>
                                    <p:animClr clrSpc="rgb" dir="cw">
                                      <p:cBhvr>
                                        <p:cTn id="44" dur="2000" fill="hold"/>
                                        <p:tgtEl>
                                          <p:spTgt spid="22"/>
                                        </p:tgtEl>
                                        <p:attrNameLst>
                                          <p:attrName>fillcolor</p:attrName>
                                        </p:attrNameLst>
                                      </p:cBhvr>
                                      <p:to>
                                        <a:schemeClr val="accent2"/>
                                      </p:to>
                                    </p:animClr>
                                    <p:set>
                                      <p:cBhvr>
                                        <p:cTn id="45" dur="2000" fill="hold"/>
                                        <p:tgtEl>
                                          <p:spTgt spid="22"/>
                                        </p:tgtEl>
                                        <p:attrNameLst>
                                          <p:attrName>fill.type</p:attrName>
                                        </p:attrNameLst>
                                      </p:cBhvr>
                                      <p:to>
                                        <p:strVal val="solid"/>
                                      </p:to>
                                    </p:set>
                                    <p:set>
                                      <p:cBhvr>
                                        <p:cTn id="46" dur="2000" fill="hold"/>
                                        <p:tgtEl>
                                          <p:spTgt spid="22"/>
                                        </p:tgtEl>
                                        <p:attrNameLst>
                                          <p:attrName>fill.on</p:attrName>
                                        </p:attrNameLst>
                                      </p:cBhvr>
                                      <p:to>
                                        <p:strVal val="true"/>
                                      </p:to>
                                    </p:set>
                                  </p:childTnLst>
                                </p:cTn>
                              </p:par>
                              <p:par>
                                <p:cTn id="47" presetID="1" presetClass="emph" presetSubtype="2" fill="hold" nodeType="withEffect">
                                  <p:stCondLst>
                                    <p:cond delay="0"/>
                                  </p:stCondLst>
                                  <p:childTnLst>
                                    <p:animClr clrSpc="rgb" dir="cw">
                                      <p:cBhvr>
                                        <p:cTn id="48" dur="2000" fill="hold"/>
                                        <p:tgtEl>
                                          <p:spTgt spid="8"/>
                                        </p:tgtEl>
                                        <p:attrNameLst>
                                          <p:attrName>fillcolor</p:attrName>
                                        </p:attrNameLst>
                                      </p:cBhvr>
                                      <p:to>
                                        <a:schemeClr val="accent2"/>
                                      </p:to>
                                    </p:animClr>
                                    <p:set>
                                      <p:cBhvr>
                                        <p:cTn id="49" dur="2000" fill="hold"/>
                                        <p:tgtEl>
                                          <p:spTgt spid="8"/>
                                        </p:tgtEl>
                                        <p:attrNameLst>
                                          <p:attrName>fill.type</p:attrName>
                                        </p:attrNameLst>
                                      </p:cBhvr>
                                      <p:to>
                                        <p:strVal val="solid"/>
                                      </p:to>
                                    </p:set>
                                    <p:set>
                                      <p:cBhvr>
                                        <p:cTn id="50" dur="2000" fill="hold"/>
                                        <p:tgtEl>
                                          <p:spTgt spid="8"/>
                                        </p:tgtEl>
                                        <p:attrNameLst>
                                          <p:attrName>fill.on</p:attrName>
                                        </p:attrNameLst>
                                      </p:cBhvr>
                                      <p:to>
                                        <p:strVal val="true"/>
                                      </p:to>
                                    </p:set>
                                  </p:childTnLst>
                                </p:cTn>
                              </p:par>
                              <p:par>
                                <p:cTn id="51" presetID="18" presetClass="entr" presetSubtype="12" fill="hold" grpId="0" nodeType="withEffect">
                                  <p:stCondLst>
                                    <p:cond delay="0"/>
                                  </p:stCondLst>
                                  <p:childTnLst>
                                    <p:set>
                                      <p:cBhvr>
                                        <p:cTn id="52" dur="1" fill="hold">
                                          <p:stCondLst>
                                            <p:cond delay="0"/>
                                          </p:stCondLst>
                                        </p:cTn>
                                        <p:tgtEl>
                                          <p:spTgt spid="15"/>
                                        </p:tgtEl>
                                        <p:attrNameLst>
                                          <p:attrName>style.visibility</p:attrName>
                                        </p:attrNameLst>
                                      </p:cBhvr>
                                      <p:to>
                                        <p:strVal val="visible"/>
                                      </p:to>
                                    </p:set>
                                    <p:animEffect transition="in" filter="strips(downLeft)">
                                      <p:cBhvr>
                                        <p:cTn id="5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P spid="12" grpId="0" animBg="1"/>
      <p:bldP spid="13" grpId="0" animBg="1"/>
      <p:bldP spid="14" grpId="0" animBg="1"/>
      <p:bldP spid="22" grpId="0" animBg="1"/>
      <p:bldP spid="23" grpId="0" animBg="1"/>
      <p:bldP spid="24" grpId="0" animBg="1"/>
      <p:bldP spid="25" grpId="0" animBg="1"/>
      <p:bldP spid="2" grpId="0"/>
      <p:bldP spid="16" grpId="0"/>
      <p:bldP spid="17" grpId="0"/>
      <p:bldP spid="15" grpId="0"/>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ame 3"/>
          <p:cNvSpPr/>
          <p:nvPr/>
        </p:nvSpPr>
        <p:spPr>
          <a:xfrm>
            <a:off x="75302" y="74294"/>
            <a:ext cx="11984019" cy="2076226"/>
          </a:xfrm>
          <a:prstGeom prst="frame">
            <a:avLst>
              <a:gd name="adj1" fmla="val 3135"/>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err="1">
                <a:solidFill>
                  <a:schemeClr val="tx1"/>
                </a:solidFill>
              </a:rPr>
              <a:t>Thiết</a:t>
            </a:r>
            <a:r>
              <a:rPr lang="en-US" sz="2800" b="1" dirty="0">
                <a:solidFill>
                  <a:schemeClr val="tx1"/>
                </a:solidFill>
              </a:rPr>
              <a:t> </a:t>
            </a:r>
            <a:r>
              <a:rPr lang="en-US" sz="2800" b="1" dirty="0" err="1">
                <a:solidFill>
                  <a:schemeClr val="tx1"/>
                </a:solidFill>
              </a:rPr>
              <a:t>bị</a:t>
            </a:r>
            <a:r>
              <a:rPr lang="en-US" sz="2800" b="1" dirty="0">
                <a:solidFill>
                  <a:schemeClr val="tx1"/>
                </a:solidFill>
              </a:rPr>
              <a:t> </a:t>
            </a:r>
            <a:r>
              <a:rPr lang="en-US" sz="2800" b="1" dirty="0" err="1">
                <a:solidFill>
                  <a:schemeClr val="tx1"/>
                </a:solidFill>
              </a:rPr>
              <a:t>mạng</a:t>
            </a:r>
            <a:r>
              <a:rPr lang="en-US" sz="2800" b="1" dirty="0">
                <a:solidFill>
                  <a:schemeClr val="tx1"/>
                </a:solidFill>
              </a:rPr>
              <a:t> </a:t>
            </a:r>
            <a:r>
              <a:rPr lang="en-US" sz="2800" b="1" dirty="0" err="1">
                <a:solidFill>
                  <a:schemeClr val="tx1"/>
                </a:solidFill>
              </a:rPr>
              <a:t>nào</a:t>
            </a:r>
            <a:r>
              <a:rPr lang="en-US" sz="2800" b="1" dirty="0">
                <a:solidFill>
                  <a:schemeClr val="tx1"/>
                </a:solidFill>
              </a:rPr>
              <a:t> </a:t>
            </a:r>
            <a:r>
              <a:rPr lang="en-US" sz="2800" b="1" dirty="0" err="1">
                <a:solidFill>
                  <a:schemeClr val="tx1"/>
                </a:solidFill>
              </a:rPr>
              <a:t>dùng</a:t>
            </a:r>
            <a:r>
              <a:rPr lang="en-US" sz="2800" b="1" dirty="0">
                <a:solidFill>
                  <a:schemeClr val="tx1"/>
                </a:solidFill>
              </a:rPr>
              <a:t> </a:t>
            </a:r>
            <a:r>
              <a:rPr lang="en-US" sz="2800" b="1" dirty="0" err="1">
                <a:solidFill>
                  <a:schemeClr val="tx1"/>
                </a:solidFill>
              </a:rPr>
              <a:t>để</a:t>
            </a:r>
            <a:r>
              <a:rPr lang="en-US" sz="2800" b="1" dirty="0">
                <a:solidFill>
                  <a:schemeClr val="tx1"/>
                </a:solidFill>
              </a:rPr>
              <a:t> </a:t>
            </a:r>
            <a:r>
              <a:rPr lang="en-US" sz="2800" b="1" dirty="0" err="1">
                <a:solidFill>
                  <a:schemeClr val="tx1"/>
                </a:solidFill>
              </a:rPr>
              <a:t>nối</a:t>
            </a:r>
            <a:r>
              <a:rPr lang="en-US" sz="2800" b="1" dirty="0">
                <a:solidFill>
                  <a:schemeClr val="tx1"/>
                </a:solidFill>
              </a:rPr>
              <a:t> </a:t>
            </a:r>
            <a:r>
              <a:rPr lang="en-US" sz="2800" b="1" dirty="0" err="1">
                <a:solidFill>
                  <a:schemeClr val="tx1"/>
                </a:solidFill>
              </a:rPr>
              <a:t>các</a:t>
            </a:r>
            <a:r>
              <a:rPr lang="en-US" sz="2800" b="1" dirty="0">
                <a:solidFill>
                  <a:schemeClr val="tx1"/>
                </a:solidFill>
              </a:rPr>
              <a:t> </a:t>
            </a:r>
            <a:r>
              <a:rPr lang="en-US" sz="2800" b="1" dirty="0" err="1">
                <a:solidFill>
                  <a:schemeClr val="tx1"/>
                </a:solidFill>
              </a:rPr>
              <a:t>mạng</a:t>
            </a:r>
            <a:r>
              <a:rPr lang="en-US" sz="2800" b="1" dirty="0">
                <a:solidFill>
                  <a:schemeClr val="tx1"/>
                </a:solidFill>
              </a:rPr>
              <a:t> </a:t>
            </a:r>
            <a:r>
              <a:rPr lang="en-US" sz="2800" b="1" dirty="0" err="1">
                <a:solidFill>
                  <a:schemeClr val="tx1"/>
                </a:solidFill>
              </a:rPr>
              <a:t>và</a:t>
            </a:r>
            <a:r>
              <a:rPr lang="en-US" sz="2800" b="1" dirty="0">
                <a:solidFill>
                  <a:schemeClr val="tx1"/>
                </a:solidFill>
              </a:rPr>
              <a:t> </a:t>
            </a:r>
            <a:r>
              <a:rPr lang="en-US" sz="2800" b="1" dirty="0" err="1">
                <a:solidFill>
                  <a:schemeClr val="tx1"/>
                </a:solidFill>
              </a:rPr>
              <a:t>kiểm</a:t>
            </a:r>
            <a:r>
              <a:rPr lang="en-US" sz="2800" b="1" dirty="0">
                <a:solidFill>
                  <a:schemeClr val="tx1"/>
                </a:solidFill>
              </a:rPr>
              <a:t> </a:t>
            </a:r>
            <a:r>
              <a:rPr lang="en-US" sz="2800" b="1" dirty="0" err="1">
                <a:solidFill>
                  <a:schemeClr val="tx1"/>
                </a:solidFill>
              </a:rPr>
              <a:t>soát</a:t>
            </a:r>
            <a:r>
              <a:rPr lang="en-US" sz="2800" b="1" dirty="0">
                <a:solidFill>
                  <a:schemeClr val="tx1"/>
                </a:solidFill>
              </a:rPr>
              <a:t> đ</a:t>
            </a:r>
            <a:r>
              <a:rPr lang="vi-VN" sz="2800" b="1" dirty="0">
                <a:solidFill>
                  <a:schemeClr val="tx1"/>
                </a:solidFill>
              </a:rPr>
              <a:t>ư</a:t>
            </a:r>
            <a:r>
              <a:rPr lang="en-US" sz="2800" b="1" dirty="0" err="1">
                <a:solidFill>
                  <a:schemeClr val="tx1"/>
                </a:solidFill>
              </a:rPr>
              <a:t>ợc</a:t>
            </a:r>
            <a:r>
              <a:rPr lang="en-US" sz="2800" b="1" dirty="0">
                <a:solidFill>
                  <a:schemeClr val="tx1"/>
                </a:solidFill>
              </a:rPr>
              <a:t> broadcast?</a:t>
            </a:r>
          </a:p>
        </p:txBody>
      </p:sp>
      <p:sp>
        <p:nvSpPr>
          <p:cNvPr id="8" name="Frame 7"/>
          <p:cNvSpPr/>
          <p:nvPr/>
        </p:nvSpPr>
        <p:spPr>
          <a:xfrm>
            <a:off x="75304" y="2506532"/>
            <a:ext cx="11984017" cy="968188"/>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Frame 11"/>
          <p:cNvSpPr/>
          <p:nvPr/>
        </p:nvSpPr>
        <p:spPr>
          <a:xfrm>
            <a:off x="75302" y="3580057"/>
            <a:ext cx="11984017" cy="968188"/>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Frame 12"/>
          <p:cNvSpPr/>
          <p:nvPr/>
        </p:nvSpPr>
        <p:spPr>
          <a:xfrm>
            <a:off x="75302" y="4652402"/>
            <a:ext cx="11984017" cy="968188"/>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Frame 13"/>
          <p:cNvSpPr/>
          <p:nvPr/>
        </p:nvSpPr>
        <p:spPr>
          <a:xfrm>
            <a:off x="75303" y="5749795"/>
            <a:ext cx="11984017" cy="968188"/>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2" name="Oval 21"/>
          <p:cNvSpPr/>
          <p:nvPr/>
        </p:nvSpPr>
        <p:spPr>
          <a:xfrm>
            <a:off x="189602" y="2590928"/>
            <a:ext cx="829575" cy="7993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A</a:t>
            </a:r>
          </a:p>
        </p:txBody>
      </p:sp>
      <p:sp>
        <p:nvSpPr>
          <p:cNvPr id="23" name="Oval 22"/>
          <p:cNvSpPr/>
          <p:nvPr/>
        </p:nvSpPr>
        <p:spPr>
          <a:xfrm>
            <a:off x="189600" y="5834191"/>
            <a:ext cx="829575" cy="7993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D</a:t>
            </a:r>
          </a:p>
        </p:txBody>
      </p:sp>
      <p:sp>
        <p:nvSpPr>
          <p:cNvPr id="24" name="Oval 23"/>
          <p:cNvSpPr/>
          <p:nvPr/>
        </p:nvSpPr>
        <p:spPr>
          <a:xfrm>
            <a:off x="189599" y="4736798"/>
            <a:ext cx="829575" cy="7993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C</a:t>
            </a:r>
          </a:p>
        </p:txBody>
      </p:sp>
      <p:sp>
        <p:nvSpPr>
          <p:cNvPr id="25" name="Oval 24"/>
          <p:cNvSpPr/>
          <p:nvPr/>
        </p:nvSpPr>
        <p:spPr>
          <a:xfrm>
            <a:off x="189599" y="3664453"/>
            <a:ext cx="829575" cy="7993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B</a:t>
            </a:r>
          </a:p>
        </p:txBody>
      </p:sp>
      <p:sp>
        <p:nvSpPr>
          <p:cNvPr id="2" name="TextBox 1"/>
          <p:cNvSpPr txBox="1"/>
          <p:nvPr/>
        </p:nvSpPr>
        <p:spPr>
          <a:xfrm>
            <a:off x="1133471" y="3884631"/>
            <a:ext cx="10572750" cy="369332"/>
          </a:xfrm>
          <a:prstGeom prst="rect">
            <a:avLst/>
          </a:prstGeom>
          <a:noFill/>
        </p:spPr>
        <p:txBody>
          <a:bodyPr wrap="square" rtlCol="0">
            <a:spAutoFit/>
          </a:bodyPr>
          <a:lstStyle/>
          <a:p>
            <a:r>
              <a:rPr lang="en-US" dirty="0"/>
              <a:t>Bridge</a:t>
            </a:r>
          </a:p>
        </p:txBody>
      </p:sp>
      <p:sp>
        <p:nvSpPr>
          <p:cNvPr id="15" name="TextBox 14"/>
          <p:cNvSpPr txBox="1"/>
          <p:nvPr/>
        </p:nvSpPr>
        <p:spPr>
          <a:xfrm>
            <a:off x="1133471" y="2805959"/>
            <a:ext cx="10572750" cy="369332"/>
          </a:xfrm>
          <a:prstGeom prst="rect">
            <a:avLst/>
          </a:prstGeom>
          <a:noFill/>
        </p:spPr>
        <p:txBody>
          <a:bodyPr wrap="square" rtlCol="0">
            <a:spAutoFit/>
          </a:bodyPr>
          <a:lstStyle/>
          <a:p>
            <a:r>
              <a:rPr lang="en-US" dirty="0"/>
              <a:t>Hub</a:t>
            </a:r>
          </a:p>
        </p:txBody>
      </p:sp>
      <p:sp>
        <p:nvSpPr>
          <p:cNvPr id="16" name="TextBox 15"/>
          <p:cNvSpPr txBox="1"/>
          <p:nvPr/>
        </p:nvSpPr>
        <p:spPr>
          <a:xfrm>
            <a:off x="1133471" y="4951829"/>
            <a:ext cx="10572750" cy="369332"/>
          </a:xfrm>
          <a:prstGeom prst="rect">
            <a:avLst/>
          </a:prstGeom>
          <a:noFill/>
        </p:spPr>
        <p:txBody>
          <a:bodyPr wrap="square" rtlCol="0">
            <a:spAutoFit/>
          </a:bodyPr>
          <a:lstStyle/>
          <a:p>
            <a:r>
              <a:rPr lang="en-US" dirty="0"/>
              <a:t>Router</a:t>
            </a:r>
          </a:p>
        </p:txBody>
      </p:sp>
      <p:sp>
        <p:nvSpPr>
          <p:cNvPr id="17" name="TextBox 16"/>
          <p:cNvSpPr txBox="1"/>
          <p:nvPr/>
        </p:nvSpPr>
        <p:spPr>
          <a:xfrm>
            <a:off x="1133471" y="6068101"/>
            <a:ext cx="10572750" cy="369332"/>
          </a:xfrm>
          <a:prstGeom prst="rect">
            <a:avLst/>
          </a:prstGeom>
          <a:noFill/>
        </p:spPr>
        <p:txBody>
          <a:bodyPr wrap="square" rtlCol="0">
            <a:spAutoFit/>
          </a:bodyPr>
          <a:lstStyle/>
          <a:p>
            <a:r>
              <a:rPr lang="en-US" dirty="0"/>
              <a:t>Ethernet switch</a:t>
            </a:r>
          </a:p>
        </p:txBody>
      </p:sp>
      <p:sp>
        <p:nvSpPr>
          <p:cNvPr id="3" name="Tiêu đề 2">
            <a:extLst>
              <a:ext uri="{FF2B5EF4-FFF2-40B4-BE49-F238E27FC236}">
                <a16:creationId xmlns:a16="http://schemas.microsoft.com/office/drawing/2014/main" id="{65BFA7AF-45E5-407D-B7B7-E871020512A8}"/>
              </a:ext>
            </a:extLst>
          </p:cNvPr>
          <p:cNvSpPr>
            <a:spLocks noGrp="1"/>
          </p:cNvSpPr>
          <p:nvPr>
            <p:ph type="ctrTitle"/>
          </p:nvPr>
        </p:nvSpPr>
        <p:spPr/>
        <p:txBody>
          <a:bodyPr/>
          <a:lstStyle/>
          <a:p>
            <a:endParaRPr lang="en-US"/>
          </a:p>
        </p:txBody>
      </p:sp>
      <p:sp>
        <p:nvSpPr>
          <p:cNvPr id="5" name="Tiêu đề phụ 4">
            <a:extLst>
              <a:ext uri="{FF2B5EF4-FFF2-40B4-BE49-F238E27FC236}">
                <a16:creationId xmlns:a16="http://schemas.microsoft.com/office/drawing/2014/main" id="{F7FB0FB4-1EEB-4106-93C9-158E8FA77DE0}"/>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4414189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trips(downLeft)">
                                      <p:cBhvr>
                                        <p:cTn id="7" dur="500"/>
                                        <p:tgtEl>
                                          <p:spTgt spid="4"/>
                                        </p:tgtEl>
                                      </p:cBhvr>
                                    </p:animEffect>
                                  </p:childTnLst>
                                </p:cTn>
                              </p:par>
                              <p:par>
                                <p:cTn id="8" presetID="18" presetClass="entr" presetSubtype="12"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strips(downLeft)">
                                      <p:cBhvr>
                                        <p:cTn id="10" dur="500"/>
                                        <p:tgtEl>
                                          <p:spTgt spid="8"/>
                                        </p:tgtEl>
                                      </p:cBhvr>
                                    </p:animEffect>
                                  </p:childTnLst>
                                </p:cTn>
                              </p:par>
                              <p:par>
                                <p:cTn id="11" presetID="18" presetClass="entr" presetSubtype="12"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strips(downLeft)">
                                      <p:cBhvr>
                                        <p:cTn id="13" dur="500"/>
                                        <p:tgtEl>
                                          <p:spTgt spid="12"/>
                                        </p:tgtEl>
                                      </p:cBhvr>
                                    </p:animEffect>
                                  </p:childTnLst>
                                </p:cTn>
                              </p:par>
                              <p:par>
                                <p:cTn id="14" presetID="18" presetClass="entr" presetSubtype="12"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strips(downLeft)">
                                      <p:cBhvr>
                                        <p:cTn id="16" dur="500"/>
                                        <p:tgtEl>
                                          <p:spTgt spid="13"/>
                                        </p:tgtEl>
                                      </p:cBhvr>
                                    </p:animEffect>
                                  </p:childTnLst>
                                </p:cTn>
                              </p:par>
                              <p:par>
                                <p:cTn id="17" presetID="18" presetClass="entr" presetSubtype="12"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strips(downLeft)">
                                      <p:cBhvr>
                                        <p:cTn id="19" dur="500"/>
                                        <p:tgtEl>
                                          <p:spTgt spid="14"/>
                                        </p:tgtEl>
                                      </p:cBhvr>
                                    </p:animEffect>
                                  </p:childTnLst>
                                </p:cTn>
                              </p:par>
                              <p:par>
                                <p:cTn id="20" presetID="18" presetClass="entr" presetSubtype="12" fill="hold" grpId="0" nodeType="with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strips(downLeft)">
                                      <p:cBhvr>
                                        <p:cTn id="22" dur="500"/>
                                        <p:tgtEl>
                                          <p:spTgt spid="23"/>
                                        </p:tgtEl>
                                      </p:cBhvr>
                                    </p:animEffect>
                                  </p:childTnLst>
                                </p:cTn>
                              </p:par>
                              <p:par>
                                <p:cTn id="23" presetID="18" presetClass="entr" presetSubtype="12"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strips(downLeft)">
                                      <p:cBhvr>
                                        <p:cTn id="25" dur="500"/>
                                        <p:tgtEl>
                                          <p:spTgt spid="24"/>
                                        </p:tgtEl>
                                      </p:cBhvr>
                                    </p:animEffect>
                                  </p:childTnLst>
                                </p:cTn>
                              </p:par>
                              <p:par>
                                <p:cTn id="26" presetID="18" presetClass="entr" presetSubtype="12" fill="hold" grpId="0" nodeType="with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strips(downLeft)">
                                      <p:cBhvr>
                                        <p:cTn id="28" dur="500"/>
                                        <p:tgtEl>
                                          <p:spTgt spid="25"/>
                                        </p:tgtEl>
                                      </p:cBhvr>
                                    </p:animEffect>
                                  </p:childTnLst>
                                </p:cTn>
                              </p:par>
                              <p:par>
                                <p:cTn id="29" presetID="18" presetClass="entr" presetSubtype="12" fill="hold" grpId="0" nodeType="with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strips(downLeft)">
                                      <p:cBhvr>
                                        <p:cTn id="31" dur="500"/>
                                        <p:tgtEl>
                                          <p:spTgt spid="22"/>
                                        </p:tgtEl>
                                      </p:cBhvr>
                                    </p:animEffect>
                                  </p:childTnLst>
                                </p:cTn>
                              </p:par>
                              <p:par>
                                <p:cTn id="32" presetID="18" presetClass="entr" presetSubtype="12"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strips(downLeft)">
                                      <p:cBhvr>
                                        <p:cTn id="34" dur="500"/>
                                        <p:tgtEl>
                                          <p:spTgt spid="15"/>
                                        </p:tgtEl>
                                      </p:cBhvr>
                                    </p:animEffect>
                                  </p:childTnLst>
                                </p:cTn>
                              </p:par>
                              <p:par>
                                <p:cTn id="35" presetID="18" presetClass="entr" presetSubtype="12" fill="hold" grpId="0" nodeType="with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strips(downLeft)">
                                      <p:cBhvr>
                                        <p:cTn id="37" dur="500"/>
                                        <p:tgtEl>
                                          <p:spTgt spid="2"/>
                                        </p:tgtEl>
                                      </p:cBhvr>
                                    </p:animEffect>
                                  </p:childTnLst>
                                </p:cTn>
                              </p:par>
                              <p:par>
                                <p:cTn id="38" presetID="18" presetClass="entr" presetSubtype="12" fill="hold" grpId="0" nodeType="withEffect">
                                  <p:stCondLst>
                                    <p:cond delay="0"/>
                                  </p:stCondLst>
                                  <p:iterate type="lt">
                                    <p:tmPct val="0"/>
                                  </p:iterate>
                                  <p:childTnLst>
                                    <p:set>
                                      <p:cBhvr>
                                        <p:cTn id="39" dur="1" fill="hold">
                                          <p:stCondLst>
                                            <p:cond delay="0"/>
                                          </p:stCondLst>
                                        </p:cTn>
                                        <p:tgtEl>
                                          <p:spTgt spid="16"/>
                                        </p:tgtEl>
                                        <p:attrNameLst>
                                          <p:attrName>style.visibility</p:attrName>
                                        </p:attrNameLst>
                                      </p:cBhvr>
                                      <p:to>
                                        <p:strVal val="visible"/>
                                      </p:to>
                                    </p:set>
                                    <p:animEffect transition="in" filter="strips(downLeft)">
                                      <p:cBhvr>
                                        <p:cTn id="40" dur="500"/>
                                        <p:tgtEl>
                                          <p:spTgt spid="16"/>
                                        </p:tgtEl>
                                      </p:cBhvr>
                                    </p:animEffect>
                                  </p:childTnLst>
                                </p:cTn>
                              </p:par>
                              <p:par>
                                <p:cTn id="41" presetID="18" presetClass="entr" presetSubtype="12"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strips(downLeft)">
                                      <p:cBhvr>
                                        <p:cTn id="43" dur="500"/>
                                        <p:tgtEl>
                                          <p:spTgt spid="17"/>
                                        </p:tgtEl>
                                      </p:cBhvr>
                                    </p:animEffect>
                                  </p:childTnLst>
                                </p:cTn>
                              </p:par>
                            </p:childTnLst>
                          </p:cTn>
                        </p:par>
                      </p:childTnLst>
                    </p:cTn>
                  </p:par>
                  <p:par>
                    <p:cTn id="44" fill="hold">
                      <p:stCondLst>
                        <p:cond delay="indefinite"/>
                      </p:stCondLst>
                      <p:childTnLst>
                        <p:par>
                          <p:cTn id="45" fill="hold">
                            <p:stCondLst>
                              <p:cond delay="0"/>
                            </p:stCondLst>
                            <p:childTnLst>
                              <p:par>
                                <p:cTn id="46" presetID="1" presetClass="emph" presetSubtype="2" fill="hold" nodeType="clickEffect">
                                  <p:stCondLst>
                                    <p:cond delay="0"/>
                                  </p:stCondLst>
                                  <p:childTnLst>
                                    <p:animClr clrSpc="rgb" dir="cw">
                                      <p:cBhvr>
                                        <p:cTn id="47" dur="2000" fill="hold"/>
                                        <p:tgtEl>
                                          <p:spTgt spid="13"/>
                                        </p:tgtEl>
                                        <p:attrNameLst>
                                          <p:attrName>fillcolor</p:attrName>
                                        </p:attrNameLst>
                                      </p:cBhvr>
                                      <p:to>
                                        <a:schemeClr val="accent2"/>
                                      </p:to>
                                    </p:animClr>
                                    <p:set>
                                      <p:cBhvr>
                                        <p:cTn id="48" dur="2000" fill="hold"/>
                                        <p:tgtEl>
                                          <p:spTgt spid="13"/>
                                        </p:tgtEl>
                                        <p:attrNameLst>
                                          <p:attrName>fill.type</p:attrName>
                                        </p:attrNameLst>
                                      </p:cBhvr>
                                      <p:to>
                                        <p:strVal val="solid"/>
                                      </p:to>
                                    </p:set>
                                    <p:set>
                                      <p:cBhvr>
                                        <p:cTn id="49" dur="2000" fill="hold"/>
                                        <p:tgtEl>
                                          <p:spTgt spid="13"/>
                                        </p:tgtEl>
                                        <p:attrNameLst>
                                          <p:attrName>fill.on</p:attrName>
                                        </p:attrNameLst>
                                      </p:cBhvr>
                                      <p:to>
                                        <p:strVal val="true"/>
                                      </p:to>
                                    </p:set>
                                  </p:childTnLst>
                                </p:cTn>
                              </p:par>
                              <p:par>
                                <p:cTn id="50" presetID="1" presetClass="emph" presetSubtype="2" fill="hold" nodeType="withEffect">
                                  <p:stCondLst>
                                    <p:cond delay="0"/>
                                  </p:stCondLst>
                                  <p:childTnLst>
                                    <p:animClr clrSpc="rgb" dir="cw">
                                      <p:cBhvr>
                                        <p:cTn id="51" dur="2000" fill="hold"/>
                                        <p:tgtEl>
                                          <p:spTgt spid="24"/>
                                        </p:tgtEl>
                                        <p:attrNameLst>
                                          <p:attrName>fillcolor</p:attrName>
                                        </p:attrNameLst>
                                      </p:cBhvr>
                                      <p:to>
                                        <a:schemeClr val="accent2"/>
                                      </p:to>
                                    </p:animClr>
                                    <p:set>
                                      <p:cBhvr>
                                        <p:cTn id="52" dur="2000" fill="hold"/>
                                        <p:tgtEl>
                                          <p:spTgt spid="24"/>
                                        </p:tgtEl>
                                        <p:attrNameLst>
                                          <p:attrName>fill.type</p:attrName>
                                        </p:attrNameLst>
                                      </p:cBhvr>
                                      <p:to>
                                        <p:strVal val="solid"/>
                                      </p:to>
                                    </p:set>
                                    <p:set>
                                      <p:cBhvr>
                                        <p:cTn id="53" dur="2000" fill="hold"/>
                                        <p:tgtEl>
                                          <p:spTgt spid="24"/>
                                        </p:tgtEl>
                                        <p:attrNameLst>
                                          <p:attrName>fill.on</p:attrName>
                                        </p:attrNameLst>
                                      </p:cBhvr>
                                      <p:to>
                                        <p:strVal val="true"/>
                                      </p:to>
                                    </p:set>
                                  </p:childTnLst>
                                </p:cTn>
                              </p:par>
                              <p:par>
                                <p:cTn id="54" presetID="36" presetClass="emph" presetSubtype="0" fill="hold" grpId="1" nodeType="withEffect">
                                  <p:stCondLst>
                                    <p:cond delay="0"/>
                                  </p:stCondLst>
                                  <p:iterate type="lt">
                                    <p:tmPct val="10000"/>
                                  </p:iterate>
                                  <p:childTnLst>
                                    <p:animScale>
                                      <p:cBhvr>
                                        <p:cTn id="55" dur="250" autoRev="1" fill="hold">
                                          <p:stCondLst>
                                            <p:cond delay="0"/>
                                          </p:stCondLst>
                                        </p:cTn>
                                        <p:tgtEl>
                                          <p:spTgt spid="16"/>
                                        </p:tgtEl>
                                      </p:cBhvr>
                                      <p:to x="80000" y="100000"/>
                                    </p:animScale>
                                    <p:anim by="(#ppt_w*0.10)" calcmode="lin" valueType="num">
                                      <p:cBhvr>
                                        <p:cTn id="56" dur="250" autoRev="1" fill="hold">
                                          <p:stCondLst>
                                            <p:cond delay="0"/>
                                          </p:stCondLst>
                                        </p:cTn>
                                        <p:tgtEl>
                                          <p:spTgt spid="16"/>
                                        </p:tgtEl>
                                        <p:attrNameLst>
                                          <p:attrName>ppt_x</p:attrName>
                                        </p:attrNameLst>
                                      </p:cBhvr>
                                    </p:anim>
                                    <p:anim by="(-#ppt_w*0.10)" calcmode="lin" valueType="num">
                                      <p:cBhvr>
                                        <p:cTn id="57" dur="250" autoRev="1" fill="hold">
                                          <p:stCondLst>
                                            <p:cond delay="0"/>
                                          </p:stCondLst>
                                        </p:cTn>
                                        <p:tgtEl>
                                          <p:spTgt spid="16"/>
                                        </p:tgtEl>
                                        <p:attrNameLst>
                                          <p:attrName>ppt_y</p:attrName>
                                        </p:attrNameLst>
                                      </p:cBhvr>
                                    </p:anim>
                                    <p:animRot by="-480000">
                                      <p:cBhvr>
                                        <p:cTn id="58" dur="250" autoRev="1" fill="hold">
                                          <p:stCondLst>
                                            <p:cond delay="0"/>
                                          </p:stCondLst>
                                        </p:cTn>
                                        <p:tgtEl>
                                          <p:spTgt spid="16"/>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P spid="12" grpId="0" animBg="1"/>
      <p:bldP spid="13" grpId="0" animBg="1"/>
      <p:bldP spid="14" grpId="0" animBg="1"/>
      <p:bldP spid="22" grpId="0" animBg="1"/>
      <p:bldP spid="23" grpId="0" animBg="1"/>
      <p:bldP spid="24" grpId="0" animBg="1"/>
      <p:bldP spid="25" grpId="0" animBg="1"/>
      <p:bldP spid="2" grpId="0"/>
      <p:bldP spid="15" grpId="0"/>
      <p:bldP spid="16" grpId="0"/>
      <p:bldP spid="16" grpId="1"/>
      <p:bldP spid="17" grpId="0"/>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ame 3"/>
          <p:cNvSpPr/>
          <p:nvPr/>
        </p:nvSpPr>
        <p:spPr>
          <a:xfrm>
            <a:off x="75302" y="74294"/>
            <a:ext cx="11984019" cy="2076226"/>
          </a:xfrm>
          <a:prstGeom prst="frame">
            <a:avLst>
              <a:gd name="adj1" fmla="val 3135"/>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err="1">
                <a:solidFill>
                  <a:schemeClr val="tx1"/>
                </a:solidFill>
              </a:rPr>
              <a:t>Khi</a:t>
            </a:r>
            <a:r>
              <a:rPr lang="en-US" sz="2800" b="1" dirty="0">
                <a:solidFill>
                  <a:schemeClr val="tx1"/>
                </a:solidFill>
              </a:rPr>
              <a:t> </a:t>
            </a:r>
            <a:r>
              <a:rPr lang="en-US" sz="2800" b="1" dirty="0" err="1">
                <a:solidFill>
                  <a:schemeClr val="tx1"/>
                </a:solidFill>
              </a:rPr>
              <a:t>một</a:t>
            </a:r>
            <a:r>
              <a:rPr lang="en-US" sz="2800" b="1" dirty="0">
                <a:solidFill>
                  <a:schemeClr val="tx1"/>
                </a:solidFill>
              </a:rPr>
              <a:t> </a:t>
            </a:r>
            <a:r>
              <a:rPr lang="en-US" sz="2800" b="1" dirty="0" err="1">
                <a:solidFill>
                  <a:schemeClr val="tx1"/>
                </a:solidFill>
              </a:rPr>
              <a:t>máy</a:t>
            </a:r>
            <a:r>
              <a:rPr lang="en-US" sz="2800" b="1" dirty="0">
                <a:solidFill>
                  <a:schemeClr val="tx1"/>
                </a:solidFill>
              </a:rPr>
              <a:t> </a:t>
            </a:r>
            <a:r>
              <a:rPr lang="en-US" sz="2800" b="1" dirty="0" err="1">
                <a:solidFill>
                  <a:schemeClr val="tx1"/>
                </a:solidFill>
              </a:rPr>
              <a:t>tính</a:t>
            </a:r>
            <a:r>
              <a:rPr lang="en-US" sz="2800" b="1" dirty="0">
                <a:solidFill>
                  <a:schemeClr val="tx1"/>
                </a:solidFill>
              </a:rPr>
              <a:t> </a:t>
            </a:r>
            <a:r>
              <a:rPr lang="en-US" sz="2800" b="1" dirty="0" err="1">
                <a:solidFill>
                  <a:schemeClr val="tx1"/>
                </a:solidFill>
              </a:rPr>
              <a:t>sử</a:t>
            </a:r>
            <a:r>
              <a:rPr lang="en-US" sz="2800" b="1" dirty="0">
                <a:solidFill>
                  <a:schemeClr val="tx1"/>
                </a:solidFill>
              </a:rPr>
              <a:t> </a:t>
            </a:r>
            <a:r>
              <a:rPr lang="en-US" sz="2800" b="1" dirty="0" err="1">
                <a:solidFill>
                  <a:schemeClr val="tx1"/>
                </a:solidFill>
              </a:rPr>
              <a:t>dụng</a:t>
            </a:r>
            <a:r>
              <a:rPr lang="en-US" sz="2800" b="1" dirty="0">
                <a:solidFill>
                  <a:schemeClr val="tx1"/>
                </a:solidFill>
              </a:rPr>
              <a:t> </a:t>
            </a:r>
            <a:r>
              <a:rPr lang="en-US" sz="2800" b="1" dirty="0" err="1">
                <a:solidFill>
                  <a:schemeClr val="tx1"/>
                </a:solidFill>
              </a:rPr>
              <a:t>chuẩn</a:t>
            </a:r>
            <a:r>
              <a:rPr lang="en-US" sz="2800" b="1" dirty="0">
                <a:solidFill>
                  <a:schemeClr val="tx1"/>
                </a:solidFill>
              </a:rPr>
              <a:t> Ethernet </a:t>
            </a:r>
            <a:r>
              <a:rPr lang="en-US" sz="2800" b="1" dirty="0" err="1">
                <a:solidFill>
                  <a:schemeClr val="tx1"/>
                </a:solidFill>
              </a:rPr>
              <a:t>có</a:t>
            </a:r>
            <a:r>
              <a:rPr lang="en-US" sz="2800" b="1" dirty="0">
                <a:solidFill>
                  <a:schemeClr val="tx1"/>
                </a:solidFill>
              </a:rPr>
              <a:t> </a:t>
            </a:r>
            <a:r>
              <a:rPr lang="en-US" sz="2800" b="1" dirty="0" err="1">
                <a:solidFill>
                  <a:schemeClr val="tx1"/>
                </a:solidFill>
              </a:rPr>
              <a:t>một</a:t>
            </a:r>
            <a:r>
              <a:rPr lang="en-US" sz="2800" b="1" dirty="0">
                <a:solidFill>
                  <a:schemeClr val="tx1"/>
                </a:solidFill>
              </a:rPr>
              <a:t> </a:t>
            </a:r>
            <a:r>
              <a:rPr lang="en-US" sz="2800" b="1" dirty="0" err="1">
                <a:solidFill>
                  <a:schemeClr val="tx1"/>
                </a:solidFill>
              </a:rPr>
              <a:t>địa</a:t>
            </a:r>
            <a:r>
              <a:rPr lang="en-US" sz="2800" b="1" dirty="0">
                <a:solidFill>
                  <a:schemeClr val="tx1"/>
                </a:solidFill>
              </a:rPr>
              <a:t> </a:t>
            </a:r>
            <a:r>
              <a:rPr lang="en-US" sz="2800" b="1" dirty="0" err="1">
                <a:solidFill>
                  <a:schemeClr val="tx1"/>
                </a:solidFill>
              </a:rPr>
              <a:t>chỉ</a:t>
            </a:r>
            <a:r>
              <a:rPr lang="en-US" sz="2800" b="1" dirty="0">
                <a:solidFill>
                  <a:schemeClr val="tx1"/>
                </a:solidFill>
              </a:rPr>
              <a:t> default gateway </a:t>
            </a:r>
            <a:r>
              <a:rPr lang="en-US" sz="2800" b="1" dirty="0" err="1">
                <a:solidFill>
                  <a:schemeClr val="tx1"/>
                </a:solidFill>
              </a:rPr>
              <a:t>bị</a:t>
            </a:r>
            <a:r>
              <a:rPr lang="en-US" sz="2800" b="1" dirty="0">
                <a:solidFill>
                  <a:schemeClr val="tx1"/>
                </a:solidFill>
              </a:rPr>
              <a:t> </a:t>
            </a:r>
            <a:r>
              <a:rPr lang="en-US" sz="2800" b="1" dirty="0" err="1">
                <a:solidFill>
                  <a:schemeClr val="tx1"/>
                </a:solidFill>
              </a:rPr>
              <a:t>khai</a:t>
            </a:r>
            <a:r>
              <a:rPr lang="en-US" sz="2800" b="1" dirty="0">
                <a:solidFill>
                  <a:schemeClr val="tx1"/>
                </a:solidFill>
              </a:rPr>
              <a:t> </a:t>
            </a:r>
            <a:r>
              <a:rPr lang="en-US" sz="2800" b="1" dirty="0" err="1">
                <a:solidFill>
                  <a:schemeClr val="tx1"/>
                </a:solidFill>
              </a:rPr>
              <a:t>báo</a:t>
            </a:r>
            <a:r>
              <a:rPr lang="en-US" sz="2800" b="1" dirty="0">
                <a:solidFill>
                  <a:schemeClr val="tx1"/>
                </a:solidFill>
              </a:rPr>
              <a:t> </a:t>
            </a:r>
            <a:r>
              <a:rPr lang="en-US" sz="2800" b="1" dirty="0" err="1">
                <a:solidFill>
                  <a:schemeClr val="tx1"/>
                </a:solidFill>
              </a:rPr>
              <a:t>sai</a:t>
            </a:r>
            <a:r>
              <a:rPr lang="en-US" sz="2800" b="1" dirty="0">
                <a:solidFill>
                  <a:schemeClr val="tx1"/>
                </a:solidFill>
              </a:rPr>
              <a:t>, </a:t>
            </a:r>
            <a:r>
              <a:rPr lang="en-US" sz="2800" b="1" dirty="0" err="1">
                <a:solidFill>
                  <a:schemeClr val="tx1"/>
                </a:solidFill>
              </a:rPr>
              <a:t>các</a:t>
            </a:r>
            <a:r>
              <a:rPr lang="en-US" sz="2800" b="1" dirty="0">
                <a:solidFill>
                  <a:schemeClr val="tx1"/>
                </a:solidFill>
              </a:rPr>
              <a:t> </a:t>
            </a:r>
            <a:r>
              <a:rPr lang="en-US" sz="2800" b="1" dirty="0" err="1">
                <a:solidFill>
                  <a:schemeClr val="tx1"/>
                </a:solidFill>
              </a:rPr>
              <a:t>gói</a:t>
            </a:r>
            <a:r>
              <a:rPr lang="en-US" sz="2800" b="1" dirty="0">
                <a:solidFill>
                  <a:schemeClr val="tx1"/>
                </a:solidFill>
              </a:rPr>
              <a:t> tin </a:t>
            </a:r>
            <a:r>
              <a:rPr lang="en-US" sz="2800" b="1" dirty="0" err="1">
                <a:solidFill>
                  <a:schemeClr val="tx1"/>
                </a:solidFill>
              </a:rPr>
              <a:t>từ</a:t>
            </a:r>
            <a:r>
              <a:rPr lang="en-US" sz="2800" b="1" dirty="0">
                <a:solidFill>
                  <a:schemeClr val="tx1"/>
                </a:solidFill>
              </a:rPr>
              <a:t> </a:t>
            </a:r>
            <a:r>
              <a:rPr lang="en-US" sz="2800" b="1" dirty="0" err="1">
                <a:solidFill>
                  <a:schemeClr val="tx1"/>
                </a:solidFill>
              </a:rPr>
              <a:t>máy</a:t>
            </a:r>
            <a:r>
              <a:rPr lang="en-US" sz="2800" b="1" dirty="0">
                <a:solidFill>
                  <a:schemeClr val="tx1"/>
                </a:solidFill>
              </a:rPr>
              <a:t> </a:t>
            </a:r>
            <a:r>
              <a:rPr lang="en-US" sz="2800" b="1" dirty="0" err="1">
                <a:solidFill>
                  <a:schemeClr val="tx1"/>
                </a:solidFill>
              </a:rPr>
              <a:t>tính</a:t>
            </a:r>
            <a:r>
              <a:rPr lang="en-US" sz="2800" b="1" dirty="0">
                <a:solidFill>
                  <a:schemeClr val="tx1"/>
                </a:solidFill>
              </a:rPr>
              <a:t> </a:t>
            </a:r>
            <a:r>
              <a:rPr lang="en-US" sz="2800" b="1" dirty="0" err="1">
                <a:solidFill>
                  <a:schemeClr val="tx1"/>
                </a:solidFill>
              </a:rPr>
              <a:t>này</a:t>
            </a:r>
            <a:r>
              <a:rPr lang="en-US" sz="2800" b="1" dirty="0">
                <a:solidFill>
                  <a:schemeClr val="tx1"/>
                </a:solidFill>
              </a:rPr>
              <a:t> </a:t>
            </a:r>
            <a:r>
              <a:rPr lang="en-US" sz="2800" b="1" dirty="0" err="1">
                <a:solidFill>
                  <a:schemeClr val="tx1"/>
                </a:solidFill>
              </a:rPr>
              <a:t>sẽ</a:t>
            </a:r>
            <a:r>
              <a:rPr lang="en-US" sz="2800" b="1" dirty="0">
                <a:solidFill>
                  <a:schemeClr val="tx1"/>
                </a:solidFill>
              </a:rPr>
              <a:t>: </a:t>
            </a:r>
          </a:p>
        </p:txBody>
      </p:sp>
      <p:sp>
        <p:nvSpPr>
          <p:cNvPr id="8" name="Frame 7"/>
          <p:cNvSpPr/>
          <p:nvPr/>
        </p:nvSpPr>
        <p:spPr>
          <a:xfrm>
            <a:off x="75304" y="2506532"/>
            <a:ext cx="11984017" cy="968188"/>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Frame 11"/>
          <p:cNvSpPr/>
          <p:nvPr/>
        </p:nvSpPr>
        <p:spPr>
          <a:xfrm>
            <a:off x="75302" y="3580057"/>
            <a:ext cx="11984017" cy="968188"/>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Frame 12"/>
          <p:cNvSpPr/>
          <p:nvPr/>
        </p:nvSpPr>
        <p:spPr>
          <a:xfrm>
            <a:off x="75302" y="4652402"/>
            <a:ext cx="11984017" cy="968188"/>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Frame 13"/>
          <p:cNvSpPr/>
          <p:nvPr/>
        </p:nvSpPr>
        <p:spPr>
          <a:xfrm>
            <a:off x="75303" y="5749795"/>
            <a:ext cx="11984017" cy="968188"/>
          </a:xfrm>
          <a:prstGeom prst="frame">
            <a:avLst>
              <a:gd name="adj1" fmla="val 407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2" name="Oval 21"/>
          <p:cNvSpPr/>
          <p:nvPr/>
        </p:nvSpPr>
        <p:spPr>
          <a:xfrm>
            <a:off x="189602" y="2590928"/>
            <a:ext cx="829575" cy="7993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A</a:t>
            </a:r>
          </a:p>
        </p:txBody>
      </p:sp>
      <p:sp>
        <p:nvSpPr>
          <p:cNvPr id="23" name="Oval 22"/>
          <p:cNvSpPr/>
          <p:nvPr/>
        </p:nvSpPr>
        <p:spPr>
          <a:xfrm>
            <a:off x="189600" y="5834191"/>
            <a:ext cx="829575" cy="7993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D</a:t>
            </a:r>
          </a:p>
        </p:txBody>
      </p:sp>
      <p:sp>
        <p:nvSpPr>
          <p:cNvPr id="24" name="Oval 23"/>
          <p:cNvSpPr/>
          <p:nvPr/>
        </p:nvSpPr>
        <p:spPr>
          <a:xfrm>
            <a:off x="189599" y="4736798"/>
            <a:ext cx="829575" cy="7993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C</a:t>
            </a:r>
          </a:p>
        </p:txBody>
      </p:sp>
      <p:sp>
        <p:nvSpPr>
          <p:cNvPr id="25" name="Oval 24"/>
          <p:cNvSpPr/>
          <p:nvPr/>
        </p:nvSpPr>
        <p:spPr>
          <a:xfrm>
            <a:off x="189599" y="3664453"/>
            <a:ext cx="829575" cy="7993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B</a:t>
            </a:r>
          </a:p>
        </p:txBody>
      </p:sp>
      <p:sp>
        <p:nvSpPr>
          <p:cNvPr id="2" name="TextBox 1"/>
          <p:cNvSpPr txBox="1"/>
          <p:nvPr/>
        </p:nvSpPr>
        <p:spPr>
          <a:xfrm>
            <a:off x="1133471" y="3884631"/>
            <a:ext cx="10572750" cy="369332"/>
          </a:xfrm>
          <a:prstGeom prst="rect">
            <a:avLst/>
          </a:prstGeom>
          <a:noFill/>
        </p:spPr>
        <p:txBody>
          <a:bodyPr wrap="square" rtlCol="0">
            <a:spAutoFit/>
          </a:bodyPr>
          <a:lstStyle/>
          <a:p>
            <a:r>
              <a:rPr lang="en-US" dirty="0" err="1"/>
              <a:t>Chỉ</a:t>
            </a:r>
            <a:r>
              <a:rPr lang="en-US" dirty="0"/>
              <a:t> </a:t>
            </a:r>
            <a:r>
              <a:rPr lang="en-US" dirty="0" err="1"/>
              <a:t>tới</a:t>
            </a:r>
            <a:r>
              <a:rPr lang="en-US" dirty="0"/>
              <a:t> đ</a:t>
            </a:r>
            <a:r>
              <a:rPr lang="vi-VN" dirty="0"/>
              <a:t>ư</a:t>
            </a:r>
            <a:r>
              <a:rPr lang="en-US" dirty="0" err="1"/>
              <a:t>ợc</a:t>
            </a:r>
            <a:r>
              <a:rPr lang="en-US" dirty="0"/>
              <a:t> </a:t>
            </a:r>
            <a:r>
              <a:rPr lang="en-US" dirty="0" err="1"/>
              <a:t>các</a:t>
            </a:r>
            <a:r>
              <a:rPr lang="en-US" dirty="0"/>
              <a:t> </a:t>
            </a:r>
            <a:r>
              <a:rPr lang="en-US" dirty="0" err="1"/>
              <a:t>máy</a:t>
            </a:r>
            <a:r>
              <a:rPr lang="en-US" dirty="0"/>
              <a:t> </a:t>
            </a:r>
            <a:r>
              <a:rPr lang="en-US" dirty="0" err="1"/>
              <a:t>tính</a:t>
            </a:r>
            <a:r>
              <a:rPr lang="en-US" dirty="0"/>
              <a:t> </a:t>
            </a:r>
            <a:r>
              <a:rPr lang="en-US" dirty="0" err="1"/>
              <a:t>trong</a:t>
            </a:r>
            <a:r>
              <a:rPr lang="en-US" dirty="0"/>
              <a:t> </a:t>
            </a:r>
            <a:r>
              <a:rPr lang="en-US" dirty="0" err="1"/>
              <a:t>mạng</a:t>
            </a:r>
            <a:r>
              <a:rPr lang="en-US" dirty="0"/>
              <a:t> </a:t>
            </a:r>
            <a:r>
              <a:rPr lang="en-US" dirty="0" err="1"/>
              <a:t>có</a:t>
            </a:r>
            <a:r>
              <a:rPr lang="en-US" dirty="0"/>
              <a:t> </a:t>
            </a:r>
            <a:r>
              <a:rPr lang="en-US" dirty="0" err="1"/>
              <a:t>kết</a:t>
            </a:r>
            <a:r>
              <a:rPr lang="en-US" dirty="0"/>
              <a:t> </a:t>
            </a:r>
            <a:r>
              <a:rPr lang="en-US" dirty="0" err="1"/>
              <a:t>nối</a:t>
            </a:r>
            <a:r>
              <a:rPr lang="en-US" dirty="0"/>
              <a:t> </a:t>
            </a:r>
            <a:r>
              <a:rPr lang="en-US" dirty="0" err="1"/>
              <a:t>đến</a:t>
            </a:r>
            <a:r>
              <a:rPr lang="en-US" dirty="0"/>
              <a:t> </a:t>
            </a:r>
            <a:r>
              <a:rPr lang="en-US" dirty="0" err="1"/>
              <a:t>cùng</a:t>
            </a:r>
            <a:r>
              <a:rPr lang="en-US" dirty="0"/>
              <a:t> </a:t>
            </a:r>
            <a:r>
              <a:rPr lang="en-US" dirty="0" err="1"/>
              <a:t>một</a:t>
            </a:r>
            <a:r>
              <a:rPr lang="en-US" dirty="0"/>
              <a:t> router</a:t>
            </a:r>
          </a:p>
        </p:txBody>
      </p:sp>
      <p:sp>
        <p:nvSpPr>
          <p:cNvPr id="15" name="TextBox 14"/>
          <p:cNvSpPr txBox="1"/>
          <p:nvPr/>
        </p:nvSpPr>
        <p:spPr>
          <a:xfrm>
            <a:off x="1133471" y="4951829"/>
            <a:ext cx="10572750" cy="369332"/>
          </a:xfrm>
          <a:prstGeom prst="rect">
            <a:avLst/>
          </a:prstGeom>
          <a:noFill/>
        </p:spPr>
        <p:txBody>
          <a:bodyPr wrap="square" rtlCol="0">
            <a:spAutoFit/>
          </a:bodyPr>
          <a:lstStyle/>
          <a:p>
            <a:r>
              <a:rPr lang="en-US" dirty="0" err="1"/>
              <a:t>Không</a:t>
            </a:r>
            <a:r>
              <a:rPr lang="en-US" dirty="0"/>
              <a:t> </a:t>
            </a:r>
            <a:r>
              <a:rPr lang="en-US" dirty="0" err="1"/>
              <a:t>thể</a:t>
            </a:r>
            <a:r>
              <a:rPr lang="en-US" dirty="0"/>
              <a:t> </a:t>
            </a:r>
            <a:r>
              <a:rPr lang="en-US" dirty="0" err="1"/>
              <a:t>tới</a:t>
            </a:r>
            <a:r>
              <a:rPr lang="en-US" dirty="0"/>
              <a:t> đ</a:t>
            </a:r>
            <a:r>
              <a:rPr lang="vi-VN" dirty="0"/>
              <a:t>ư</a:t>
            </a:r>
            <a:r>
              <a:rPr lang="en-US" dirty="0" err="1"/>
              <a:t>ợc</a:t>
            </a:r>
            <a:r>
              <a:rPr lang="en-US" dirty="0"/>
              <a:t> </a:t>
            </a:r>
            <a:r>
              <a:rPr lang="en-US" dirty="0" err="1"/>
              <a:t>các</a:t>
            </a:r>
            <a:r>
              <a:rPr lang="en-US" dirty="0"/>
              <a:t> </a:t>
            </a:r>
            <a:r>
              <a:rPr lang="en-US" dirty="0" err="1"/>
              <a:t>máy</a:t>
            </a:r>
            <a:r>
              <a:rPr lang="en-US" dirty="0"/>
              <a:t> </a:t>
            </a:r>
            <a:r>
              <a:rPr lang="en-US" dirty="0" err="1"/>
              <a:t>tính</a:t>
            </a:r>
            <a:r>
              <a:rPr lang="en-US" dirty="0"/>
              <a:t> </a:t>
            </a:r>
            <a:r>
              <a:rPr lang="en-US" dirty="0" err="1"/>
              <a:t>khác</a:t>
            </a:r>
            <a:endParaRPr lang="en-US" dirty="0"/>
          </a:p>
        </p:txBody>
      </p:sp>
      <p:sp>
        <p:nvSpPr>
          <p:cNvPr id="16" name="TextBox 15"/>
          <p:cNvSpPr txBox="1"/>
          <p:nvPr/>
        </p:nvSpPr>
        <p:spPr>
          <a:xfrm>
            <a:off x="1133471" y="2733169"/>
            <a:ext cx="10572750" cy="369332"/>
          </a:xfrm>
          <a:prstGeom prst="rect">
            <a:avLst/>
          </a:prstGeom>
          <a:noFill/>
        </p:spPr>
        <p:txBody>
          <a:bodyPr wrap="square" rtlCol="0">
            <a:spAutoFit/>
          </a:bodyPr>
          <a:lstStyle/>
          <a:p>
            <a:r>
              <a:rPr lang="en-US" dirty="0" err="1"/>
              <a:t>Chỉ</a:t>
            </a:r>
            <a:r>
              <a:rPr lang="en-US" dirty="0"/>
              <a:t> </a:t>
            </a:r>
            <a:r>
              <a:rPr lang="en-US" dirty="0" err="1"/>
              <a:t>tới</a:t>
            </a:r>
            <a:r>
              <a:rPr lang="en-US" dirty="0"/>
              <a:t> đ</a:t>
            </a:r>
            <a:r>
              <a:rPr lang="vi-VN" dirty="0"/>
              <a:t>ư</a:t>
            </a:r>
            <a:r>
              <a:rPr lang="en-US" dirty="0" err="1"/>
              <a:t>ợc</a:t>
            </a:r>
            <a:r>
              <a:rPr lang="en-US" dirty="0"/>
              <a:t> </a:t>
            </a:r>
            <a:r>
              <a:rPr lang="en-US" dirty="0" err="1"/>
              <a:t>các</a:t>
            </a:r>
            <a:r>
              <a:rPr lang="en-US" dirty="0"/>
              <a:t> </a:t>
            </a:r>
            <a:r>
              <a:rPr lang="en-US" dirty="0" err="1"/>
              <a:t>máy</a:t>
            </a:r>
            <a:r>
              <a:rPr lang="en-US" dirty="0"/>
              <a:t> </a:t>
            </a:r>
            <a:r>
              <a:rPr lang="en-US" dirty="0" err="1"/>
              <a:t>trong</a:t>
            </a:r>
            <a:r>
              <a:rPr lang="en-US" dirty="0"/>
              <a:t> </a:t>
            </a:r>
            <a:r>
              <a:rPr lang="en-US" dirty="0" err="1"/>
              <a:t>mạng</a:t>
            </a:r>
            <a:r>
              <a:rPr lang="en-US" dirty="0"/>
              <a:t> </a:t>
            </a:r>
            <a:r>
              <a:rPr lang="en-US" dirty="0" err="1"/>
              <a:t>cục</a:t>
            </a:r>
            <a:r>
              <a:rPr lang="en-US" dirty="0"/>
              <a:t> </a:t>
            </a:r>
            <a:r>
              <a:rPr lang="en-US" dirty="0" err="1"/>
              <a:t>bộ</a:t>
            </a:r>
            <a:endParaRPr lang="en-US" dirty="0"/>
          </a:p>
        </p:txBody>
      </p:sp>
      <p:sp>
        <p:nvSpPr>
          <p:cNvPr id="17" name="TextBox 16"/>
          <p:cNvSpPr txBox="1"/>
          <p:nvPr/>
        </p:nvSpPr>
        <p:spPr>
          <a:xfrm>
            <a:off x="1133471" y="6068101"/>
            <a:ext cx="10572750" cy="369332"/>
          </a:xfrm>
          <a:prstGeom prst="rect">
            <a:avLst/>
          </a:prstGeom>
          <a:noFill/>
        </p:spPr>
        <p:txBody>
          <a:bodyPr wrap="square" rtlCol="0">
            <a:spAutoFit/>
          </a:bodyPr>
          <a:lstStyle/>
          <a:p>
            <a:r>
              <a:rPr lang="en-US" dirty="0" err="1"/>
              <a:t>Không</a:t>
            </a:r>
            <a:r>
              <a:rPr lang="en-US" dirty="0"/>
              <a:t> </a:t>
            </a:r>
            <a:r>
              <a:rPr lang="en-US" dirty="0" err="1"/>
              <a:t>bị</a:t>
            </a:r>
            <a:r>
              <a:rPr lang="en-US" dirty="0"/>
              <a:t> </a:t>
            </a:r>
            <a:r>
              <a:rPr lang="en-US" dirty="0" err="1"/>
              <a:t>ảnh</a:t>
            </a:r>
            <a:r>
              <a:rPr lang="en-US" dirty="0"/>
              <a:t> h</a:t>
            </a:r>
            <a:r>
              <a:rPr lang="vi-VN" dirty="0"/>
              <a:t>ư</a:t>
            </a:r>
            <a:r>
              <a:rPr lang="en-US" dirty="0" err="1"/>
              <a:t>ởng</a:t>
            </a:r>
            <a:r>
              <a:rPr lang="en-US" dirty="0"/>
              <a:t> </a:t>
            </a:r>
            <a:r>
              <a:rPr lang="en-US" dirty="0" err="1"/>
              <a:t>gì</a:t>
            </a:r>
            <a:r>
              <a:rPr lang="en-US" dirty="0"/>
              <a:t>, </a:t>
            </a:r>
            <a:r>
              <a:rPr lang="en-US" dirty="0" err="1"/>
              <a:t>vẫn</a:t>
            </a:r>
            <a:r>
              <a:rPr lang="en-US" dirty="0"/>
              <a:t> </a:t>
            </a:r>
            <a:r>
              <a:rPr lang="en-US" dirty="0" err="1"/>
              <a:t>có</a:t>
            </a:r>
            <a:r>
              <a:rPr lang="en-US" dirty="0"/>
              <a:t> </a:t>
            </a:r>
            <a:r>
              <a:rPr lang="en-US" dirty="0" err="1"/>
              <a:t>thể</a:t>
            </a:r>
            <a:r>
              <a:rPr lang="en-US" dirty="0"/>
              <a:t> </a:t>
            </a:r>
            <a:r>
              <a:rPr lang="en-US" dirty="0" err="1"/>
              <a:t>tới</a:t>
            </a:r>
            <a:r>
              <a:rPr lang="en-US" dirty="0"/>
              <a:t> đ</a:t>
            </a:r>
            <a:r>
              <a:rPr lang="vi-VN" dirty="0"/>
              <a:t>ư</a:t>
            </a:r>
            <a:r>
              <a:rPr lang="en-US" dirty="0" err="1"/>
              <a:t>ợc</a:t>
            </a:r>
            <a:r>
              <a:rPr lang="en-US" dirty="0"/>
              <a:t> </a:t>
            </a:r>
            <a:r>
              <a:rPr lang="en-US" dirty="0" err="1"/>
              <a:t>các</a:t>
            </a:r>
            <a:r>
              <a:rPr lang="en-US" dirty="0"/>
              <a:t> </a:t>
            </a:r>
            <a:r>
              <a:rPr lang="en-US" dirty="0" err="1"/>
              <a:t>máy</a:t>
            </a:r>
            <a:r>
              <a:rPr lang="en-US" dirty="0"/>
              <a:t> </a:t>
            </a:r>
            <a:r>
              <a:rPr lang="en-US" dirty="0" err="1"/>
              <a:t>tính</a:t>
            </a:r>
            <a:r>
              <a:rPr lang="en-US" dirty="0"/>
              <a:t> </a:t>
            </a:r>
            <a:r>
              <a:rPr lang="en-US" dirty="0" err="1"/>
              <a:t>tùy</a:t>
            </a:r>
            <a:r>
              <a:rPr lang="en-US" dirty="0"/>
              <a:t> ý </a:t>
            </a:r>
          </a:p>
        </p:txBody>
      </p:sp>
      <p:sp>
        <p:nvSpPr>
          <p:cNvPr id="3" name="Tiêu đề 2">
            <a:extLst>
              <a:ext uri="{FF2B5EF4-FFF2-40B4-BE49-F238E27FC236}">
                <a16:creationId xmlns:a16="http://schemas.microsoft.com/office/drawing/2014/main" id="{4E6E92CE-68B6-4D21-AE88-B46408B56BF4}"/>
              </a:ext>
            </a:extLst>
          </p:cNvPr>
          <p:cNvSpPr>
            <a:spLocks noGrp="1"/>
          </p:cNvSpPr>
          <p:nvPr>
            <p:ph type="ctrTitle"/>
          </p:nvPr>
        </p:nvSpPr>
        <p:spPr/>
        <p:txBody>
          <a:bodyPr/>
          <a:lstStyle/>
          <a:p>
            <a:endParaRPr lang="en-US"/>
          </a:p>
        </p:txBody>
      </p:sp>
      <p:sp>
        <p:nvSpPr>
          <p:cNvPr id="5" name="Tiêu đề phụ 4">
            <a:extLst>
              <a:ext uri="{FF2B5EF4-FFF2-40B4-BE49-F238E27FC236}">
                <a16:creationId xmlns:a16="http://schemas.microsoft.com/office/drawing/2014/main" id="{1E5D6E7D-D4F4-4481-8834-02FAE84ADD56}"/>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037639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trips(downLeft)">
                                      <p:cBhvr>
                                        <p:cTn id="7" dur="500"/>
                                        <p:tgtEl>
                                          <p:spTgt spid="4"/>
                                        </p:tgtEl>
                                      </p:cBhvr>
                                    </p:animEffect>
                                  </p:childTnLst>
                                </p:cTn>
                              </p:par>
                              <p:par>
                                <p:cTn id="8" presetID="18" presetClass="entr" presetSubtype="12"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strips(downLeft)">
                                      <p:cBhvr>
                                        <p:cTn id="10" dur="500"/>
                                        <p:tgtEl>
                                          <p:spTgt spid="8"/>
                                        </p:tgtEl>
                                      </p:cBhvr>
                                    </p:animEffect>
                                  </p:childTnLst>
                                </p:cTn>
                              </p:par>
                              <p:par>
                                <p:cTn id="11" presetID="18" presetClass="entr" presetSubtype="12"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strips(downLeft)">
                                      <p:cBhvr>
                                        <p:cTn id="13" dur="500"/>
                                        <p:tgtEl>
                                          <p:spTgt spid="12"/>
                                        </p:tgtEl>
                                      </p:cBhvr>
                                    </p:animEffect>
                                  </p:childTnLst>
                                </p:cTn>
                              </p:par>
                              <p:par>
                                <p:cTn id="14" presetID="18" presetClass="entr" presetSubtype="12"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strips(downLeft)">
                                      <p:cBhvr>
                                        <p:cTn id="16" dur="500"/>
                                        <p:tgtEl>
                                          <p:spTgt spid="13"/>
                                        </p:tgtEl>
                                      </p:cBhvr>
                                    </p:animEffect>
                                  </p:childTnLst>
                                </p:cTn>
                              </p:par>
                              <p:par>
                                <p:cTn id="17" presetID="18" presetClass="entr" presetSubtype="12"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strips(downLeft)">
                                      <p:cBhvr>
                                        <p:cTn id="19" dur="500"/>
                                        <p:tgtEl>
                                          <p:spTgt spid="14"/>
                                        </p:tgtEl>
                                      </p:cBhvr>
                                    </p:animEffect>
                                  </p:childTnLst>
                                </p:cTn>
                              </p:par>
                              <p:par>
                                <p:cTn id="20" presetID="18" presetClass="entr" presetSubtype="12" fill="hold" grpId="0" nodeType="with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strips(downLeft)">
                                      <p:cBhvr>
                                        <p:cTn id="22" dur="500"/>
                                        <p:tgtEl>
                                          <p:spTgt spid="23"/>
                                        </p:tgtEl>
                                      </p:cBhvr>
                                    </p:animEffect>
                                  </p:childTnLst>
                                </p:cTn>
                              </p:par>
                              <p:par>
                                <p:cTn id="23" presetID="18" presetClass="entr" presetSubtype="12"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strips(downLeft)">
                                      <p:cBhvr>
                                        <p:cTn id="25" dur="500"/>
                                        <p:tgtEl>
                                          <p:spTgt spid="24"/>
                                        </p:tgtEl>
                                      </p:cBhvr>
                                    </p:animEffect>
                                  </p:childTnLst>
                                </p:cTn>
                              </p:par>
                              <p:par>
                                <p:cTn id="26" presetID="18" presetClass="entr" presetSubtype="12" fill="hold" grpId="0" nodeType="with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strips(downLeft)">
                                      <p:cBhvr>
                                        <p:cTn id="28" dur="500"/>
                                        <p:tgtEl>
                                          <p:spTgt spid="25"/>
                                        </p:tgtEl>
                                      </p:cBhvr>
                                    </p:animEffect>
                                  </p:childTnLst>
                                </p:cTn>
                              </p:par>
                              <p:par>
                                <p:cTn id="29" presetID="18" presetClass="entr" presetSubtype="12" fill="hold" grpId="0" nodeType="with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strips(downLeft)">
                                      <p:cBhvr>
                                        <p:cTn id="31" dur="500"/>
                                        <p:tgtEl>
                                          <p:spTgt spid="22"/>
                                        </p:tgtEl>
                                      </p:cBhvr>
                                    </p:animEffect>
                                  </p:childTnLst>
                                </p:cTn>
                              </p:par>
                              <p:par>
                                <p:cTn id="32" presetID="18" presetClass="entr" presetSubtype="12"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strips(downLeft)">
                                      <p:cBhvr>
                                        <p:cTn id="34" dur="500"/>
                                        <p:tgtEl>
                                          <p:spTgt spid="15"/>
                                        </p:tgtEl>
                                      </p:cBhvr>
                                    </p:animEffect>
                                  </p:childTnLst>
                                </p:cTn>
                              </p:par>
                              <p:par>
                                <p:cTn id="35" presetID="18" presetClass="entr" presetSubtype="12" fill="hold" grpId="0" nodeType="with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strips(downLeft)">
                                      <p:cBhvr>
                                        <p:cTn id="37" dur="500"/>
                                        <p:tgtEl>
                                          <p:spTgt spid="2"/>
                                        </p:tgtEl>
                                      </p:cBhvr>
                                    </p:animEffect>
                                  </p:childTnLst>
                                </p:cTn>
                              </p:par>
                              <p:par>
                                <p:cTn id="38" presetID="18" presetClass="entr" presetSubtype="12" fill="hold" grpId="0" nodeType="withEffect">
                                  <p:stCondLst>
                                    <p:cond delay="0"/>
                                  </p:stCondLst>
                                  <p:iterate type="lt">
                                    <p:tmPct val="0"/>
                                  </p:iterate>
                                  <p:childTnLst>
                                    <p:set>
                                      <p:cBhvr>
                                        <p:cTn id="39" dur="1" fill="hold">
                                          <p:stCondLst>
                                            <p:cond delay="0"/>
                                          </p:stCondLst>
                                        </p:cTn>
                                        <p:tgtEl>
                                          <p:spTgt spid="16"/>
                                        </p:tgtEl>
                                        <p:attrNameLst>
                                          <p:attrName>style.visibility</p:attrName>
                                        </p:attrNameLst>
                                      </p:cBhvr>
                                      <p:to>
                                        <p:strVal val="visible"/>
                                      </p:to>
                                    </p:set>
                                    <p:animEffect transition="in" filter="strips(downLeft)">
                                      <p:cBhvr>
                                        <p:cTn id="40" dur="500"/>
                                        <p:tgtEl>
                                          <p:spTgt spid="16"/>
                                        </p:tgtEl>
                                      </p:cBhvr>
                                    </p:animEffect>
                                  </p:childTnLst>
                                </p:cTn>
                              </p:par>
                              <p:par>
                                <p:cTn id="41" presetID="18" presetClass="entr" presetSubtype="12"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strips(downLeft)">
                                      <p:cBhvr>
                                        <p:cTn id="43" dur="500"/>
                                        <p:tgtEl>
                                          <p:spTgt spid="17"/>
                                        </p:tgtEl>
                                      </p:cBhvr>
                                    </p:animEffect>
                                  </p:childTnLst>
                                </p:cTn>
                              </p:par>
                            </p:childTnLst>
                          </p:cTn>
                        </p:par>
                      </p:childTnLst>
                    </p:cTn>
                  </p:par>
                  <p:par>
                    <p:cTn id="44" fill="hold">
                      <p:stCondLst>
                        <p:cond delay="indefinite"/>
                      </p:stCondLst>
                      <p:childTnLst>
                        <p:par>
                          <p:cTn id="45" fill="hold">
                            <p:stCondLst>
                              <p:cond delay="0"/>
                            </p:stCondLst>
                            <p:childTnLst>
                              <p:par>
                                <p:cTn id="46" presetID="1" presetClass="emph" presetSubtype="2" fill="hold" nodeType="clickEffect">
                                  <p:stCondLst>
                                    <p:cond delay="0"/>
                                  </p:stCondLst>
                                  <p:childTnLst>
                                    <p:animClr clrSpc="rgb" dir="cw">
                                      <p:cBhvr>
                                        <p:cTn id="47" dur="2000" fill="hold"/>
                                        <p:tgtEl>
                                          <p:spTgt spid="13"/>
                                        </p:tgtEl>
                                        <p:attrNameLst>
                                          <p:attrName>fillcolor</p:attrName>
                                        </p:attrNameLst>
                                      </p:cBhvr>
                                      <p:to>
                                        <a:schemeClr val="accent2"/>
                                      </p:to>
                                    </p:animClr>
                                    <p:set>
                                      <p:cBhvr>
                                        <p:cTn id="48" dur="2000" fill="hold"/>
                                        <p:tgtEl>
                                          <p:spTgt spid="13"/>
                                        </p:tgtEl>
                                        <p:attrNameLst>
                                          <p:attrName>fill.type</p:attrName>
                                        </p:attrNameLst>
                                      </p:cBhvr>
                                      <p:to>
                                        <p:strVal val="solid"/>
                                      </p:to>
                                    </p:set>
                                    <p:set>
                                      <p:cBhvr>
                                        <p:cTn id="49" dur="2000" fill="hold"/>
                                        <p:tgtEl>
                                          <p:spTgt spid="13"/>
                                        </p:tgtEl>
                                        <p:attrNameLst>
                                          <p:attrName>fill.on</p:attrName>
                                        </p:attrNameLst>
                                      </p:cBhvr>
                                      <p:to>
                                        <p:strVal val="true"/>
                                      </p:to>
                                    </p:set>
                                  </p:childTnLst>
                                </p:cTn>
                              </p:par>
                              <p:par>
                                <p:cTn id="50" presetID="1" presetClass="emph" presetSubtype="2" fill="hold" nodeType="withEffect">
                                  <p:stCondLst>
                                    <p:cond delay="0"/>
                                  </p:stCondLst>
                                  <p:childTnLst>
                                    <p:animClr clrSpc="rgb" dir="cw">
                                      <p:cBhvr>
                                        <p:cTn id="51" dur="2000" fill="hold"/>
                                        <p:tgtEl>
                                          <p:spTgt spid="24"/>
                                        </p:tgtEl>
                                        <p:attrNameLst>
                                          <p:attrName>fillcolor</p:attrName>
                                        </p:attrNameLst>
                                      </p:cBhvr>
                                      <p:to>
                                        <a:schemeClr val="accent2"/>
                                      </p:to>
                                    </p:animClr>
                                    <p:set>
                                      <p:cBhvr>
                                        <p:cTn id="52" dur="2000" fill="hold"/>
                                        <p:tgtEl>
                                          <p:spTgt spid="24"/>
                                        </p:tgtEl>
                                        <p:attrNameLst>
                                          <p:attrName>fill.type</p:attrName>
                                        </p:attrNameLst>
                                      </p:cBhvr>
                                      <p:to>
                                        <p:strVal val="solid"/>
                                      </p:to>
                                    </p:set>
                                    <p:set>
                                      <p:cBhvr>
                                        <p:cTn id="53" dur="2000" fill="hold"/>
                                        <p:tgtEl>
                                          <p:spTgt spid="24"/>
                                        </p:tgtEl>
                                        <p:attrNameLst>
                                          <p:attrName>fill.on</p:attrName>
                                        </p:attrNameLst>
                                      </p:cBhvr>
                                      <p:to>
                                        <p:strVal val="true"/>
                                      </p:to>
                                    </p:set>
                                  </p:childTnLst>
                                </p:cTn>
                              </p:par>
                              <p:par>
                                <p:cTn id="54" presetID="36" presetClass="emph" presetSubtype="0" fill="hold" grpId="1" nodeType="withEffect">
                                  <p:stCondLst>
                                    <p:cond delay="0"/>
                                  </p:stCondLst>
                                  <p:iterate type="lt">
                                    <p:tmPct val="10000"/>
                                  </p:iterate>
                                  <p:childTnLst>
                                    <p:animScale>
                                      <p:cBhvr>
                                        <p:cTn id="55" dur="250" autoRev="1" fill="hold">
                                          <p:stCondLst>
                                            <p:cond delay="0"/>
                                          </p:stCondLst>
                                        </p:cTn>
                                        <p:tgtEl>
                                          <p:spTgt spid="16"/>
                                        </p:tgtEl>
                                      </p:cBhvr>
                                      <p:to x="80000" y="100000"/>
                                    </p:animScale>
                                    <p:anim by="(#ppt_w*0.10)" calcmode="lin" valueType="num">
                                      <p:cBhvr>
                                        <p:cTn id="56" dur="250" autoRev="1" fill="hold">
                                          <p:stCondLst>
                                            <p:cond delay="0"/>
                                          </p:stCondLst>
                                        </p:cTn>
                                        <p:tgtEl>
                                          <p:spTgt spid="16"/>
                                        </p:tgtEl>
                                        <p:attrNameLst>
                                          <p:attrName>ppt_x</p:attrName>
                                        </p:attrNameLst>
                                      </p:cBhvr>
                                    </p:anim>
                                    <p:anim by="(-#ppt_w*0.10)" calcmode="lin" valueType="num">
                                      <p:cBhvr>
                                        <p:cTn id="57" dur="250" autoRev="1" fill="hold">
                                          <p:stCondLst>
                                            <p:cond delay="0"/>
                                          </p:stCondLst>
                                        </p:cTn>
                                        <p:tgtEl>
                                          <p:spTgt spid="16"/>
                                        </p:tgtEl>
                                        <p:attrNameLst>
                                          <p:attrName>ppt_y</p:attrName>
                                        </p:attrNameLst>
                                      </p:cBhvr>
                                    </p:anim>
                                    <p:animRot by="-480000">
                                      <p:cBhvr>
                                        <p:cTn id="58" dur="250" autoRev="1" fill="hold">
                                          <p:stCondLst>
                                            <p:cond delay="0"/>
                                          </p:stCondLst>
                                        </p:cTn>
                                        <p:tgtEl>
                                          <p:spTgt spid="16"/>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P spid="12" grpId="0" animBg="1"/>
      <p:bldP spid="13" grpId="0" animBg="1"/>
      <p:bldP spid="14" grpId="0" animBg="1"/>
      <p:bldP spid="22" grpId="0" animBg="1"/>
      <p:bldP spid="23" grpId="0" animBg="1"/>
      <p:bldP spid="24" grpId="0" animBg="1"/>
      <p:bldP spid="25" grpId="0" animBg="1"/>
      <p:bldP spid="2" grpId="0"/>
      <p:bldP spid="15" grpId="0"/>
      <p:bldP spid="16" grpId="0"/>
      <p:bldP spid="16" grpId="1"/>
      <p:bldP spid="17" grpId="0"/>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4.jpeg"/></Relationships>
</file>

<file path=ppt/theme/theme1.xml><?xml version="1.0" encoding="utf-8"?>
<a:theme xmlns:a="http://schemas.openxmlformats.org/drawingml/2006/main" name="Thiên thể">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Thiên thể">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iên thể">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E44E6A2F-09CD-4BE0-B42D-107FF03CEED6}"/>
    </a:ext>
  </a:extLst>
</a:theme>
</file>

<file path=ppt/theme/theme2.xml><?xml version="1.0" encoding="utf-8"?>
<a:theme xmlns:a="http://schemas.openxmlformats.org/drawingml/2006/main" name="1_Thiên thể">
  <a:themeElements>
    <a:clrScheme name="Thiên thể">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Thiên thể">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iên thể">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TM03457452[[fn=Thiên thể]]</Template>
  <TotalTime>1685</TotalTime>
  <Words>8884</Words>
  <Application>Microsoft Office PowerPoint</Application>
  <PresentationFormat>Màn hình rộng</PresentationFormat>
  <Paragraphs>2047</Paragraphs>
  <Slides>109</Slides>
  <Notes>4</Notes>
  <HiddenSlides>0</HiddenSlides>
  <MMClips>0</MMClips>
  <ScaleCrop>false</ScaleCrop>
  <HeadingPairs>
    <vt:vector size="6" baseType="variant">
      <vt:variant>
        <vt:lpstr>Phông được Dùng</vt:lpstr>
      </vt:variant>
      <vt:variant>
        <vt:i4>13</vt:i4>
      </vt:variant>
      <vt:variant>
        <vt:lpstr>Chủ đề</vt:lpstr>
      </vt:variant>
      <vt:variant>
        <vt:i4>2</vt:i4>
      </vt:variant>
      <vt:variant>
        <vt:lpstr>Tiêu đề Bản chiếu</vt:lpstr>
      </vt:variant>
      <vt:variant>
        <vt:i4>109</vt:i4>
      </vt:variant>
    </vt:vector>
  </HeadingPairs>
  <TitlesOfParts>
    <vt:vector size="124" baseType="lpstr">
      <vt:lpstr>MS Mincho</vt:lpstr>
      <vt:lpstr>ＭＳ Ｐゴシック</vt:lpstr>
      <vt:lpstr>Arial</vt:lpstr>
      <vt:lpstr>Calibri</vt:lpstr>
      <vt:lpstr>Calibri Light</vt:lpstr>
      <vt:lpstr>Comic Sans MS</vt:lpstr>
      <vt:lpstr>Courier New</vt:lpstr>
      <vt:lpstr>Gill Sans MT</vt:lpstr>
      <vt:lpstr>Tahoma</vt:lpstr>
      <vt:lpstr>Times</vt:lpstr>
      <vt:lpstr>Times New Roman</vt:lpstr>
      <vt:lpstr>Wingdings</vt:lpstr>
      <vt:lpstr>ZapfDingbats</vt:lpstr>
      <vt:lpstr>Thiên thể</vt:lpstr>
      <vt:lpstr>1_Thiên thể</vt:lpstr>
      <vt:lpstr>CẤU TRÚC ĐỀ THI CUỐI KÌ </vt:lpstr>
      <vt:lpstr>Review kiến thức giữa kì</vt:lpstr>
      <vt:lpstr>Đóng gói</vt:lpstr>
      <vt:lpstr>Bản trình bày PowerPoint</vt:lpstr>
      <vt:lpstr>Bản trình bày PowerPoint</vt:lpstr>
      <vt:lpstr>Bản trình bày PowerPoint</vt:lpstr>
      <vt:lpstr>Bản trình bày PowerPoint</vt:lpstr>
      <vt:lpstr>Bản trình bày PowerPoint</vt:lpstr>
      <vt:lpstr>Bản trình bày PowerPoint</vt:lpstr>
      <vt:lpstr>Network layer</vt:lpstr>
      <vt:lpstr>Tầng Network</vt:lpstr>
      <vt:lpstr>2 chức năng chính của tầng network</vt:lpstr>
      <vt:lpstr>Bản trình bày PowerPoint</vt:lpstr>
      <vt:lpstr>Bản trình bày PowerPoint</vt:lpstr>
      <vt:lpstr>Thiết lập kết nối</vt:lpstr>
      <vt:lpstr>Một số dịch vụ có thể cung cấp bởi tầng mạng bao gồm: </vt:lpstr>
      <vt:lpstr>Mô hình dịch vụ mạng </vt:lpstr>
      <vt:lpstr>Dịch vụ connection (hướng kết nối) và connection-less (phi kết nối)</vt:lpstr>
      <vt:lpstr>Các mạch ảo: các giao thức gửi tín hiệu</vt:lpstr>
      <vt:lpstr>Mạng Datagram</vt:lpstr>
      <vt:lpstr>Bảng Datagram forwarding</vt:lpstr>
      <vt:lpstr>Bảng Datagram forwarding</vt:lpstr>
      <vt:lpstr>So trùng prefix dài nhất</vt:lpstr>
      <vt:lpstr>Bản trình bày PowerPoint</vt:lpstr>
      <vt:lpstr>Bản trình bày PowerPoint</vt:lpstr>
      <vt:lpstr>Tầng Internet network</vt:lpstr>
      <vt:lpstr>Định dạng IP datagram</vt:lpstr>
      <vt:lpstr>Bản trình bày PowerPoint</vt:lpstr>
      <vt:lpstr>Bản trình bày PowerPoint</vt:lpstr>
      <vt:lpstr>Bản trình bày PowerPoint</vt:lpstr>
      <vt:lpstr>Bản trình bày PowerPoint</vt:lpstr>
      <vt:lpstr>Bản trình bày PowerPoint</vt:lpstr>
      <vt:lpstr>Bản trình bày PowerPoint</vt:lpstr>
      <vt:lpstr>Phân mảnh và tổng hợp IP</vt:lpstr>
      <vt:lpstr>Phân mảnh và tổng hợp IP</vt:lpstr>
      <vt:lpstr>Bản trình bày PowerPoint</vt:lpstr>
      <vt:lpstr>Bản trình bày PowerPoint</vt:lpstr>
      <vt:lpstr>Định địa chỉ IP: giới thiệu</vt:lpstr>
      <vt:lpstr>Các Subnet (mạng con)</vt:lpstr>
      <vt:lpstr>Các mạng con (subnet)</vt:lpstr>
      <vt:lpstr>Subnets</vt:lpstr>
      <vt:lpstr>Bản trình bày PowerPoint</vt:lpstr>
      <vt:lpstr>Bản trình bày PowerPoint</vt:lpstr>
      <vt:lpstr>Bản trình bày PowerPoint</vt:lpstr>
      <vt:lpstr>Định địa chỉ IP: CIDR</vt:lpstr>
      <vt:lpstr>DHCP: Dynamic Host Configuration Protocol</vt:lpstr>
      <vt:lpstr>Ngữ cảnh DHCP client-server</vt:lpstr>
      <vt:lpstr>Bản trình bày PowerPoint</vt:lpstr>
      <vt:lpstr>Bản trình bày PowerPoint</vt:lpstr>
      <vt:lpstr>Ngữ cảnh DHCP client-server</vt:lpstr>
      <vt:lpstr>DHCP: nhiều thông tin</vt:lpstr>
      <vt:lpstr>DHCP: ví dụ</vt:lpstr>
      <vt:lpstr>DHCP: ví dụ</vt:lpstr>
      <vt:lpstr>Bản trình bày PowerPoint</vt:lpstr>
      <vt:lpstr>NAT: network address translation</vt:lpstr>
      <vt:lpstr>NAT: network address translation</vt:lpstr>
      <vt:lpstr>NAT: network address translation</vt:lpstr>
      <vt:lpstr>NAT: network address translation</vt:lpstr>
      <vt:lpstr>NAT: network address translation</vt:lpstr>
      <vt:lpstr>Bản trình bày PowerPoint</vt:lpstr>
      <vt:lpstr>ICMP: internet control message protocol</vt:lpstr>
      <vt:lpstr>Traceroute và ICMP</vt:lpstr>
      <vt:lpstr>Bản trình bày PowerPoint</vt:lpstr>
      <vt:lpstr>IPv6: Động lực</vt:lpstr>
      <vt:lpstr>Định dạng datagram IPv6</vt:lpstr>
      <vt:lpstr>Những thay đổi khác so với IPv4</vt:lpstr>
      <vt:lpstr>Thuật toán routing Link-State</vt:lpstr>
      <vt:lpstr>Thuật toán Dijsktra</vt:lpstr>
      <vt:lpstr>Bản trình bày PowerPoint</vt:lpstr>
      <vt:lpstr>Thuật toán Dijkstra: ví dụ </vt:lpstr>
      <vt:lpstr>Thuật toán Dijkstra: ví dụ (2)</vt:lpstr>
      <vt:lpstr>Bản trình bày PowerPoint</vt:lpstr>
      <vt:lpstr>Bản trình bày PowerPoint</vt:lpstr>
      <vt:lpstr>Bản trình bày PowerPoint</vt:lpstr>
      <vt:lpstr>Thuật toán Distance vector</vt:lpstr>
      <vt:lpstr>Bellman-Ford ví dụ</vt:lpstr>
      <vt:lpstr>Thuật toán Distance vector</vt:lpstr>
      <vt:lpstr>Thuật toán Distance vector</vt:lpstr>
      <vt:lpstr>Thuật toán Distance vector</vt:lpstr>
      <vt:lpstr>Bản trình bày PowerPoint</vt:lpstr>
      <vt:lpstr>Bản trình bày PowerPoint</vt:lpstr>
      <vt:lpstr>Distance vector: chi phí kết nối thay đổi</vt:lpstr>
      <vt:lpstr>Distance vector: Chi phí kết nối thay đổi</vt:lpstr>
      <vt:lpstr>So sánh giữa thuật toán LS và DV</vt:lpstr>
      <vt:lpstr>Định tuyến có cấu trúc  (Hierarchical routing)</vt:lpstr>
      <vt:lpstr>Định tuyến có cấu trúc  </vt:lpstr>
      <vt:lpstr>Kết nối các AS</vt:lpstr>
      <vt:lpstr>Tác vụ Inter-AS</vt:lpstr>
      <vt:lpstr>Ví dụ: thiết lập bảng forwarding trong router 1d</vt:lpstr>
      <vt:lpstr>Ví dụ: chọn giữa nhiều AS</vt:lpstr>
      <vt:lpstr>Ví dụ: chọn giữa nhiều AS</vt:lpstr>
      <vt:lpstr>Định tuyến Intra-AS</vt:lpstr>
      <vt:lpstr>RIP ( Routing Information Protocol)</vt:lpstr>
      <vt:lpstr>RIP: ví dụ</vt:lpstr>
      <vt:lpstr>RIP: lỗi đường kết nối và phục hồi</vt:lpstr>
      <vt:lpstr>RIP: xử lý bảng</vt:lpstr>
      <vt:lpstr>OSPF (Open Shortest Path First)</vt:lpstr>
      <vt:lpstr>Các đặc tính “tiến bộ” của OSPF (không có trong RIP)</vt:lpstr>
      <vt:lpstr>OSPF phân cấp</vt:lpstr>
      <vt:lpstr>OSPF phân cấp</vt:lpstr>
      <vt:lpstr>Định tuyến Internet inter-AS : BGP</vt:lpstr>
      <vt:lpstr>BGP cơ bản</vt:lpstr>
      <vt:lpstr>BGP cơ bản: phân phối thông tin đường đi</vt:lpstr>
      <vt:lpstr>Các thuộc tính đường đi và các route BGP</vt:lpstr>
      <vt:lpstr>Sự lựa chọn BGP route</vt:lpstr>
      <vt:lpstr>Các thông điệp BGP</vt:lpstr>
      <vt:lpstr>Bản trình bày PowerPoint</vt:lpstr>
      <vt:lpstr>Bản trình bày PowerPoint</vt:lpstr>
      <vt:lpstr>Bản trình bày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Phương Nguyễn</dc:creator>
  <cp:lastModifiedBy>LÊ THANH HỒNG NHỰT</cp:lastModifiedBy>
  <cp:revision>61</cp:revision>
  <dcterms:created xsi:type="dcterms:W3CDTF">2017-12-14T15:21:21Z</dcterms:created>
  <dcterms:modified xsi:type="dcterms:W3CDTF">2017-12-27T11:43:18Z</dcterms:modified>
</cp:coreProperties>
</file>